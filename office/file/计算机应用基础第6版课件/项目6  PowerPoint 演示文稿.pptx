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58.xml" ContentType="application/vnd.openxmlformats-officedocument.presentationml.tags+xml"/>
  <Override PartName="/ppt/tags/tag1459.xml" ContentType="application/vnd.openxmlformats-officedocument.presentationml.tags+xml"/>
  <Override PartName="/ppt/tags/tag146.xml" ContentType="application/vnd.openxmlformats-officedocument.presentationml.tags+xml"/>
  <Override PartName="/ppt/tags/tag1460.xml" ContentType="application/vnd.openxmlformats-officedocument.presentationml.tags+xml"/>
  <Override PartName="/ppt/tags/tag1461.xml" ContentType="application/vnd.openxmlformats-officedocument.presentationml.tags+xml"/>
  <Override PartName="/ppt/tags/tag1462.xml" ContentType="application/vnd.openxmlformats-officedocument.presentationml.tags+xml"/>
  <Override PartName="/ppt/tags/tag1463.xml" ContentType="application/vnd.openxmlformats-officedocument.presentationml.tags+xml"/>
  <Override PartName="/ppt/tags/tag1464.xml" ContentType="application/vnd.openxmlformats-officedocument.presentationml.tags+xml"/>
  <Override PartName="/ppt/tags/tag1465.xml" ContentType="application/vnd.openxmlformats-officedocument.presentationml.tags+xml"/>
  <Override PartName="/ppt/tags/tag1466.xml" ContentType="application/vnd.openxmlformats-officedocument.presentationml.tags+xml"/>
  <Override PartName="/ppt/tags/tag1467.xml" ContentType="application/vnd.openxmlformats-officedocument.presentationml.tags+xml"/>
  <Override PartName="/ppt/tags/tag1468.xml" ContentType="application/vnd.openxmlformats-officedocument.presentationml.tags+xml"/>
  <Override PartName="/ppt/tags/tag1469.xml" ContentType="application/vnd.openxmlformats-officedocument.presentationml.tags+xml"/>
  <Override PartName="/ppt/tags/tag147.xml" ContentType="application/vnd.openxmlformats-officedocument.presentationml.tags+xml"/>
  <Override PartName="/ppt/tags/tag1470.xml" ContentType="application/vnd.openxmlformats-officedocument.presentationml.tags+xml"/>
  <Override PartName="/ppt/tags/tag1471.xml" ContentType="application/vnd.openxmlformats-officedocument.presentationml.tags+xml"/>
  <Override PartName="/ppt/tags/tag1472.xml" ContentType="application/vnd.openxmlformats-officedocument.presentationml.tags+xml"/>
  <Override PartName="/ppt/tags/tag1473.xml" ContentType="application/vnd.openxmlformats-officedocument.presentationml.tags+xml"/>
  <Override PartName="/ppt/tags/tag1474.xml" ContentType="application/vnd.openxmlformats-officedocument.presentationml.tags+xml"/>
  <Override PartName="/ppt/tags/tag1475.xml" ContentType="application/vnd.openxmlformats-officedocument.presentationml.tags+xml"/>
  <Override PartName="/ppt/tags/tag1476.xml" ContentType="application/vnd.openxmlformats-officedocument.presentationml.tags+xml"/>
  <Override PartName="/ppt/tags/tag1477.xml" ContentType="application/vnd.openxmlformats-officedocument.presentationml.tags+xml"/>
  <Override PartName="/ppt/tags/tag1478.xml" ContentType="application/vnd.openxmlformats-officedocument.presentationml.tags+xml"/>
  <Override PartName="/ppt/tags/tag1479.xml" ContentType="application/vnd.openxmlformats-officedocument.presentationml.tags+xml"/>
  <Override PartName="/ppt/tags/tag148.xml" ContentType="application/vnd.openxmlformats-officedocument.presentationml.tags+xml"/>
  <Override PartName="/ppt/tags/tag1480.xml" ContentType="application/vnd.openxmlformats-officedocument.presentationml.tags+xml"/>
  <Override PartName="/ppt/tags/tag1481.xml" ContentType="application/vnd.openxmlformats-officedocument.presentationml.tags+xml"/>
  <Override PartName="/ppt/tags/tag1482.xml" ContentType="application/vnd.openxmlformats-officedocument.presentationml.tags+xml"/>
  <Override PartName="/ppt/tags/tag1483.xml" ContentType="application/vnd.openxmlformats-officedocument.presentationml.tags+xml"/>
  <Override PartName="/ppt/tags/tag1484.xml" ContentType="application/vnd.openxmlformats-officedocument.presentationml.tags+xml"/>
  <Override PartName="/ppt/tags/tag1485.xml" ContentType="application/vnd.openxmlformats-officedocument.presentationml.tags+xml"/>
  <Override PartName="/ppt/tags/tag1486.xml" ContentType="application/vnd.openxmlformats-officedocument.presentationml.tags+xml"/>
  <Override PartName="/ppt/tags/tag1487.xml" ContentType="application/vnd.openxmlformats-officedocument.presentationml.tags+xml"/>
  <Override PartName="/ppt/tags/tag1488.xml" ContentType="application/vnd.openxmlformats-officedocument.presentationml.tags+xml"/>
  <Override PartName="/ppt/tags/tag1489.xml" ContentType="application/vnd.openxmlformats-officedocument.presentationml.tags+xml"/>
  <Override PartName="/ppt/tags/tag149.xml" ContentType="application/vnd.openxmlformats-officedocument.presentationml.tags+xml"/>
  <Override PartName="/ppt/tags/tag1490.xml" ContentType="application/vnd.openxmlformats-officedocument.presentationml.tags+xml"/>
  <Override PartName="/ppt/tags/tag1491.xml" ContentType="application/vnd.openxmlformats-officedocument.presentationml.tags+xml"/>
  <Override PartName="/ppt/tags/tag1492.xml" ContentType="application/vnd.openxmlformats-officedocument.presentationml.tags+xml"/>
  <Override PartName="/ppt/tags/tag1493.xml" ContentType="application/vnd.openxmlformats-officedocument.presentationml.tags+xml"/>
  <Override PartName="/ppt/tags/tag1494.xml" ContentType="application/vnd.openxmlformats-officedocument.presentationml.tags+xml"/>
  <Override PartName="/ppt/tags/tag1495.xml" ContentType="application/vnd.openxmlformats-officedocument.presentationml.tags+xml"/>
  <Override PartName="/ppt/tags/tag1496.xml" ContentType="application/vnd.openxmlformats-officedocument.presentationml.tags+xml"/>
  <Override PartName="/ppt/tags/tag1497.xml" ContentType="application/vnd.openxmlformats-officedocument.presentationml.tags+xml"/>
  <Override PartName="/ppt/tags/tag1498.xml" ContentType="application/vnd.openxmlformats-officedocument.presentationml.tags+xml"/>
  <Override PartName="/ppt/tags/tag149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00.xml" ContentType="application/vnd.openxmlformats-officedocument.presentationml.tags+xml"/>
  <Override PartName="/ppt/tags/tag1501.xml" ContentType="application/vnd.openxmlformats-officedocument.presentationml.tags+xml"/>
  <Override PartName="/ppt/tags/tag1502.xml" ContentType="application/vnd.openxmlformats-officedocument.presentationml.tags+xml"/>
  <Override PartName="/ppt/tags/tag1503.xml" ContentType="application/vnd.openxmlformats-officedocument.presentationml.tags+xml"/>
  <Override PartName="/ppt/tags/tag1504.xml" ContentType="application/vnd.openxmlformats-officedocument.presentationml.tags+xml"/>
  <Override PartName="/ppt/tags/tag1505.xml" ContentType="application/vnd.openxmlformats-officedocument.presentationml.tags+xml"/>
  <Override PartName="/ppt/tags/tag1506.xml" ContentType="application/vnd.openxmlformats-officedocument.presentationml.tags+xml"/>
  <Override PartName="/ppt/tags/tag1507.xml" ContentType="application/vnd.openxmlformats-officedocument.presentationml.tags+xml"/>
  <Override PartName="/ppt/tags/tag1508.xml" ContentType="application/vnd.openxmlformats-officedocument.presentationml.tags+xml"/>
  <Override PartName="/ppt/tags/tag1509.xml" ContentType="application/vnd.openxmlformats-officedocument.presentationml.tags+xml"/>
  <Override PartName="/ppt/tags/tag151.xml" ContentType="application/vnd.openxmlformats-officedocument.presentationml.tags+xml"/>
  <Override PartName="/ppt/tags/tag1510.xml" ContentType="application/vnd.openxmlformats-officedocument.presentationml.tags+xml"/>
  <Override PartName="/ppt/tags/tag1511.xml" ContentType="application/vnd.openxmlformats-officedocument.presentationml.tags+xml"/>
  <Override PartName="/ppt/tags/tag1512.xml" ContentType="application/vnd.openxmlformats-officedocument.presentationml.tags+xml"/>
  <Override PartName="/ppt/tags/tag1513.xml" ContentType="application/vnd.openxmlformats-officedocument.presentationml.tags+xml"/>
  <Override PartName="/ppt/tags/tag1514.xml" ContentType="application/vnd.openxmlformats-officedocument.presentationml.tags+xml"/>
  <Override PartName="/ppt/tags/tag1515.xml" ContentType="application/vnd.openxmlformats-officedocument.presentationml.tags+xml"/>
  <Override PartName="/ppt/tags/tag1516.xml" ContentType="application/vnd.openxmlformats-officedocument.presentationml.tags+xml"/>
  <Override PartName="/ppt/tags/tag1517.xml" ContentType="application/vnd.openxmlformats-officedocument.presentationml.tags+xml"/>
  <Override PartName="/ppt/tags/tag1518.xml" ContentType="application/vnd.openxmlformats-officedocument.presentationml.tags+xml"/>
  <Override PartName="/ppt/tags/tag1519.xml" ContentType="application/vnd.openxmlformats-officedocument.presentationml.tags+xml"/>
  <Override PartName="/ppt/tags/tag152.xml" ContentType="application/vnd.openxmlformats-officedocument.presentationml.tags+xml"/>
  <Override PartName="/ppt/tags/tag1520.xml" ContentType="application/vnd.openxmlformats-officedocument.presentationml.tags+xml"/>
  <Override PartName="/ppt/tags/tag1521.xml" ContentType="application/vnd.openxmlformats-officedocument.presentationml.tags+xml"/>
  <Override PartName="/ppt/tags/tag1522.xml" ContentType="application/vnd.openxmlformats-officedocument.presentationml.tags+xml"/>
  <Override PartName="/ppt/tags/tag1523.xml" ContentType="application/vnd.openxmlformats-officedocument.presentationml.tags+xml"/>
  <Override PartName="/ppt/tags/tag1524.xml" ContentType="application/vnd.openxmlformats-officedocument.presentationml.tags+xml"/>
  <Override PartName="/ppt/tags/tag1525.xml" ContentType="application/vnd.openxmlformats-officedocument.presentationml.tags+xml"/>
  <Override PartName="/ppt/tags/tag1526.xml" ContentType="application/vnd.openxmlformats-officedocument.presentationml.tags+xml"/>
  <Override PartName="/ppt/tags/tag1527.xml" ContentType="application/vnd.openxmlformats-officedocument.presentationml.tags+xml"/>
  <Override PartName="/ppt/tags/tag1528.xml" ContentType="application/vnd.openxmlformats-officedocument.presentationml.tags+xml"/>
  <Override PartName="/ppt/tags/tag1529.xml" ContentType="application/vnd.openxmlformats-officedocument.presentationml.tags+xml"/>
  <Override PartName="/ppt/tags/tag153.xml" ContentType="application/vnd.openxmlformats-officedocument.presentationml.tags+xml"/>
  <Override PartName="/ppt/tags/tag1530.xml" ContentType="application/vnd.openxmlformats-officedocument.presentationml.tags+xml"/>
  <Override PartName="/ppt/tags/tag1531.xml" ContentType="application/vnd.openxmlformats-officedocument.presentationml.tags+xml"/>
  <Override PartName="/ppt/tags/tag1532.xml" ContentType="application/vnd.openxmlformats-officedocument.presentationml.tags+xml"/>
  <Override PartName="/ppt/tags/tag1533.xml" ContentType="application/vnd.openxmlformats-officedocument.presentationml.tags+xml"/>
  <Override PartName="/ppt/tags/tag1534.xml" ContentType="application/vnd.openxmlformats-officedocument.presentationml.tags+xml"/>
  <Override PartName="/ppt/tags/tag1535.xml" ContentType="application/vnd.openxmlformats-officedocument.presentationml.tags+xml"/>
  <Override PartName="/ppt/tags/tag1536.xml" ContentType="application/vnd.openxmlformats-officedocument.presentationml.tags+xml"/>
  <Override PartName="/ppt/tags/tag1537.xml" ContentType="application/vnd.openxmlformats-officedocument.presentationml.tags+xml"/>
  <Override PartName="/ppt/tags/tag1538.xml" ContentType="application/vnd.openxmlformats-officedocument.presentationml.tags+xml"/>
  <Override PartName="/ppt/tags/tag1539.xml" ContentType="application/vnd.openxmlformats-officedocument.presentationml.tags+xml"/>
  <Override PartName="/ppt/tags/tag154.xml" ContentType="application/vnd.openxmlformats-officedocument.presentationml.tags+xml"/>
  <Override PartName="/ppt/tags/tag1540.xml" ContentType="application/vnd.openxmlformats-officedocument.presentationml.tags+xml"/>
  <Override PartName="/ppt/tags/tag1541.xml" ContentType="application/vnd.openxmlformats-officedocument.presentationml.tags+xml"/>
  <Override PartName="/ppt/tags/tag1542.xml" ContentType="application/vnd.openxmlformats-officedocument.presentationml.tags+xml"/>
  <Override PartName="/ppt/tags/tag1543.xml" ContentType="application/vnd.openxmlformats-officedocument.presentationml.tags+xml"/>
  <Override PartName="/ppt/tags/tag1544.xml" ContentType="application/vnd.openxmlformats-officedocument.presentationml.tags+xml"/>
  <Override PartName="/ppt/tags/tag1545.xml" ContentType="application/vnd.openxmlformats-officedocument.presentationml.tags+xml"/>
  <Override PartName="/ppt/tags/tag1546.xml" ContentType="application/vnd.openxmlformats-officedocument.presentationml.tags+xml"/>
  <Override PartName="/ppt/tags/tag1547.xml" ContentType="application/vnd.openxmlformats-officedocument.presentationml.tags+xml"/>
  <Override PartName="/ppt/tags/tag1548.xml" ContentType="application/vnd.openxmlformats-officedocument.presentationml.tags+xml"/>
  <Override PartName="/ppt/tags/tag1549.xml" ContentType="application/vnd.openxmlformats-officedocument.presentationml.tags+xml"/>
  <Override PartName="/ppt/tags/tag155.xml" ContentType="application/vnd.openxmlformats-officedocument.presentationml.tags+xml"/>
  <Override PartName="/ppt/tags/tag1550.xml" ContentType="application/vnd.openxmlformats-officedocument.presentationml.tags+xml"/>
  <Override PartName="/ppt/tags/tag1551.xml" ContentType="application/vnd.openxmlformats-officedocument.presentationml.tags+xml"/>
  <Override PartName="/ppt/tags/tag1552.xml" ContentType="application/vnd.openxmlformats-officedocument.presentationml.tags+xml"/>
  <Override PartName="/ppt/tags/tag1553.xml" ContentType="application/vnd.openxmlformats-officedocument.presentationml.tags+xml"/>
  <Override PartName="/ppt/tags/tag1554.xml" ContentType="application/vnd.openxmlformats-officedocument.presentationml.tags+xml"/>
  <Override PartName="/ppt/tags/tag1555.xml" ContentType="application/vnd.openxmlformats-officedocument.presentationml.tags+xml"/>
  <Override PartName="/ppt/tags/tag1556.xml" ContentType="application/vnd.openxmlformats-officedocument.presentationml.tags+xml"/>
  <Override PartName="/ppt/tags/tag1557.xml" ContentType="application/vnd.openxmlformats-officedocument.presentationml.tags+xml"/>
  <Override PartName="/ppt/tags/tag1558.xml" ContentType="application/vnd.openxmlformats-officedocument.presentationml.tags+xml"/>
  <Override PartName="/ppt/tags/tag1559.xml" ContentType="application/vnd.openxmlformats-officedocument.presentationml.tags+xml"/>
  <Override PartName="/ppt/tags/tag156.xml" ContentType="application/vnd.openxmlformats-officedocument.presentationml.tags+xml"/>
  <Override PartName="/ppt/tags/tag1560.xml" ContentType="application/vnd.openxmlformats-officedocument.presentationml.tags+xml"/>
  <Override PartName="/ppt/tags/tag1561.xml" ContentType="application/vnd.openxmlformats-officedocument.presentationml.tags+xml"/>
  <Override PartName="/ppt/tags/tag1562.xml" ContentType="application/vnd.openxmlformats-officedocument.presentationml.tags+xml"/>
  <Override PartName="/ppt/tags/tag1563.xml" ContentType="application/vnd.openxmlformats-officedocument.presentationml.tags+xml"/>
  <Override PartName="/ppt/tags/tag1564.xml" ContentType="application/vnd.openxmlformats-officedocument.presentationml.tags+xml"/>
  <Override PartName="/ppt/tags/tag1565.xml" ContentType="application/vnd.openxmlformats-officedocument.presentationml.tags+xml"/>
  <Override PartName="/ppt/tags/tag1566.xml" ContentType="application/vnd.openxmlformats-officedocument.presentationml.tags+xml"/>
  <Override PartName="/ppt/tags/tag1567.xml" ContentType="application/vnd.openxmlformats-officedocument.presentationml.tags+xml"/>
  <Override PartName="/ppt/tags/tag1568.xml" ContentType="application/vnd.openxmlformats-officedocument.presentationml.tags+xml"/>
  <Override PartName="/ppt/tags/tag1569.xml" ContentType="application/vnd.openxmlformats-officedocument.presentationml.tags+xml"/>
  <Override PartName="/ppt/tags/tag157.xml" ContentType="application/vnd.openxmlformats-officedocument.presentationml.tags+xml"/>
  <Override PartName="/ppt/tags/tag1570.xml" ContentType="application/vnd.openxmlformats-officedocument.presentationml.tags+xml"/>
  <Override PartName="/ppt/tags/tag1571.xml" ContentType="application/vnd.openxmlformats-officedocument.presentationml.tags+xml"/>
  <Override PartName="/ppt/tags/tag1572.xml" ContentType="application/vnd.openxmlformats-officedocument.presentationml.tags+xml"/>
  <Override PartName="/ppt/tags/tag1573.xml" ContentType="application/vnd.openxmlformats-officedocument.presentationml.tags+xml"/>
  <Override PartName="/ppt/tags/tag1574.xml" ContentType="application/vnd.openxmlformats-officedocument.presentationml.tags+xml"/>
  <Override PartName="/ppt/tags/tag1575.xml" ContentType="application/vnd.openxmlformats-officedocument.presentationml.tags+xml"/>
  <Override PartName="/ppt/tags/tag1576.xml" ContentType="application/vnd.openxmlformats-officedocument.presentationml.tags+xml"/>
  <Override PartName="/ppt/tags/tag1577.xml" ContentType="application/vnd.openxmlformats-officedocument.presentationml.tags+xml"/>
  <Override PartName="/ppt/tags/tag1578.xml" ContentType="application/vnd.openxmlformats-officedocument.presentationml.tags+xml"/>
  <Override PartName="/ppt/tags/tag1579.xml" ContentType="application/vnd.openxmlformats-officedocument.presentationml.tags+xml"/>
  <Override PartName="/ppt/tags/tag158.xml" ContentType="application/vnd.openxmlformats-officedocument.presentationml.tags+xml"/>
  <Override PartName="/ppt/tags/tag1580.xml" ContentType="application/vnd.openxmlformats-officedocument.presentationml.tags+xml"/>
  <Override PartName="/ppt/tags/tag1581.xml" ContentType="application/vnd.openxmlformats-officedocument.presentationml.tags+xml"/>
  <Override PartName="/ppt/tags/tag1582.xml" ContentType="application/vnd.openxmlformats-officedocument.presentationml.tags+xml"/>
  <Override PartName="/ppt/tags/tag1583.xml" ContentType="application/vnd.openxmlformats-officedocument.presentationml.tags+xml"/>
  <Override PartName="/ppt/tags/tag1584.xml" ContentType="application/vnd.openxmlformats-officedocument.presentationml.tags+xml"/>
  <Override PartName="/ppt/tags/tag1585.xml" ContentType="application/vnd.openxmlformats-officedocument.presentationml.tags+xml"/>
  <Override PartName="/ppt/tags/tag1586.xml" ContentType="application/vnd.openxmlformats-officedocument.presentationml.tags+xml"/>
  <Override PartName="/ppt/tags/tag1587.xml" ContentType="application/vnd.openxmlformats-officedocument.presentationml.tags+xml"/>
  <Override PartName="/ppt/tags/tag1588.xml" ContentType="application/vnd.openxmlformats-officedocument.presentationml.tags+xml"/>
  <Override PartName="/ppt/tags/tag1589.xml" ContentType="application/vnd.openxmlformats-officedocument.presentationml.tags+xml"/>
  <Override PartName="/ppt/tags/tag159.xml" ContentType="application/vnd.openxmlformats-officedocument.presentationml.tags+xml"/>
  <Override PartName="/ppt/tags/tag1590.xml" ContentType="application/vnd.openxmlformats-officedocument.presentationml.tags+xml"/>
  <Override PartName="/ppt/tags/tag1591.xml" ContentType="application/vnd.openxmlformats-officedocument.presentationml.tags+xml"/>
  <Override PartName="/ppt/tags/tag1592.xml" ContentType="application/vnd.openxmlformats-officedocument.presentationml.tags+xml"/>
  <Override PartName="/ppt/tags/tag1593.xml" ContentType="application/vnd.openxmlformats-officedocument.presentationml.tags+xml"/>
  <Override PartName="/ppt/tags/tag1594.xml" ContentType="application/vnd.openxmlformats-officedocument.presentationml.tags+xml"/>
  <Override PartName="/ppt/tags/tag1595.xml" ContentType="application/vnd.openxmlformats-officedocument.presentationml.tags+xml"/>
  <Override PartName="/ppt/tags/tag1596.xml" ContentType="application/vnd.openxmlformats-officedocument.presentationml.tags+xml"/>
  <Override PartName="/ppt/tags/tag1597.xml" ContentType="application/vnd.openxmlformats-officedocument.presentationml.tags+xml"/>
  <Override PartName="/ppt/tags/tag1598.xml" ContentType="application/vnd.openxmlformats-officedocument.presentationml.tags+xml"/>
  <Override PartName="/ppt/tags/tag159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00.xml" ContentType="application/vnd.openxmlformats-officedocument.presentationml.tags+xml"/>
  <Override PartName="/ppt/tags/tag1601.xml" ContentType="application/vnd.openxmlformats-officedocument.presentationml.tags+xml"/>
  <Override PartName="/ppt/tags/tag1602.xml" ContentType="application/vnd.openxmlformats-officedocument.presentationml.tags+xml"/>
  <Override PartName="/ppt/tags/tag1603.xml" ContentType="application/vnd.openxmlformats-officedocument.presentationml.tags+xml"/>
  <Override PartName="/ppt/tags/tag1604.xml" ContentType="application/vnd.openxmlformats-officedocument.presentationml.tags+xml"/>
  <Override PartName="/ppt/tags/tag1605.xml" ContentType="application/vnd.openxmlformats-officedocument.presentationml.tags+xml"/>
  <Override PartName="/ppt/tags/tag1606.xml" ContentType="application/vnd.openxmlformats-officedocument.presentationml.tags+xml"/>
  <Override PartName="/ppt/tags/tag1607.xml" ContentType="application/vnd.openxmlformats-officedocument.presentationml.tags+xml"/>
  <Override PartName="/ppt/tags/tag1608.xml" ContentType="application/vnd.openxmlformats-officedocument.presentationml.tags+xml"/>
  <Override PartName="/ppt/tags/tag1609.xml" ContentType="application/vnd.openxmlformats-officedocument.presentationml.tags+xml"/>
  <Override PartName="/ppt/tags/tag161.xml" ContentType="application/vnd.openxmlformats-officedocument.presentationml.tags+xml"/>
  <Override PartName="/ppt/tags/tag1610.xml" ContentType="application/vnd.openxmlformats-officedocument.presentationml.tags+xml"/>
  <Override PartName="/ppt/tags/tag1611.xml" ContentType="application/vnd.openxmlformats-officedocument.presentationml.tags+xml"/>
  <Override PartName="/ppt/tags/tag1612.xml" ContentType="application/vnd.openxmlformats-officedocument.presentationml.tags+xml"/>
  <Override PartName="/ppt/tags/tag1613.xml" ContentType="application/vnd.openxmlformats-officedocument.presentationml.tags+xml"/>
  <Override PartName="/ppt/tags/tag1614.xml" ContentType="application/vnd.openxmlformats-officedocument.presentationml.tags+xml"/>
  <Override PartName="/ppt/tags/tag1615.xml" ContentType="application/vnd.openxmlformats-officedocument.presentationml.tags+xml"/>
  <Override PartName="/ppt/tags/tag1616.xml" ContentType="application/vnd.openxmlformats-officedocument.presentationml.tags+xml"/>
  <Override PartName="/ppt/tags/tag1617.xml" ContentType="application/vnd.openxmlformats-officedocument.presentationml.tags+xml"/>
  <Override PartName="/ppt/tags/tag1618.xml" ContentType="application/vnd.openxmlformats-officedocument.presentationml.tags+xml"/>
  <Override PartName="/ppt/tags/tag1619.xml" ContentType="application/vnd.openxmlformats-officedocument.presentationml.tags+xml"/>
  <Override PartName="/ppt/tags/tag162.xml" ContentType="application/vnd.openxmlformats-officedocument.presentationml.tags+xml"/>
  <Override PartName="/ppt/tags/tag1620.xml" ContentType="application/vnd.openxmlformats-officedocument.presentationml.tags+xml"/>
  <Override PartName="/ppt/tags/tag1621.xml" ContentType="application/vnd.openxmlformats-officedocument.presentationml.tags+xml"/>
  <Override PartName="/ppt/tags/tag1622.xml" ContentType="application/vnd.openxmlformats-officedocument.presentationml.tags+xml"/>
  <Override PartName="/ppt/tags/tag1623.xml" ContentType="application/vnd.openxmlformats-officedocument.presentationml.tags+xml"/>
  <Override PartName="/ppt/tags/tag1624.xml" ContentType="application/vnd.openxmlformats-officedocument.presentationml.tags+xml"/>
  <Override PartName="/ppt/tags/tag1625.xml" ContentType="application/vnd.openxmlformats-officedocument.presentationml.tags+xml"/>
  <Override PartName="/ppt/tags/tag1626.xml" ContentType="application/vnd.openxmlformats-officedocument.presentationml.tags+xml"/>
  <Override PartName="/ppt/tags/tag1627.xml" ContentType="application/vnd.openxmlformats-officedocument.presentationml.tags+xml"/>
  <Override PartName="/ppt/tags/tag1628.xml" ContentType="application/vnd.openxmlformats-officedocument.presentationml.tags+xml"/>
  <Override PartName="/ppt/tags/tag1629.xml" ContentType="application/vnd.openxmlformats-officedocument.presentationml.tags+xml"/>
  <Override PartName="/ppt/tags/tag163.xml" ContentType="application/vnd.openxmlformats-officedocument.presentationml.tags+xml"/>
  <Override PartName="/ppt/tags/tag1630.xml" ContentType="application/vnd.openxmlformats-officedocument.presentationml.tags+xml"/>
  <Override PartName="/ppt/tags/tag1631.xml" ContentType="application/vnd.openxmlformats-officedocument.presentationml.tags+xml"/>
  <Override PartName="/ppt/tags/tag1632.xml" ContentType="application/vnd.openxmlformats-officedocument.presentationml.tags+xml"/>
  <Override PartName="/ppt/tags/tag1633.xml" ContentType="application/vnd.openxmlformats-officedocument.presentationml.tags+xml"/>
  <Override PartName="/ppt/tags/tag1634.xml" ContentType="application/vnd.openxmlformats-officedocument.presentationml.tags+xml"/>
  <Override PartName="/ppt/tags/tag1635.xml" ContentType="application/vnd.openxmlformats-officedocument.presentationml.tags+xml"/>
  <Override PartName="/ppt/tags/tag1636.xml" ContentType="application/vnd.openxmlformats-officedocument.presentationml.tags+xml"/>
  <Override PartName="/ppt/tags/tag1637.xml" ContentType="application/vnd.openxmlformats-officedocument.presentationml.tags+xml"/>
  <Override PartName="/ppt/tags/tag1638.xml" ContentType="application/vnd.openxmlformats-officedocument.presentationml.tags+xml"/>
  <Override PartName="/ppt/tags/tag1639.xml" ContentType="application/vnd.openxmlformats-officedocument.presentationml.tags+xml"/>
  <Override PartName="/ppt/tags/tag164.xml" ContentType="application/vnd.openxmlformats-officedocument.presentationml.tags+xml"/>
  <Override PartName="/ppt/tags/tag1640.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2" r:id="rId3"/>
    <p:sldMasterId id="2147483673" r:id="rId4"/>
    <p:sldMasterId id="2147483685" r:id="rId5"/>
  </p:sldMasterIdLst>
  <p:notesMasterIdLst>
    <p:notesMasterId r:id="rId7"/>
  </p:notesMasterIdLst>
  <p:sldIdLst>
    <p:sldId id="394" r:id="rId6"/>
    <p:sldId id="481" r:id="rId8"/>
    <p:sldId id="482" r:id="rId9"/>
    <p:sldId id="504" r:id="rId10"/>
    <p:sldId id="505" r:id="rId11"/>
    <p:sldId id="506" r:id="rId12"/>
    <p:sldId id="712" r:id="rId13"/>
    <p:sldId id="713" r:id="rId14"/>
    <p:sldId id="716" r:id="rId15"/>
    <p:sldId id="715" r:id="rId16"/>
    <p:sldId id="719" r:id="rId17"/>
    <p:sldId id="721" r:id="rId18"/>
    <p:sldId id="722" r:id="rId19"/>
    <p:sldId id="723" r:id="rId20"/>
    <p:sldId id="724" r:id="rId21"/>
    <p:sldId id="725" r:id="rId22"/>
    <p:sldId id="726" r:id="rId23"/>
    <p:sldId id="727" r:id="rId24"/>
    <p:sldId id="728" r:id="rId25"/>
    <p:sldId id="729" r:id="rId26"/>
    <p:sldId id="730" r:id="rId27"/>
    <p:sldId id="732" r:id="rId28"/>
    <p:sldId id="733" r:id="rId29"/>
    <p:sldId id="734" r:id="rId30"/>
    <p:sldId id="735" r:id="rId31"/>
    <p:sldId id="737" r:id="rId32"/>
    <p:sldId id="739" r:id="rId33"/>
    <p:sldId id="742" r:id="rId34"/>
    <p:sldId id="744" r:id="rId35"/>
    <p:sldId id="745" r:id="rId36"/>
    <p:sldId id="746" r:id="rId37"/>
    <p:sldId id="748" r:id="rId38"/>
    <p:sldId id="749" r:id="rId39"/>
    <p:sldId id="750" r:id="rId40"/>
    <p:sldId id="523" r:id="rId41"/>
    <p:sldId id="753" r:id="rId42"/>
    <p:sldId id="755" r:id="rId43"/>
    <p:sldId id="756" r:id="rId44"/>
    <p:sldId id="546" r:id="rId45"/>
    <p:sldId id="758" r:id="rId46"/>
    <p:sldId id="759" r:id="rId47"/>
    <p:sldId id="760" r:id="rId48"/>
    <p:sldId id="763" r:id="rId49"/>
    <p:sldId id="764" r:id="rId50"/>
    <p:sldId id="765" r:id="rId51"/>
    <p:sldId id="757" r:id="rId52"/>
    <p:sldId id="767" r:id="rId53"/>
    <p:sldId id="768" r:id="rId54"/>
    <p:sldId id="769" r:id="rId55"/>
    <p:sldId id="771" r:id="rId56"/>
    <p:sldId id="775" r:id="rId57"/>
    <p:sldId id="773" r:id="rId58"/>
    <p:sldId id="776" r:id="rId59"/>
    <p:sldId id="777" r:id="rId60"/>
    <p:sldId id="526" r:id="rId61"/>
    <p:sldId id="778" r:id="rId62"/>
    <p:sldId id="779" r:id="rId63"/>
    <p:sldId id="780" r:id="rId64"/>
    <p:sldId id="781" r:id="rId65"/>
    <p:sldId id="782" r:id="rId66"/>
    <p:sldId id="783" r:id="rId67"/>
    <p:sldId id="784" r:id="rId68"/>
    <p:sldId id="785" r:id="rId69"/>
    <p:sldId id="787" r:id="rId70"/>
    <p:sldId id="790" r:id="rId71"/>
    <p:sldId id="793" r:id="rId72"/>
    <p:sldId id="525" r:id="rId73"/>
    <p:sldId id="794" r:id="rId74"/>
    <p:sldId id="592" r:id="rId75"/>
    <p:sldId id="489" r:id="rId76"/>
  </p:sldIdLst>
  <p:sldSz cx="9144000" cy="5143500" type="screen16x9"/>
  <p:notesSz cx="6858000" cy="9144000"/>
  <p:custDataLst>
    <p:tags r:id="rId8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01" userDrawn="1">
          <p15:clr>
            <a:srgbClr val="A4A3A4"/>
          </p15:clr>
        </p15:guide>
        <p15:guide id="2" pos="28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 id="2" name="作者" initials="A" lastIdx="0" clrIdx="1"/>
  <p:cmAuthor id="3" name="fafa" initials="f" lastIdx="2" clrIdx="1"/>
  <p:cmAuthor id="4" name="王习习" initials="王"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8D0D0"/>
    <a:srgbClr val="415163"/>
    <a:srgbClr val="E95730"/>
    <a:srgbClr val="00AFE1"/>
    <a:srgbClr val="F6F6F6"/>
    <a:srgbClr val="F2F6F9"/>
    <a:srgbClr val="535353"/>
    <a:srgbClr val="F77B21"/>
    <a:srgbClr val="0A3F69"/>
    <a:srgbClr val="F5FB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3" autoAdjust="0"/>
    <p:restoredTop sz="94700" autoAdjust="0"/>
  </p:normalViewPr>
  <p:slideViewPr>
    <p:cSldViewPr>
      <p:cViewPr>
        <p:scale>
          <a:sx n="98" d="100"/>
          <a:sy n="98" d="100"/>
        </p:scale>
        <p:origin x="1356" y="882"/>
      </p:cViewPr>
      <p:guideLst>
        <p:guide orient="horz" pos="1501"/>
        <p:guide pos="280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88" d="100"/>
          <a:sy n="88" d="100"/>
        </p:scale>
        <p:origin x="3822" y="102"/>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1" Type="http://schemas.openxmlformats.org/officeDocument/2006/relationships/tags" Target="tags/tag1640.xml"/><Relationship Id="rId80" Type="http://schemas.openxmlformats.org/officeDocument/2006/relationships/commentAuthors" Target="commentAuthors.xml"/><Relationship Id="rId8" Type="http://schemas.openxmlformats.org/officeDocument/2006/relationships/slide" Target="slides/slide2.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notesMaster" Target="notesMasters/notesMaster1.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字魂35号-经典雅黑" panose="02000000000000000000" pitchFamily="2" charset="-122"/>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字魂35号-经典雅黑" panose="02000000000000000000" pitchFamily="2" charset="-122"/>
              </a:defRPr>
            </a:lvl1pPr>
          </a:lstStyle>
          <a:p>
            <a:fld id="{8AADD754-F49E-4351-AAFE-19D83F43501C}" type="datetimeFigureOut">
              <a:rPr lang="en-US" smtClean="0"/>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字魂35号-经典雅黑" panose="02000000000000000000" pitchFamily="2" charset="-122"/>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字魂35号-经典雅黑" panose="02000000000000000000" pitchFamily="2" charset="-122"/>
              </a:defRPr>
            </a:lvl1pPr>
          </a:lstStyle>
          <a:p>
            <a:fld id="{B78F6036-E835-44CB-A25A-34C755DFD5D4}"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字魂35号-经典雅黑" panose="02000000000000000000" pitchFamily="2" charset="-122"/>
        <a:ea typeface="+mn-ea"/>
        <a:cs typeface="+mn-cs"/>
      </a:defRPr>
    </a:lvl1pPr>
    <a:lvl2pPr marL="457200" algn="l" defTabSz="914400" rtl="0" eaLnBrk="1" latinLnBrk="0" hangingPunct="1">
      <a:defRPr sz="1200" kern="1200">
        <a:solidFill>
          <a:schemeClr val="tx1"/>
        </a:solidFill>
        <a:latin typeface="字魂35号-经典雅黑" panose="02000000000000000000" pitchFamily="2" charset="-122"/>
        <a:ea typeface="+mn-ea"/>
        <a:cs typeface="+mn-cs"/>
      </a:defRPr>
    </a:lvl2pPr>
    <a:lvl3pPr marL="914400" algn="l" defTabSz="914400" rtl="0" eaLnBrk="1" latinLnBrk="0" hangingPunct="1">
      <a:defRPr sz="1200" kern="1200">
        <a:solidFill>
          <a:schemeClr val="tx1"/>
        </a:solidFill>
        <a:latin typeface="字魂35号-经典雅黑" panose="02000000000000000000" pitchFamily="2" charset="-122"/>
        <a:ea typeface="+mn-ea"/>
        <a:cs typeface="+mn-cs"/>
      </a:defRPr>
    </a:lvl3pPr>
    <a:lvl4pPr marL="1371600" algn="l" defTabSz="914400" rtl="0" eaLnBrk="1" latinLnBrk="0" hangingPunct="1">
      <a:defRPr sz="1200" kern="1200">
        <a:solidFill>
          <a:schemeClr val="tx1"/>
        </a:solidFill>
        <a:latin typeface="字魂35号-经典雅黑" panose="02000000000000000000" pitchFamily="2" charset="-122"/>
        <a:ea typeface="+mn-ea"/>
        <a:cs typeface="+mn-cs"/>
      </a:defRPr>
    </a:lvl4pPr>
    <a:lvl5pPr marL="1828800" algn="l" defTabSz="914400" rtl="0" eaLnBrk="1" latinLnBrk="0" hangingPunct="1">
      <a:defRPr sz="1200" kern="1200">
        <a:solidFill>
          <a:schemeClr val="tx1"/>
        </a:solidFill>
        <a:latin typeface="字魂35号-经典雅黑" panose="02000000000000000000" pitchFamily="2" charset="-122"/>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8F6036-E835-44CB-A25A-34C755DFD5D4}"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8F6036-E835-44CB-A25A-34C755DFD5D4}"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8F6036-E835-44CB-A25A-34C755DFD5D4}"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89ECF4-6497-4FE4-8583-50784785D608}"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3F82CD8D-686E-4623-B6B4-2BFD42BFEAE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D20450A-354E-44BD-BC39-CF81CF2652C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78F6036-E835-44CB-A25A-34C755DFD5D4}"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5" Type="http://schemas.openxmlformats.org/officeDocument/2006/relationships/tags" Target="../tags/tag58.xml"/><Relationship Id="rId4" Type="http://schemas.openxmlformats.org/officeDocument/2006/relationships/tags" Target="../tags/tag57.xml"/><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image" Target="file:///C:\Users\D69LXP2\Desktop\400px_tools/pic_temp/0_pic_quater_left_up.png" TargetMode="External"/><Relationship Id="rId7" Type="http://schemas.openxmlformats.org/officeDocument/2006/relationships/image" Target="../media/image13.png"/><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65.xml"/><Relationship Id="rId17" Type="http://schemas.openxmlformats.org/officeDocument/2006/relationships/tags" Target="../tags/tag74.xml"/><Relationship Id="rId16" Type="http://schemas.openxmlformats.org/officeDocument/2006/relationships/tags" Target="../tags/tag73.xml"/><Relationship Id="rId15" Type="http://schemas.openxmlformats.org/officeDocument/2006/relationships/tags" Target="../tags/tag72.xml"/><Relationship Id="rId14" Type="http://schemas.openxmlformats.org/officeDocument/2006/relationships/tags" Target="../tags/tag71.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image" Target="file:///C:\Users\D69LXP2\Desktop\400px_tools/pic_temp/1_pic_quater_right_up.png" TargetMode="External"/><Relationship Id="rId10" Type="http://schemas.openxmlformats.org/officeDocument/2006/relationships/image" Target="../media/image14.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9" Type="http://schemas.openxmlformats.org/officeDocument/2006/relationships/tags" Target="../tags/tag80.xml"/><Relationship Id="rId8" Type="http://schemas.openxmlformats.org/officeDocument/2006/relationships/tags" Target="../tags/tag79.xml"/><Relationship Id="rId7" Type="http://schemas.openxmlformats.org/officeDocument/2006/relationships/tags" Target="../tags/tag78.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75.xml"/><Relationship Id="rId10" Type="http://schemas.openxmlformats.org/officeDocument/2006/relationships/tags" Target="../tags/tag81.xml"/><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82.xml"/><Relationship Id="rId11" Type="http://schemas.openxmlformats.org/officeDocument/2006/relationships/tags" Target="../tags/tag89.xml"/><Relationship Id="rId10" Type="http://schemas.openxmlformats.org/officeDocument/2006/relationships/tags" Target="../tags/tag88.xm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90.xml"/><Relationship Id="rId11" Type="http://schemas.openxmlformats.org/officeDocument/2006/relationships/tags" Target="../tags/tag97.xml"/><Relationship Id="rId10" Type="http://schemas.openxmlformats.org/officeDocument/2006/relationships/tags" Target="../tags/tag96.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98.xml"/><Relationship Id="rId13" Type="http://schemas.openxmlformats.org/officeDocument/2006/relationships/tags" Target="../tags/tag107.xml"/><Relationship Id="rId12" Type="http://schemas.openxmlformats.org/officeDocument/2006/relationships/tags" Target="../tags/tag106.xml"/><Relationship Id="rId11" Type="http://schemas.openxmlformats.org/officeDocument/2006/relationships/tags" Target="../tags/tag105.xml"/><Relationship Id="rId10" Type="http://schemas.openxmlformats.org/officeDocument/2006/relationships/tags" Target="../tags/tag104.xml"/><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9" Type="http://schemas.openxmlformats.org/officeDocument/2006/relationships/tags" Target="../tags/tag113.xml"/><Relationship Id="rId8" Type="http://schemas.openxmlformats.org/officeDocument/2006/relationships/tags" Target="../tags/tag112.xml"/><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image" Target="file:///C:\Users\D69LXP2\Desktop\400px_tools/pic_temp/whole_pic.png" TargetMode="External"/><Relationship Id="rId3" Type="http://schemas.openxmlformats.org/officeDocument/2006/relationships/image" Target="../media/image15.png"/><Relationship Id="rId2" Type="http://schemas.openxmlformats.org/officeDocument/2006/relationships/tags" Target="../tags/tag108.xml"/><Relationship Id="rId10" Type="http://schemas.openxmlformats.org/officeDocument/2006/relationships/tags" Target="../tags/tag114.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9" Type="http://schemas.openxmlformats.org/officeDocument/2006/relationships/tags" Target="../tags/tag123.xml"/><Relationship Id="rId8" Type="http://schemas.openxmlformats.org/officeDocument/2006/relationships/tags" Target="../tags/tag122.xml"/><Relationship Id="rId7" Type="http://schemas.openxmlformats.org/officeDocument/2006/relationships/tags" Target="../tags/tag121.xml"/><Relationship Id="rId6" Type="http://schemas.openxmlformats.org/officeDocument/2006/relationships/tags" Target="../tags/tag120.xml"/><Relationship Id="rId5" Type="http://schemas.openxmlformats.org/officeDocument/2006/relationships/tags" Target="../tags/tag119.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118.xml"/><Relationship Id="rId11" Type="http://schemas.openxmlformats.org/officeDocument/2006/relationships/tags" Target="../tags/tag125.xml"/><Relationship Id="rId10" Type="http://schemas.openxmlformats.org/officeDocument/2006/relationships/tags" Target="../tags/tag124.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9" Type="http://schemas.openxmlformats.org/officeDocument/2006/relationships/tags" Target="../tags/tag131.xml"/><Relationship Id="rId8" Type="http://schemas.openxmlformats.org/officeDocument/2006/relationships/tags" Target="../tags/tag130.xml"/><Relationship Id="rId7" Type="http://schemas.openxmlformats.org/officeDocument/2006/relationships/tags" Target="../tags/tag129.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126.xml"/><Relationship Id="rId10" Type="http://schemas.openxmlformats.org/officeDocument/2006/relationships/tags" Target="../tags/tag132.xml"/><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133.xml"/><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9" Type="http://schemas.openxmlformats.org/officeDocument/2006/relationships/tags" Target="../tags/tag142.xml"/><Relationship Id="rId8" Type="http://schemas.openxmlformats.org/officeDocument/2006/relationships/image" Target="file:///C:\Users\D69LXP2\Desktop\400px_tools/pic_temp/0_pic_quater_left_up.png" TargetMode="External"/><Relationship Id="rId7" Type="http://schemas.openxmlformats.org/officeDocument/2006/relationships/image" Target="../media/image13.png"/><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139.xml"/><Relationship Id="rId17" Type="http://schemas.openxmlformats.org/officeDocument/2006/relationships/tags" Target="../tags/tag148.xml"/><Relationship Id="rId16" Type="http://schemas.openxmlformats.org/officeDocument/2006/relationships/tags" Target="../tags/tag147.xml"/><Relationship Id="rId15" Type="http://schemas.openxmlformats.org/officeDocument/2006/relationships/tags" Target="../tags/tag146.xml"/><Relationship Id="rId14" Type="http://schemas.openxmlformats.org/officeDocument/2006/relationships/tags" Target="../tags/tag145.xml"/><Relationship Id="rId13" Type="http://schemas.openxmlformats.org/officeDocument/2006/relationships/tags" Target="../tags/tag144.xml"/><Relationship Id="rId12" Type="http://schemas.openxmlformats.org/officeDocument/2006/relationships/tags" Target="../tags/tag143.xml"/><Relationship Id="rId11" Type="http://schemas.openxmlformats.org/officeDocument/2006/relationships/image" Target="file:///C:\Users\D69LXP2\Desktop\400px_tools/pic_temp/1_pic_quater_right_up.png" TargetMode="External"/><Relationship Id="rId10" Type="http://schemas.openxmlformats.org/officeDocument/2006/relationships/image" Target="../media/image14.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9" Type="http://schemas.openxmlformats.org/officeDocument/2006/relationships/tags" Target="../tags/tag154.xml"/><Relationship Id="rId8" Type="http://schemas.openxmlformats.org/officeDocument/2006/relationships/tags" Target="../tags/tag153.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149.xml"/><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9" Type="http://schemas.openxmlformats.org/officeDocument/2006/relationships/tags" Target="../tags/tag160.xml"/><Relationship Id="rId8" Type="http://schemas.openxmlformats.org/officeDocument/2006/relationships/tags" Target="../tags/tag159.xml"/><Relationship Id="rId7" Type="http://schemas.openxmlformats.org/officeDocument/2006/relationships/tags" Target="../tags/tag158.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155.xml"/><Relationship Id="rId10" Type="http://schemas.openxmlformats.org/officeDocument/2006/relationships/tags" Target="../tags/tag161.xml"/><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9" Type="http://schemas.openxmlformats.org/officeDocument/2006/relationships/image" Target="file:///C:\Users\D69LXP2\Desktop\400px_tools/pic_temp/0_pic_quater_left_up.png" TargetMode="External"/><Relationship Id="rId8" Type="http://schemas.openxmlformats.org/officeDocument/2006/relationships/image" Target="../media/image13.png"/><Relationship Id="rId7" Type="http://schemas.openxmlformats.org/officeDocument/2006/relationships/tags" Target="../tags/tag165.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162.xml"/><Relationship Id="rId15" Type="http://schemas.openxmlformats.org/officeDocument/2006/relationships/tags" Target="../tags/tag171.xml"/><Relationship Id="rId14" Type="http://schemas.openxmlformats.org/officeDocument/2006/relationships/tags" Target="../tags/tag170.xml"/><Relationship Id="rId13" Type="http://schemas.openxmlformats.org/officeDocument/2006/relationships/tags" Target="../tags/tag169.xml"/><Relationship Id="rId12" Type="http://schemas.openxmlformats.org/officeDocument/2006/relationships/tags" Target="../tags/tag168.xml"/><Relationship Id="rId11" Type="http://schemas.openxmlformats.org/officeDocument/2006/relationships/tags" Target="../tags/tag167.xml"/><Relationship Id="rId10" Type="http://schemas.openxmlformats.org/officeDocument/2006/relationships/tags" Target="../tags/tag166.xml"/><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9" Type="http://schemas.openxmlformats.org/officeDocument/2006/relationships/image" Target="file:///C:\Users\D69LXP2\Desktop\400px_tools/pic_temp/0_pic_quater_left_up.png" TargetMode="External"/><Relationship Id="rId8" Type="http://schemas.openxmlformats.org/officeDocument/2006/relationships/image" Target="../media/image13.png"/><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172.xml"/><Relationship Id="rId18" Type="http://schemas.openxmlformats.org/officeDocument/2006/relationships/tags" Target="../tags/tag182.xml"/><Relationship Id="rId17" Type="http://schemas.openxmlformats.org/officeDocument/2006/relationships/tags" Target="../tags/tag181.xml"/><Relationship Id="rId16" Type="http://schemas.openxmlformats.org/officeDocument/2006/relationships/tags" Target="../tags/tag180.xml"/><Relationship Id="rId15" Type="http://schemas.openxmlformats.org/officeDocument/2006/relationships/tags" Target="../tags/tag179.xml"/><Relationship Id="rId14" Type="http://schemas.openxmlformats.org/officeDocument/2006/relationships/tags" Target="../tags/tag178.xml"/><Relationship Id="rId13" Type="http://schemas.openxmlformats.org/officeDocument/2006/relationships/tags" Target="../tags/tag177.xml"/><Relationship Id="rId12" Type="http://schemas.openxmlformats.org/officeDocument/2006/relationships/image" Target="file:///C:\Users\D69LXP2\Desktop\400px_tools/pic_temp/1_pic_quater_right_up.png" TargetMode="External"/><Relationship Id="rId11" Type="http://schemas.openxmlformats.org/officeDocument/2006/relationships/image" Target="../media/image14.png"/><Relationship Id="rId10" Type="http://schemas.openxmlformats.org/officeDocument/2006/relationships/tags" Target="../tags/tag176.xml"/><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9" Type="http://schemas.openxmlformats.org/officeDocument/2006/relationships/image" Target="file:///C:\Users\D69LXP2\Desktop\400px_tools/pic_temp/0_pic_quater_left_up.png" TargetMode="External"/><Relationship Id="rId8" Type="http://schemas.openxmlformats.org/officeDocument/2006/relationships/image" Target="../media/image13.png"/><Relationship Id="rId7" Type="http://schemas.openxmlformats.org/officeDocument/2006/relationships/tags" Target="../tags/tag186.xml"/><Relationship Id="rId6" Type="http://schemas.openxmlformats.org/officeDocument/2006/relationships/tags" Target="../tags/tag185.xml"/><Relationship Id="rId5" Type="http://schemas.openxmlformats.org/officeDocument/2006/relationships/tags" Target="../tags/tag184.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183.xml"/><Relationship Id="rId18" Type="http://schemas.openxmlformats.org/officeDocument/2006/relationships/tags" Target="../tags/tag193.xml"/><Relationship Id="rId17" Type="http://schemas.openxmlformats.org/officeDocument/2006/relationships/tags" Target="../tags/tag192.xml"/><Relationship Id="rId16" Type="http://schemas.openxmlformats.org/officeDocument/2006/relationships/tags" Target="../tags/tag191.xml"/><Relationship Id="rId15" Type="http://schemas.openxmlformats.org/officeDocument/2006/relationships/tags" Target="../tags/tag190.xml"/><Relationship Id="rId14" Type="http://schemas.openxmlformats.org/officeDocument/2006/relationships/tags" Target="../tags/tag189.xml"/><Relationship Id="rId13" Type="http://schemas.openxmlformats.org/officeDocument/2006/relationships/tags" Target="../tags/tag188.xml"/><Relationship Id="rId12" Type="http://schemas.openxmlformats.org/officeDocument/2006/relationships/image" Target="file:///C:\Users\D69LXP2\Desktop\400px_tools/pic_temp/1_pic_quater_right_up.png" TargetMode="External"/><Relationship Id="rId11" Type="http://schemas.openxmlformats.org/officeDocument/2006/relationships/image" Target="../media/image14.png"/><Relationship Id="rId10" Type="http://schemas.openxmlformats.org/officeDocument/2006/relationships/tags" Target="../tags/tag187.xml"/><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9" Type="http://schemas.openxmlformats.org/officeDocument/2006/relationships/image" Target="file:///C:\Users\D69LXP2\Desktop\400px_tools/pic_temp/0_pic_quater_left_up.png" TargetMode="External"/><Relationship Id="rId8" Type="http://schemas.openxmlformats.org/officeDocument/2006/relationships/image" Target="../media/image13.png"/><Relationship Id="rId7" Type="http://schemas.openxmlformats.org/officeDocument/2006/relationships/tags" Target="../tags/tag197.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0" Type="http://schemas.openxmlformats.org/officeDocument/2006/relationships/tags" Target="../tags/tag206.xml"/><Relationship Id="rId2" Type="http://schemas.openxmlformats.org/officeDocument/2006/relationships/tags" Target="../tags/tag194.xml"/><Relationship Id="rId19" Type="http://schemas.openxmlformats.org/officeDocument/2006/relationships/tags" Target="../tags/tag205.xml"/><Relationship Id="rId18" Type="http://schemas.openxmlformats.org/officeDocument/2006/relationships/tags" Target="../tags/tag204.xml"/><Relationship Id="rId17" Type="http://schemas.openxmlformats.org/officeDocument/2006/relationships/tags" Target="../tags/tag203.xml"/><Relationship Id="rId16" Type="http://schemas.openxmlformats.org/officeDocument/2006/relationships/tags" Target="../tags/tag202.xml"/><Relationship Id="rId15" Type="http://schemas.openxmlformats.org/officeDocument/2006/relationships/tags" Target="../tags/tag201.xml"/><Relationship Id="rId14" Type="http://schemas.openxmlformats.org/officeDocument/2006/relationships/tags" Target="../tags/tag200.xml"/><Relationship Id="rId13" Type="http://schemas.openxmlformats.org/officeDocument/2006/relationships/tags" Target="../tags/tag199.xml"/><Relationship Id="rId12" Type="http://schemas.openxmlformats.org/officeDocument/2006/relationships/image" Target="file:///C:\Users\D69LXP2\Desktop\400px_tools/pic_temp/1_pic_quater_right_up.png" TargetMode="External"/><Relationship Id="rId11" Type="http://schemas.openxmlformats.org/officeDocument/2006/relationships/image" Target="../media/image14.png"/><Relationship Id="rId10" Type="http://schemas.openxmlformats.org/officeDocument/2006/relationships/tags" Target="../tags/tag198.xml"/><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9" Type="http://schemas.openxmlformats.org/officeDocument/2006/relationships/tags" Target="../tags/tag210.xml"/><Relationship Id="rId8" Type="http://schemas.openxmlformats.org/officeDocument/2006/relationships/image" Target="file:///C:\Users\D69LXP2\Desktop\400px_tools/pic_temp/0_pic_quater_right_up.png" TargetMode="External"/><Relationship Id="rId7" Type="http://schemas.openxmlformats.org/officeDocument/2006/relationships/image" Target="../media/image16.png"/><Relationship Id="rId6" Type="http://schemas.openxmlformats.org/officeDocument/2006/relationships/tags" Target="../tags/tag209.xml"/><Relationship Id="rId5" Type="http://schemas.openxmlformats.org/officeDocument/2006/relationships/tags" Target="../tags/tag208.xml"/><Relationship Id="rId4" Type="http://schemas.openxmlformats.org/officeDocument/2006/relationships/image" Target="file:///C:\Users\D69LXP2\Desktop\400px_tools/pic_temp/pic_sup.png" TargetMode="External"/><Relationship Id="rId3" Type="http://schemas.openxmlformats.org/officeDocument/2006/relationships/image" Target="../media/image12.png"/><Relationship Id="rId2" Type="http://schemas.openxmlformats.org/officeDocument/2006/relationships/tags" Target="../tags/tag207.xml"/><Relationship Id="rId16" Type="http://schemas.openxmlformats.org/officeDocument/2006/relationships/tags" Target="../tags/tag215.xml"/><Relationship Id="rId15" Type="http://schemas.openxmlformats.org/officeDocument/2006/relationships/tags" Target="../tags/tag214.xml"/><Relationship Id="rId14" Type="http://schemas.openxmlformats.org/officeDocument/2006/relationships/tags" Target="../tags/tag213.xml"/><Relationship Id="rId13" Type="http://schemas.openxmlformats.org/officeDocument/2006/relationships/tags" Target="../tags/tag212.xml"/><Relationship Id="rId12" Type="http://schemas.openxmlformats.org/officeDocument/2006/relationships/tags" Target="../tags/tag211.xml"/><Relationship Id="rId11" Type="http://schemas.openxmlformats.org/officeDocument/2006/relationships/image" Target="file:///C:\Users\D69LXP2\Desktop\400px_tools/pic_temp/1_pic_quater_left_down.png" TargetMode="External"/><Relationship Id="rId10" Type="http://schemas.openxmlformats.org/officeDocument/2006/relationships/image" Target="../media/image17.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9" Type="http://schemas.openxmlformats.org/officeDocument/2006/relationships/tags" Target="../tags/tag221.xml"/><Relationship Id="rId8" Type="http://schemas.openxmlformats.org/officeDocument/2006/relationships/tags" Target="../tags/tag220.xml"/><Relationship Id="rId7" Type="http://schemas.openxmlformats.org/officeDocument/2006/relationships/image" Target="../media/image19.png"/><Relationship Id="rId6" Type="http://schemas.openxmlformats.org/officeDocument/2006/relationships/tags" Target="../tags/tag219.xml"/><Relationship Id="rId5" Type="http://schemas.openxmlformats.org/officeDocument/2006/relationships/image" Target="../media/image18.png"/><Relationship Id="rId4" Type="http://schemas.openxmlformats.org/officeDocument/2006/relationships/tags" Target="../tags/tag218.xml"/><Relationship Id="rId3" Type="http://schemas.openxmlformats.org/officeDocument/2006/relationships/tags" Target="../tags/tag217.xml"/><Relationship Id="rId2" Type="http://schemas.openxmlformats.org/officeDocument/2006/relationships/tags" Target="../tags/tag216.xml"/><Relationship Id="rId13" Type="http://schemas.openxmlformats.org/officeDocument/2006/relationships/tags" Target="../tags/tag225.xml"/><Relationship Id="rId12" Type="http://schemas.openxmlformats.org/officeDocument/2006/relationships/tags" Target="../tags/tag224.xml"/><Relationship Id="rId11" Type="http://schemas.openxmlformats.org/officeDocument/2006/relationships/tags" Target="../tags/tag223.xml"/><Relationship Id="rId10" Type="http://schemas.openxmlformats.org/officeDocument/2006/relationships/tags" Target="../tags/tag222.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3" name="任意多边形 2"/>
          <p:cNvSpPr/>
          <p:nvPr userDrawn="1"/>
        </p:nvSpPr>
        <p:spPr>
          <a:xfrm>
            <a:off x="198700" y="186399"/>
            <a:ext cx="8763000" cy="4767565"/>
          </a:xfrm>
          <a:custGeom>
            <a:avLst/>
            <a:gdLst>
              <a:gd name="connsiteX0" fmla="*/ 0 w 8763000"/>
              <a:gd name="connsiteY0" fmla="*/ 3802844 h 4767565"/>
              <a:gd name="connsiteX1" fmla="*/ 17211 w 8763000"/>
              <a:gd name="connsiteY1" fmla="*/ 3802844 h 4767565"/>
              <a:gd name="connsiteX2" fmla="*/ 17211 w 8763000"/>
              <a:gd name="connsiteY2" fmla="*/ 4750354 h 4767565"/>
              <a:gd name="connsiteX3" fmla="*/ 8745789 w 8763000"/>
              <a:gd name="connsiteY3" fmla="*/ 4750354 h 4767565"/>
              <a:gd name="connsiteX4" fmla="*/ 8745789 w 8763000"/>
              <a:gd name="connsiteY4" fmla="*/ 3885723 h 4767565"/>
              <a:gd name="connsiteX5" fmla="*/ 8763000 w 8763000"/>
              <a:gd name="connsiteY5" fmla="*/ 3885723 h 4767565"/>
              <a:gd name="connsiteX6" fmla="*/ 8763000 w 8763000"/>
              <a:gd name="connsiteY6" fmla="*/ 4767565 h 4767565"/>
              <a:gd name="connsiteX7" fmla="*/ 0 w 8763000"/>
              <a:gd name="connsiteY7" fmla="*/ 4767565 h 4767565"/>
              <a:gd name="connsiteX8" fmla="*/ 0 w 8763000"/>
              <a:gd name="connsiteY8" fmla="*/ 0 h 4767565"/>
              <a:gd name="connsiteX9" fmla="*/ 8763000 w 8763000"/>
              <a:gd name="connsiteY9" fmla="*/ 0 h 4767565"/>
              <a:gd name="connsiteX10" fmla="*/ 8763000 w 8763000"/>
              <a:gd name="connsiteY10" fmla="*/ 1241548 h 4767565"/>
              <a:gd name="connsiteX11" fmla="*/ 8745789 w 8763000"/>
              <a:gd name="connsiteY11" fmla="*/ 1241548 h 4767565"/>
              <a:gd name="connsiteX12" fmla="*/ 8745789 w 8763000"/>
              <a:gd name="connsiteY12" fmla="*/ 17211 h 4767565"/>
              <a:gd name="connsiteX13" fmla="*/ 17211 w 8763000"/>
              <a:gd name="connsiteY13" fmla="*/ 17211 h 4767565"/>
              <a:gd name="connsiteX14" fmla="*/ 17211 w 8763000"/>
              <a:gd name="connsiteY14" fmla="*/ 1158669 h 4767565"/>
              <a:gd name="connsiteX15" fmla="*/ 0 w 8763000"/>
              <a:gd name="connsiteY15" fmla="*/ 1158669 h 476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63000" h="4767565">
                <a:moveTo>
                  <a:pt x="0" y="3802844"/>
                </a:moveTo>
                <a:lnTo>
                  <a:pt x="17211" y="3802844"/>
                </a:lnTo>
                <a:lnTo>
                  <a:pt x="17211" y="4750354"/>
                </a:lnTo>
                <a:lnTo>
                  <a:pt x="8745789" y="4750354"/>
                </a:lnTo>
                <a:lnTo>
                  <a:pt x="8745789" y="3885723"/>
                </a:lnTo>
                <a:lnTo>
                  <a:pt x="8763000" y="3885723"/>
                </a:lnTo>
                <a:lnTo>
                  <a:pt x="8763000" y="4767565"/>
                </a:lnTo>
                <a:lnTo>
                  <a:pt x="0" y="4767565"/>
                </a:lnTo>
                <a:close/>
                <a:moveTo>
                  <a:pt x="0" y="0"/>
                </a:moveTo>
                <a:lnTo>
                  <a:pt x="8763000" y="0"/>
                </a:lnTo>
                <a:lnTo>
                  <a:pt x="8763000" y="1241548"/>
                </a:lnTo>
                <a:lnTo>
                  <a:pt x="8745789" y="1241548"/>
                </a:lnTo>
                <a:lnTo>
                  <a:pt x="8745789" y="17211"/>
                </a:lnTo>
                <a:lnTo>
                  <a:pt x="17211" y="17211"/>
                </a:lnTo>
                <a:lnTo>
                  <a:pt x="17211" y="1158669"/>
                </a:lnTo>
                <a:lnTo>
                  <a:pt x="0" y="115866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字魂35号-经典雅黑"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 name="任意多边形 2"/>
          <p:cNvSpPr/>
          <p:nvPr userDrawn="1"/>
        </p:nvSpPr>
        <p:spPr>
          <a:xfrm>
            <a:off x="198700" y="186399"/>
            <a:ext cx="8763000" cy="4767565"/>
          </a:xfrm>
          <a:custGeom>
            <a:avLst/>
            <a:gdLst>
              <a:gd name="connsiteX0" fmla="*/ 0 w 8763000"/>
              <a:gd name="connsiteY0" fmla="*/ 3802844 h 4767565"/>
              <a:gd name="connsiteX1" fmla="*/ 17211 w 8763000"/>
              <a:gd name="connsiteY1" fmla="*/ 3802844 h 4767565"/>
              <a:gd name="connsiteX2" fmla="*/ 17211 w 8763000"/>
              <a:gd name="connsiteY2" fmla="*/ 4750354 h 4767565"/>
              <a:gd name="connsiteX3" fmla="*/ 8745789 w 8763000"/>
              <a:gd name="connsiteY3" fmla="*/ 4750354 h 4767565"/>
              <a:gd name="connsiteX4" fmla="*/ 8745789 w 8763000"/>
              <a:gd name="connsiteY4" fmla="*/ 3885723 h 4767565"/>
              <a:gd name="connsiteX5" fmla="*/ 8763000 w 8763000"/>
              <a:gd name="connsiteY5" fmla="*/ 3885723 h 4767565"/>
              <a:gd name="connsiteX6" fmla="*/ 8763000 w 8763000"/>
              <a:gd name="connsiteY6" fmla="*/ 4767565 h 4767565"/>
              <a:gd name="connsiteX7" fmla="*/ 0 w 8763000"/>
              <a:gd name="connsiteY7" fmla="*/ 4767565 h 4767565"/>
              <a:gd name="connsiteX8" fmla="*/ 0 w 8763000"/>
              <a:gd name="connsiteY8" fmla="*/ 0 h 4767565"/>
              <a:gd name="connsiteX9" fmla="*/ 8763000 w 8763000"/>
              <a:gd name="connsiteY9" fmla="*/ 0 h 4767565"/>
              <a:gd name="connsiteX10" fmla="*/ 8763000 w 8763000"/>
              <a:gd name="connsiteY10" fmla="*/ 1241548 h 4767565"/>
              <a:gd name="connsiteX11" fmla="*/ 8745789 w 8763000"/>
              <a:gd name="connsiteY11" fmla="*/ 1241548 h 4767565"/>
              <a:gd name="connsiteX12" fmla="*/ 8745789 w 8763000"/>
              <a:gd name="connsiteY12" fmla="*/ 17211 h 4767565"/>
              <a:gd name="connsiteX13" fmla="*/ 17211 w 8763000"/>
              <a:gd name="connsiteY13" fmla="*/ 17211 h 4767565"/>
              <a:gd name="connsiteX14" fmla="*/ 17211 w 8763000"/>
              <a:gd name="connsiteY14" fmla="*/ 1158669 h 4767565"/>
              <a:gd name="connsiteX15" fmla="*/ 0 w 8763000"/>
              <a:gd name="connsiteY15" fmla="*/ 1158669 h 476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763000" h="4767565">
                <a:moveTo>
                  <a:pt x="0" y="3802844"/>
                </a:moveTo>
                <a:lnTo>
                  <a:pt x="17211" y="3802844"/>
                </a:lnTo>
                <a:lnTo>
                  <a:pt x="17211" y="4750354"/>
                </a:lnTo>
                <a:lnTo>
                  <a:pt x="8745789" y="4750354"/>
                </a:lnTo>
                <a:lnTo>
                  <a:pt x="8745789" y="3885723"/>
                </a:lnTo>
                <a:lnTo>
                  <a:pt x="8763000" y="3885723"/>
                </a:lnTo>
                <a:lnTo>
                  <a:pt x="8763000" y="4767565"/>
                </a:lnTo>
                <a:lnTo>
                  <a:pt x="0" y="4767565"/>
                </a:lnTo>
                <a:close/>
                <a:moveTo>
                  <a:pt x="0" y="0"/>
                </a:moveTo>
                <a:lnTo>
                  <a:pt x="8763000" y="0"/>
                </a:lnTo>
                <a:lnTo>
                  <a:pt x="8763000" y="1241548"/>
                </a:lnTo>
                <a:lnTo>
                  <a:pt x="8745789" y="1241548"/>
                </a:lnTo>
                <a:lnTo>
                  <a:pt x="8745789" y="17211"/>
                </a:lnTo>
                <a:lnTo>
                  <a:pt x="17211" y="17211"/>
                </a:lnTo>
                <a:lnTo>
                  <a:pt x="17211" y="1158669"/>
                </a:lnTo>
                <a:lnTo>
                  <a:pt x="0" y="115866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字魂35号-经典雅黑"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圆角 2"/>
          <p:cNvSpPr/>
          <p:nvPr userDrawn="1"/>
        </p:nvSpPr>
        <p:spPr>
          <a:xfrm>
            <a:off x="213560" y="198521"/>
            <a:ext cx="8734926" cy="4728410"/>
          </a:xfrm>
          <a:prstGeom prst="roundRect">
            <a:avLst>
              <a:gd name="adj" fmla="val 255"/>
            </a:avLst>
          </a:prstGeom>
          <a:noFill/>
          <a:ln w="3175"/>
        </p:spPr>
        <p:style>
          <a:lnRef idx="2">
            <a:schemeClr val="accent1"/>
          </a:lnRef>
          <a:fillRef idx="1">
            <a:schemeClr val="lt1"/>
          </a:fillRef>
          <a:effectRef idx="0">
            <a:schemeClr val="accent1"/>
          </a:effectRef>
          <a:fontRef idx="minor">
            <a:schemeClr val="dk1"/>
          </a:fontRef>
        </p:style>
        <p:txBody>
          <a:bodyPr rtlCol="0" anchor="ctr"/>
          <a:p>
            <a:pPr algn="ctr"/>
            <a:endParaRPr lang="zh-CN" altLang="en-US" sz="1350">
              <a:solidFill>
                <a:schemeClr val="accent1"/>
              </a:solidFill>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solidFill>
        <a:effectLst/>
      </p:bgPr>
    </p:bg>
    <p:spTree>
      <p:nvGrpSpPr>
        <p:cNvPr id="1" name=""/>
        <p:cNvGrpSpPr/>
        <p:nvPr/>
      </p:nvGrpSpPr>
      <p:grpSpPr>
        <a:xfrm>
          <a:off x="0" y="0"/>
          <a:ext cx="0" cy="0"/>
          <a:chOff x="0" y="0"/>
          <a:chExt cx="0" cy="0"/>
        </a:xfrm>
      </p:grpSpPr>
      <p:grpSp>
        <p:nvGrpSpPr>
          <p:cNvPr id="20" name="组合 19"/>
          <p:cNvGrpSpPr/>
          <p:nvPr userDrawn="1"/>
        </p:nvGrpSpPr>
        <p:grpSpPr>
          <a:xfrm>
            <a:off x="179992" y="263859"/>
            <a:ext cx="387996" cy="260713"/>
            <a:chOff x="2667000" y="209550"/>
            <a:chExt cx="549644" cy="369332"/>
          </a:xfrm>
        </p:grpSpPr>
        <p:sp>
          <p:nvSpPr>
            <p:cNvPr id="2" name="菱形 1"/>
            <p:cNvSpPr/>
            <p:nvPr userDrawn="1"/>
          </p:nvSpPr>
          <p:spPr>
            <a:xfrm>
              <a:off x="2667000" y="209550"/>
              <a:ext cx="369332" cy="36933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sp>
          <p:nvSpPr>
            <p:cNvPr id="19" name="菱形 18"/>
            <p:cNvSpPr/>
            <p:nvPr userDrawn="1"/>
          </p:nvSpPr>
          <p:spPr>
            <a:xfrm>
              <a:off x="2847312" y="209550"/>
              <a:ext cx="369332" cy="36933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节标题">
    <p:bg>
      <p:bgPr>
        <a:solidFill>
          <a:schemeClr val="bg1"/>
        </a:solidFill>
        <a:effectLst/>
      </p:bgPr>
    </p:bg>
    <p:spTree>
      <p:nvGrpSpPr>
        <p:cNvPr id="1" name=""/>
        <p:cNvGrpSpPr/>
        <p:nvPr/>
      </p:nvGrpSpPr>
      <p:grpSpPr>
        <a:xfrm>
          <a:off x="0" y="0"/>
          <a:ext cx="0" cy="0"/>
          <a:chOff x="0" y="0"/>
          <a:chExt cx="0" cy="0"/>
        </a:xfrm>
      </p:grpSpPr>
      <p:sp>
        <p:nvSpPr>
          <p:cNvPr id="7" name="文本框 6"/>
          <p:cNvSpPr txBox="1"/>
          <p:nvPr userDrawn="1"/>
        </p:nvSpPr>
        <p:spPr>
          <a:xfrm>
            <a:off x="487740" y="209550"/>
            <a:ext cx="1569660" cy="369332"/>
          </a:xfrm>
          <a:prstGeom prst="rect">
            <a:avLst/>
          </a:prstGeom>
          <a:noFill/>
        </p:spPr>
        <p:txBody>
          <a:bodyPr wrap="none" rtlCol="0">
            <a:spAutoFit/>
          </a:bodyPr>
          <a:lstStyle/>
          <a:p>
            <a:r>
              <a:rPr lang="zh-CN" altLang="en-US" sz="1800" dirty="0" smtClean="0">
                <a:solidFill>
                  <a:schemeClr val="tx1">
                    <a:lumMod val="75000"/>
                    <a:lumOff val="25000"/>
                  </a:schemeClr>
                </a:solidFill>
                <a:latin typeface="字魂35号-经典雅黑" panose="02000000000000000000" pitchFamily="2" charset="-122"/>
              </a:rPr>
              <a:t>主要工作进度</a:t>
            </a:r>
            <a:endParaRPr lang="zh-CN" altLang="en-US" sz="1800" dirty="0" smtClean="0">
              <a:solidFill>
                <a:schemeClr val="tx1">
                  <a:lumMod val="75000"/>
                  <a:lumOff val="25000"/>
                </a:schemeClr>
              </a:solidFill>
              <a:latin typeface="字魂35号-经典雅黑" panose="02000000000000000000" pitchFamily="2" charset="-122"/>
            </a:endParaRPr>
          </a:p>
        </p:txBody>
      </p:sp>
      <p:grpSp>
        <p:nvGrpSpPr>
          <p:cNvPr id="20" name="组合 19"/>
          <p:cNvGrpSpPr/>
          <p:nvPr userDrawn="1"/>
        </p:nvGrpSpPr>
        <p:grpSpPr>
          <a:xfrm>
            <a:off x="179992" y="263859"/>
            <a:ext cx="387996" cy="260713"/>
            <a:chOff x="2667000" y="209550"/>
            <a:chExt cx="549644" cy="369332"/>
          </a:xfrm>
        </p:grpSpPr>
        <p:sp>
          <p:nvSpPr>
            <p:cNvPr id="2" name="菱形 1"/>
            <p:cNvSpPr/>
            <p:nvPr userDrawn="1"/>
          </p:nvSpPr>
          <p:spPr>
            <a:xfrm>
              <a:off x="2667000" y="209550"/>
              <a:ext cx="369332" cy="36933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sp>
          <p:nvSpPr>
            <p:cNvPr id="19" name="菱形 18"/>
            <p:cNvSpPr/>
            <p:nvPr userDrawn="1"/>
          </p:nvSpPr>
          <p:spPr>
            <a:xfrm>
              <a:off x="2847312" y="209550"/>
              <a:ext cx="369332" cy="36933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节标题">
    <p:bg>
      <p:bgPr>
        <a:solidFill>
          <a:schemeClr val="bg1"/>
        </a:solidFill>
        <a:effectLst/>
      </p:bgPr>
    </p:bg>
    <p:spTree>
      <p:nvGrpSpPr>
        <p:cNvPr id="1" name=""/>
        <p:cNvGrpSpPr/>
        <p:nvPr/>
      </p:nvGrpSpPr>
      <p:grpSpPr>
        <a:xfrm>
          <a:off x="0" y="0"/>
          <a:ext cx="0" cy="0"/>
          <a:chOff x="0" y="0"/>
          <a:chExt cx="0" cy="0"/>
        </a:xfrm>
      </p:grpSpPr>
      <p:sp>
        <p:nvSpPr>
          <p:cNvPr id="7" name="文本框 6"/>
          <p:cNvSpPr txBox="1"/>
          <p:nvPr userDrawn="1"/>
        </p:nvSpPr>
        <p:spPr>
          <a:xfrm>
            <a:off x="487740" y="209550"/>
            <a:ext cx="1569660" cy="369332"/>
          </a:xfrm>
          <a:prstGeom prst="rect">
            <a:avLst/>
          </a:prstGeom>
          <a:noFill/>
        </p:spPr>
        <p:txBody>
          <a:bodyPr wrap="none" rtlCol="0">
            <a:spAutoFit/>
          </a:bodyPr>
          <a:lstStyle/>
          <a:p>
            <a:r>
              <a:rPr lang="zh-CN" altLang="en-US" sz="1800" dirty="0" smtClean="0">
                <a:solidFill>
                  <a:schemeClr val="tx1">
                    <a:lumMod val="75000"/>
                    <a:lumOff val="25000"/>
                  </a:schemeClr>
                </a:solidFill>
                <a:latin typeface="字魂35号-经典雅黑" panose="02000000000000000000" pitchFamily="2" charset="-122"/>
              </a:rPr>
              <a:t>重点工作总结</a:t>
            </a:r>
            <a:endParaRPr lang="zh-CN" altLang="en-US" sz="1800" dirty="0" smtClean="0">
              <a:solidFill>
                <a:schemeClr val="tx1">
                  <a:lumMod val="75000"/>
                  <a:lumOff val="25000"/>
                </a:schemeClr>
              </a:solidFill>
              <a:latin typeface="字魂35号-经典雅黑" panose="02000000000000000000" pitchFamily="2" charset="-122"/>
            </a:endParaRPr>
          </a:p>
        </p:txBody>
      </p:sp>
      <p:grpSp>
        <p:nvGrpSpPr>
          <p:cNvPr id="20" name="组合 19"/>
          <p:cNvGrpSpPr/>
          <p:nvPr userDrawn="1"/>
        </p:nvGrpSpPr>
        <p:grpSpPr>
          <a:xfrm>
            <a:off x="179992" y="263859"/>
            <a:ext cx="387996" cy="260713"/>
            <a:chOff x="2667000" y="209550"/>
            <a:chExt cx="549644" cy="369332"/>
          </a:xfrm>
        </p:grpSpPr>
        <p:sp>
          <p:nvSpPr>
            <p:cNvPr id="2" name="菱形 1"/>
            <p:cNvSpPr/>
            <p:nvPr userDrawn="1"/>
          </p:nvSpPr>
          <p:spPr>
            <a:xfrm>
              <a:off x="2667000" y="209550"/>
              <a:ext cx="369332" cy="36933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sp>
          <p:nvSpPr>
            <p:cNvPr id="19" name="菱形 18"/>
            <p:cNvSpPr/>
            <p:nvPr userDrawn="1"/>
          </p:nvSpPr>
          <p:spPr>
            <a:xfrm>
              <a:off x="2847312" y="209550"/>
              <a:ext cx="369332" cy="36933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节标题">
    <p:bg>
      <p:bgPr>
        <a:solidFill>
          <a:schemeClr val="bg1"/>
        </a:solidFill>
        <a:effectLst/>
      </p:bgPr>
    </p:bg>
    <p:spTree>
      <p:nvGrpSpPr>
        <p:cNvPr id="1" name=""/>
        <p:cNvGrpSpPr/>
        <p:nvPr/>
      </p:nvGrpSpPr>
      <p:grpSpPr>
        <a:xfrm>
          <a:off x="0" y="0"/>
          <a:ext cx="0" cy="0"/>
          <a:chOff x="0" y="0"/>
          <a:chExt cx="0" cy="0"/>
        </a:xfrm>
      </p:grpSpPr>
      <p:sp>
        <p:nvSpPr>
          <p:cNvPr id="7" name="文本框 6"/>
          <p:cNvSpPr txBox="1"/>
          <p:nvPr userDrawn="1"/>
        </p:nvSpPr>
        <p:spPr>
          <a:xfrm>
            <a:off x="487740" y="209550"/>
            <a:ext cx="1569660" cy="369332"/>
          </a:xfrm>
          <a:prstGeom prst="rect">
            <a:avLst/>
          </a:prstGeom>
          <a:noFill/>
        </p:spPr>
        <p:txBody>
          <a:bodyPr wrap="none" rtlCol="0">
            <a:spAutoFit/>
          </a:bodyPr>
          <a:lstStyle/>
          <a:p>
            <a:r>
              <a:rPr lang="zh-CN" altLang="en-US" sz="1800" dirty="0" smtClean="0">
                <a:solidFill>
                  <a:schemeClr val="tx1">
                    <a:lumMod val="75000"/>
                    <a:lumOff val="25000"/>
                  </a:schemeClr>
                </a:solidFill>
                <a:latin typeface="字魂35号-经典雅黑" panose="02000000000000000000" pitchFamily="2" charset="-122"/>
              </a:rPr>
              <a:t>工作存在问题</a:t>
            </a:r>
            <a:endParaRPr lang="zh-CN" altLang="en-US" sz="1800" dirty="0" smtClean="0">
              <a:solidFill>
                <a:schemeClr val="tx1">
                  <a:lumMod val="75000"/>
                  <a:lumOff val="25000"/>
                </a:schemeClr>
              </a:solidFill>
              <a:latin typeface="字魂35号-经典雅黑" panose="02000000000000000000" pitchFamily="2" charset="-122"/>
            </a:endParaRPr>
          </a:p>
        </p:txBody>
      </p:sp>
      <p:grpSp>
        <p:nvGrpSpPr>
          <p:cNvPr id="20" name="组合 19"/>
          <p:cNvGrpSpPr/>
          <p:nvPr userDrawn="1"/>
        </p:nvGrpSpPr>
        <p:grpSpPr>
          <a:xfrm>
            <a:off x="179992" y="263859"/>
            <a:ext cx="387996" cy="260713"/>
            <a:chOff x="2667000" y="209550"/>
            <a:chExt cx="549644" cy="369332"/>
          </a:xfrm>
        </p:grpSpPr>
        <p:sp>
          <p:nvSpPr>
            <p:cNvPr id="2" name="菱形 1"/>
            <p:cNvSpPr/>
            <p:nvPr userDrawn="1"/>
          </p:nvSpPr>
          <p:spPr>
            <a:xfrm>
              <a:off x="2667000" y="209550"/>
              <a:ext cx="369332" cy="36933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sp>
          <p:nvSpPr>
            <p:cNvPr id="19" name="菱形 18"/>
            <p:cNvSpPr/>
            <p:nvPr userDrawn="1"/>
          </p:nvSpPr>
          <p:spPr>
            <a:xfrm>
              <a:off x="2847312" y="209550"/>
              <a:ext cx="369332" cy="36933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节标题">
    <p:bg>
      <p:bgPr>
        <a:solidFill>
          <a:schemeClr val="bg1"/>
        </a:solidFill>
        <a:effectLst/>
      </p:bgPr>
    </p:bg>
    <p:spTree>
      <p:nvGrpSpPr>
        <p:cNvPr id="1" name=""/>
        <p:cNvGrpSpPr/>
        <p:nvPr/>
      </p:nvGrpSpPr>
      <p:grpSpPr>
        <a:xfrm>
          <a:off x="0" y="0"/>
          <a:ext cx="0" cy="0"/>
          <a:chOff x="0" y="0"/>
          <a:chExt cx="0" cy="0"/>
        </a:xfrm>
      </p:grpSpPr>
      <p:sp>
        <p:nvSpPr>
          <p:cNvPr id="7" name="文本框 6"/>
          <p:cNvSpPr txBox="1"/>
          <p:nvPr userDrawn="1"/>
        </p:nvSpPr>
        <p:spPr>
          <a:xfrm>
            <a:off x="487740" y="209550"/>
            <a:ext cx="1569660" cy="369332"/>
          </a:xfrm>
          <a:prstGeom prst="rect">
            <a:avLst/>
          </a:prstGeom>
          <a:noFill/>
        </p:spPr>
        <p:txBody>
          <a:bodyPr wrap="none" rtlCol="0">
            <a:spAutoFit/>
          </a:bodyPr>
          <a:lstStyle/>
          <a:p>
            <a:r>
              <a:rPr lang="zh-CN" altLang="en-US" sz="1800" dirty="0" smtClean="0">
                <a:solidFill>
                  <a:schemeClr val="tx1">
                    <a:lumMod val="75000"/>
                    <a:lumOff val="25000"/>
                  </a:schemeClr>
                </a:solidFill>
                <a:latin typeface="字魂35号-经典雅黑" panose="02000000000000000000" pitchFamily="2" charset="-122"/>
              </a:rPr>
              <a:t>未来工作计划</a:t>
            </a:r>
            <a:endParaRPr lang="zh-CN" altLang="en-US" sz="1800" dirty="0" smtClean="0">
              <a:solidFill>
                <a:schemeClr val="tx1">
                  <a:lumMod val="75000"/>
                  <a:lumOff val="25000"/>
                </a:schemeClr>
              </a:solidFill>
              <a:latin typeface="字魂35号-经典雅黑" panose="02000000000000000000" pitchFamily="2" charset="-122"/>
            </a:endParaRPr>
          </a:p>
        </p:txBody>
      </p:sp>
      <p:grpSp>
        <p:nvGrpSpPr>
          <p:cNvPr id="20" name="组合 19"/>
          <p:cNvGrpSpPr/>
          <p:nvPr userDrawn="1"/>
        </p:nvGrpSpPr>
        <p:grpSpPr>
          <a:xfrm>
            <a:off x="179992" y="263859"/>
            <a:ext cx="387996" cy="260713"/>
            <a:chOff x="2667000" y="209550"/>
            <a:chExt cx="549644" cy="369332"/>
          </a:xfrm>
        </p:grpSpPr>
        <p:sp>
          <p:nvSpPr>
            <p:cNvPr id="2" name="菱形 1"/>
            <p:cNvSpPr/>
            <p:nvPr userDrawn="1"/>
          </p:nvSpPr>
          <p:spPr>
            <a:xfrm>
              <a:off x="2667000" y="209550"/>
              <a:ext cx="369332" cy="369332"/>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sp>
          <p:nvSpPr>
            <p:cNvPr id="19" name="菱形 18"/>
            <p:cNvSpPr/>
            <p:nvPr userDrawn="1"/>
          </p:nvSpPr>
          <p:spPr>
            <a:xfrm>
              <a:off x="2847312" y="209550"/>
              <a:ext cx="369332" cy="369332"/>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35号-经典雅黑"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2"/>
        </a:solid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0" y="3487202"/>
            <a:ext cx="3216212" cy="1548287"/>
          </a:xfrm>
          <a:prstGeom prst="rect">
            <a:avLst/>
          </a:prstGeom>
        </p:spPr>
      </p:pic>
      <p:sp>
        <p:nvSpPr>
          <p:cNvPr id="14" name="矩形 60"/>
          <p:cNvSpPr>
            <a:spLocks noChangeArrowheads="1"/>
          </p:cNvSpPr>
          <p:nvPr/>
        </p:nvSpPr>
        <p:spPr bwMode="auto">
          <a:xfrm>
            <a:off x="0" y="4766488"/>
            <a:ext cx="9144000" cy="385763"/>
          </a:xfrm>
          <a:prstGeom prst="rect">
            <a:avLst/>
          </a:prstGeom>
          <a:solidFill>
            <a:schemeClr val="accent5">
              <a:lumMod val="85000"/>
            </a:schemeClr>
          </a:solidFill>
          <a:ln>
            <a:noFill/>
          </a:ln>
        </p:spPr>
        <p:txBody>
          <a:bodyPr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endParaRPr lang="zh-CN" altLang="en-US" sz="1350">
              <a:solidFill>
                <a:srgbClr val="FFFFFF"/>
              </a:solidFill>
            </a:endParaRPr>
          </a:p>
        </p:txBody>
      </p:sp>
      <p:pic>
        <p:nvPicPr>
          <p:cNvPr id="15" name="图片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774" y="4173977"/>
            <a:ext cx="2743438" cy="813887"/>
          </a:xfrm>
          <a:prstGeom prst="rect">
            <a:avLst/>
          </a:prstGeom>
        </p:spPr>
      </p:pic>
      <p:pic>
        <p:nvPicPr>
          <p:cNvPr id="16" name="图片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8857" y="1471333"/>
            <a:ext cx="1897544" cy="443522"/>
          </a:xfrm>
          <a:prstGeom prst="rect">
            <a:avLst/>
          </a:prstGeom>
        </p:spPr>
      </p:pic>
      <p:pic>
        <p:nvPicPr>
          <p:cNvPr id="17" name="图片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75566" y="877429"/>
            <a:ext cx="1508891" cy="461812"/>
          </a:xfrm>
          <a:prstGeom prst="rect">
            <a:avLst/>
          </a:prstGeom>
        </p:spPr>
      </p:pic>
      <p:pic>
        <p:nvPicPr>
          <p:cNvPr id="18" name="图片 1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11183" y="4000280"/>
            <a:ext cx="1495174" cy="964775"/>
          </a:xfrm>
          <a:prstGeom prst="rect">
            <a:avLst/>
          </a:prstGeom>
        </p:spPr>
      </p:pic>
      <p:pic>
        <p:nvPicPr>
          <p:cNvPr id="19" name="图片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76186" y="3251746"/>
            <a:ext cx="3068078" cy="1778663"/>
          </a:xfrm>
          <a:prstGeom prst="rect">
            <a:avLst/>
          </a:prstGeom>
        </p:spPr>
      </p:pic>
      <p:sp>
        <p:nvSpPr>
          <p:cNvPr id="2" name="标题 1"/>
          <p:cNvSpPr>
            <a:spLocks noGrp="1"/>
          </p:cNvSpPr>
          <p:nvPr>
            <p:ph type="ctrTitle" hasCustomPrompt="1"/>
          </p:nvPr>
        </p:nvSpPr>
        <p:spPr>
          <a:xfrm>
            <a:off x="304800" y="1447701"/>
            <a:ext cx="5448300" cy="900247"/>
          </a:xfrm>
        </p:spPr>
        <p:txBody>
          <a:bodyPr anchor="b">
            <a:normAutofit/>
          </a:bodyPr>
          <a:lstStyle>
            <a:lvl1pPr algn="ctr">
              <a:defRPr sz="4500" b="1">
                <a:solidFill>
                  <a:schemeClr val="tx2"/>
                </a:solidFill>
              </a:defRPr>
            </a:lvl1pPr>
          </a:lstStyle>
          <a:p>
            <a:r>
              <a:rPr lang="zh-CN" altLang="en-US" dirty="0"/>
              <a:t>单击此处编辑标题</a:t>
            </a:r>
            <a:endParaRPr lang="zh-CN" altLang="en-US" dirty="0"/>
          </a:p>
        </p:txBody>
      </p:sp>
      <p:sp>
        <p:nvSpPr>
          <p:cNvPr id="3" name="副标题 2"/>
          <p:cNvSpPr>
            <a:spLocks noGrp="1"/>
          </p:cNvSpPr>
          <p:nvPr>
            <p:ph type="subTitle" idx="1"/>
          </p:nvPr>
        </p:nvSpPr>
        <p:spPr>
          <a:xfrm>
            <a:off x="304800" y="2417004"/>
            <a:ext cx="5448300" cy="401648"/>
          </a:xfrm>
        </p:spPr>
        <p:txBody>
          <a:bodyPr>
            <a:normAutofit/>
          </a:bodyPr>
          <a:lstStyle>
            <a:lvl1pPr marL="0" indent="0" algn="ctr">
              <a:buNone/>
              <a:defRPr sz="18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p:txBody>
          <a:bodyPr/>
          <a:lstStyle>
            <a:lvl1pPr>
              <a:defRPr/>
            </a:lvl1pPr>
          </a:lstStyle>
          <a:p>
            <a:fld id="{DD080ABE-8FDD-4877-9BF2-E0FA04991F28}"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dirty="0"/>
          </a:p>
        </p:txBody>
      </p:sp>
      <p:sp>
        <p:nvSpPr>
          <p:cNvPr id="6" name="灯片编号占位符 5"/>
          <p:cNvSpPr>
            <a:spLocks noGrp="1"/>
          </p:cNvSpPr>
          <p:nvPr>
            <p:ph type="sldNum" sz="quarter" idx="12"/>
          </p:nvPr>
        </p:nvSpPr>
        <p:spPr/>
        <p:txBody>
          <a:bodyPr/>
          <a:lstStyle>
            <a:lvl1pPr>
              <a:defRPr/>
            </a:lvl1pPr>
          </a:lstStyle>
          <a:p>
            <a:fld id="{74554821-87BF-4566-BE97-0E7C25D194F0}" type="slidenum">
              <a:rPr lang="zh-CN" altLang="en-US"/>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42"/>
          <p:cNvSpPr/>
          <p:nvPr/>
        </p:nvSpPr>
        <p:spPr bwMode="auto">
          <a:xfrm>
            <a:off x="0" y="514350"/>
            <a:ext cx="6648450" cy="478631"/>
          </a:xfrm>
          <a:custGeom>
            <a:avLst/>
            <a:gdLst>
              <a:gd name="T0" fmla="*/ 0 w 3118104"/>
              <a:gd name="T1" fmla="*/ 9144 h 548640"/>
              <a:gd name="T2" fmla="*/ 2679192 w 3118104"/>
              <a:gd name="T3" fmla="*/ 0 h 548640"/>
              <a:gd name="T4" fmla="*/ 3118104 w 3118104"/>
              <a:gd name="T5" fmla="*/ 548640 h 548640"/>
              <a:gd name="T6" fmla="*/ 0 w 3118104"/>
              <a:gd name="T7" fmla="*/ 548640 h 548640"/>
              <a:gd name="T8" fmla="*/ 0 w 3118104"/>
              <a:gd name="T9" fmla="*/ 9144 h 548640"/>
            </a:gdLst>
            <a:ahLst/>
            <a:cxnLst>
              <a:cxn ang="0">
                <a:pos x="T0" y="T1"/>
              </a:cxn>
              <a:cxn ang="0">
                <a:pos x="T2" y="T3"/>
              </a:cxn>
              <a:cxn ang="0">
                <a:pos x="T4" y="T5"/>
              </a:cxn>
              <a:cxn ang="0">
                <a:pos x="T6" y="T7"/>
              </a:cxn>
              <a:cxn ang="0">
                <a:pos x="T8" y="T9"/>
              </a:cxn>
            </a:cxnLst>
            <a:rect l="0" t="0" r="r" b="b"/>
            <a:pathLst>
              <a:path w="3118104" h="548640">
                <a:moveTo>
                  <a:pt x="0" y="9144"/>
                </a:moveTo>
                <a:lnTo>
                  <a:pt x="2679192" y="0"/>
                </a:lnTo>
                <a:lnTo>
                  <a:pt x="3118104" y="548640"/>
                </a:lnTo>
                <a:lnTo>
                  <a:pt x="0" y="548640"/>
                </a:lnTo>
                <a:lnTo>
                  <a:pt x="0" y="9144"/>
                </a:lnTo>
                <a:close/>
              </a:path>
            </a:pathLst>
          </a:custGeom>
          <a:solidFill>
            <a:schemeClr val="accent2"/>
          </a:solidFill>
          <a:ln>
            <a:noFill/>
          </a:ln>
        </p:spPr>
        <p:txBody>
          <a:bodyPr anchor="ctr"/>
          <a:lstStyle/>
          <a:p>
            <a:endParaRPr lang="zh-CN" altLang="en-US" sz="1350"/>
          </a:p>
        </p:txBody>
      </p:sp>
      <p:cxnSp>
        <p:nvCxnSpPr>
          <p:cNvPr id="8" name="直接连接符 44"/>
          <p:cNvCxnSpPr>
            <a:cxnSpLocks noChangeShapeType="1"/>
          </p:cNvCxnSpPr>
          <p:nvPr/>
        </p:nvCxnSpPr>
        <p:spPr bwMode="auto">
          <a:xfrm>
            <a:off x="2331641" y="986115"/>
            <a:ext cx="6812360" cy="0"/>
          </a:xfrm>
          <a:prstGeom prst="line">
            <a:avLst/>
          </a:prstGeom>
          <a:noFill/>
          <a:ln w="3175" cmpd="sng">
            <a:solidFill>
              <a:schemeClr val="accent2"/>
            </a:solidFill>
            <a:round/>
          </a:ln>
          <a:extLst>
            <a:ext uri="{909E8E84-426E-40DD-AFC4-6F175D3DCCD1}">
              <a14:hiddenFill xmlns:a14="http://schemas.microsoft.com/office/drawing/2010/main">
                <a:noFill/>
              </a14:hiddenFill>
            </a:ext>
          </a:extLst>
        </p:spPr>
      </p:cxnSp>
      <p:sp>
        <p:nvSpPr>
          <p:cNvPr id="2" name="标题 1"/>
          <p:cNvSpPr>
            <a:spLocks noGrp="1"/>
          </p:cNvSpPr>
          <p:nvPr>
            <p:ph type="title"/>
          </p:nvPr>
        </p:nvSpPr>
        <p:spPr/>
        <p:txBody>
          <a:bodyPr/>
          <a:lstStyle>
            <a:lvl1pPr>
              <a:defRPr>
                <a:solidFill>
                  <a:schemeClr val="bg1"/>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lvl1pPr>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lvl1pPr>
              <a:defRPr/>
            </a:lvl1pPr>
          </a:lstStyle>
          <a:p>
            <a:fld id="{EB907496-7FCB-43C3-9EA5-68A2D505B3AE}"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9C76A8DF-0EFC-4B84-9D97-B98F40BD7236}" type="slidenum">
              <a:rPr lang="zh-CN" altLang="en-US"/>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7" name="组合 11"/>
          <p:cNvGrpSpPr/>
          <p:nvPr/>
        </p:nvGrpSpPr>
        <p:grpSpPr bwMode="auto">
          <a:xfrm>
            <a:off x="548021" y="1303735"/>
            <a:ext cx="2352675" cy="2331244"/>
            <a:chOff x="0" y="0"/>
            <a:chExt cx="3136392" cy="3108960"/>
          </a:xfrm>
        </p:grpSpPr>
        <p:sp>
          <p:nvSpPr>
            <p:cNvPr id="8" name="椭圆 3"/>
            <p:cNvSpPr>
              <a:spLocks noChangeArrowheads="1"/>
            </p:cNvSpPr>
            <p:nvPr/>
          </p:nvSpPr>
          <p:spPr bwMode="auto">
            <a:xfrm>
              <a:off x="182880" y="164592"/>
              <a:ext cx="2770632" cy="2770632"/>
            </a:xfrm>
            <a:prstGeom prst="ellipse">
              <a:avLst/>
            </a:prstGeom>
            <a:noFill/>
            <a:ln w="12700" cmpd="sng">
              <a:solidFill>
                <a:schemeClr val="accent6"/>
              </a:solidFill>
              <a:rou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endParaRPr lang="zh-CN" altLang="en-US" sz="1350">
                <a:solidFill>
                  <a:srgbClr val="FFFFFF"/>
                </a:solidFill>
              </a:endParaRPr>
            </a:p>
          </p:txBody>
        </p:sp>
        <p:cxnSp>
          <p:nvCxnSpPr>
            <p:cNvPr id="9" name="直接连接符 5"/>
            <p:cNvCxnSpPr>
              <a:cxnSpLocks noChangeShapeType="1"/>
            </p:cNvCxnSpPr>
            <p:nvPr/>
          </p:nvCxnSpPr>
          <p:spPr bwMode="auto">
            <a:xfrm>
              <a:off x="1554480" y="0"/>
              <a:ext cx="0" cy="356616"/>
            </a:xfrm>
            <a:prstGeom prst="line">
              <a:avLst/>
            </a:prstGeom>
            <a:noFill/>
            <a:ln w="6350" cmpd="sng">
              <a:solidFill>
                <a:schemeClr val="accent6"/>
              </a:solidFill>
              <a:round/>
            </a:ln>
            <a:extLst>
              <a:ext uri="{909E8E84-426E-40DD-AFC4-6F175D3DCCD1}">
                <a14:hiddenFill xmlns:a14="http://schemas.microsoft.com/office/drawing/2010/main">
                  <a:noFill/>
                </a14:hiddenFill>
              </a:ext>
            </a:extLst>
          </p:spPr>
        </p:cxnSp>
        <p:cxnSp>
          <p:nvCxnSpPr>
            <p:cNvPr id="10" name="直接连接符 8"/>
            <p:cNvCxnSpPr>
              <a:cxnSpLocks noChangeShapeType="1"/>
            </p:cNvCxnSpPr>
            <p:nvPr/>
          </p:nvCxnSpPr>
          <p:spPr bwMode="auto">
            <a:xfrm>
              <a:off x="2798064" y="1554480"/>
              <a:ext cx="338328" cy="0"/>
            </a:xfrm>
            <a:prstGeom prst="line">
              <a:avLst/>
            </a:prstGeom>
            <a:noFill/>
            <a:ln w="6350" cmpd="sng">
              <a:solidFill>
                <a:schemeClr val="accent6"/>
              </a:solidFill>
              <a:round/>
            </a:ln>
            <a:extLst>
              <a:ext uri="{909E8E84-426E-40DD-AFC4-6F175D3DCCD1}">
                <a14:hiddenFill xmlns:a14="http://schemas.microsoft.com/office/drawing/2010/main">
                  <a:noFill/>
                </a14:hiddenFill>
              </a:ext>
            </a:extLst>
          </p:spPr>
        </p:cxnSp>
        <p:cxnSp>
          <p:nvCxnSpPr>
            <p:cNvPr id="11" name="直接连接符 9"/>
            <p:cNvCxnSpPr>
              <a:cxnSpLocks noChangeShapeType="1"/>
            </p:cNvCxnSpPr>
            <p:nvPr/>
          </p:nvCxnSpPr>
          <p:spPr bwMode="auto">
            <a:xfrm>
              <a:off x="1551432" y="2752344"/>
              <a:ext cx="0" cy="356616"/>
            </a:xfrm>
            <a:prstGeom prst="line">
              <a:avLst/>
            </a:prstGeom>
            <a:noFill/>
            <a:ln w="6350" cmpd="sng">
              <a:solidFill>
                <a:schemeClr val="accent6"/>
              </a:solidFill>
              <a:round/>
            </a:ln>
            <a:extLst>
              <a:ext uri="{909E8E84-426E-40DD-AFC4-6F175D3DCCD1}">
                <a14:hiddenFill xmlns:a14="http://schemas.microsoft.com/office/drawing/2010/main">
                  <a:noFill/>
                </a14:hiddenFill>
              </a:ext>
            </a:extLst>
          </p:spPr>
        </p:cxnSp>
        <p:cxnSp>
          <p:nvCxnSpPr>
            <p:cNvPr id="12" name="直接连接符 10"/>
            <p:cNvCxnSpPr>
              <a:cxnSpLocks noChangeShapeType="1"/>
            </p:cNvCxnSpPr>
            <p:nvPr/>
          </p:nvCxnSpPr>
          <p:spPr bwMode="auto">
            <a:xfrm>
              <a:off x="0" y="1549908"/>
              <a:ext cx="338328" cy="0"/>
            </a:xfrm>
            <a:prstGeom prst="line">
              <a:avLst/>
            </a:prstGeom>
            <a:noFill/>
            <a:ln w="6350" cmpd="sng">
              <a:solidFill>
                <a:schemeClr val="accent6"/>
              </a:solidFill>
              <a:round/>
            </a:ln>
            <a:extLst>
              <a:ext uri="{909E8E84-426E-40DD-AFC4-6F175D3DCCD1}">
                <a14:hiddenFill xmlns:a14="http://schemas.microsoft.com/office/drawing/2010/main">
                  <a:noFill/>
                </a14:hiddenFill>
              </a:ext>
            </a:extLst>
          </p:spPr>
        </p:cxnSp>
      </p:grpSp>
      <p:grpSp>
        <p:nvGrpSpPr>
          <p:cNvPr id="14" name="组合 55"/>
          <p:cNvGrpSpPr/>
          <p:nvPr/>
        </p:nvGrpSpPr>
        <p:grpSpPr bwMode="auto">
          <a:xfrm>
            <a:off x="3432572" y="1797844"/>
            <a:ext cx="4907756" cy="1160860"/>
            <a:chOff x="0" y="0"/>
            <a:chExt cx="6962996" cy="1647075"/>
          </a:xfrm>
        </p:grpSpPr>
        <p:sp>
          <p:nvSpPr>
            <p:cNvPr id="19" name="矩形 3"/>
            <p:cNvSpPr/>
            <p:nvPr/>
          </p:nvSpPr>
          <p:spPr bwMode="auto">
            <a:xfrm>
              <a:off x="0" y="0"/>
              <a:ext cx="6657271" cy="1247861"/>
            </a:xfrm>
            <a:custGeom>
              <a:avLst/>
              <a:gdLst>
                <a:gd name="T0" fmla="*/ 0 w 6657271"/>
                <a:gd name="T1" fmla="*/ 0 h 1247861"/>
                <a:gd name="T2" fmla="*/ 6393111 w 6657271"/>
                <a:gd name="T3" fmla="*/ 386080 h 1247861"/>
                <a:gd name="T4" fmla="*/ 6657271 w 6657271"/>
                <a:gd name="T5" fmla="*/ 1247861 h 1247861"/>
                <a:gd name="T6" fmla="*/ 213360 w 6657271"/>
                <a:gd name="T7" fmla="*/ 1247861 h 1247861"/>
                <a:gd name="T8" fmla="*/ 0 w 6657271"/>
                <a:gd name="T9" fmla="*/ 0 h 1247861"/>
              </a:gdLst>
              <a:ahLst/>
              <a:cxnLst>
                <a:cxn ang="0">
                  <a:pos x="T0" y="T1"/>
                </a:cxn>
                <a:cxn ang="0">
                  <a:pos x="T2" y="T3"/>
                </a:cxn>
                <a:cxn ang="0">
                  <a:pos x="T4" y="T5"/>
                </a:cxn>
                <a:cxn ang="0">
                  <a:pos x="T6" y="T7"/>
                </a:cxn>
                <a:cxn ang="0">
                  <a:pos x="T8" y="T9"/>
                </a:cxn>
              </a:cxnLst>
              <a:rect l="0" t="0" r="r" b="b"/>
              <a:pathLst>
                <a:path w="6657271" h="1247861">
                  <a:moveTo>
                    <a:pt x="0" y="0"/>
                  </a:moveTo>
                  <a:lnTo>
                    <a:pt x="6393111" y="386080"/>
                  </a:lnTo>
                  <a:lnTo>
                    <a:pt x="6657271" y="1247861"/>
                  </a:lnTo>
                  <a:lnTo>
                    <a:pt x="213360" y="1247861"/>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sz="1350"/>
            </a:p>
          </p:txBody>
        </p:sp>
        <p:sp>
          <p:nvSpPr>
            <p:cNvPr id="20" name="矩形 3"/>
            <p:cNvSpPr/>
            <p:nvPr/>
          </p:nvSpPr>
          <p:spPr bwMode="auto">
            <a:xfrm>
              <a:off x="539405" y="968174"/>
              <a:ext cx="6423591" cy="678901"/>
            </a:xfrm>
            <a:custGeom>
              <a:avLst/>
              <a:gdLst>
                <a:gd name="T0" fmla="*/ 0 w 6423591"/>
                <a:gd name="T1" fmla="*/ 121920 h 678901"/>
                <a:gd name="T2" fmla="*/ 6301671 w 6423591"/>
                <a:gd name="T3" fmla="*/ 0 h 678901"/>
                <a:gd name="T4" fmla="*/ 6423591 w 6423591"/>
                <a:gd name="T5" fmla="*/ 678901 h 678901"/>
                <a:gd name="T6" fmla="*/ 30480 w 6423591"/>
                <a:gd name="T7" fmla="*/ 617941 h 678901"/>
                <a:gd name="T8" fmla="*/ 0 w 6423591"/>
                <a:gd name="T9" fmla="*/ 121920 h 678901"/>
              </a:gdLst>
              <a:ahLst/>
              <a:cxnLst>
                <a:cxn ang="0">
                  <a:pos x="T0" y="T1"/>
                </a:cxn>
                <a:cxn ang="0">
                  <a:pos x="T2" y="T3"/>
                </a:cxn>
                <a:cxn ang="0">
                  <a:pos x="T4" y="T5"/>
                </a:cxn>
                <a:cxn ang="0">
                  <a:pos x="T6" y="T7"/>
                </a:cxn>
                <a:cxn ang="0">
                  <a:pos x="T8" y="T9"/>
                </a:cxn>
              </a:cxnLst>
              <a:rect l="0" t="0" r="r" b="b"/>
              <a:pathLst>
                <a:path w="6423591" h="678901">
                  <a:moveTo>
                    <a:pt x="0" y="121920"/>
                  </a:moveTo>
                  <a:lnTo>
                    <a:pt x="6301671" y="0"/>
                  </a:lnTo>
                  <a:lnTo>
                    <a:pt x="6423591" y="678901"/>
                  </a:lnTo>
                  <a:lnTo>
                    <a:pt x="30480" y="617941"/>
                  </a:lnTo>
                  <a:lnTo>
                    <a:pt x="0" y="121920"/>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sz="1350"/>
            </a:p>
          </p:txBody>
        </p:sp>
      </p:grpSp>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151029" y="2137342"/>
            <a:ext cx="1145408" cy="664030"/>
          </a:xfrm>
          <a:prstGeom prst="rect">
            <a:avLst/>
          </a:prstGeom>
        </p:spPr>
      </p:pic>
      <p:pic>
        <p:nvPicPr>
          <p:cNvPr id="22" name="图片 21"/>
          <p:cNvPicPr>
            <a:picLocks noChangeAspect="1"/>
          </p:cNvPicPr>
          <p:nvPr/>
        </p:nvPicPr>
        <p:blipFill rotWithShape="1">
          <a:blip r:embed="rId3">
            <a:extLst>
              <a:ext uri="{28A0092B-C50C-407E-A947-70E740481C1C}">
                <a14:useLocalDpi xmlns:a14="http://schemas.microsoft.com/office/drawing/2010/main" val="0"/>
              </a:ext>
            </a:extLst>
          </a:blip>
          <a:srcRect/>
          <a:stretch>
            <a:fillRect/>
          </a:stretch>
        </p:blipFill>
        <p:spPr>
          <a:xfrm flipH="1">
            <a:off x="5927789" y="4005695"/>
            <a:ext cx="3216212" cy="1137805"/>
          </a:xfrm>
          <a:prstGeom prst="rect">
            <a:avLst/>
          </a:prstGeom>
        </p:spPr>
      </p:pic>
      <p:pic>
        <p:nvPicPr>
          <p:cNvPr id="23" name="图片 22"/>
          <p:cNvPicPr>
            <a:picLocks noChangeAspect="1"/>
          </p:cNvPicPr>
          <p:nvPr/>
        </p:nvPicPr>
        <p:blipFill rotWithShape="1">
          <a:blip r:embed="rId4" cstate="print">
            <a:extLst>
              <a:ext uri="{28A0092B-C50C-407E-A947-70E740481C1C}">
                <a14:useLocalDpi xmlns:a14="http://schemas.microsoft.com/office/drawing/2010/main" val="0"/>
              </a:ext>
            </a:extLst>
          </a:blip>
          <a:srcRect/>
          <a:stretch>
            <a:fillRect/>
          </a:stretch>
        </p:blipFill>
        <p:spPr>
          <a:xfrm>
            <a:off x="3697598" y="4681704"/>
            <a:ext cx="1732175" cy="461796"/>
          </a:xfrm>
          <a:prstGeom prst="rect">
            <a:avLst/>
          </a:prstGeom>
        </p:spPr>
      </p:pic>
      <p:sp>
        <p:nvSpPr>
          <p:cNvPr id="2" name="标题 1"/>
          <p:cNvSpPr>
            <a:spLocks noGrp="1"/>
          </p:cNvSpPr>
          <p:nvPr>
            <p:ph type="title" hasCustomPrompt="1"/>
          </p:nvPr>
        </p:nvSpPr>
        <p:spPr>
          <a:xfrm>
            <a:off x="3812763" y="1919080"/>
            <a:ext cx="3978687" cy="576209"/>
          </a:xfrm>
        </p:spPr>
        <p:txBody>
          <a:bodyPr anchor="b">
            <a:normAutofit/>
          </a:bodyPr>
          <a:lstStyle>
            <a:lvl1pPr>
              <a:defRPr sz="2700" b="1">
                <a:solidFill>
                  <a:schemeClr val="bg1"/>
                </a:solidFill>
              </a:defRPr>
            </a:lvl1pPr>
          </a:lstStyle>
          <a:p>
            <a:r>
              <a:rPr lang="zh-CN" altLang="en-US" dirty="0"/>
              <a:t>单击此处编辑标题</a:t>
            </a:r>
            <a:endParaRPr lang="zh-CN" altLang="en-US" dirty="0"/>
          </a:p>
        </p:txBody>
      </p:sp>
      <p:sp>
        <p:nvSpPr>
          <p:cNvPr id="3" name="文本占位符 2"/>
          <p:cNvSpPr>
            <a:spLocks noGrp="1"/>
          </p:cNvSpPr>
          <p:nvPr>
            <p:ph type="body" idx="1"/>
          </p:nvPr>
        </p:nvSpPr>
        <p:spPr>
          <a:xfrm>
            <a:off x="4171950" y="2538005"/>
            <a:ext cx="3952893" cy="401648"/>
          </a:xfrm>
        </p:spPr>
        <p:txBody>
          <a:bodyPr>
            <a:normAutofit/>
          </a:bodyPr>
          <a:lstStyle>
            <a:lvl1pPr marL="0" indent="0">
              <a:buNone/>
              <a:defRPr sz="1800" b="1"/>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lvl1pPr>
              <a:defRPr/>
            </a:lvl1pPr>
          </a:lstStyle>
          <a:p>
            <a:fld id="{129D9C70-CC2F-4A4D-AE57-0265B9FFB92B}"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6CC2A571-9F31-440C-B456-756C949FE47B}" type="slidenum">
              <a:rPr lang="zh-CN" altLang="en-US"/>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42"/>
          <p:cNvSpPr/>
          <p:nvPr/>
        </p:nvSpPr>
        <p:spPr bwMode="auto">
          <a:xfrm>
            <a:off x="0" y="514350"/>
            <a:ext cx="6648450" cy="478631"/>
          </a:xfrm>
          <a:custGeom>
            <a:avLst/>
            <a:gdLst>
              <a:gd name="T0" fmla="*/ 0 w 3118104"/>
              <a:gd name="T1" fmla="*/ 9144 h 548640"/>
              <a:gd name="T2" fmla="*/ 2679192 w 3118104"/>
              <a:gd name="T3" fmla="*/ 0 h 548640"/>
              <a:gd name="T4" fmla="*/ 3118104 w 3118104"/>
              <a:gd name="T5" fmla="*/ 548640 h 548640"/>
              <a:gd name="T6" fmla="*/ 0 w 3118104"/>
              <a:gd name="T7" fmla="*/ 548640 h 548640"/>
              <a:gd name="T8" fmla="*/ 0 w 3118104"/>
              <a:gd name="T9" fmla="*/ 9144 h 548640"/>
            </a:gdLst>
            <a:ahLst/>
            <a:cxnLst>
              <a:cxn ang="0">
                <a:pos x="T0" y="T1"/>
              </a:cxn>
              <a:cxn ang="0">
                <a:pos x="T2" y="T3"/>
              </a:cxn>
              <a:cxn ang="0">
                <a:pos x="T4" y="T5"/>
              </a:cxn>
              <a:cxn ang="0">
                <a:pos x="T6" y="T7"/>
              </a:cxn>
              <a:cxn ang="0">
                <a:pos x="T8" y="T9"/>
              </a:cxn>
            </a:cxnLst>
            <a:rect l="0" t="0" r="r" b="b"/>
            <a:pathLst>
              <a:path w="3118104" h="548640">
                <a:moveTo>
                  <a:pt x="0" y="9144"/>
                </a:moveTo>
                <a:lnTo>
                  <a:pt x="2679192" y="0"/>
                </a:lnTo>
                <a:lnTo>
                  <a:pt x="3118104" y="548640"/>
                </a:lnTo>
                <a:lnTo>
                  <a:pt x="0" y="548640"/>
                </a:lnTo>
                <a:lnTo>
                  <a:pt x="0" y="9144"/>
                </a:lnTo>
                <a:close/>
              </a:path>
            </a:pathLst>
          </a:custGeom>
          <a:solidFill>
            <a:schemeClr val="accent2"/>
          </a:solidFill>
          <a:ln>
            <a:noFill/>
          </a:ln>
        </p:spPr>
        <p:txBody>
          <a:bodyPr anchor="ctr"/>
          <a:lstStyle/>
          <a:p>
            <a:endParaRPr lang="zh-CN" altLang="en-US" sz="1350"/>
          </a:p>
        </p:txBody>
      </p:sp>
      <p:cxnSp>
        <p:nvCxnSpPr>
          <p:cNvPr id="9" name="直接连接符 44"/>
          <p:cNvCxnSpPr>
            <a:cxnSpLocks noChangeShapeType="1"/>
          </p:cNvCxnSpPr>
          <p:nvPr/>
        </p:nvCxnSpPr>
        <p:spPr bwMode="auto">
          <a:xfrm>
            <a:off x="2331641" y="975230"/>
            <a:ext cx="6812360" cy="0"/>
          </a:xfrm>
          <a:prstGeom prst="line">
            <a:avLst/>
          </a:prstGeom>
          <a:noFill/>
          <a:ln w="3175" cmpd="sng">
            <a:solidFill>
              <a:schemeClr val="accent2"/>
            </a:solidFill>
            <a:round/>
          </a:ln>
          <a:extLst>
            <a:ext uri="{909E8E84-426E-40DD-AFC4-6F175D3DCCD1}">
              <a14:hiddenFill xmlns:a14="http://schemas.microsoft.com/office/drawing/2010/main">
                <a:noFill/>
              </a14:hiddenFill>
            </a:ext>
          </a:extLst>
        </p:spPr>
      </p:cxnSp>
      <p:sp>
        <p:nvSpPr>
          <p:cNvPr id="2" name="标题 1"/>
          <p:cNvSpPr>
            <a:spLocks noGrp="1"/>
          </p:cNvSpPr>
          <p:nvPr>
            <p:ph type="title"/>
          </p:nvPr>
        </p:nvSpPr>
        <p:spPr/>
        <p:txBody>
          <a:bodyPr/>
          <a:lstStyle>
            <a:lvl1pPr>
              <a:defRPr>
                <a:solidFill>
                  <a:schemeClr val="bg1"/>
                </a:solidFill>
              </a:defRPr>
            </a:lvl1pPr>
          </a:lstStyle>
          <a:p>
            <a:r>
              <a:rPr lang="zh-CN" altLang="en-US"/>
              <a:t>单击此处编辑母版标题样式</a:t>
            </a:r>
            <a:endParaRPr lang="zh-CN" altLang="en-US"/>
          </a:p>
        </p:txBody>
      </p:sp>
      <p:sp>
        <p:nvSpPr>
          <p:cNvPr id="3" name="内容占位符 2"/>
          <p:cNvSpPr>
            <a:spLocks noGrp="1"/>
          </p:cNvSpPr>
          <p:nvPr>
            <p:ph sz="half" idx="1"/>
          </p:nvPr>
        </p:nvSpPr>
        <p:spPr>
          <a:xfrm>
            <a:off x="628650" y="1369219"/>
            <a:ext cx="3886200" cy="3263504"/>
          </a:xfrm>
        </p:spPr>
        <p:txBody>
          <a:bodyPr/>
          <a:lstStyle>
            <a:lvl1pPr>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29150" y="1369219"/>
            <a:ext cx="3886200" cy="3263504"/>
          </a:xfrm>
        </p:spPr>
        <p:txBody>
          <a:bodyPr/>
          <a:lstStyle>
            <a:lvl1pPr>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lvl1pPr>
              <a:defRPr/>
            </a:lvl1pPr>
          </a:lstStyle>
          <a:p>
            <a:fld id="{FD1033BB-8AF3-47CD-AC75-0173148CE854}" type="datetimeFigureOut">
              <a:rPr lang="zh-CN" altLang="en-US"/>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4596DC13-F72F-4FF3-989F-5904B31B1AB7}" type="slidenum">
              <a:rPr lang="zh-CN" altLang="en-US"/>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42"/>
          <p:cNvSpPr/>
          <p:nvPr/>
        </p:nvSpPr>
        <p:spPr bwMode="auto">
          <a:xfrm>
            <a:off x="0" y="459923"/>
            <a:ext cx="6648450" cy="478631"/>
          </a:xfrm>
          <a:custGeom>
            <a:avLst/>
            <a:gdLst>
              <a:gd name="T0" fmla="*/ 0 w 3118104"/>
              <a:gd name="T1" fmla="*/ 9144 h 548640"/>
              <a:gd name="T2" fmla="*/ 2679192 w 3118104"/>
              <a:gd name="T3" fmla="*/ 0 h 548640"/>
              <a:gd name="T4" fmla="*/ 3118104 w 3118104"/>
              <a:gd name="T5" fmla="*/ 548640 h 548640"/>
              <a:gd name="T6" fmla="*/ 0 w 3118104"/>
              <a:gd name="T7" fmla="*/ 548640 h 548640"/>
              <a:gd name="T8" fmla="*/ 0 w 3118104"/>
              <a:gd name="T9" fmla="*/ 9144 h 548640"/>
            </a:gdLst>
            <a:ahLst/>
            <a:cxnLst>
              <a:cxn ang="0">
                <a:pos x="T0" y="T1"/>
              </a:cxn>
              <a:cxn ang="0">
                <a:pos x="T2" y="T3"/>
              </a:cxn>
              <a:cxn ang="0">
                <a:pos x="T4" y="T5"/>
              </a:cxn>
              <a:cxn ang="0">
                <a:pos x="T6" y="T7"/>
              </a:cxn>
              <a:cxn ang="0">
                <a:pos x="T8" y="T9"/>
              </a:cxn>
            </a:cxnLst>
            <a:rect l="0" t="0" r="r" b="b"/>
            <a:pathLst>
              <a:path w="3118104" h="548640">
                <a:moveTo>
                  <a:pt x="0" y="9144"/>
                </a:moveTo>
                <a:lnTo>
                  <a:pt x="2679192" y="0"/>
                </a:lnTo>
                <a:lnTo>
                  <a:pt x="3118104" y="548640"/>
                </a:lnTo>
                <a:lnTo>
                  <a:pt x="0" y="548640"/>
                </a:lnTo>
                <a:lnTo>
                  <a:pt x="0" y="9144"/>
                </a:lnTo>
                <a:close/>
              </a:path>
            </a:pathLst>
          </a:custGeom>
          <a:solidFill>
            <a:schemeClr val="accent2"/>
          </a:solidFill>
          <a:ln>
            <a:noFill/>
          </a:ln>
        </p:spPr>
        <p:txBody>
          <a:bodyPr anchor="ctr"/>
          <a:lstStyle/>
          <a:p>
            <a:endParaRPr lang="zh-CN" altLang="en-US" sz="1350"/>
          </a:p>
        </p:txBody>
      </p:sp>
      <p:cxnSp>
        <p:nvCxnSpPr>
          <p:cNvPr id="11" name="直接连接符 44"/>
          <p:cNvCxnSpPr>
            <a:cxnSpLocks noChangeShapeType="1"/>
          </p:cNvCxnSpPr>
          <p:nvPr/>
        </p:nvCxnSpPr>
        <p:spPr bwMode="auto">
          <a:xfrm>
            <a:off x="2331641" y="920802"/>
            <a:ext cx="6812360" cy="0"/>
          </a:xfrm>
          <a:prstGeom prst="line">
            <a:avLst/>
          </a:prstGeom>
          <a:noFill/>
          <a:ln w="3175" cmpd="sng">
            <a:solidFill>
              <a:schemeClr val="accent2"/>
            </a:solidFill>
            <a:round/>
          </a:ln>
          <a:extLst>
            <a:ext uri="{909E8E84-426E-40DD-AFC4-6F175D3DCCD1}">
              <a14:hiddenFill xmlns:a14="http://schemas.microsoft.com/office/drawing/2010/main">
                <a:noFill/>
              </a14:hiddenFill>
            </a:ext>
          </a:extLst>
        </p:spPr>
      </p:cxnSp>
      <p:sp>
        <p:nvSpPr>
          <p:cNvPr id="2" name="标题 1"/>
          <p:cNvSpPr>
            <a:spLocks noGrp="1"/>
          </p:cNvSpPr>
          <p:nvPr>
            <p:ph type="title"/>
          </p:nvPr>
        </p:nvSpPr>
        <p:spPr>
          <a:xfrm>
            <a:off x="628650" y="204192"/>
            <a:ext cx="7886700" cy="994172"/>
          </a:xfrm>
        </p:spPr>
        <p:txBody>
          <a:bodyPr/>
          <a:lstStyle>
            <a:lvl1pPr>
              <a:defRPr>
                <a:solidFill>
                  <a:schemeClr val="bg1"/>
                </a:solidFill>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9841"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29841" y="1878806"/>
            <a:ext cx="3868340" cy="2763441"/>
          </a:xfrm>
        </p:spPr>
        <p:txBody>
          <a:bodyPr/>
          <a:lstStyle>
            <a:lvl1pPr>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4629150" y="1878806"/>
            <a:ext cx="3887391" cy="2763441"/>
          </a:xfrm>
        </p:spPr>
        <p:txBody>
          <a:bodyPr/>
          <a:lstStyle>
            <a:lvl1pPr>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lvl1pPr>
              <a:defRPr/>
            </a:lvl1pPr>
          </a:lstStyle>
          <a:p>
            <a:fld id="{E60B0294-270F-4355-8DF0-DA60784A1F20}" type="datetimeFigureOut">
              <a:rPr lang="zh-CN" altLang="en-US"/>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50262AA5-08F9-4564-B333-91BE0D2B814F}" type="slidenum">
              <a:rPr lang="zh-CN" altLang="en-US"/>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a:lvl1pPr>
          </a:lstStyle>
          <a:p>
            <a:fld id="{EB7F73D7-B4D0-43C3-989A-C7784810105D}" type="datetimeFigureOut">
              <a:rPr lang="zh-CN" altLang="en-US"/>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94D40B0F-2BD9-4085-AEA4-C1905735C6B3}" type="slidenum">
              <a:rPr lang="zh-CN" altLang="en-US"/>
            </a:fld>
            <a:endParaRPr lang="zh-CN" altLang="en-US"/>
          </a:p>
        </p:txBody>
      </p:sp>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l="-1354"/>
          <a:stretch>
            <a:fillRect/>
          </a:stretch>
        </p:blipFill>
        <p:spPr>
          <a:xfrm>
            <a:off x="2555939" y="3603963"/>
            <a:ext cx="3559112" cy="1548287"/>
          </a:xfrm>
          <a:prstGeom prst="rect">
            <a:avLst/>
          </a:prstGeom>
        </p:spPr>
      </p:pic>
      <p:sp>
        <p:nvSpPr>
          <p:cNvPr id="7" name="矩形 60"/>
          <p:cNvSpPr>
            <a:spLocks noChangeArrowheads="1"/>
          </p:cNvSpPr>
          <p:nvPr/>
        </p:nvSpPr>
        <p:spPr bwMode="auto">
          <a:xfrm>
            <a:off x="0" y="4766488"/>
            <a:ext cx="9144000" cy="385763"/>
          </a:xfrm>
          <a:prstGeom prst="rect">
            <a:avLst/>
          </a:prstGeom>
          <a:solidFill>
            <a:schemeClr val="accent5">
              <a:lumMod val="85000"/>
            </a:schemeClr>
          </a:solidFill>
          <a:ln>
            <a:noFill/>
          </a:ln>
        </p:spPr>
        <p:txBody>
          <a:bodyPr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endParaRPr lang="zh-CN" altLang="en-US" sz="1350">
              <a:solidFill>
                <a:srgbClr val="FFFFFF"/>
              </a:solidFill>
            </a:endParaRP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262" y="4145483"/>
            <a:ext cx="2743438" cy="813887"/>
          </a:xfrm>
          <a:prstGeom prst="rect">
            <a:avLst/>
          </a:prstGeom>
        </p:spPr>
      </p:pic>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8289" y="4154360"/>
            <a:ext cx="2743438" cy="813887"/>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9941" y="968099"/>
            <a:ext cx="1897544" cy="443522"/>
          </a:xfrm>
          <a:prstGeom prst="rect">
            <a:avLst/>
          </a:prstGeom>
        </p:spPr>
      </p:pic>
      <p:pic>
        <p:nvPicPr>
          <p:cNvPr id="11" name="图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86650" y="374195"/>
            <a:ext cx="1508891" cy="461812"/>
          </a:xfrm>
          <a:prstGeom prst="rect">
            <a:avLst/>
          </a:prstGeom>
        </p:spPr>
      </p:pic>
      <p:sp>
        <p:nvSpPr>
          <p:cNvPr id="2" name="标题 1"/>
          <p:cNvSpPr>
            <a:spLocks noGrp="1"/>
          </p:cNvSpPr>
          <p:nvPr>
            <p:ph type="title" hasCustomPrompt="1"/>
          </p:nvPr>
        </p:nvSpPr>
        <p:spPr>
          <a:xfrm>
            <a:off x="1121228" y="2047004"/>
            <a:ext cx="6901544" cy="994172"/>
          </a:xfrm>
        </p:spPr>
        <p:txBody>
          <a:bodyPr>
            <a:normAutofit/>
          </a:bodyPr>
          <a:lstStyle>
            <a:lvl1pPr algn="ctr">
              <a:defRPr sz="4950" b="1">
                <a:solidFill>
                  <a:schemeClr val="tx2"/>
                </a:solidFill>
              </a:defRPr>
            </a:lvl1pPr>
          </a:lstStyle>
          <a:p>
            <a:r>
              <a:rPr lang="zh-CN" altLang="en-US" dirty="0"/>
              <a:t>单击此处编辑标题</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2"/>
          <p:cNvSpPr/>
          <p:nvPr/>
        </p:nvSpPr>
        <p:spPr bwMode="auto">
          <a:xfrm>
            <a:off x="0" y="514350"/>
            <a:ext cx="6648450" cy="478631"/>
          </a:xfrm>
          <a:custGeom>
            <a:avLst/>
            <a:gdLst>
              <a:gd name="T0" fmla="*/ 0 w 3118104"/>
              <a:gd name="T1" fmla="*/ 9144 h 548640"/>
              <a:gd name="T2" fmla="*/ 2679192 w 3118104"/>
              <a:gd name="T3" fmla="*/ 0 h 548640"/>
              <a:gd name="T4" fmla="*/ 3118104 w 3118104"/>
              <a:gd name="T5" fmla="*/ 548640 h 548640"/>
              <a:gd name="T6" fmla="*/ 0 w 3118104"/>
              <a:gd name="T7" fmla="*/ 548640 h 548640"/>
              <a:gd name="T8" fmla="*/ 0 w 3118104"/>
              <a:gd name="T9" fmla="*/ 9144 h 548640"/>
            </a:gdLst>
            <a:ahLst/>
            <a:cxnLst>
              <a:cxn ang="0">
                <a:pos x="T0" y="T1"/>
              </a:cxn>
              <a:cxn ang="0">
                <a:pos x="T2" y="T3"/>
              </a:cxn>
              <a:cxn ang="0">
                <a:pos x="T4" y="T5"/>
              </a:cxn>
              <a:cxn ang="0">
                <a:pos x="T6" y="T7"/>
              </a:cxn>
              <a:cxn ang="0">
                <a:pos x="T8" y="T9"/>
              </a:cxn>
            </a:cxnLst>
            <a:rect l="0" t="0" r="r" b="b"/>
            <a:pathLst>
              <a:path w="3118104" h="548640">
                <a:moveTo>
                  <a:pt x="0" y="9144"/>
                </a:moveTo>
                <a:lnTo>
                  <a:pt x="2679192" y="0"/>
                </a:lnTo>
                <a:lnTo>
                  <a:pt x="3118104" y="548640"/>
                </a:lnTo>
                <a:lnTo>
                  <a:pt x="0" y="548640"/>
                </a:lnTo>
                <a:lnTo>
                  <a:pt x="0" y="9144"/>
                </a:lnTo>
                <a:close/>
              </a:path>
            </a:pathLst>
          </a:custGeom>
          <a:solidFill>
            <a:schemeClr val="accent2"/>
          </a:solidFill>
          <a:ln>
            <a:noFill/>
          </a:ln>
        </p:spPr>
        <p:txBody>
          <a:bodyPr anchor="ctr"/>
          <a:lstStyle/>
          <a:p>
            <a:endParaRPr lang="zh-CN" altLang="en-US" sz="1350"/>
          </a:p>
        </p:txBody>
      </p:sp>
      <p:cxnSp>
        <p:nvCxnSpPr>
          <p:cNvPr id="6" name="直接连接符 44"/>
          <p:cNvCxnSpPr>
            <a:cxnSpLocks noChangeShapeType="1"/>
          </p:cNvCxnSpPr>
          <p:nvPr/>
        </p:nvCxnSpPr>
        <p:spPr bwMode="auto">
          <a:xfrm>
            <a:off x="2331641" y="975230"/>
            <a:ext cx="6812360" cy="0"/>
          </a:xfrm>
          <a:prstGeom prst="line">
            <a:avLst/>
          </a:prstGeom>
          <a:noFill/>
          <a:ln w="3175" cmpd="sng">
            <a:solidFill>
              <a:schemeClr val="accent2"/>
            </a:solidFill>
            <a:round/>
          </a:ln>
          <a:extLst>
            <a:ext uri="{909E8E84-426E-40DD-AFC4-6F175D3DCCD1}">
              <a14:hiddenFill xmlns:a14="http://schemas.microsoft.com/office/drawing/2010/main">
                <a:noFill/>
              </a14:hiddenFill>
            </a:ext>
          </a:extLst>
        </p:spPr>
      </p:cxnSp>
      <p:sp>
        <p:nvSpPr>
          <p:cNvPr id="2" name="日期占位符 1"/>
          <p:cNvSpPr>
            <a:spLocks noGrp="1"/>
          </p:cNvSpPr>
          <p:nvPr>
            <p:ph type="dt" sz="half" idx="10"/>
          </p:nvPr>
        </p:nvSpPr>
        <p:spPr/>
        <p:txBody>
          <a:bodyPr/>
          <a:lstStyle>
            <a:lvl1pPr>
              <a:defRPr/>
            </a:lvl1pPr>
          </a:lstStyle>
          <a:p>
            <a:fld id="{ED24A7F7-BDC8-48D8-ABF1-2BAFA445896C}" type="datetimeFigureOut">
              <a:rPr lang="zh-CN" altLang="en-US"/>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29D2F77-99D1-4CFB-A367-1F7AB25296E1}" type="slidenum">
              <a:rPr lang="zh-CN" altLang="en-US"/>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3" name="等腰三角形 12"/>
          <p:cNvSpPr/>
          <p:nvPr/>
        </p:nvSpPr>
        <p:spPr bwMode="auto">
          <a:xfrm>
            <a:off x="233125" y="439510"/>
            <a:ext cx="423020" cy="364672"/>
          </a:xfrm>
          <a:prstGeom prst="triangle">
            <a:avLst/>
          </a:prstGeom>
          <a:solidFill>
            <a:schemeClr val="accent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350" b="0" i="0" u="none" strike="noStrike" cap="none" normalizeH="0" baseline="0">
              <a:ln>
                <a:noFill/>
              </a:ln>
              <a:solidFill>
                <a:schemeClr val="tx1"/>
              </a:solidFill>
              <a:effectLst/>
              <a:latin typeface="Calibri" panose="020F0502020204030204" charset="0"/>
              <a:ea typeface="宋体" panose="02010600030101010101" pitchFamily="2" charset="-122"/>
            </a:endParaRPr>
          </a:p>
        </p:txBody>
      </p:sp>
      <p:sp>
        <p:nvSpPr>
          <p:cNvPr id="2" name="标题 1"/>
          <p:cNvSpPr>
            <a:spLocks noGrp="1"/>
          </p:cNvSpPr>
          <p:nvPr>
            <p:ph type="title"/>
          </p:nvPr>
        </p:nvSpPr>
        <p:spPr>
          <a:xfrm>
            <a:off x="629840" y="342900"/>
            <a:ext cx="3123900" cy="1200150"/>
          </a:xfrm>
        </p:spPr>
        <p:txBody>
          <a:bodyPr anchor="t" anchorCtr="0">
            <a:normAutofit/>
          </a:bodyPr>
          <a:lstStyle>
            <a:lvl1pPr>
              <a:defRPr sz="2700">
                <a:solidFill>
                  <a:schemeClr val="tx2"/>
                </a:solidFill>
              </a:defRPr>
            </a:lvl1pPr>
          </a:lstStyle>
          <a:p>
            <a:r>
              <a:rPr lang="zh-CN" altLang="en-US" dirty="0"/>
              <a:t>单击此处编辑母版标题样式</a:t>
            </a:r>
            <a:endParaRPr lang="zh-CN" altLang="en-US" dirty="0"/>
          </a:p>
        </p:txBody>
      </p:sp>
      <p:sp>
        <p:nvSpPr>
          <p:cNvPr id="3" name="图片占位符 2"/>
          <p:cNvSpPr>
            <a:spLocks noGrp="1" noChangeAspect="1"/>
          </p:cNvSpPr>
          <p:nvPr>
            <p:ph type="pic" idx="1"/>
          </p:nvPr>
        </p:nvSpPr>
        <p:spPr>
          <a:xfrm>
            <a:off x="3888000" y="342900"/>
            <a:ext cx="4627800" cy="40527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dirty="0"/>
          </a:p>
        </p:txBody>
      </p:sp>
      <p:sp>
        <p:nvSpPr>
          <p:cNvPr id="4" name="文本占位符 3"/>
          <p:cNvSpPr>
            <a:spLocks noGrp="1"/>
          </p:cNvSpPr>
          <p:nvPr>
            <p:ph type="body" sz="half" idx="2"/>
          </p:nvPr>
        </p:nvSpPr>
        <p:spPr>
          <a:xfrm>
            <a:off x="629840" y="1543050"/>
            <a:ext cx="3123900" cy="2858691"/>
          </a:xfrm>
        </p:spPr>
        <p:txBody>
          <a:bodyPr>
            <a:normAutofit/>
          </a:bodyPr>
          <a:lstStyle>
            <a:lvl1pPr marL="0" indent="0">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648575" y="273844"/>
            <a:ext cx="866775" cy="4358879"/>
          </a:xfrm>
        </p:spPr>
        <p:txBody>
          <a:bodyPr vert="eaVert">
            <a:normAutofit/>
          </a:bodyPr>
          <a:lstStyle>
            <a:lvl1pPr>
              <a:defRPr sz="27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273844"/>
            <a:ext cx="6943725" cy="4358879"/>
          </a:xfrm>
        </p:spPr>
        <p:txBody>
          <a:bodyPr vert="eaVert"/>
          <a:lstStyle>
            <a:lvl1pPr>
              <a:defRPr/>
            </a:lvl1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lvl1pPr>
              <a:defRPr/>
            </a:lvl1pPr>
          </a:lstStyle>
          <a:p>
            <a:fld id="{666E15E9-34F8-467B-89BA-B95734789FA4}"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9497F0D6-2BA7-4C61-9417-D52A24280BFE}" type="slidenum">
              <a:rPr lang="zh-CN" altLang="en-US"/>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6" name="等腰三角形 5"/>
          <p:cNvSpPr/>
          <p:nvPr/>
        </p:nvSpPr>
        <p:spPr bwMode="auto">
          <a:xfrm>
            <a:off x="298438" y="472167"/>
            <a:ext cx="336206" cy="289833"/>
          </a:xfrm>
          <a:prstGeom prst="triangle">
            <a:avLst/>
          </a:prstGeom>
          <a:solidFill>
            <a:schemeClr val="accent2"/>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350" b="0" i="0" u="none" strike="noStrike" cap="none" normalizeH="0" baseline="0">
              <a:ln>
                <a:noFill/>
              </a:ln>
              <a:solidFill>
                <a:schemeClr val="tx1"/>
              </a:solidFill>
              <a:effectLst/>
              <a:latin typeface="Calibri" panose="020F0502020204030204" charset="0"/>
              <a:ea typeface="宋体" panose="02010600030101010101" pitchFamily="2" charset="-122"/>
            </a:endParaRPr>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628650" y="413657"/>
            <a:ext cx="7886700" cy="4169228"/>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502412" y="1941211"/>
            <a:ext cx="8139178" cy="674375"/>
          </a:xfrm>
        </p:spPr>
        <p:txBody>
          <a:bodyPr lIns="101600" tIns="38100" rIns="25400" bIns="38100" anchor="t" anchorCtr="0">
            <a:noAutofit/>
          </a:bodyPr>
          <a:lstStyle>
            <a:lvl1pPr algn="ctr">
              <a:defRPr sz="4050" spc="600">
                <a:solidFill>
                  <a:schemeClr val="tx1">
                    <a:lumMod val="85000"/>
                    <a:lumOff val="15000"/>
                  </a:schemeClr>
                </a:solidFill>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502412" y="2674620"/>
            <a:ext cx="8139178" cy="713238"/>
          </a:xfrm>
        </p:spPr>
        <p:txBody>
          <a:bodyPr lIns="101600" tIns="38100" rIns="76200" bIns="38100">
            <a:noAutofit/>
          </a:bodyPr>
          <a:lstStyle>
            <a:lvl1pPr marL="0" indent="0" algn="ctr" eaLnBrk="1" fontAlgn="auto" latinLnBrk="0" hangingPunct="1">
              <a:lnSpc>
                <a:spcPct val="100000"/>
              </a:lnSpc>
              <a:buNone/>
              <a:defRPr sz="1800" u="none" strike="noStrike" kern="1200" cap="none" spc="200" normalizeH="0" baseline="0">
                <a:solidFill>
                  <a:schemeClr val="tx1">
                    <a:lumMod val="85000"/>
                    <a:lumOff val="15000"/>
                  </a:schemeClr>
                </a:solidFill>
                <a:uFillTx/>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332426"/>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502412" y="714381"/>
            <a:ext cx="8139178"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lvl1pPr>
              <a:lnSpc>
                <a:spcPct val="120000"/>
              </a:lnSpc>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lnSpc>
                <a:spcPct val="120000"/>
              </a:lnSpc>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lnSpc>
                <a:spcPct val="120000"/>
              </a:lnSpc>
              <a:defRPr/>
            </a:lvl1pPr>
          </a:lstStyle>
          <a:p>
            <a:fld id="{49AE70B2-8BF9-45C0-BB95-33D1B9D3A85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8" y="2856548"/>
            <a:ext cx="8139178" cy="468634"/>
          </a:xfrm>
        </p:spPr>
        <p:txBody>
          <a:bodyPr lIns="101600" tIns="38100" rIns="63500" bIns="38100" anchor="t" anchorCtr="0">
            <a:noAutofit/>
          </a:bodyPr>
          <a:lstStyle>
            <a:lvl1pPr>
              <a:defRPr sz="2700"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502444" y="3383756"/>
            <a:ext cx="8139178" cy="808489"/>
          </a:xfrm>
        </p:spPr>
        <p:txBody>
          <a:bodyPr lIns="101600" tIns="38100" rIns="76200" bIns="38100">
            <a:noAutofit/>
          </a:bodyPr>
          <a:lstStyle>
            <a:lvl1pPr marL="0" indent="0" eaLnBrk="1" fontAlgn="auto" latinLnBrk="0" hangingPunct="1">
              <a:buNone/>
              <a:defRPr kumimoji="0" lang="zh-CN" altLang="en-US" sz="12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33242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3"/>
            </p:custDataLst>
          </p:nvPr>
        </p:nvSpPr>
        <p:spPr>
          <a:xfrm>
            <a:off x="502448" y="71438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4679158" y="714381"/>
            <a:ext cx="3962432" cy="4041680"/>
          </a:xfrm>
        </p:spPr>
        <p:txBody>
          <a:bodyPr>
            <a:normAutofit/>
          </a:bodyPr>
          <a:lstStyle>
            <a:lvl1pPr>
              <a:lnSpc>
                <a:spcPct val="130000"/>
              </a:lnSpc>
              <a:defRPr sz="120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defRPr sz="120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defRPr sz="120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defRPr sz="120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defRPr sz="12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lvl1pPr>
              <a:lnSpc>
                <a:spcPct val="120000"/>
              </a:lnSpc>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lvl1pPr>
              <a:lnSpc>
                <a:spcPct val="120000"/>
              </a:lnSpc>
              <a:defRPr/>
            </a:lvl1pPr>
          </a:lstStyle>
          <a:p>
            <a:endParaRPr lang="zh-CN" altLang="en-US"/>
          </a:p>
        </p:txBody>
      </p:sp>
      <p:sp>
        <p:nvSpPr>
          <p:cNvPr id="7" name="灯片编号占位符 6"/>
          <p:cNvSpPr>
            <a:spLocks noGrp="1"/>
          </p:cNvSpPr>
          <p:nvPr>
            <p:ph type="sldNum" sz="quarter" idx="12"/>
            <p:custDataLst>
              <p:tags r:id="rId7"/>
            </p:custDataLst>
          </p:nvPr>
        </p:nvSpPr>
        <p:spPr/>
        <p:txBody>
          <a:bodyPr/>
          <a:lstStyle>
            <a:lvl1pPr>
              <a:lnSpc>
                <a:spcPct val="120000"/>
              </a:lnSpc>
              <a:defRPr/>
            </a:lvl1pPr>
          </a:lstStyle>
          <a:p>
            <a:fld id="{49AE70B2-8BF9-45C0-BB95-33D1B9D3A85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33242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502448" y="714381"/>
            <a:ext cx="3962432" cy="285752"/>
          </a:xfrm>
        </p:spPr>
        <p:txBody>
          <a:bodyPr lIns="101600" tIns="38100" rIns="76200" bIns="38100" anchor="t"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502444" y="1054894"/>
            <a:ext cx="3962400" cy="3701064"/>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4676813" y="714381"/>
            <a:ext cx="3962432" cy="285752"/>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4676813" y="1054894"/>
            <a:ext cx="3962432" cy="3701064"/>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lvl1pPr>
              <a:lnSpc>
                <a:spcPct val="120000"/>
              </a:lnSpc>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lvl1pPr>
              <a:lnSpc>
                <a:spcPct val="120000"/>
              </a:lnSpc>
              <a:defRPr/>
            </a:lvl1pPr>
          </a:lstStyle>
          <a:p>
            <a:endParaRPr lang="zh-CN" altLang="en-US"/>
          </a:p>
        </p:txBody>
      </p:sp>
      <p:sp>
        <p:nvSpPr>
          <p:cNvPr id="9" name="灯片编号占位符 8"/>
          <p:cNvSpPr>
            <a:spLocks noGrp="1"/>
          </p:cNvSpPr>
          <p:nvPr>
            <p:ph type="sldNum" sz="quarter" idx="12"/>
            <p:custDataLst>
              <p:tags r:id="rId9"/>
            </p:custDataLst>
          </p:nvPr>
        </p:nvSpPr>
        <p:spPr/>
        <p:txBody>
          <a:bodyPr/>
          <a:lstStyle>
            <a:lvl1pPr>
              <a:lnSpc>
                <a:spcPct val="120000"/>
              </a:lnSpc>
              <a:defRPr/>
            </a:lvl1pPr>
          </a:lstStyle>
          <a:p>
            <a:fld id="{49AE70B2-8BF9-45C0-BB95-33D1B9D3A85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8" y="33242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502448" y="714381"/>
            <a:ext cx="3962432" cy="4041680"/>
          </a:xfrm>
        </p:spPr>
        <p:txBody>
          <a:bodyPr vert="horz" lIns="101600" tIns="0" rIns="82550" bIns="0" rtlCol="0">
            <a:noAutofit/>
          </a:bodyPr>
          <a:lstStyle>
            <a:lvl1pPr marL="0" marR="0" lvl="0" indent="0" algn="l" defTabSz="914400" rtl="0" eaLnBrk="1" fontAlgn="auto" latinLnBrk="0" hangingPunct="1">
              <a:lnSpc>
                <a:spcPct val="10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71438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lvl1pPr>
              <a:lnSpc>
                <a:spcPct val="120000"/>
              </a:lnSpc>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lvl1pPr>
              <a:lnSpc>
                <a:spcPct val="120000"/>
              </a:lnSpc>
              <a:defRPr/>
            </a:lvl1p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lvl1pPr>
              <a:lnSpc>
                <a:spcPct val="120000"/>
              </a:lnSpc>
              <a:defRPr/>
            </a:lvl1pPr>
          </a:lstStyle>
          <a:p>
            <a:fld id="{FABC47A4-756D-490B-A52F-7D9E2C9FC05F}"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71438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502444" y="714375"/>
            <a:ext cx="7371076" cy="4041680"/>
          </a:xfrm>
        </p:spPr>
        <p:txBody>
          <a:bodyPr vert="eaVert"/>
          <a:lstStyle>
            <a:lvl1pPr marL="386080" indent="-213995" eaLnBrk="1" fontAlgn="auto" latinLnBrk="0" hangingPunct="1">
              <a:lnSpc>
                <a:spcPct val="130000"/>
              </a:lnSpc>
              <a:buFont typeface="Arial" panose="020B0604020202020204" pitchFamily="34" charset="0"/>
              <a:buChar char="•"/>
              <a:defRPr baseline="0">
                <a:solidFill>
                  <a:schemeClr val="tx1">
                    <a:lumMod val="85000"/>
                    <a:lumOff val="15000"/>
                  </a:schemeClr>
                </a:solidFill>
                <a:latin typeface="Arial" panose="020B0604020202020204" pitchFamily="34" charset="0"/>
                <a:ea typeface="微软雅黑" panose="020B0503020204020204" charset="-122"/>
              </a:defRPr>
            </a:lvl1pPr>
            <a:lvl2pPr marL="728980" indent="-213995" eaLnBrk="1" fontAlgn="auto" latinLnBrk="0" hangingPunct="1">
              <a:lnSpc>
                <a:spcPct val="130000"/>
              </a:lnSpc>
              <a:buFont typeface="Arial" panose="020B0604020202020204" pitchFamily="34" charset="0"/>
              <a:buChar char="•"/>
              <a:defRPr baseline="0">
                <a:solidFill>
                  <a:schemeClr val="tx1">
                    <a:lumMod val="85000"/>
                    <a:lumOff val="15000"/>
                  </a:schemeClr>
                </a:solidFill>
                <a:latin typeface="Arial" panose="020B0604020202020204" pitchFamily="34" charset="0"/>
                <a:ea typeface="微软雅黑" panose="020B0503020204020204" charset="-122"/>
              </a:defRPr>
            </a:lvl2pPr>
            <a:lvl3pPr marL="1071880" indent="-213995" eaLnBrk="1" fontAlgn="auto" latinLnBrk="0" hangingPunct="1">
              <a:lnSpc>
                <a:spcPct val="130000"/>
              </a:lnSpc>
              <a:buFont typeface="Arial" panose="020B0604020202020204" pitchFamily="34" charset="0"/>
              <a:buChar char="•"/>
              <a:defRPr baseline="0">
                <a:solidFill>
                  <a:schemeClr val="tx1">
                    <a:lumMod val="85000"/>
                    <a:lumOff val="15000"/>
                  </a:schemeClr>
                </a:solidFill>
                <a:latin typeface="Arial" panose="020B0604020202020204" pitchFamily="34" charset="0"/>
                <a:ea typeface="微软雅黑" panose="020B0503020204020204" charset="-122"/>
              </a:defRPr>
            </a:lvl3pPr>
            <a:lvl4pPr marL="1414780" indent="-213995" eaLnBrk="1" fontAlgn="auto" latinLnBrk="0" hangingPunct="1">
              <a:lnSpc>
                <a:spcPct val="130000"/>
              </a:lnSpc>
              <a:buFont typeface="Arial" panose="020B0604020202020204" pitchFamily="34" charset="0"/>
              <a:buChar char="•"/>
              <a:defRPr baseline="0">
                <a:solidFill>
                  <a:schemeClr val="tx1">
                    <a:lumMod val="85000"/>
                    <a:lumOff val="15000"/>
                  </a:schemeClr>
                </a:solidFill>
                <a:latin typeface="Arial" panose="020B0604020202020204" pitchFamily="34" charset="0"/>
                <a:ea typeface="微软雅黑" panose="020B0503020204020204" charset="-122"/>
              </a:defRPr>
            </a:lvl4pPr>
            <a:lvl5pPr marL="1757680" indent="-213995" eaLnBrk="1" fontAlgn="auto" latinLnBrk="0" hangingPunct="1">
              <a:lnSpc>
                <a:spcPct val="130000"/>
              </a:lnSpc>
              <a:buFont typeface="Arial" panose="020B0604020202020204" pitchFamily="34" charset="0"/>
              <a:buChar cha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lvl1pPr>
              <a:lnSpc>
                <a:spcPct val="120000"/>
              </a:lnSpc>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lnSpc>
                <a:spcPct val="120000"/>
              </a:lnSpc>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lnSpc>
                <a:spcPct val="120000"/>
              </a:lnSpc>
              <a:defRPr/>
            </a:lvl1pPr>
          </a:lstStyle>
          <a:p>
            <a:fld id="{49AE70B2-8BF9-45C0-BB95-33D1B9D3A854}"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502448" y="714381"/>
            <a:ext cx="8139178" cy="404168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502412" y="1941211"/>
            <a:ext cx="8139178" cy="674375"/>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4050" b="1" i="0" u="none" strike="noStrike" kern="1200" cap="none" spc="6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单击此处编辑标题</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7" name="矩形 6"/>
          <p:cNvSpPr/>
          <p:nvPr userDrawn="1">
            <p:custDataLst>
              <p:tags r:id="rId5"/>
            </p:custDataLst>
          </p:nvPr>
        </p:nvSpPr>
        <p:spPr>
          <a:xfrm>
            <a:off x="-145028" y="712546"/>
            <a:ext cx="9436780" cy="271834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pic>
        <p:nvPicPr>
          <p:cNvPr id="6" name="图片 5"/>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145028" y="708946"/>
            <a:ext cx="720090" cy="720090"/>
          </a:xfrm>
          <a:prstGeom prst="rect">
            <a:avLst/>
          </a:prstGeom>
        </p:spPr>
      </p:pic>
      <p:pic>
        <p:nvPicPr>
          <p:cNvPr id="5" name="图片 4"/>
          <p:cNvPicPr/>
          <p:nvPr userDrawn="1">
            <p:custDataLst>
              <p:tags r:id="rId9"/>
            </p:custDataLst>
          </p:nvPr>
        </p:nvPicPr>
        <p:blipFill>
          <a:blip r:embed="rId10" r:link="rId11" cstate="print">
            <a:extLst>
              <a:ext uri="{28A0092B-C50C-407E-A947-70E740481C1C}">
                <a14:useLocalDpi xmlns:a14="http://schemas.microsoft.com/office/drawing/2010/main" val="0"/>
              </a:ext>
            </a:extLst>
          </a:blip>
          <a:stretch>
            <a:fillRect/>
          </a:stretch>
        </p:blipFill>
        <p:spPr>
          <a:xfrm>
            <a:off x="8571662" y="708946"/>
            <a:ext cx="720090" cy="720090"/>
          </a:xfrm>
          <a:prstGeom prst="rect">
            <a:avLst/>
          </a:prstGeom>
        </p:spPr>
      </p:pic>
      <p:sp>
        <p:nvSpPr>
          <p:cNvPr id="16" name="日期占位符 15"/>
          <p:cNvSpPr>
            <a:spLocks noGrp="1"/>
          </p:cNvSpPr>
          <p:nvPr>
            <p:ph type="dt" sz="half" idx="10"/>
            <p:custDataLst>
              <p:tags r:id="rId12"/>
            </p:custDataLst>
          </p:nvPr>
        </p:nvSpPr>
        <p:spPr/>
        <p:txBody>
          <a:bodyPr wrap="square">
            <a:normAutofit/>
          </a:bodyPr>
          <a:lstStyle>
            <a:lvl1pPr>
              <a:defRPr>
                <a:solidFill>
                  <a:schemeClr val="lt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3"/>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14"/>
            </p:custDataLst>
          </p:nvPr>
        </p:nvSpPr>
        <p:spPr/>
        <p:txBody>
          <a:bodyPr wrap="square">
            <a:normAutofit/>
          </a:bodyPr>
          <a:lstStyle>
            <a:lvl1pPr>
              <a:defRPr>
                <a:solidFill>
                  <a:schemeClr val="lt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cxnSp>
        <p:nvCxnSpPr>
          <p:cNvPr id="11" name="直接连接符 10"/>
          <p:cNvCxnSpPr/>
          <p:nvPr userDrawn="1">
            <p:custDataLst>
              <p:tags r:id="rId15"/>
            </p:custDataLst>
          </p:nvPr>
        </p:nvCxnSpPr>
        <p:spPr>
          <a:xfrm>
            <a:off x="4085907" y="2502218"/>
            <a:ext cx="972185" cy="0"/>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副标题 2"/>
          <p:cNvSpPr>
            <a:spLocks noGrp="1"/>
          </p:cNvSpPr>
          <p:nvPr>
            <p:ph type="subTitle" idx="14" hasCustomPrompt="1"/>
            <p:custDataLst>
              <p:tags r:id="rId16"/>
            </p:custDataLst>
          </p:nvPr>
        </p:nvSpPr>
        <p:spPr>
          <a:xfrm>
            <a:off x="762000" y="2618105"/>
            <a:ext cx="7620000" cy="478790"/>
          </a:xfrm>
        </p:spPr>
        <p:txBody>
          <a:bodyPr vert="horz" wrap="square" lIns="90170" tIns="0" rIns="90170" bIns="46990" anchor="t" anchorCtr="0">
            <a:normAutofit/>
          </a:bodyPr>
          <a:lstStyle>
            <a:lvl1pPr marL="0" marR="0" indent="0" algn="ctr" defTabSz="914400" rtl="0" eaLnBrk="1" fontAlgn="auto" latinLnBrk="0" hangingPunct="1">
              <a:lnSpc>
                <a:spcPct val="100000"/>
              </a:lnSpc>
              <a:spcBef>
                <a:spcPts val="0"/>
              </a:spcBef>
              <a:spcAft>
                <a:spcPts val="0"/>
              </a:spcAft>
              <a:buClrTx/>
              <a:buSzPts val="2000"/>
              <a:buFont typeface="Arial" panose="020B0604020202020204" pitchFamily="34" charset="0"/>
              <a:buNone/>
              <a:defRPr sz="1500" b="0" spc="200">
                <a:solidFill>
                  <a:schemeClr val="tx1">
                    <a:lumMod val="85000"/>
                    <a:lumOff val="15000"/>
                  </a:schemeClr>
                </a:solidFill>
                <a:latin typeface="Arial" panose="020B0604020202020204" pitchFamily="34" charset="0"/>
                <a:ea typeface="微软雅黑" panose="020B0503020204020204" charset="-122"/>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zh-CN" altLang="en-US"/>
              <a:t>单击此处编辑副标题</a:t>
            </a:r>
            <a:endParaRPr lang="zh-CN" altLang="en-US"/>
          </a:p>
        </p:txBody>
      </p:sp>
      <p:sp>
        <p:nvSpPr>
          <p:cNvPr id="2" name="标题 1"/>
          <p:cNvSpPr>
            <a:spLocks noGrp="1"/>
          </p:cNvSpPr>
          <p:nvPr>
            <p:ph type="ctrTitle" idx="13" hasCustomPrompt="1"/>
            <p:custDataLst>
              <p:tags r:id="rId17"/>
            </p:custDataLst>
          </p:nvPr>
        </p:nvSpPr>
        <p:spPr>
          <a:xfrm>
            <a:off x="761970" y="991552"/>
            <a:ext cx="7620061" cy="1440180"/>
          </a:xfrm>
        </p:spPr>
        <p:txBody>
          <a:bodyPr vert="horz" wrap="square" lIns="90170" tIns="46990" rIns="90170" bIns="0" anchor="b" anchorCtr="0">
            <a:normAutofit/>
          </a:bodyPr>
          <a:lstStyle>
            <a:lvl1pPr marL="0" marR="0" indent="0" algn="dist" defTabSz="914400" rtl="0" eaLnBrk="1" fontAlgn="auto" latinLnBrk="0" hangingPunct="1">
              <a:lnSpc>
                <a:spcPct val="100000"/>
              </a:lnSpc>
              <a:spcBef>
                <a:spcPct val="0"/>
              </a:spcBef>
              <a:spcAft>
                <a:spcPts val="0"/>
              </a:spcAft>
              <a:buClrTx/>
              <a:buSzPts val="7200"/>
              <a:buFont typeface="Arial" panose="020B0604020202020204" pitchFamily="34" charset="0"/>
              <a:buNone/>
              <a:defRPr sz="5400" b="0" spc="7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dirty="0"/>
              <a:t>编辑标题</a:t>
            </a:r>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7" name="矩形 6"/>
          <p:cNvSpPr/>
          <p:nvPr userDrawn="1">
            <p:custDataLst>
              <p:tags r:id="rId5"/>
            </p:custDataLst>
          </p:nvPr>
        </p:nvSpPr>
        <p:spPr>
          <a:xfrm>
            <a:off x="-1232364" y="-85725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6"/>
            </p:custDataLst>
          </p:nvPr>
        </p:nvSpPr>
        <p:spPr>
          <a:xfrm>
            <a:off x="-854118" y="-414016"/>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7"/>
            </p:custDataLst>
          </p:nvPr>
        </p:nvSpPr>
        <p:spPr>
          <a:xfrm>
            <a:off x="-854118" y="95258"/>
            <a:ext cx="10852237"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9"/>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0"/>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7" name="矩形 6"/>
          <p:cNvSpPr/>
          <p:nvPr userDrawn="1">
            <p:custDataLst>
              <p:tags r:id="rId5"/>
            </p:custDataLst>
          </p:nvPr>
        </p:nvSpPr>
        <p:spPr>
          <a:xfrm>
            <a:off x="-1524000" y="284093"/>
            <a:ext cx="12192000" cy="5710313"/>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4" name="日期占位符 3"/>
          <p:cNvSpPr>
            <a:spLocks noGrp="1"/>
          </p:cNvSpPr>
          <p:nvPr>
            <p:ph type="dt" sz="half" idx="10"/>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9" name="矩形 8"/>
          <p:cNvSpPr/>
          <p:nvPr userDrawn="1">
            <p:custDataLst>
              <p:tags r:id="rId9"/>
            </p:custDataLst>
          </p:nvPr>
        </p:nvSpPr>
        <p:spPr>
          <a:xfrm>
            <a:off x="3768408" y="2400935"/>
            <a:ext cx="4549140" cy="1356995"/>
          </a:xfrm>
          <a:prstGeom prst="rect">
            <a:avLst/>
          </a:prstGeom>
          <a:solidFill>
            <a:schemeClr val="accent1">
              <a:alpha val="30000"/>
            </a:schemeClr>
          </a:solidFill>
          <a:ln w="12700" cap="flat" cmpd="sng" algn="ctr">
            <a:noFill/>
            <a:prstDash val="solid"/>
            <a:miter lim="800000"/>
          </a:ln>
          <a:effectLst/>
        </p:spPr>
        <p:txBody>
          <a:bodyPr wrap="square" lIns="323982" rIns="899951" anchor="ctr">
            <a:normAutofit/>
          </a:bodyPr>
          <a:lstStyle/>
          <a:p>
            <a:pPr marL="0" marR="0" lvl="0" indent="0" algn="l" defTabSz="866775" rtl="0" eaLnBrk="1" fontAlgn="base" latinLnBrk="0" hangingPunct="1">
              <a:lnSpc>
                <a:spcPct val="130000"/>
              </a:lnSpc>
              <a:spcBef>
                <a:spcPct val="0"/>
              </a:spcBef>
              <a:spcAft>
                <a:spcPct val="0"/>
              </a:spcAft>
              <a:buClrTx/>
              <a:buSzTx/>
              <a:buFontTx/>
              <a:buNone/>
              <a:defRPr/>
            </a:pPr>
            <a:endParaRPr kumimoji="0" lang="zh-CN" altLang="en-US" sz="1400" b="0" i="0" kern="0" spc="200" baseline="0" noProof="0" dirty="0">
              <a:ln>
                <a:noFill/>
              </a:ln>
              <a:solidFill>
                <a:prstClr val="black">
                  <a:lumMod val="50000"/>
                  <a:lumOff val="50000"/>
                </a:prstClr>
              </a:solidFill>
              <a:effectLst/>
              <a:uLnTx/>
              <a:uFillTx/>
              <a:latin typeface="Arial" panose="020B0604020202020204" pitchFamily="34" charset="0"/>
              <a:ea typeface="微软雅黑" panose="020B0503020204020204" charset="-122"/>
              <a:cs typeface="+mn-cs"/>
              <a:sym typeface="Arial" panose="020B0604020202020204" pitchFamily="34" charset="0"/>
            </a:endParaRPr>
          </a:p>
        </p:txBody>
      </p:sp>
      <p:sp>
        <p:nvSpPr>
          <p:cNvPr id="3" name="标题 2"/>
          <p:cNvSpPr>
            <a:spLocks noGrp="1"/>
          </p:cNvSpPr>
          <p:nvPr>
            <p:ph type="ctrTitle" idx="14" hasCustomPrompt="1"/>
            <p:custDataLst>
              <p:tags r:id="rId10"/>
            </p:custDataLst>
          </p:nvPr>
        </p:nvSpPr>
        <p:spPr>
          <a:xfrm>
            <a:off x="3922078" y="2429811"/>
            <a:ext cx="4241800" cy="714375"/>
          </a:xfrm>
        </p:spPr>
        <p:txBody>
          <a:bodyPr vert="horz" wrap="square" lIns="90170" tIns="46990" rIns="90170" bIns="0" anchor="b" anchorCtr="0">
            <a:normAutofit/>
          </a:bodyPr>
          <a:lstStyle>
            <a:lvl1pPr marL="0" marR="0" indent="0" algn="l" defTabSz="914400" rtl="0" eaLnBrk="1" fontAlgn="auto" latinLnBrk="0" hangingPunct="1">
              <a:lnSpc>
                <a:spcPct val="120000"/>
              </a:lnSpc>
              <a:spcBef>
                <a:spcPct val="0"/>
              </a:spcBef>
              <a:spcAft>
                <a:spcPts val="0"/>
              </a:spcAft>
              <a:buClrTx/>
              <a:buSzPts val="3600"/>
              <a:buNone/>
              <a:defRPr sz="2700" b="0" spc="400">
                <a:solidFill>
                  <a:schemeClr val="tx1">
                    <a:lumMod val="85000"/>
                    <a:lumOff val="15000"/>
                  </a:schemeClr>
                </a:solidFill>
                <a:latin typeface="Arial" panose="020B0604020202020204" pitchFamily="34" charset="0"/>
                <a:ea typeface="汉仪旗黑-85S" panose="00020600040101010101" pitchFamily="18" charset="-122"/>
              </a:defRPr>
            </a:lvl1pPr>
          </a:lstStyle>
          <a:p>
            <a:r>
              <a:rPr lang="zh-CN" altLang="en-US" dirty="0"/>
              <a:t>编辑标题</a:t>
            </a:r>
            <a:endParaRPr lang="zh-CN" altLang="en-US" dirty="0"/>
          </a:p>
        </p:txBody>
      </p:sp>
      <p:sp>
        <p:nvSpPr>
          <p:cNvPr id="2" name="副标题 1"/>
          <p:cNvSpPr>
            <a:spLocks noGrp="1"/>
          </p:cNvSpPr>
          <p:nvPr>
            <p:ph type="subTitle" idx="13" hasCustomPrompt="1"/>
            <p:custDataLst>
              <p:tags r:id="rId11"/>
            </p:custDataLst>
          </p:nvPr>
        </p:nvSpPr>
        <p:spPr>
          <a:xfrm>
            <a:off x="3922395" y="3263900"/>
            <a:ext cx="4241800" cy="401955"/>
          </a:xfrm>
        </p:spPr>
        <p:txBody>
          <a:bodyPr vert="horz" wrap="square" lIns="90170" tIns="0" rIns="90170" bIns="46990" anchor="t" anchorCtr="0">
            <a:normAutofit/>
          </a:bodyPr>
          <a:lstStyle>
            <a:lvl1pPr marL="0" marR="0" indent="0" algn="l" defTabSz="914400" rtl="0" eaLnBrk="1" fontAlgn="auto" latinLnBrk="0" hangingPunct="1">
              <a:lnSpc>
                <a:spcPct val="130000"/>
              </a:lnSpc>
              <a:spcBef>
                <a:spcPts val="0"/>
              </a:spcBef>
              <a:spcAft>
                <a:spcPts val="0"/>
              </a:spcAft>
              <a:buClrTx/>
              <a:buSzPts val="1600"/>
              <a:buFont typeface="Arial" panose="020B0604020202020204" pitchFamily="34" charset="0"/>
              <a:buNone/>
              <a:defRPr sz="1200" b="0" spc="200">
                <a:solidFill>
                  <a:schemeClr val="tx1">
                    <a:lumMod val="85000"/>
                    <a:lumOff val="15000"/>
                  </a:schemeClr>
                </a:solidFill>
                <a:latin typeface="Arial" panose="020B0604020202020204" pitchFamily="34" charset="0"/>
                <a:ea typeface="微软雅黑" panose="020B0503020204020204" charset="-122"/>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zh-CN" altLang="en-US"/>
              <a:t>单击此处编辑副标题</a:t>
            </a:r>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8" name="矩形 7"/>
          <p:cNvSpPr/>
          <p:nvPr userDrawn="1">
            <p:custDataLst>
              <p:tags r:id="rId5"/>
            </p:custDataLst>
          </p:nvPr>
        </p:nvSpPr>
        <p:spPr>
          <a:xfrm>
            <a:off x="-1232364" y="-85725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6"/>
            </p:custDataLst>
          </p:nvPr>
        </p:nvSpPr>
        <p:spPr>
          <a:xfrm>
            <a:off x="-854118" y="-414016"/>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7"/>
            </p:custDataLst>
          </p:nvPr>
        </p:nvSpPr>
        <p:spPr>
          <a:xfrm>
            <a:off x="-854070" y="95258"/>
            <a:ext cx="5283242"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8"/>
            </p:custDataLst>
          </p:nvPr>
        </p:nvSpPr>
        <p:spPr>
          <a:xfrm>
            <a:off x="4714877" y="95258"/>
            <a:ext cx="5283242" cy="5388907"/>
          </a:xfrm>
        </p:spPr>
        <p:txBody>
          <a:bodyPr wrap="square" lIns="90170" tIns="46990" rIns="90170" bIns="46990">
            <a:normAutofit/>
          </a:bodyPr>
          <a:lstStyle>
            <a:lvl1pPr eaLnBrk="1" fontAlgn="auto" latinLnBrk="0" hangingPunct="1">
              <a:defRPr sz="1200">
                <a:solidFill>
                  <a:schemeClr val="tx1"/>
                </a:solidFill>
                <a:latin typeface="Arial" panose="020B0604020202020204" pitchFamily="34" charset="0"/>
                <a:ea typeface="微软雅黑" panose="020B0503020204020204" charset="-122"/>
              </a:defRPr>
            </a:lvl1pPr>
            <a:lvl2pPr eaLnBrk="1" fontAlgn="auto" latinLnBrk="0" hangingPunct="1">
              <a:defRPr sz="1200">
                <a:solidFill>
                  <a:schemeClr val="tx1"/>
                </a:solidFill>
                <a:latin typeface="Arial" panose="020B0604020202020204" pitchFamily="34" charset="0"/>
                <a:ea typeface="微软雅黑" panose="020B0503020204020204" charset="-122"/>
              </a:defRPr>
            </a:lvl2pPr>
            <a:lvl3pPr eaLnBrk="1" fontAlgn="auto" latinLnBrk="0" hangingPunct="1">
              <a:defRPr sz="1200">
                <a:solidFill>
                  <a:schemeClr val="tx1"/>
                </a:solidFill>
                <a:latin typeface="Arial" panose="020B0604020202020204" pitchFamily="34" charset="0"/>
                <a:ea typeface="微软雅黑" panose="020B0503020204020204" charset="-122"/>
              </a:defRPr>
            </a:lvl3pPr>
            <a:lvl4pPr eaLnBrk="1" fontAlgn="auto" latinLnBrk="0" hangingPunct="1">
              <a:defRPr sz="1200">
                <a:solidFill>
                  <a:schemeClr val="tx1"/>
                </a:solidFill>
                <a:latin typeface="Arial" panose="020B0604020202020204" pitchFamily="34" charset="0"/>
                <a:ea typeface="微软雅黑" panose="020B0503020204020204" charset="-122"/>
              </a:defRPr>
            </a:lvl4pPr>
            <a:lvl5pPr eaLnBrk="1" fontAlgn="auto" latinLnBrk="0" hangingPunct="1">
              <a:defRPr sz="12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9"/>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0"/>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11"/>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10"/>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10" name="矩形 9"/>
          <p:cNvSpPr/>
          <p:nvPr userDrawn="1">
            <p:custDataLst>
              <p:tags r:id="rId5"/>
            </p:custDataLst>
          </p:nvPr>
        </p:nvSpPr>
        <p:spPr>
          <a:xfrm>
            <a:off x="-1232364" y="-85725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6"/>
            </p:custDataLst>
          </p:nvPr>
        </p:nvSpPr>
        <p:spPr>
          <a:xfrm>
            <a:off x="-854118" y="-414016"/>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7"/>
            </p:custDataLst>
          </p:nvPr>
        </p:nvSpPr>
        <p:spPr>
          <a:xfrm>
            <a:off x="-854070" y="9525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8"/>
            </p:custDataLst>
          </p:nvPr>
        </p:nvSpPr>
        <p:spPr>
          <a:xfrm>
            <a:off x="-854075" y="549275"/>
            <a:ext cx="5283200" cy="4934752"/>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9"/>
            </p:custDataLst>
          </p:nvPr>
        </p:nvSpPr>
        <p:spPr>
          <a:xfrm>
            <a:off x="4711750" y="9525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0"/>
            </p:custDataLst>
          </p:nvPr>
        </p:nvSpPr>
        <p:spPr>
          <a:xfrm>
            <a:off x="4711750" y="549275"/>
            <a:ext cx="5283242" cy="4934752"/>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1"/>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2"/>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3"/>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7" name="矩形 6"/>
          <p:cNvSpPr/>
          <p:nvPr userDrawn="1">
            <p:custDataLst>
              <p:tags r:id="rId5"/>
            </p:custDataLst>
          </p:nvPr>
        </p:nvSpPr>
        <p:spPr>
          <a:xfrm>
            <a:off x="-1524000" y="-857250"/>
            <a:ext cx="12192000" cy="6858000"/>
          </a:xfrm>
          <a:prstGeom prst="rect">
            <a:avLst/>
          </a:prstGeom>
          <a:solidFill>
            <a:schemeClr val="dk1">
              <a:alpha val="40000"/>
            </a:schemeClr>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6" name="任意多边形: 形状 5"/>
          <p:cNvSpPr/>
          <p:nvPr userDrawn="1">
            <p:custDataLst>
              <p:tags r:id="rId6"/>
            </p:custDataLst>
          </p:nvPr>
        </p:nvSpPr>
        <p:spPr>
          <a:xfrm flipH="1">
            <a:off x="1398905" y="-857250"/>
            <a:ext cx="9280800" cy="6858000"/>
          </a:xfrm>
          <a:custGeom>
            <a:avLst/>
            <a:gdLst>
              <a:gd name="connsiteX0" fmla="*/ 0 w 9281536"/>
              <a:gd name="connsiteY0" fmla="*/ 0 h 6858000"/>
              <a:gd name="connsiteX1" fmla="*/ 7567200 w 9281536"/>
              <a:gd name="connsiteY1" fmla="*/ 0 h 6858000"/>
              <a:gd name="connsiteX2" fmla="*/ 9281536 w 9281536"/>
              <a:gd name="connsiteY2" fmla="*/ 6858000 h 6858000"/>
              <a:gd name="connsiteX3" fmla="*/ 0 w 928153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9281536" h="6858000">
                <a:moveTo>
                  <a:pt x="0" y="0"/>
                </a:moveTo>
                <a:lnTo>
                  <a:pt x="7567200" y="0"/>
                </a:lnTo>
                <a:lnTo>
                  <a:pt x="9281536" y="6858000"/>
                </a:lnTo>
                <a:lnTo>
                  <a:pt x="0" y="685800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7"/>
            </p:custDataLst>
          </p:nvPr>
        </p:nvSpPr>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8"/>
            </p:custDataLst>
          </p:nvPr>
        </p:nvSpPr>
        <p:spPr/>
        <p:txBody>
          <a:bodyPr wrap="square">
            <a:normAutofit/>
          </a:bodyPr>
          <a:lstStyle>
            <a:lvl1pPr>
              <a:defRPr>
                <a:solidFill>
                  <a:schemeClr val="lt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0"/>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8" name="矩形 7"/>
          <p:cNvSpPr/>
          <p:nvPr userDrawn="1">
            <p:custDataLst>
              <p:tags r:id="rId5"/>
            </p:custDataLst>
          </p:nvPr>
        </p:nvSpPr>
        <p:spPr>
          <a:xfrm>
            <a:off x="-1232364" y="-85725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6"/>
            </p:custDataLst>
          </p:nvPr>
        </p:nvSpPr>
        <p:spPr>
          <a:xfrm>
            <a:off x="-854070" y="-414016"/>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7"/>
            </p:custDataLst>
          </p:nvPr>
        </p:nvSpPr>
        <p:spPr>
          <a:xfrm>
            <a:off x="-854070" y="9525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8"/>
            </p:custDataLst>
          </p:nvPr>
        </p:nvSpPr>
        <p:spPr>
          <a:xfrm>
            <a:off x="4714925" y="95258"/>
            <a:ext cx="5283242" cy="5388907"/>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9"/>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0"/>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11"/>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7" name="矩形 6"/>
          <p:cNvSpPr/>
          <p:nvPr userDrawn="1">
            <p:custDataLst>
              <p:tags r:id="rId5"/>
            </p:custDataLst>
          </p:nvPr>
        </p:nvSpPr>
        <p:spPr>
          <a:xfrm>
            <a:off x="-1232364" y="-85725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竖排标题 1"/>
          <p:cNvSpPr>
            <a:spLocks noGrp="1"/>
          </p:cNvSpPr>
          <p:nvPr>
            <p:ph type="title" orient="vert"/>
            <p:custDataLst>
              <p:tags r:id="rId6"/>
            </p:custDataLst>
          </p:nvPr>
        </p:nvSpPr>
        <p:spPr>
          <a:xfrm>
            <a:off x="9047135" y="9525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7"/>
            </p:custDataLst>
          </p:nvPr>
        </p:nvSpPr>
        <p:spPr>
          <a:xfrm>
            <a:off x="-854075" y="95250"/>
            <a:ext cx="9828101"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9"/>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0"/>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7"/>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6" name="矩形 5"/>
          <p:cNvSpPr/>
          <p:nvPr userDrawn="1">
            <p:custDataLst>
              <p:tags r:id="rId5"/>
            </p:custDataLst>
          </p:nvPr>
        </p:nvSpPr>
        <p:spPr>
          <a:xfrm>
            <a:off x="-1232364" y="-85725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3" name="日期占位符 2"/>
          <p:cNvSpPr>
            <a:spLocks noGrp="1"/>
          </p:cNvSpPr>
          <p:nvPr>
            <p:ph type="dt" sz="half" idx="10"/>
            <p:custDataLst>
              <p:tags r:id="rId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9"/>
            </p:custDataLst>
          </p:nvPr>
        </p:nvSpPr>
        <p:spPr>
          <a:xfrm>
            <a:off x="-854070" y="95258"/>
            <a:ext cx="10852237" cy="5388907"/>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9" name="图片 8"/>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231925" y="-553441"/>
            <a:ext cx="11607851" cy="6250381"/>
          </a:xfrm>
          <a:prstGeom prst="rect">
            <a:avLst/>
          </a:prstGeom>
        </p:spPr>
      </p:pic>
      <p:sp>
        <p:nvSpPr>
          <p:cNvPr id="8" name="矩形 7"/>
          <p:cNvSpPr/>
          <p:nvPr userDrawn="1">
            <p:custDataLst>
              <p:tags r:id="rId5"/>
            </p:custDataLst>
          </p:nvPr>
        </p:nvSpPr>
        <p:spPr>
          <a:xfrm>
            <a:off x="-1231925" y="-553441"/>
            <a:ext cx="11607851" cy="6250382"/>
          </a:xfrm>
          <a:prstGeom prst="rect">
            <a:avLst/>
          </a:prstGeom>
          <a:solidFill>
            <a:schemeClr val="dk1">
              <a:alpha val="40000"/>
            </a:schemeClr>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pic>
        <p:nvPicPr>
          <p:cNvPr id="7" name="图片 6"/>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9947910" y="-857250"/>
            <a:ext cx="720090" cy="720090"/>
          </a:xfrm>
          <a:prstGeom prst="rect">
            <a:avLst/>
          </a:prstGeom>
        </p:spPr>
      </p:pic>
      <p:pic>
        <p:nvPicPr>
          <p:cNvPr id="6" name="图片 5"/>
          <p:cNvPicPr/>
          <p:nvPr userDrawn="1">
            <p:custDataLst>
              <p:tags r:id="rId9"/>
            </p:custDataLst>
          </p:nvPr>
        </p:nvPicPr>
        <p:blipFill>
          <a:blip r:embed="rId10" r:link="rId11" cstate="print">
            <a:extLst>
              <a:ext uri="{28A0092B-C50C-407E-A947-70E740481C1C}">
                <a14:useLocalDpi xmlns:a14="http://schemas.microsoft.com/office/drawing/2010/main" val="0"/>
              </a:ext>
            </a:extLst>
          </a:blip>
          <a:stretch>
            <a:fillRect/>
          </a:stretch>
        </p:blipFill>
        <p:spPr>
          <a:xfrm>
            <a:off x="-1524000" y="5280660"/>
            <a:ext cx="720090" cy="720090"/>
          </a:xfrm>
          <a:prstGeom prst="rect">
            <a:avLst/>
          </a:prstGeom>
        </p:spPr>
      </p:pic>
      <p:sp>
        <p:nvSpPr>
          <p:cNvPr id="3" name="日期占位符 2"/>
          <p:cNvSpPr>
            <a:spLocks noGrp="1"/>
          </p:cNvSpPr>
          <p:nvPr>
            <p:ph type="dt" sz="half" idx="10"/>
            <p:custDataLst>
              <p:tags r:id="rId12"/>
            </p:custDataLst>
          </p:nvPr>
        </p:nvSpPr>
        <p:spPr/>
        <p:txBody>
          <a:bodyPr wrap="square">
            <a:normAutofit/>
          </a:bodyPr>
          <a:lstStyle>
            <a:lvl1pPr>
              <a:defRPr>
                <a:solidFill>
                  <a:schemeClr val="lt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3"/>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4"/>
            </p:custDataLst>
          </p:nvPr>
        </p:nvSpPr>
        <p:spPr/>
        <p:txBody>
          <a:bodyPr wrap="square">
            <a:normAutofit/>
          </a:bodyPr>
          <a:lstStyle>
            <a:lvl1pPr>
              <a:defRPr>
                <a:solidFill>
                  <a:schemeClr val="lt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cxnSp>
        <p:nvCxnSpPr>
          <p:cNvPr id="11" name="直接连接符 10"/>
          <p:cNvCxnSpPr/>
          <p:nvPr userDrawn="1">
            <p:custDataLst>
              <p:tags r:id="rId15"/>
            </p:custDataLst>
          </p:nvPr>
        </p:nvCxnSpPr>
        <p:spPr>
          <a:xfrm>
            <a:off x="1831975" y="3450590"/>
            <a:ext cx="5480050" cy="0"/>
          </a:xfrm>
          <a:prstGeom prst="line">
            <a:avLst/>
          </a:prstGeom>
          <a:ln>
            <a:solidFill>
              <a:schemeClr val="bg1"/>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0" name="文本占位符 9"/>
          <p:cNvSpPr>
            <a:spLocks noGrp="1"/>
          </p:cNvSpPr>
          <p:nvPr>
            <p:ph type="body" idx="14" hasCustomPrompt="1"/>
            <p:custDataLst>
              <p:tags r:id="rId16"/>
            </p:custDataLst>
          </p:nvPr>
        </p:nvSpPr>
        <p:spPr>
          <a:xfrm>
            <a:off x="1889760" y="3557540"/>
            <a:ext cx="5365115" cy="436340"/>
          </a:xfrm>
        </p:spPr>
        <p:txBody>
          <a:bodyPr vert="horz" wrap="square" lIns="90170" tIns="0" rIns="90170" bIns="46990" anchor="t" anchorCtr="0">
            <a:normAutofit/>
          </a:bodyPr>
          <a:lstStyle>
            <a:lvl1pPr marL="0" marR="0" indent="0" algn="ctr" rtl="0" eaLnBrk="1" fontAlgn="auto">
              <a:lnSpc>
                <a:spcPct val="100000"/>
              </a:lnSpc>
              <a:spcBef>
                <a:spcPts val="0"/>
              </a:spcBef>
              <a:spcAft>
                <a:spcPts val="0"/>
              </a:spcAft>
              <a:buClrTx/>
              <a:buSzPts val="2000"/>
              <a:buFont typeface="Arial" panose="020B0604020202020204" pitchFamily="34" charset="0"/>
              <a:buNone/>
              <a:defRPr sz="1500" b="0" spc="200">
                <a:solidFill>
                  <a:schemeClr val="bg1"/>
                </a:solidFill>
                <a:latin typeface="Arial" panose="020B0604020202020204" pitchFamily="34" charset="0"/>
                <a:ea typeface="微软雅黑" panose="020B0503020204020204" charset="-122"/>
              </a:defRPr>
            </a:lvl1pPr>
          </a:lstStyle>
          <a:p>
            <a:pPr marL="228600" lvl="0" indent="-228600" algn="l" defTabSz="914400" rtl="0" eaLnBrk="1" fontAlgn="auto" latinLnBrk="0" hangingPunct="1">
              <a:lnSpc>
                <a:spcPct val="130000"/>
              </a:lnSpc>
              <a:spcBef>
                <a:spcPts val="0"/>
              </a:spcBef>
              <a:spcAft>
                <a:spcPts val="1000"/>
              </a:spcAft>
              <a:buClr>
                <a:schemeClr val="tx1">
                  <a:lumMod val="65000"/>
                  <a:lumOff val="35000"/>
                </a:schemeClr>
              </a:buClr>
              <a:buSzPts val="2000"/>
              <a:buFont typeface="Arial" panose="020B0604020202020204" pitchFamily="34" charset="0"/>
              <a:buNone/>
            </a:pPr>
            <a:r>
              <a:rPr lang="zh-CN" altLang="en-US" dirty="0"/>
              <a:t>单击此处编辑副标题</a:t>
            </a:r>
            <a:endParaRPr lang="zh-CN" altLang="en-US" dirty="0"/>
          </a:p>
        </p:txBody>
      </p:sp>
      <p:sp>
        <p:nvSpPr>
          <p:cNvPr id="2" name="标题 1"/>
          <p:cNvSpPr>
            <a:spLocks noGrp="1"/>
          </p:cNvSpPr>
          <p:nvPr>
            <p:ph type="title" idx="13" hasCustomPrompt="1"/>
            <p:custDataLst>
              <p:tags r:id="rId17"/>
            </p:custDataLst>
          </p:nvPr>
        </p:nvSpPr>
        <p:spPr>
          <a:xfrm>
            <a:off x="1889125" y="1945305"/>
            <a:ext cx="5365750" cy="1398905"/>
          </a:xfrm>
        </p:spPr>
        <p:txBody>
          <a:bodyPr vert="horz" wrap="square" lIns="90170" tIns="46990" rIns="90170" bIns="0" anchor="b" anchorCtr="0">
            <a:normAutofit/>
          </a:bodyPr>
          <a:lstStyle>
            <a:lvl1pPr marL="0" marR="0" indent="0" algn="dist" defTabSz="914400" rtl="0" eaLnBrk="1" fontAlgn="auto" latinLnBrk="0" hangingPunct="1">
              <a:lnSpc>
                <a:spcPct val="100000"/>
              </a:lnSpc>
              <a:spcBef>
                <a:spcPct val="0"/>
              </a:spcBef>
              <a:spcAft>
                <a:spcPts val="0"/>
              </a:spcAft>
              <a:buClrTx/>
              <a:buSzPts val="8000"/>
              <a:buNone/>
              <a:defRPr sz="6000" b="0" spc="1000">
                <a:solidFill>
                  <a:schemeClr val="bg1"/>
                </a:solidFill>
                <a:latin typeface="Arial" panose="020B0604020202020204" pitchFamily="34" charset="0"/>
                <a:ea typeface="汉仪旗黑-85S" panose="00020600040101010101" pitchFamily="18" charset="-122"/>
              </a:defRPr>
            </a:lvl1pPr>
          </a:lstStyle>
          <a:p>
            <a:r>
              <a:rPr lang="zh-CN" altLang="en-US" dirty="0"/>
              <a:t>编辑标题</a:t>
            </a:r>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6"/>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6" name="矩形 5"/>
          <p:cNvSpPr/>
          <p:nvPr userDrawn="1">
            <p:custDataLst>
              <p:tags r:id="rId5"/>
            </p:custDataLst>
          </p:nvPr>
        </p:nvSpPr>
        <p:spPr>
          <a:xfrm>
            <a:off x="-1232364" y="-857250"/>
            <a:ext cx="11608728"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p:custDataLst>
              <p:tags r:id="rId6"/>
            </p:custDataLst>
          </p:nvPr>
        </p:nvSpPr>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7"/>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pic>
        <p:nvPicPr>
          <p:cNvPr id="9" name="图片 8"/>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8" name="矩形 7"/>
          <p:cNvSpPr/>
          <p:nvPr userDrawn="1">
            <p:custDataLst>
              <p:tags r:id="rId5"/>
            </p:custDataLst>
          </p:nvPr>
        </p:nvSpPr>
        <p:spPr>
          <a:xfrm>
            <a:off x="-1231925" y="-553441"/>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2" name="标题 1"/>
          <p:cNvSpPr>
            <a:spLocks noGrp="1"/>
          </p:cNvSpPr>
          <p:nvPr>
            <p:ph type="title" hasCustomPrompt="1"/>
            <p:custDataLst>
              <p:tags r:id="rId6"/>
            </p:custDataLst>
          </p:nvPr>
        </p:nvSpPr>
        <p:spPr>
          <a:xfrm>
            <a:off x="-242400" y="391950"/>
            <a:ext cx="9626400" cy="723600"/>
          </a:xfrm>
        </p:spPr>
        <p:txBody>
          <a:bodyPr wrap="square" anchor="ctr">
            <a:normAutofit/>
          </a:bodyPr>
          <a:lstStyle>
            <a:lvl1pPr>
              <a:defRPr sz="24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7"/>
            </p:custDataLst>
          </p:nvPr>
        </p:nvSpPr>
        <p:spPr>
          <a:xfrm>
            <a:off x="-242887" y="1306350"/>
            <a:ext cx="9626600" cy="3445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8"/>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pic>
        <p:nvPicPr>
          <p:cNvPr id="12" name="图片 11"/>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11" name="矩形 10"/>
          <p:cNvSpPr/>
          <p:nvPr userDrawn="1">
            <p:custDataLst>
              <p:tags r:id="rId5"/>
            </p:custDataLst>
          </p:nvPr>
        </p:nvSpPr>
        <p:spPr>
          <a:xfrm>
            <a:off x="-1231925" y="-553441"/>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矩形 9"/>
          <p:cNvSpPr/>
          <p:nvPr userDrawn="1">
            <p:custDataLst>
              <p:tags r:id="rId6"/>
            </p:custDataLst>
          </p:nvPr>
        </p:nvSpPr>
        <p:spPr>
          <a:xfrm>
            <a:off x="-1524000" y="-857250"/>
            <a:ext cx="4824603" cy="68580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pic>
        <p:nvPicPr>
          <p:cNvPr id="8" name="图片 7"/>
          <p:cNvPicPr/>
          <p:nvPr userDrawn="1">
            <p:custDataLst>
              <p:tags r:id="rId7"/>
            </p:custDataLst>
          </p:nvPr>
        </p:nvPicPr>
        <p:blipFill>
          <a:blip r:embed="rId8" r:link="rId9" cstate="print">
            <a:extLst>
              <a:ext uri="{28A0092B-C50C-407E-A947-70E740481C1C}">
                <a14:useLocalDpi xmlns:a14="http://schemas.microsoft.com/office/drawing/2010/main" val="0"/>
              </a:ext>
            </a:extLst>
          </a:blip>
          <a:stretch>
            <a:fillRect/>
          </a:stretch>
        </p:blipFill>
        <p:spPr>
          <a:xfrm>
            <a:off x="9947910" y="-857250"/>
            <a:ext cx="720090" cy="720090"/>
          </a:xfrm>
          <a:prstGeom prst="rect">
            <a:avLst/>
          </a:prstGeom>
        </p:spPr>
      </p:pic>
      <p:sp>
        <p:nvSpPr>
          <p:cNvPr id="2" name="标题 1"/>
          <p:cNvSpPr>
            <a:spLocks noGrp="1"/>
          </p:cNvSpPr>
          <p:nvPr>
            <p:ph type="title" hasCustomPrompt="1"/>
            <p:custDataLst>
              <p:tags r:id="rId10"/>
            </p:custDataLst>
          </p:nvPr>
        </p:nvSpPr>
        <p:spPr>
          <a:xfrm>
            <a:off x="-940800" y="-86850"/>
            <a:ext cx="3960000" cy="882000"/>
          </a:xfrm>
        </p:spPr>
        <p:txBody>
          <a:bodyPr wrap="square" anchor="ctr" anchorCtr="0">
            <a:normAutofit/>
          </a:bodyPr>
          <a:lstStyle>
            <a:lvl1pPr>
              <a:defRPr sz="27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11"/>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3"/>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4"/>
            </p:custDataLst>
          </p:nvPr>
        </p:nvSpPr>
        <p:spPr>
          <a:xfrm>
            <a:off x="-937200" y="906750"/>
            <a:ext cx="3956400" cy="4093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5"/>
            </p:custDataLst>
          </p:nvPr>
        </p:nvSpPr>
        <p:spPr>
          <a:xfrm>
            <a:off x="3577200" y="-87312"/>
            <a:ext cx="6480000" cy="5087937"/>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pic>
        <p:nvPicPr>
          <p:cNvPr id="13" name="图片 12"/>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12" name="矩形 11"/>
          <p:cNvSpPr/>
          <p:nvPr userDrawn="1">
            <p:custDataLst>
              <p:tags r:id="rId5"/>
            </p:custDataLst>
          </p:nvPr>
        </p:nvSpPr>
        <p:spPr>
          <a:xfrm>
            <a:off x="-1524000" y="-857250"/>
            <a:ext cx="12192000" cy="6549219"/>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1" name="矩形 10"/>
          <p:cNvSpPr/>
          <p:nvPr userDrawn="1">
            <p:custDataLst>
              <p:tags r:id="rId6"/>
            </p:custDataLst>
          </p:nvPr>
        </p:nvSpPr>
        <p:spPr>
          <a:xfrm>
            <a:off x="-1524000" y="-857250"/>
            <a:ext cx="12192000" cy="2664333"/>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pic>
        <p:nvPicPr>
          <p:cNvPr id="10" name="图片 9"/>
          <p:cNvPicPr/>
          <p:nvPr userDrawn="1">
            <p:custDataLst>
              <p:tags r:id="rId7"/>
            </p:custDataLst>
          </p:nvPr>
        </p:nvPicPr>
        <p:blipFill>
          <a:blip r:embed="rId8" r:link="rId9" cstate="print">
            <a:extLst>
              <a:ext uri="{28A0092B-C50C-407E-A947-70E740481C1C}">
                <a14:useLocalDpi xmlns:a14="http://schemas.microsoft.com/office/drawing/2010/main" val="0"/>
              </a:ext>
            </a:extLst>
          </a:blip>
          <a:stretch>
            <a:fillRect/>
          </a:stretch>
        </p:blipFill>
        <p:spPr>
          <a:xfrm>
            <a:off x="-1524000" y="-857250"/>
            <a:ext cx="720090" cy="720090"/>
          </a:xfrm>
          <a:prstGeom prst="rect">
            <a:avLst/>
          </a:prstGeom>
        </p:spPr>
      </p:pic>
      <p:pic>
        <p:nvPicPr>
          <p:cNvPr id="8" name="图片 7"/>
          <p:cNvPicPr/>
          <p:nvPr userDrawn="1">
            <p:custDataLst>
              <p:tags r:id="rId10"/>
            </p:custDataLst>
          </p:nvPr>
        </p:nvPicPr>
        <p:blipFill>
          <a:blip r:embed="rId11" r:link="rId12" cstate="print">
            <a:extLst>
              <a:ext uri="{28A0092B-C50C-407E-A947-70E740481C1C}">
                <a14:useLocalDpi xmlns:a14="http://schemas.microsoft.com/office/drawing/2010/main" val="0"/>
              </a:ext>
            </a:extLst>
          </a:blip>
          <a:stretch>
            <a:fillRect/>
          </a:stretch>
        </p:blipFill>
        <p:spPr>
          <a:xfrm>
            <a:off x="9947910" y="-857250"/>
            <a:ext cx="720090" cy="720090"/>
          </a:xfrm>
          <a:prstGeom prst="rect">
            <a:avLst/>
          </a:prstGeom>
        </p:spPr>
      </p:pic>
      <p:sp>
        <p:nvSpPr>
          <p:cNvPr id="2" name="标题 1"/>
          <p:cNvSpPr>
            <a:spLocks noGrp="1"/>
          </p:cNvSpPr>
          <p:nvPr>
            <p:ph type="title"/>
            <p:custDataLst>
              <p:tags r:id="rId13"/>
            </p:custDataLst>
          </p:nvPr>
        </p:nvSpPr>
        <p:spPr>
          <a:xfrm>
            <a:off x="-912000" y="-76050"/>
            <a:ext cx="10976400" cy="626400"/>
          </a:xfrm>
        </p:spPr>
        <p:txBody>
          <a:bodyPr wrap="square" anchor="ctr">
            <a:normAutofit/>
          </a:bodyPr>
          <a:lstStyle>
            <a:lvl1pPr algn="ctr">
              <a:defRPr sz="27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14"/>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5"/>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7"/>
            </p:custDataLst>
          </p:nvPr>
        </p:nvSpPr>
        <p:spPr>
          <a:xfrm>
            <a:off x="-912000" y="802350"/>
            <a:ext cx="10975975" cy="828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8"/>
            </p:custDataLst>
          </p:nvPr>
        </p:nvSpPr>
        <p:spPr>
          <a:xfrm>
            <a:off x="-911225" y="1950750"/>
            <a:ext cx="10965600" cy="343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13" name="图片 12"/>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12" name="矩形 11"/>
          <p:cNvSpPr/>
          <p:nvPr userDrawn="1">
            <p:custDataLst>
              <p:tags r:id="rId5"/>
            </p:custDataLst>
          </p:nvPr>
        </p:nvSpPr>
        <p:spPr>
          <a:xfrm>
            <a:off x="-1524000" y="-554812"/>
            <a:ext cx="12192000" cy="6549219"/>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1" name="矩形 10"/>
          <p:cNvSpPr/>
          <p:nvPr userDrawn="1">
            <p:custDataLst>
              <p:tags r:id="rId6"/>
            </p:custDataLst>
          </p:nvPr>
        </p:nvSpPr>
        <p:spPr>
          <a:xfrm>
            <a:off x="-1524000" y="4171721"/>
            <a:ext cx="12192000" cy="1829029"/>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pic>
        <p:nvPicPr>
          <p:cNvPr id="10" name="图片 9"/>
          <p:cNvPicPr/>
          <p:nvPr userDrawn="1">
            <p:custDataLst>
              <p:tags r:id="rId7"/>
            </p:custDataLst>
          </p:nvPr>
        </p:nvPicPr>
        <p:blipFill>
          <a:blip r:embed="rId8" r:link="rId9" cstate="print">
            <a:extLst>
              <a:ext uri="{28A0092B-C50C-407E-A947-70E740481C1C}">
                <a14:useLocalDpi xmlns:a14="http://schemas.microsoft.com/office/drawing/2010/main" val="0"/>
              </a:ext>
            </a:extLst>
          </a:blip>
          <a:stretch>
            <a:fillRect/>
          </a:stretch>
        </p:blipFill>
        <p:spPr>
          <a:xfrm>
            <a:off x="-1524000" y="-857250"/>
            <a:ext cx="720090" cy="720090"/>
          </a:xfrm>
          <a:prstGeom prst="rect">
            <a:avLst/>
          </a:prstGeom>
        </p:spPr>
      </p:pic>
      <p:pic>
        <p:nvPicPr>
          <p:cNvPr id="8" name="图片 7"/>
          <p:cNvPicPr/>
          <p:nvPr userDrawn="1">
            <p:custDataLst>
              <p:tags r:id="rId10"/>
            </p:custDataLst>
          </p:nvPr>
        </p:nvPicPr>
        <p:blipFill>
          <a:blip r:embed="rId11" r:link="rId12" cstate="print">
            <a:extLst>
              <a:ext uri="{28A0092B-C50C-407E-A947-70E740481C1C}">
                <a14:useLocalDpi xmlns:a14="http://schemas.microsoft.com/office/drawing/2010/main" val="0"/>
              </a:ext>
            </a:extLst>
          </a:blip>
          <a:stretch>
            <a:fillRect/>
          </a:stretch>
        </p:blipFill>
        <p:spPr>
          <a:xfrm>
            <a:off x="9947910" y="-857250"/>
            <a:ext cx="720090" cy="720090"/>
          </a:xfrm>
          <a:prstGeom prst="rect">
            <a:avLst/>
          </a:prstGeom>
        </p:spPr>
      </p:pic>
      <p:sp>
        <p:nvSpPr>
          <p:cNvPr id="2" name="标题 1"/>
          <p:cNvSpPr>
            <a:spLocks noGrp="1"/>
          </p:cNvSpPr>
          <p:nvPr>
            <p:ph type="title"/>
            <p:custDataLst>
              <p:tags r:id="rId13"/>
            </p:custDataLst>
          </p:nvPr>
        </p:nvSpPr>
        <p:spPr>
          <a:xfrm>
            <a:off x="-919200" y="-187650"/>
            <a:ext cx="10976400" cy="565200"/>
          </a:xfrm>
        </p:spPr>
        <p:txBody>
          <a:bodyPr wrap="square" anchor="ctr" anchorCtr="0">
            <a:normAutofit/>
          </a:bodyPr>
          <a:lstStyle>
            <a:lvl1pPr algn="ctr">
              <a:defRPr sz="24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4"/>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5"/>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7"/>
            </p:custDataLst>
          </p:nvPr>
        </p:nvSpPr>
        <p:spPr>
          <a:xfrm>
            <a:off x="-919163" y="823950"/>
            <a:ext cx="10990800" cy="321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8"/>
            </p:custDataLst>
          </p:nvPr>
        </p:nvSpPr>
        <p:spPr>
          <a:xfrm>
            <a:off x="-930000" y="4323150"/>
            <a:ext cx="11001600" cy="10116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pic>
        <p:nvPicPr>
          <p:cNvPr id="16" name="图片 15"/>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15" name="矩形 14"/>
          <p:cNvSpPr/>
          <p:nvPr userDrawn="1">
            <p:custDataLst>
              <p:tags r:id="rId5"/>
            </p:custDataLst>
          </p:nvPr>
        </p:nvSpPr>
        <p:spPr>
          <a:xfrm>
            <a:off x="-1524000" y="-857250"/>
            <a:ext cx="12192000" cy="6549219"/>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4" name="矩形 13"/>
          <p:cNvSpPr/>
          <p:nvPr userDrawn="1">
            <p:custDataLst>
              <p:tags r:id="rId6"/>
            </p:custDataLst>
          </p:nvPr>
        </p:nvSpPr>
        <p:spPr>
          <a:xfrm>
            <a:off x="-1524000" y="-857250"/>
            <a:ext cx="12192000" cy="914400"/>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pic>
        <p:nvPicPr>
          <p:cNvPr id="12" name="图片 11"/>
          <p:cNvPicPr/>
          <p:nvPr userDrawn="1">
            <p:custDataLst>
              <p:tags r:id="rId7"/>
            </p:custDataLst>
          </p:nvPr>
        </p:nvPicPr>
        <p:blipFill>
          <a:blip r:embed="rId8" r:link="rId9" cstate="print">
            <a:extLst>
              <a:ext uri="{28A0092B-C50C-407E-A947-70E740481C1C}">
                <a14:useLocalDpi xmlns:a14="http://schemas.microsoft.com/office/drawing/2010/main" val="0"/>
              </a:ext>
            </a:extLst>
          </a:blip>
          <a:stretch>
            <a:fillRect/>
          </a:stretch>
        </p:blipFill>
        <p:spPr>
          <a:xfrm>
            <a:off x="9947910" y="5280660"/>
            <a:ext cx="720090" cy="720090"/>
          </a:xfrm>
          <a:prstGeom prst="rect">
            <a:avLst/>
          </a:prstGeom>
        </p:spPr>
      </p:pic>
      <p:pic>
        <p:nvPicPr>
          <p:cNvPr id="10" name="图片 9"/>
          <p:cNvPicPr/>
          <p:nvPr userDrawn="1">
            <p:custDataLst>
              <p:tags r:id="rId10"/>
            </p:custDataLst>
          </p:nvPr>
        </p:nvPicPr>
        <p:blipFill>
          <a:blip r:embed="rId11" r:link="rId12" cstate="print">
            <a:extLst>
              <a:ext uri="{28A0092B-C50C-407E-A947-70E740481C1C}">
                <a14:useLocalDpi xmlns:a14="http://schemas.microsoft.com/office/drawing/2010/main" val="0"/>
              </a:ext>
            </a:extLst>
          </a:blip>
          <a:stretch>
            <a:fillRect/>
          </a:stretch>
        </p:blipFill>
        <p:spPr>
          <a:xfrm>
            <a:off x="-1524000" y="5280660"/>
            <a:ext cx="720090" cy="720090"/>
          </a:xfrm>
          <a:prstGeom prst="rect">
            <a:avLst/>
          </a:prstGeom>
        </p:spPr>
      </p:pic>
      <p:sp>
        <p:nvSpPr>
          <p:cNvPr id="2" name="标题 1"/>
          <p:cNvSpPr>
            <a:spLocks noGrp="1"/>
          </p:cNvSpPr>
          <p:nvPr>
            <p:ph type="title"/>
            <p:custDataLst>
              <p:tags r:id="rId13"/>
            </p:custDataLst>
          </p:nvPr>
        </p:nvSpPr>
        <p:spPr>
          <a:xfrm>
            <a:off x="-944400" y="-619650"/>
            <a:ext cx="11037600"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4"/>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5"/>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6"/>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7"/>
            </p:custDataLst>
          </p:nvPr>
        </p:nvSpPr>
        <p:spPr>
          <a:xfrm>
            <a:off x="-944400" y="805950"/>
            <a:ext cx="53424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8"/>
            </p:custDataLst>
          </p:nvPr>
        </p:nvSpPr>
        <p:spPr>
          <a:xfrm>
            <a:off x="4718400" y="805950"/>
            <a:ext cx="53676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9"/>
            </p:custDataLst>
          </p:nvPr>
        </p:nvSpPr>
        <p:spPr>
          <a:xfrm>
            <a:off x="-951600" y="3959550"/>
            <a:ext cx="53424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20"/>
            </p:custDataLst>
          </p:nvPr>
        </p:nvSpPr>
        <p:spPr>
          <a:xfrm>
            <a:off x="4729200" y="3955950"/>
            <a:ext cx="53676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pic>
        <p:nvPicPr>
          <p:cNvPr id="11" name="图片 10"/>
          <p:cNvPicPr/>
          <p:nvPr userDrawn="1">
            <p:custDataLst>
              <p:tags r:id="rId2"/>
            </p:custDataLst>
          </p:nvPr>
        </p:nvPicPr>
        <p:blipFill>
          <a:blip r:embed="rId3" r:link="rId4">
            <a:extLst>
              <a:ext uri="{28A0092B-C50C-407E-A947-70E740481C1C}">
                <a14:useLocalDpi xmlns:a14="http://schemas.microsoft.com/office/drawing/2010/main" val="0"/>
              </a:ext>
            </a:extLst>
          </a:blip>
          <a:stretch>
            <a:fillRect/>
          </a:stretch>
        </p:blipFill>
        <p:spPr>
          <a:xfrm>
            <a:off x="-1524000" y="-857250"/>
            <a:ext cx="12192000" cy="6858000"/>
          </a:xfrm>
          <a:prstGeom prst="rect">
            <a:avLst/>
          </a:prstGeom>
        </p:spPr>
      </p:pic>
      <p:sp>
        <p:nvSpPr>
          <p:cNvPr id="10" name="矩形 9"/>
          <p:cNvSpPr/>
          <p:nvPr userDrawn="1">
            <p:custDataLst>
              <p:tags r:id="rId5"/>
            </p:custDataLst>
          </p:nvPr>
        </p:nvSpPr>
        <p:spPr>
          <a:xfrm>
            <a:off x="-1524000" y="96441"/>
            <a:ext cx="12192000" cy="4950618"/>
          </a:xfrm>
          <a:prstGeom prst="rect">
            <a:avLst/>
          </a:prstGeom>
          <a:solidFill>
            <a:schemeClr val="tx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pic>
        <p:nvPicPr>
          <p:cNvPr id="9" name="图片 8"/>
          <p:cNvPicPr/>
          <p:nvPr userDrawn="1">
            <p:custDataLst>
              <p:tags r:id="rId6"/>
            </p:custDataLst>
          </p:nvPr>
        </p:nvPicPr>
        <p:blipFill>
          <a:blip r:embed="rId7" r:link="rId8">
            <a:extLst>
              <a:ext uri="{28A0092B-C50C-407E-A947-70E740481C1C}">
                <a14:useLocalDpi xmlns:a14="http://schemas.microsoft.com/office/drawing/2010/main" val="0"/>
              </a:ext>
            </a:extLst>
          </a:blip>
          <a:stretch>
            <a:fillRect/>
          </a:stretch>
        </p:blipFill>
        <p:spPr>
          <a:xfrm>
            <a:off x="9047797" y="-857250"/>
            <a:ext cx="1620202" cy="1620202"/>
          </a:xfrm>
          <a:prstGeom prst="rect">
            <a:avLst/>
          </a:prstGeom>
        </p:spPr>
      </p:pic>
      <p:pic>
        <p:nvPicPr>
          <p:cNvPr id="8" name="图片 7"/>
          <p:cNvPicPr/>
          <p:nvPr userDrawn="1">
            <p:custDataLst>
              <p:tags r:id="rId9"/>
            </p:custDataLst>
          </p:nvPr>
        </p:nvPicPr>
        <p:blipFill>
          <a:blip r:embed="rId10" r:link="rId11">
            <a:extLst>
              <a:ext uri="{28A0092B-C50C-407E-A947-70E740481C1C}">
                <a14:useLocalDpi xmlns:a14="http://schemas.microsoft.com/office/drawing/2010/main" val="0"/>
              </a:ext>
            </a:extLst>
          </a:blip>
          <a:stretch>
            <a:fillRect/>
          </a:stretch>
        </p:blipFill>
        <p:spPr>
          <a:xfrm>
            <a:off x="-1524000" y="4380547"/>
            <a:ext cx="1620202" cy="1620202"/>
          </a:xfrm>
          <a:prstGeom prst="rect">
            <a:avLst/>
          </a:prstGeom>
        </p:spPr>
      </p:pic>
      <p:sp>
        <p:nvSpPr>
          <p:cNvPr id="2" name="标题 1"/>
          <p:cNvSpPr>
            <a:spLocks noGrp="1"/>
          </p:cNvSpPr>
          <p:nvPr>
            <p:ph type="title" hasCustomPrompt="1"/>
            <p:custDataLst>
              <p:tags r:id="rId12"/>
            </p:custDataLst>
          </p:nvPr>
        </p:nvSpPr>
        <p:spPr>
          <a:xfrm>
            <a:off x="-1200" y="481950"/>
            <a:ext cx="9144000" cy="2386800"/>
          </a:xfrm>
        </p:spPr>
        <p:txBody>
          <a:bodyPr wrap="square" anchor="b">
            <a:normAutofit/>
          </a:bodyPr>
          <a:lstStyle>
            <a:lvl1pPr algn="ctr">
              <a:defRPr sz="45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3"/>
            </p:custDataLst>
          </p:nvPr>
        </p:nvSpPr>
        <p:spPr/>
        <p:txBody>
          <a:bodyPr wrap="square">
            <a:normAutofit/>
          </a:bodyPr>
          <a:lstStyle>
            <a:lvl1pPr>
              <a:defRPr>
                <a:solidFill>
                  <a:schemeClr val="lt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4"/>
            </p:custDataLst>
          </p:nvPr>
        </p:nvSpPr>
        <p:spPr/>
        <p:txBody>
          <a:bodyPr wrap="square">
            <a:normAutofit/>
          </a:bodyPr>
          <a:lstStyle>
            <a:lvl1pPr>
              <a:defRPr>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5"/>
            </p:custDataLst>
          </p:nvPr>
        </p:nvSpPr>
        <p:spPr/>
        <p:txBody>
          <a:bodyPr wrap="square">
            <a:normAutofit/>
          </a:bodyPr>
          <a:lstStyle>
            <a:lvl1pPr>
              <a:defRPr>
                <a:solidFill>
                  <a:schemeClr val="lt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6"/>
            </p:custDataLst>
          </p:nvPr>
        </p:nvSpPr>
        <p:spPr>
          <a:xfrm>
            <a:off x="-1587" y="3005550"/>
            <a:ext cx="9144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上下">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9144000" cy="1998000"/>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latin typeface="微软雅黑" panose="020B0503020204020204" charset="-122"/>
              <a:ea typeface="微软雅黑" panose="020B0503020204020204" charset="-122"/>
              <a:sym typeface="+mn-ea"/>
            </a:endParaRPr>
          </a:p>
        </p:txBody>
      </p:sp>
      <p:grpSp>
        <p:nvGrpSpPr>
          <p:cNvPr id="22" name="组合 21"/>
          <p:cNvGrpSpPr/>
          <p:nvPr userDrawn="1">
            <p:custDataLst>
              <p:tags r:id="rId3"/>
            </p:custDataLst>
          </p:nvPr>
        </p:nvGrpSpPr>
        <p:grpSpPr>
          <a:xfrm>
            <a:off x="67487" y="71105"/>
            <a:ext cx="8965498" cy="5053346"/>
            <a:chOff x="89982" y="94806"/>
            <a:chExt cx="11953997" cy="6737794"/>
          </a:xfrm>
        </p:grpSpPr>
        <p:pic>
          <p:nvPicPr>
            <p:cNvPr id="23" name="图片 22"/>
            <p:cNvPicPr>
              <a:picLocks noChangeAspect="1"/>
            </p:cNvPicPr>
            <p:nvPr userDrawn="1">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24" name="图片 23"/>
            <p:cNvPicPr>
              <a:picLocks noChangeAspect="1"/>
            </p:cNvPicPr>
            <p:nvPr userDrawn="1">
              <p:custDataLst>
                <p:tags r:id="rId6"/>
              </p:custDataLst>
            </p:nvPr>
          </p:nvPicPr>
          <p:blipFill>
            <a:blip r:embed="rId7">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2" name="标题 1"/>
          <p:cNvSpPr>
            <a:spLocks noGrp="1"/>
          </p:cNvSpPr>
          <p:nvPr>
            <p:ph type="title"/>
            <p:custDataLst>
              <p:tags r:id="rId8"/>
            </p:custDataLst>
          </p:nvPr>
        </p:nvSpPr>
        <p:spPr>
          <a:xfrm>
            <a:off x="459000" y="585900"/>
            <a:ext cx="8232300" cy="469800"/>
          </a:xfrm>
        </p:spPr>
        <p:txBody>
          <a:bodyPr anchor="ctr"/>
          <a:lstStyle>
            <a:lvl1pPr algn="ctr">
              <a:defRPr sz="27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p:txBody>
          <a:bodyPr/>
          <a:lstStyle>
            <a:lvl1pPr>
              <a:defRPr>
                <a:latin typeface="微软雅黑" panose="020B0503020204020204" charset="-122"/>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a:lstStyle>
            <a:lvl1pPr>
              <a:defRPr>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p:txBody>
          <a:bodyPr/>
          <a:lstStyle>
            <a:lvl1pPr>
              <a:defRPr>
                <a:latin typeface="微软雅黑" panose="020B0503020204020204" charset="-122"/>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2"/>
            </p:custDataLst>
          </p:nvPr>
        </p:nvSpPr>
        <p:spPr>
          <a:xfrm>
            <a:off x="459000" y="1244700"/>
            <a:ext cx="8231981" cy="621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3"/>
            </p:custDataLst>
          </p:nvPr>
        </p:nvSpPr>
        <p:spPr>
          <a:xfrm>
            <a:off x="459581" y="2106000"/>
            <a:ext cx="8224200" cy="25731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5" Type="http://schemas.openxmlformats.org/officeDocument/2006/relationships/theme" Target="../theme/theme2.xml"/><Relationship Id="rId14" Type="http://schemas.openxmlformats.org/officeDocument/2006/relationships/tags" Target="../tags/tag3.xml"/><Relationship Id="rId13" Type="http://schemas.openxmlformats.org/officeDocument/2006/relationships/tags" Target="../tags/tag2.xml"/><Relationship Id="rId12" Type="http://schemas.openxmlformats.org/officeDocument/2006/relationships/tags" Target="../tags/tag1.xml"/><Relationship Id="rId11" Type="http://schemas.openxmlformats.org/officeDocument/2006/relationships/image" Target="../media/image11.jpeg"/><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8" Type="http://schemas.openxmlformats.org/officeDocument/2006/relationships/theme" Target="../theme/theme3.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6" Type="http://schemas.openxmlformats.org/officeDocument/2006/relationships/theme" Target="../theme/theme4.xml"/><Relationship Id="rId25" Type="http://schemas.openxmlformats.org/officeDocument/2006/relationships/tags" Target="../tags/tag231.xml"/><Relationship Id="rId24" Type="http://schemas.openxmlformats.org/officeDocument/2006/relationships/tags" Target="../tags/tag230.xml"/><Relationship Id="rId23" Type="http://schemas.openxmlformats.org/officeDocument/2006/relationships/tags" Target="../tags/tag229.xml"/><Relationship Id="rId22" Type="http://schemas.openxmlformats.org/officeDocument/2006/relationships/tags" Target="../tags/tag228.xml"/><Relationship Id="rId21" Type="http://schemas.openxmlformats.org/officeDocument/2006/relationships/tags" Target="../tags/tag227.xml"/><Relationship Id="rId20" Type="http://schemas.openxmlformats.org/officeDocument/2006/relationships/tags" Target="../tags/tag226.xml"/><Relationship Id="rId2" Type="http://schemas.openxmlformats.org/officeDocument/2006/relationships/slideLayout" Target="../slideLayouts/slideLayout36.xml"/><Relationship Id="rId19" Type="http://schemas.openxmlformats.org/officeDocument/2006/relationships/slideLayout" Target="../slideLayouts/slideLayout53.xml"/><Relationship Id="rId18" Type="http://schemas.openxmlformats.org/officeDocument/2006/relationships/slideLayout" Target="../slideLayouts/slideLayout52.xml"/><Relationship Id="rId17" Type="http://schemas.openxmlformats.org/officeDocument/2006/relationships/slideLayout" Target="../slideLayouts/slideLayout51.xml"/><Relationship Id="rId16" Type="http://schemas.openxmlformats.org/officeDocument/2006/relationships/slideLayout" Target="../slideLayouts/slideLayout50.xml"/><Relationship Id="rId15" Type="http://schemas.openxmlformats.org/officeDocument/2006/relationships/slideLayout" Target="../slideLayouts/slideLayout49.xml"/><Relationship Id="rId14" Type="http://schemas.openxmlformats.org/officeDocument/2006/relationships/slideLayout" Target="../slideLayouts/slideLayout48.xml"/><Relationship Id="rId13" Type="http://schemas.openxmlformats.org/officeDocument/2006/relationships/slideLayout" Target="../slideLayouts/slideLayout47.xml"/><Relationship Id="rId12" Type="http://schemas.openxmlformats.org/officeDocument/2006/relationships/slideLayout" Target="../slideLayouts/slideLayout46.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latin typeface="字魂35号-经典雅黑" panose="02000000000000000000" pitchFamily="2" charset="-122"/>
              </a:defRPr>
            </a:lvl1pPr>
          </a:lstStyle>
          <a:p>
            <a:fld id="{0CEB1B6A-AEF1-4ACD-BD61-958570690F55}" type="datetimeFigureOut">
              <a:rPr lang="zh-CN" altLang="en-US" smtClean="0"/>
            </a:fld>
            <a:endParaRPr lang="zh-CN" altLang="en-US" dirty="0"/>
          </a:p>
        </p:txBody>
      </p:sp>
      <p:sp>
        <p:nvSpPr>
          <p:cNvPr id="5" name="页脚占位符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latin typeface="字魂35号-经典雅黑" panose="02000000000000000000" pitchFamily="2" charset="-122"/>
              </a:defRPr>
            </a:lvl1pPr>
          </a:lstStyle>
          <a:p>
            <a:endParaRPr lang="zh-CN" altLang="en-US" dirty="0"/>
          </a:p>
        </p:txBody>
      </p:sp>
      <p:sp>
        <p:nvSpPr>
          <p:cNvPr id="6" name="灯片编号占位符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latin typeface="字魂35号-经典雅黑" panose="02000000000000000000" pitchFamily="2" charset="-122"/>
              </a:defRPr>
            </a:lvl1pPr>
          </a:lstStyle>
          <a:p>
            <a:fld id="{BB6CB991-6BD3-42F2-8A94-1903E9425430}"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字魂35号-经典雅黑" panose="02000000000000000000" pitchFamily="2" charset="-122"/>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字魂35号-经典雅黑" panose="02000000000000000000" pitchFamily="2" charset="-122"/>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字魂35号-经典雅黑" panose="02000000000000000000" pitchFamily="2" charset="-122"/>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字魂35号-经典雅黑" panose="02000000000000000000" pitchFamily="2" charset="-122"/>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字魂35号-经典雅黑" panose="02000000000000000000" pitchFamily="2" charset="-122"/>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字魂35号-经典雅黑" panose="02000000000000000000" pitchFamily="2"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1">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custDataLst>
              <p:tags r:id="rId12"/>
            </p:custDataLst>
          </p:nvPr>
        </p:nvSpPr>
        <p:spPr bwMode="auto">
          <a:xfrm>
            <a:off x="628650" y="273844"/>
            <a:ext cx="7886700" cy="994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p>
            <a:pPr lvl="0"/>
            <a:r>
              <a:rPr lang="zh-CN" altLang="zh-CN"/>
              <a:t>单击此处编辑母版标题样式</a:t>
            </a:r>
            <a:endParaRPr lang="zh-CN" altLang="zh-CN"/>
          </a:p>
        </p:txBody>
      </p:sp>
      <p:sp>
        <p:nvSpPr>
          <p:cNvPr id="1027" name="文本占位符 2"/>
          <p:cNvSpPr>
            <a:spLocks noGrp="1" noChangeArrowheads="1"/>
          </p:cNvSpPr>
          <p:nvPr>
            <p:ph type="body" idx="1"/>
            <p:custDataLst>
              <p:tags r:id="rId13"/>
            </p:custDataLst>
          </p:nvPr>
        </p:nvSpPr>
        <p:spPr bwMode="auto">
          <a:xfrm>
            <a:off x="628650" y="1369219"/>
            <a:ext cx="7886700" cy="3263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日期占位符 3"/>
          <p:cNvSpPr>
            <a:spLocks noGrp="1" noChangeArrowheads="1"/>
          </p:cNvSpPr>
          <p:nvPr>
            <p:ph type="dt" sz="half" idx="2"/>
          </p:nvPr>
        </p:nvSpPr>
        <p:spPr bwMode="auto">
          <a:xfrm>
            <a:off x="628650" y="4767263"/>
            <a:ext cx="20574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eaLnBrk="1" hangingPunct="1">
              <a:lnSpc>
                <a:spcPct val="120000"/>
              </a:lnSpc>
              <a:defRPr sz="900">
                <a:solidFill>
                  <a:schemeClr val="bg1">
                    <a:lumMod val="50000"/>
                  </a:schemeClr>
                </a:solidFill>
                <a:latin typeface="+mn-ea"/>
                <a:ea typeface="+mn-ea"/>
              </a:defRPr>
            </a:lvl1pPr>
          </a:lstStyle>
          <a:p>
            <a:fld id="{5A106C34-3328-42A8-A446-152D9B132B18}" type="datetimeFigureOut">
              <a:rPr lang="zh-CN" altLang="en-US" smtClean="0"/>
            </a:fld>
            <a:endParaRPr lang="zh-CN" altLang="en-US"/>
          </a:p>
        </p:txBody>
      </p:sp>
      <p:sp>
        <p:nvSpPr>
          <p:cNvPr id="1029" name="页脚占位符 4"/>
          <p:cNvSpPr>
            <a:spLocks noGrp="1" noChangeArrowheads="1"/>
          </p:cNvSpPr>
          <p:nvPr>
            <p:ph type="ftr" sz="quarter" idx="3"/>
          </p:nvPr>
        </p:nvSpPr>
        <p:spPr bwMode="auto">
          <a:xfrm>
            <a:off x="3028950" y="4767263"/>
            <a:ext cx="30861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ctr" eaLnBrk="1" hangingPunct="1">
              <a:lnSpc>
                <a:spcPct val="120000"/>
              </a:lnSpc>
              <a:defRPr sz="900">
                <a:solidFill>
                  <a:schemeClr val="bg1">
                    <a:lumMod val="50000"/>
                  </a:schemeClr>
                </a:solidFill>
                <a:latin typeface="+mn-ea"/>
                <a:ea typeface="+mn-ea"/>
              </a:defRPr>
            </a:lvl1pPr>
          </a:lstStyle>
          <a:p>
            <a:endParaRPr lang="zh-CN" altLang="en-US"/>
          </a:p>
        </p:txBody>
      </p:sp>
      <p:sp>
        <p:nvSpPr>
          <p:cNvPr id="1030" name="灯片编号占位符 5"/>
          <p:cNvSpPr>
            <a:spLocks noGrp="1" noChangeArrowheads="1"/>
          </p:cNvSpPr>
          <p:nvPr>
            <p:ph type="sldNum" sz="quarter" idx="4"/>
          </p:nvPr>
        </p:nvSpPr>
        <p:spPr bwMode="auto">
          <a:xfrm>
            <a:off x="6457950" y="4767263"/>
            <a:ext cx="2057400" cy="273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normAutofit/>
          </a:bodyPr>
          <a:lstStyle>
            <a:lvl1pPr algn="r" eaLnBrk="1" hangingPunct="1">
              <a:lnSpc>
                <a:spcPct val="120000"/>
              </a:lnSpc>
              <a:defRPr sz="900">
                <a:solidFill>
                  <a:schemeClr val="bg1">
                    <a:lumMod val="50000"/>
                  </a:schemeClr>
                </a:solidFill>
                <a:latin typeface="+mn-ea"/>
                <a:ea typeface="+mn-ea"/>
              </a:defRPr>
            </a:lvl1pPr>
          </a:lstStyle>
          <a:p>
            <a:fld id="{25DF3668-251C-49BF-9BB3-E65857629728}" type="slidenum">
              <a:rPr lang="zh-CN" altLang="en-US" smtClean="0"/>
            </a:fld>
            <a:endParaRPr lang="zh-CN" altLang="en-US"/>
          </a:p>
        </p:txBody>
      </p:sp>
      <p:sp>
        <p:nvSpPr>
          <p:cNvPr id="2" name="KSO_TEMPLATE" hidden="1"/>
          <p:cNvSpPr/>
          <p:nvPr>
            <p:custDataLst>
              <p:tags r:id="rId14"/>
            </p:custDataLst>
          </p:nvPr>
        </p:nvSpPr>
        <p:spPr bwMode="auto">
          <a:xfrm>
            <a:off x="0" y="0"/>
            <a:ext cx="0" cy="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350" b="0" i="0" u="none" strike="noStrike" cap="none" normalizeH="0" baseline="0">
              <a:ln>
                <a:noFill/>
              </a:ln>
              <a:solidFill>
                <a:schemeClr val="tx1"/>
              </a:solidFill>
              <a:effectLst/>
              <a:latin typeface="Calibri" panose="020F050202020403020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Lst>
  <p:txStyles>
    <p:titleStyle>
      <a:lvl1pPr algn="l" rtl="0" fontAlgn="base">
        <a:lnSpc>
          <a:spcPct val="120000"/>
        </a:lnSpc>
        <a:spcBef>
          <a:spcPct val="0"/>
        </a:spcBef>
        <a:spcAft>
          <a:spcPct val="0"/>
        </a:spcAft>
        <a:defRPr sz="30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171450" indent="-171450" algn="l" rtl="0" fontAlgn="base">
        <a:lnSpc>
          <a:spcPct val="120000"/>
        </a:lnSpc>
        <a:spcBef>
          <a:spcPts val="750"/>
        </a:spcBef>
        <a:spcAft>
          <a:spcPct val="0"/>
        </a:spcAft>
        <a:buFont typeface="Arial" panose="020B0604020202020204" pitchFamily="34" charset="0"/>
        <a:buChar char="•"/>
        <a:defRPr sz="1800" kern="1200">
          <a:solidFill>
            <a:schemeClr val="tx1">
              <a:lumMod val="65000"/>
              <a:lumOff val="35000"/>
            </a:schemeClr>
          </a:solidFill>
          <a:latin typeface="+mn-lt"/>
          <a:ea typeface="+mn-ea"/>
          <a:cs typeface="+mn-cs"/>
        </a:defRPr>
      </a:lvl1pPr>
      <a:lvl2pPr marL="514350" indent="-171450" algn="l" rtl="0" fontAlgn="base">
        <a:lnSpc>
          <a:spcPct val="120000"/>
        </a:lnSpc>
        <a:spcBef>
          <a:spcPts val="375"/>
        </a:spcBef>
        <a:spcAft>
          <a:spcPct val="0"/>
        </a:spcAft>
        <a:buFont typeface="Arial" panose="020B0604020202020204" pitchFamily="34" charset="0"/>
        <a:buChar char="•"/>
        <a:defRPr sz="1500" kern="1200">
          <a:solidFill>
            <a:schemeClr val="tx1">
              <a:lumMod val="65000"/>
              <a:lumOff val="35000"/>
            </a:schemeClr>
          </a:solidFill>
          <a:latin typeface="+mn-lt"/>
          <a:ea typeface="+mn-ea"/>
          <a:cs typeface="+mn-cs"/>
        </a:defRPr>
      </a:lvl2pPr>
      <a:lvl3pPr marL="857250" indent="-171450" algn="l" rtl="0" fontAlgn="base">
        <a:lnSpc>
          <a:spcPct val="120000"/>
        </a:lnSpc>
        <a:spcBef>
          <a:spcPts val="375"/>
        </a:spcBef>
        <a:spcAft>
          <a:spcPct val="0"/>
        </a:spcAft>
        <a:buFont typeface="Arial" panose="020B0604020202020204" pitchFamily="34" charset="0"/>
        <a:buChar char="•"/>
        <a:defRPr sz="1350" kern="1200">
          <a:solidFill>
            <a:schemeClr val="tx1">
              <a:lumMod val="65000"/>
              <a:lumOff val="35000"/>
            </a:schemeClr>
          </a:solidFill>
          <a:latin typeface="+mn-lt"/>
          <a:ea typeface="+mn-ea"/>
          <a:cs typeface="+mn-cs"/>
        </a:defRPr>
      </a:lvl3pPr>
      <a:lvl4pPr marL="1200150" indent="-171450" algn="l" rtl="0" fontAlgn="base">
        <a:lnSpc>
          <a:spcPct val="120000"/>
        </a:lnSpc>
        <a:spcBef>
          <a:spcPts val="375"/>
        </a:spcBef>
        <a:spcAft>
          <a:spcPct val="0"/>
        </a:spcAft>
        <a:buFont typeface="Arial" panose="020B0604020202020204" pitchFamily="34" charset="0"/>
        <a:buChar char="•"/>
        <a:defRPr kern="1200">
          <a:solidFill>
            <a:schemeClr val="tx1">
              <a:lumMod val="65000"/>
              <a:lumOff val="35000"/>
            </a:schemeClr>
          </a:solidFill>
          <a:latin typeface="+mn-lt"/>
          <a:ea typeface="+mn-ea"/>
          <a:cs typeface="+mn-cs"/>
        </a:defRPr>
      </a:lvl4pPr>
      <a:lvl5pPr marL="1543050" indent="-171450" algn="l" rtl="0" fontAlgn="base">
        <a:lnSpc>
          <a:spcPct val="120000"/>
        </a:lnSpc>
        <a:spcBef>
          <a:spcPts val="375"/>
        </a:spcBef>
        <a:spcAft>
          <a:spcPct val="0"/>
        </a:spcAft>
        <a:buFont typeface="Arial" panose="020B0604020202020204" pitchFamily="34" charset="0"/>
        <a:buChar char="•"/>
        <a:defRPr kern="1200">
          <a:solidFill>
            <a:schemeClr val="tx1">
              <a:lumMod val="65000"/>
              <a:lumOff val="35000"/>
            </a:schemeClr>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502412" y="332423"/>
            <a:ext cx="8139178" cy="331473"/>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502412" y="714381"/>
            <a:ext cx="8139178" cy="404168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59807" y="4762375"/>
            <a:ext cx="2025000" cy="237600"/>
          </a:xfrm>
          <a:prstGeom prst="rect">
            <a:avLst/>
          </a:prstGeom>
        </p:spPr>
        <p:txBody>
          <a:bodyPr vert="horz" lIns="91440" tIns="45720" rIns="91440" bIns="45720" rtlCol="0" anchor="ctr">
            <a:normAutofit/>
          </a:bodyPr>
          <a:lstStyle>
            <a:lvl1pPr algn="l">
              <a:lnSpc>
                <a:spcPct val="120000"/>
              </a:lnSpc>
              <a:defRPr sz="9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87000" y="4762375"/>
            <a:ext cx="2970000" cy="237600"/>
          </a:xfrm>
          <a:prstGeom prst="rect">
            <a:avLst/>
          </a:prstGeom>
        </p:spPr>
        <p:txBody>
          <a:bodyPr vert="horz" lIns="91440" tIns="45720" rIns="91440" bIns="45720" rtlCol="0" anchor="ctr">
            <a:normAutofit/>
          </a:bodyPr>
          <a:lstStyle>
            <a:lvl1pPr algn="ctr">
              <a:lnSpc>
                <a:spcPct val="120000"/>
              </a:lnSpc>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6457950" y="4762375"/>
            <a:ext cx="2025000" cy="237600"/>
          </a:xfrm>
          <a:prstGeom prst="rect">
            <a:avLst/>
          </a:prstGeom>
        </p:spPr>
        <p:txBody>
          <a:bodyPr vert="horz" lIns="91440" tIns="45720" rIns="91440" bIns="45720" rtlCol="0" anchor="ctr">
            <a:normAutofit/>
          </a:bodyPr>
          <a:lstStyle>
            <a:lvl1pPr algn="r">
              <a:lnSpc>
                <a:spcPct val="120000"/>
              </a:lnSpc>
              <a:defRPr sz="9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854118" y="-41402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854118" y="10414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644258" y="5492583"/>
            <a:ext cx="2700000" cy="316800"/>
          </a:xfrm>
          <a:prstGeom prst="rect">
            <a:avLst/>
          </a:prstGeom>
        </p:spPr>
        <p:txBody>
          <a:bodyPr vert="horz" wrap="square" lIns="91440" tIns="45720" rIns="91440" bIns="45720" rtlCol="0" anchor="ctr">
            <a:normAutofit/>
          </a:bodyPr>
          <a:lstStyle>
            <a:lvl1pPr algn="l">
              <a:defRPr sz="9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2592000" y="5492583"/>
            <a:ext cx="3960000" cy="3168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7086600" y="5492583"/>
            <a:ext cx="2700000" cy="316800"/>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5"/>
            </p:custDataLst>
          </p:nvPr>
        </p:nvSpPr>
        <p:spPr>
          <a:xfrm>
            <a:off x="-152400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Lst>
  <p:txStyles>
    <p:titleStyle>
      <a:lvl1pPr algn="l" defTabSz="685800" rtl="0" eaLnBrk="1" fontAlgn="auto" latinLnBrk="0" hangingPunct="1">
        <a:lnSpc>
          <a:spcPct val="100000"/>
        </a:lnSpc>
        <a:spcBef>
          <a:spcPct val="0"/>
        </a:spcBef>
        <a:buNone/>
        <a:defRPr sz="1800" b="1"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20.jpeg"/></Relationships>
</file>

<file path=ppt/slides/_rels/slide2.xml.rels><?xml version="1.0" encoding="UTF-8" standalone="yes"?>
<Relationships xmlns="http://schemas.openxmlformats.org/package/2006/relationships"><Relationship Id="rId9" Type="http://schemas.openxmlformats.org/officeDocument/2006/relationships/tags" Target="../tags/tag240.xml"/><Relationship Id="rId8" Type="http://schemas.openxmlformats.org/officeDocument/2006/relationships/tags" Target="../tags/tag239.xml"/><Relationship Id="rId7" Type="http://schemas.openxmlformats.org/officeDocument/2006/relationships/tags" Target="../tags/tag238.xml"/><Relationship Id="rId6" Type="http://schemas.openxmlformats.org/officeDocument/2006/relationships/tags" Target="../tags/tag237.xml"/><Relationship Id="rId5" Type="http://schemas.openxmlformats.org/officeDocument/2006/relationships/tags" Target="../tags/tag236.xml"/><Relationship Id="rId4" Type="http://schemas.openxmlformats.org/officeDocument/2006/relationships/tags" Target="../tags/tag235.xml"/><Relationship Id="rId3" Type="http://schemas.openxmlformats.org/officeDocument/2006/relationships/tags" Target="../tags/tag234.xml"/><Relationship Id="rId2" Type="http://schemas.openxmlformats.org/officeDocument/2006/relationships/tags" Target="../tags/tag233.xml"/><Relationship Id="rId14" Type="http://schemas.openxmlformats.org/officeDocument/2006/relationships/notesSlide" Target="../notesSlides/notesSlide2.xml"/><Relationship Id="rId13" Type="http://schemas.openxmlformats.org/officeDocument/2006/relationships/slideLayout" Target="../slideLayouts/slideLayout3.xml"/><Relationship Id="rId12" Type="http://schemas.openxmlformats.org/officeDocument/2006/relationships/tags" Target="../tags/tag243.xml"/><Relationship Id="rId11" Type="http://schemas.openxmlformats.org/officeDocument/2006/relationships/tags" Target="../tags/tag242.xml"/><Relationship Id="rId10" Type="http://schemas.openxmlformats.org/officeDocument/2006/relationships/tags" Target="../tags/tag241.xml"/><Relationship Id="rId1" Type="http://schemas.openxmlformats.org/officeDocument/2006/relationships/tags" Target="../tags/tag23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tags" Target="../tags/tag245.xml"/><Relationship Id="rId1" Type="http://schemas.openxmlformats.org/officeDocument/2006/relationships/tags" Target="../tags/tag244.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252.xml"/><Relationship Id="rId7" Type="http://schemas.openxmlformats.org/officeDocument/2006/relationships/tags" Target="../tags/tag251.xml"/><Relationship Id="rId6" Type="http://schemas.openxmlformats.org/officeDocument/2006/relationships/tags" Target="../tags/tag250.xml"/><Relationship Id="rId5" Type="http://schemas.openxmlformats.org/officeDocument/2006/relationships/tags" Target="../tags/tag249.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image" Target="../media/image21.png"/><Relationship Id="rId1" Type="http://schemas.openxmlformats.org/officeDocument/2006/relationships/tags" Target="../tags/tag246.xml"/></Relationships>
</file>

<file path=ppt/slides/_rels/slide5.xml.rels><?xml version="1.0" encoding="UTF-8" standalone="yes"?>
<Relationships xmlns="http://schemas.openxmlformats.org/package/2006/relationships"><Relationship Id="rId99" Type="http://schemas.openxmlformats.org/officeDocument/2006/relationships/tags" Target="../tags/tag351.xml"/><Relationship Id="rId98" Type="http://schemas.openxmlformats.org/officeDocument/2006/relationships/tags" Target="../tags/tag350.xml"/><Relationship Id="rId97" Type="http://schemas.openxmlformats.org/officeDocument/2006/relationships/tags" Target="../tags/tag349.xml"/><Relationship Id="rId96" Type="http://schemas.openxmlformats.org/officeDocument/2006/relationships/tags" Target="../tags/tag348.xml"/><Relationship Id="rId95" Type="http://schemas.openxmlformats.org/officeDocument/2006/relationships/tags" Target="../tags/tag347.xml"/><Relationship Id="rId94" Type="http://schemas.openxmlformats.org/officeDocument/2006/relationships/tags" Target="../tags/tag346.xml"/><Relationship Id="rId93" Type="http://schemas.openxmlformats.org/officeDocument/2006/relationships/tags" Target="../tags/tag345.xml"/><Relationship Id="rId92" Type="http://schemas.openxmlformats.org/officeDocument/2006/relationships/tags" Target="../tags/tag344.xml"/><Relationship Id="rId91" Type="http://schemas.openxmlformats.org/officeDocument/2006/relationships/tags" Target="../tags/tag343.xml"/><Relationship Id="rId90" Type="http://schemas.openxmlformats.org/officeDocument/2006/relationships/tags" Target="../tags/tag342.xml"/><Relationship Id="rId9" Type="http://schemas.openxmlformats.org/officeDocument/2006/relationships/tags" Target="../tags/tag261.xml"/><Relationship Id="rId89" Type="http://schemas.openxmlformats.org/officeDocument/2006/relationships/tags" Target="../tags/tag341.xml"/><Relationship Id="rId88" Type="http://schemas.openxmlformats.org/officeDocument/2006/relationships/tags" Target="../tags/tag340.xml"/><Relationship Id="rId87" Type="http://schemas.openxmlformats.org/officeDocument/2006/relationships/tags" Target="../tags/tag339.xml"/><Relationship Id="rId86" Type="http://schemas.openxmlformats.org/officeDocument/2006/relationships/tags" Target="../tags/tag338.xml"/><Relationship Id="rId85" Type="http://schemas.openxmlformats.org/officeDocument/2006/relationships/tags" Target="../tags/tag337.xml"/><Relationship Id="rId84" Type="http://schemas.openxmlformats.org/officeDocument/2006/relationships/tags" Target="../tags/tag336.xml"/><Relationship Id="rId83" Type="http://schemas.openxmlformats.org/officeDocument/2006/relationships/tags" Target="../tags/tag335.xml"/><Relationship Id="rId82" Type="http://schemas.openxmlformats.org/officeDocument/2006/relationships/tags" Target="../tags/tag334.xml"/><Relationship Id="rId81" Type="http://schemas.openxmlformats.org/officeDocument/2006/relationships/tags" Target="../tags/tag333.xml"/><Relationship Id="rId80" Type="http://schemas.openxmlformats.org/officeDocument/2006/relationships/tags" Target="../tags/tag332.xml"/><Relationship Id="rId8" Type="http://schemas.openxmlformats.org/officeDocument/2006/relationships/tags" Target="../tags/tag260.xml"/><Relationship Id="rId79" Type="http://schemas.openxmlformats.org/officeDocument/2006/relationships/tags" Target="../tags/tag331.xml"/><Relationship Id="rId78" Type="http://schemas.openxmlformats.org/officeDocument/2006/relationships/tags" Target="../tags/tag330.xml"/><Relationship Id="rId77" Type="http://schemas.openxmlformats.org/officeDocument/2006/relationships/tags" Target="../tags/tag329.xml"/><Relationship Id="rId76" Type="http://schemas.openxmlformats.org/officeDocument/2006/relationships/tags" Target="../tags/tag328.xml"/><Relationship Id="rId75" Type="http://schemas.openxmlformats.org/officeDocument/2006/relationships/tags" Target="../tags/tag327.xml"/><Relationship Id="rId74" Type="http://schemas.openxmlformats.org/officeDocument/2006/relationships/tags" Target="../tags/tag326.xml"/><Relationship Id="rId73" Type="http://schemas.openxmlformats.org/officeDocument/2006/relationships/tags" Target="../tags/tag325.xml"/><Relationship Id="rId72" Type="http://schemas.openxmlformats.org/officeDocument/2006/relationships/tags" Target="../tags/tag324.xml"/><Relationship Id="rId71" Type="http://schemas.openxmlformats.org/officeDocument/2006/relationships/tags" Target="../tags/tag323.xml"/><Relationship Id="rId70" Type="http://schemas.openxmlformats.org/officeDocument/2006/relationships/tags" Target="../tags/tag322.xml"/><Relationship Id="rId7" Type="http://schemas.openxmlformats.org/officeDocument/2006/relationships/tags" Target="../tags/tag259.xml"/><Relationship Id="rId69" Type="http://schemas.openxmlformats.org/officeDocument/2006/relationships/tags" Target="../tags/tag321.xml"/><Relationship Id="rId68" Type="http://schemas.openxmlformats.org/officeDocument/2006/relationships/tags" Target="../tags/tag320.xml"/><Relationship Id="rId67" Type="http://schemas.openxmlformats.org/officeDocument/2006/relationships/tags" Target="../tags/tag319.xml"/><Relationship Id="rId66" Type="http://schemas.openxmlformats.org/officeDocument/2006/relationships/tags" Target="../tags/tag318.xml"/><Relationship Id="rId65" Type="http://schemas.openxmlformats.org/officeDocument/2006/relationships/tags" Target="../tags/tag317.xml"/><Relationship Id="rId64" Type="http://schemas.openxmlformats.org/officeDocument/2006/relationships/tags" Target="../tags/tag316.xml"/><Relationship Id="rId63" Type="http://schemas.openxmlformats.org/officeDocument/2006/relationships/tags" Target="../tags/tag315.xml"/><Relationship Id="rId62" Type="http://schemas.openxmlformats.org/officeDocument/2006/relationships/tags" Target="../tags/tag314.xml"/><Relationship Id="rId61" Type="http://schemas.openxmlformats.org/officeDocument/2006/relationships/tags" Target="../tags/tag313.xml"/><Relationship Id="rId60" Type="http://schemas.openxmlformats.org/officeDocument/2006/relationships/tags" Target="../tags/tag312.xml"/><Relationship Id="rId6" Type="http://schemas.openxmlformats.org/officeDocument/2006/relationships/tags" Target="../tags/tag258.xml"/><Relationship Id="rId59" Type="http://schemas.openxmlformats.org/officeDocument/2006/relationships/tags" Target="../tags/tag311.xml"/><Relationship Id="rId58" Type="http://schemas.openxmlformats.org/officeDocument/2006/relationships/tags" Target="../tags/tag310.xml"/><Relationship Id="rId57" Type="http://schemas.openxmlformats.org/officeDocument/2006/relationships/tags" Target="../tags/tag309.xml"/><Relationship Id="rId56" Type="http://schemas.openxmlformats.org/officeDocument/2006/relationships/tags" Target="../tags/tag308.xml"/><Relationship Id="rId55" Type="http://schemas.openxmlformats.org/officeDocument/2006/relationships/tags" Target="../tags/tag307.xml"/><Relationship Id="rId54" Type="http://schemas.openxmlformats.org/officeDocument/2006/relationships/tags" Target="../tags/tag306.xml"/><Relationship Id="rId53" Type="http://schemas.openxmlformats.org/officeDocument/2006/relationships/tags" Target="../tags/tag305.xml"/><Relationship Id="rId52" Type="http://schemas.openxmlformats.org/officeDocument/2006/relationships/tags" Target="../tags/tag304.xml"/><Relationship Id="rId51" Type="http://schemas.openxmlformats.org/officeDocument/2006/relationships/tags" Target="../tags/tag303.xml"/><Relationship Id="rId50" Type="http://schemas.openxmlformats.org/officeDocument/2006/relationships/tags" Target="../tags/tag302.xml"/><Relationship Id="rId5" Type="http://schemas.openxmlformats.org/officeDocument/2006/relationships/tags" Target="../tags/tag257.xml"/><Relationship Id="rId49" Type="http://schemas.openxmlformats.org/officeDocument/2006/relationships/tags" Target="../tags/tag301.xml"/><Relationship Id="rId48" Type="http://schemas.openxmlformats.org/officeDocument/2006/relationships/tags" Target="../tags/tag300.xml"/><Relationship Id="rId47" Type="http://schemas.openxmlformats.org/officeDocument/2006/relationships/tags" Target="../tags/tag299.xml"/><Relationship Id="rId46" Type="http://schemas.openxmlformats.org/officeDocument/2006/relationships/tags" Target="../tags/tag298.xml"/><Relationship Id="rId45" Type="http://schemas.openxmlformats.org/officeDocument/2006/relationships/tags" Target="../tags/tag297.xml"/><Relationship Id="rId44" Type="http://schemas.openxmlformats.org/officeDocument/2006/relationships/tags" Target="../tags/tag296.xml"/><Relationship Id="rId43" Type="http://schemas.openxmlformats.org/officeDocument/2006/relationships/tags" Target="../tags/tag295.xml"/><Relationship Id="rId42" Type="http://schemas.openxmlformats.org/officeDocument/2006/relationships/tags" Target="../tags/tag294.xml"/><Relationship Id="rId41" Type="http://schemas.openxmlformats.org/officeDocument/2006/relationships/tags" Target="../tags/tag293.xml"/><Relationship Id="rId40" Type="http://schemas.openxmlformats.org/officeDocument/2006/relationships/tags" Target="../tags/tag292.xml"/><Relationship Id="rId4" Type="http://schemas.openxmlformats.org/officeDocument/2006/relationships/tags" Target="../tags/tag256.xml"/><Relationship Id="rId39" Type="http://schemas.openxmlformats.org/officeDocument/2006/relationships/tags" Target="../tags/tag291.xml"/><Relationship Id="rId38" Type="http://schemas.openxmlformats.org/officeDocument/2006/relationships/tags" Target="../tags/tag290.xml"/><Relationship Id="rId37" Type="http://schemas.openxmlformats.org/officeDocument/2006/relationships/tags" Target="../tags/tag289.xml"/><Relationship Id="rId36" Type="http://schemas.openxmlformats.org/officeDocument/2006/relationships/tags" Target="../tags/tag288.xml"/><Relationship Id="rId35" Type="http://schemas.openxmlformats.org/officeDocument/2006/relationships/tags" Target="../tags/tag287.xml"/><Relationship Id="rId34" Type="http://schemas.openxmlformats.org/officeDocument/2006/relationships/tags" Target="../tags/tag286.xml"/><Relationship Id="rId33" Type="http://schemas.openxmlformats.org/officeDocument/2006/relationships/tags" Target="../tags/tag285.xml"/><Relationship Id="rId32" Type="http://schemas.openxmlformats.org/officeDocument/2006/relationships/tags" Target="../tags/tag284.xml"/><Relationship Id="rId31" Type="http://schemas.openxmlformats.org/officeDocument/2006/relationships/tags" Target="../tags/tag283.xml"/><Relationship Id="rId30" Type="http://schemas.openxmlformats.org/officeDocument/2006/relationships/tags" Target="../tags/tag282.xml"/><Relationship Id="rId3" Type="http://schemas.openxmlformats.org/officeDocument/2006/relationships/tags" Target="../tags/tag255.xml"/><Relationship Id="rId29" Type="http://schemas.openxmlformats.org/officeDocument/2006/relationships/tags" Target="../tags/tag281.xml"/><Relationship Id="rId28" Type="http://schemas.openxmlformats.org/officeDocument/2006/relationships/tags" Target="../tags/tag280.xml"/><Relationship Id="rId27" Type="http://schemas.openxmlformats.org/officeDocument/2006/relationships/tags" Target="../tags/tag279.xml"/><Relationship Id="rId26" Type="http://schemas.openxmlformats.org/officeDocument/2006/relationships/tags" Target="../tags/tag278.xml"/><Relationship Id="rId25" Type="http://schemas.openxmlformats.org/officeDocument/2006/relationships/tags" Target="../tags/tag277.xml"/><Relationship Id="rId24" Type="http://schemas.openxmlformats.org/officeDocument/2006/relationships/tags" Target="../tags/tag276.xml"/><Relationship Id="rId23" Type="http://schemas.openxmlformats.org/officeDocument/2006/relationships/tags" Target="../tags/tag275.xml"/><Relationship Id="rId22" Type="http://schemas.openxmlformats.org/officeDocument/2006/relationships/tags" Target="../tags/tag274.xml"/><Relationship Id="rId21" Type="http://schemas.openxmlformats.org/officeDocument/2006/relationships/tags" Target="../tags/tag273.xml"/><Relationship Id="rId20" Type="http://schemas.openxmlformats.org/officeDocument/2006/relationships/tags" Target="../tags/tag272.xml"/><Relationship Id="rId2" Type="http://schemas.openxmlformats.org/officeDocument/2006/relationships/tags" Target="../tags/tag254.xml"/><Relationship Id="rId19" Type="http://schemas.openxmlformats.org/officeDocument/2006/relationships/tags" Target="../tags/tag271.xml"/><Relationship Id="rId18" Type="http://schemas.openxmlformats.org/officeDocument/2006/relationships/tags" Target="../tags/tag270.xml"/><Relationship Id="rId17" Type="http://schemas.openxmlformats.org/officeDocument/2006/relationships/tags" Target="../tags/tag269.xml"/><Relationship Id="rId16" Type="http://schemas.openxmlformats.org/officeDocument/2006/relationships/tags" Target="../tags/tag268.xml"/><Relationship Id="rId15" Type="http://schemas.openxmlformats.org/officeDocument/2006/relationships/tags" Target="../tags/tag267.xml"/><Relationship Id="rId14" Type="http://schemas.openxmlformats.org/officeDocument/2006/relationships/tags" Target="../tags/tag266.xml"/><Relationship Id="rId13" Type="http://schemas.openxmlformats.org/officeDocument/2006/relationships/tags" Target="../tags/tag265.xml"/><Relationship Id="rId12" Type="http://schemas.openxmlformats.org/officeDocument/2006/relationships/tags" Target="../tags/tag264.xml"/><Relationship Id="rId110" Type="http://schemas.openxmlformats.org/officeDocument/2006/relationships/notesSlide" Target="../notesSlides/notesSlide4.xml"/><Relationship Id="rId11" Type="http://schemas.openxmlformats.org/officeDocument/2006/relationships/tags" Target="../tags/tag263.xml"/><Relationship Id="rId109" Type="http://schemas.openxmlformats.org/officeDocument/2006/relationships/slideLayout" Target="../slideLayouts/slideLayout4.xml"/><Relationship Id="rId108" Type="http://schemas.openxmlformats.org/officeDocument/2006/relationships/tags" Target="../tags/tag360.xml"/><Relationship Id="rId107" Type="http://schemas.openxmlformats.org/officeDocument/2006/relationships/tags" Target="../tags/tag359.xml"/><Relationship Id="rId106" Type="http://schemas.openxmlformats.org/officeDocument/2006/relationships/tags" Target="../tags/tag358.xml"/><Relationship Id="rId105" Type="http://schemas.openxmlformats.org/officeDocument/2006/relationships/tags" Target="../tags/tag357.xml"/><Relationship Id="rId104" Type="http://schemas.openxmlformats.org/officeDocument/2006/relationships/tags" Target="../tags/tag356.xml"/><Relationship Id="rId103" Type="http://schemas.openxmlformats.org/officeDocument/2006/relationships/tags" Target="../tags/tag355.xml"/><Relationship Id="rId102" Type="http://schemas.openxmlformats.org/officeDocument/2006/relationships/tags" Target="../tags/tag354.xml"/><Relationship Id="rId101" Type="http://schemas.openxmlformats.org/officeDocument/2006/relationships/tags" Target="../tags/tag353.xml"/><Relationship Id="rId100" Type="http://schemas.openxmlformats.org/officeDocument/2006/relationships/tags" Target="../tags/tag352.xml"/><Relationship Id="rId10" Type="http://schemas.openxmlformats.org/officeDocument/2006/relationships/tags" Target="../tags/tag262.xml"/><Relationship Id="rId1" Type="http://schemas.openxmlformats.org/officeDocument/2006/relationships/tags" Target="../tags/tag253.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363.xml"/><Relationship Id="rId3" Type="http://schemas.openxmlformats.org/officeDocument/2006/relationships/image" Target="../media/image22.png"/><Relationship Id="rId2" Type="http://schemas.openxmlformats.org/officeDocument/2006/relationships/tags" Target="../tags/tag362.xml"/><Relationship Id="rId1" Type="http://schemas.openxmlformats.org/officeDocument/2006/relationships/tags" Target="../tags/tag361.xml"/></Relationships>
</file>

<file path=ppt/slides/_rels/slide7.xml.rels><?xml version="1.0" encoding="UTF-8" standalone="yes"?>
<Relationships xmlns="http://schemas.openxmlformats.org/package/2006/relationships"><Relationship Id="rId9" Type="http://schemas.openxmlformats.org/officeDocument/2006/relationships/tags" Target="../tags/tag372.xml"/><Relationship Id="rId8" Type="http://schemas.openxmlformats.org/officeDocument/2006/relationships/tags" Target="../tags/tag371.xml"/><Relationship Id="rId7" Type="http://schemas.openxmlformats.org/officeDocument/2006/relationships/tags" Target="../tags/tag370.xml"/><Relationship Id="rId6" Type="http://schemas.openxmlformats.org/officeDocument/2006/relationships/tags" Target="../tags/tag369.xml"/><Relationship Id="rId5" Type="http://schemas.openxmlformats.org/officeDocument/2006/relationships/tags" Target="../tags/tag368.xml"/><Relationship Id="rId4" Type="http://schemas.openxmlformats.org/officeDocument/2006/relationships/tags" Target="../tags/tag367.xml"/><Relationship Id="rId3" Type="http://schemas.openxmlformats.org/officeDocument/2006/relationships/tags" Target="../tags/tag366.xml"/><Relationship Id="rId27" Type="http://schemas.openxmlformats.org/officeDocument/2006/relationships/notesSlide" Target="../notesSlides/notesSlide5.xml"/><Relationship Id="rId26" Type="http://schemas.openxmlformats.org/officeDocument/2006/relationships/slideLayout" Target="../slideLayouts/slideLayout4.xml"/><Relationship Id="rId25" Type="http://schemas.openxmlformats.org/officeDocument/2006/relationships/tags" Target="../tags/tag388.xml"/><Relationship Id="rId24" Type="http://schemas.openxmlformats.org/officeDocument/2006/relationships/tags" Target="../tags/tag387.xml"/><Relationship Id="rId23" Type="http://schemas.openxmlformats.org/officeDocument/2006/relationships/tags" Target="../tags/tag386.xml"/><Relationship Id="rId22" Type="http://schemas.openxmlformats.org/officeDocument/2006/relationships/tags" Target="../tags/tag385.xml"/><Relationship Id="rId21" Type="http://schemas.openxmlformats.org/officeDocument/2006/relationships/tags" Target="../tags/tag384.xml"/><Relationship Id="rId20" Type="http://schemas.openxmlformats.org/officeDocument/2006/relationships/tags" Target="../tags/tag383.xml"/><Relationship Id="rId2" Type="http://schemas.openxmlformats.org/officeDocument/2006/relationships/tags" Target="../tags/tag365.xml"/><Relationship Id="rId19" Type="http://schemas.openxmlformats.org/officeDocument/2006/relationships/tags" Target="../tags/tag382.xml"/><Relationship Id="rId18" Type="http://schemas.openxmlformats.org/officeDocument/2006/relationships/tags" Target="../tags/tag381.xml"/><Relationship Id="rId17" Type="http://schemas.openxmlformats.org/officeDocument/2006/relationships/tags" Target="../tags/tag380.xml"/><Relationship Id="rId16" Type="http://schemas.openxmlformats.org/officeDocument/2006/relationships/tags" Target="../tags/tag379.xml"/><Relationship Id="rId15" Type="http://schemas.openxmlformats.org/officeDocument/2006/relationships/tags" Target="../tags/tag378.xml"/><Relationship Id="rId14" Type="http://schemas.openxmlformats.org/officeDocument/2006/relationships/tags" Target="../tags/tag377.xml"/><Relationship Id="rId13" Type="http://schemas.openxmlformats.org/officeDocument/2006/relationships/tags" Target="../tags/tag376.xml"/><Relationship Id="rId12" Type="http://schemas.openxmlformats.org/officeDocument/2006/relationships/tags" Target="../tags/tag375.xml"/><Relationship Id="rId11" Type="http://schemas.openxmlformats.org/officeDocument/2006/relationships/tags" Target="../tags/tag374.xml"/><Relationship Id="rId10" Type="http://schemas.openxmlformats.org/officeDocument/2006/relationships/tags" Target="../tags/tag373.xml"/><Relationship Id="rId1" Type="http://schemas.openxmlformats.org/officeDocument/2006/relationships/tags" Target="../tags/tag364.xml"/></Relationships>
</file>

<file path=ppt/slides/_rels/slide8.xml.rels><?xml version="1.0" encoding="UTF-8" standalone="yes"?>
<Relationships xmlns="http://schemas.openxmlformats.org/package/2006/relationships"><Relationship Id="rId9" Type="http://schemas.openxmlformats.org/officeDocument/2006/relationships/tags" Target="../tags/tag397.xml"/><Relationship Id="rId8" Type="http://schemas.openxmlformats.org/officeDocument/2006/relationships/tags" Target="../tags/tag396.xml"/><Relationship Id="rId7" Type="http://schemas.openxmlformats.org/officeDocument/2006/relationships/tags" Target="../tags/tag395.xml"/><Relationship Id="rId6" Type="http://schemas.openxmlformats.org/officeDocument/2006/relationships/tags" Target="../tags/tag394.xml"/><Relationship Id="rId5" Type="http://schemas.openxmlformats.org/officeDocument/2006/relationships/tags" Target="../tags/tag393.xml"/><Relationship Id="rId4" Type="http://schemas.openxmlformats.org/officeDocument/2006/relationships/tags" Target="../tags/tag392.xml"/><Relationship Id="rId3" Type="http://schemas.openxmlformats.org/officeDocument/2006/relationships/tags" Target="../tags/tag391.xml"/><Relationship Id="rId2" Type="http://schemas.openxmlformats.org/officeDocument/2006/relationships/tags" Target="../tags/tag390.xml"/><Relationship Id="rId13" Type="http://schemas.openxmlformats.org/officeDocument/2006/relationships/notesSlide" Target="../notesSlides/notesSlide6.xml"/><Relationship Id="rId12" Type="http://schemas.openxmlformats.org/officeDocument/2006/relationships/slideLayout" Target="../slideLayouts/slideLayout13.xml"/><Relationship Id="rId11" Type="http://schemas.openxmlformats.org/officeDocument/2006/relationships/tags" Target="../tags/tag398.xml"/><Relationship Id="rId10" Type="http://schemas.openxmlformats.org/officeDocument/2006/relationships/image" Target="../media/image23.png"/><Relationship Id="rId1" Type="http://schemas.openxmlformats.org/officeDocument/2006/relationships/tags" Target="../tags/tag389.xml"/></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20.xml"/><Relationship Id="rId7" Type="http://schemas.openxmlformats.org/officeDocument/2006/relationships/themeOverride" Target="../theme/themeOverride1.xml"/><Relationship Id="rId6" Type="http://schemas.openxmlformats.org/officeDocument/2006/relationships/tags" Target="../tags/tag403.xml"/><Relationship Id="rId5" Type="http://schemas.openxmlformats.org/officeDocument/2006/relationships/tags" Target="../tags/tag402.xml"/><Relationship Id="rId4" Type="http://schemas.openxmlformats.org/officeDocument/2006/relationships/tags" Target="../tags/tag401.xml"/><Relationship Id="rId3" Type="http://schemas.openxmlformats.org/officeDocument/2006/relationships/tags" Target="../tags/tag400.xml"/><Relationship Id="rId2" Type="http://schemas.openxmlformats.org/officeDocument/2006/relationships/image" Target="../media/image24.png"/><Relationship Id="rId1" Type="http://schemas.openxmlformats.org/officeDocument/2006/relationships/tags" Target="../tags/tag399.xml"/></Relationships>
</file>

<file path=ppt/slides/_rels/slide10.xml.rels><?xml version="1.0" encoding="UTF-8" standalone="yes"?>
<Relationships xmlns="http://schemas.openxmlformats.org/package/2006/relationships"><Relationship Id="rId9" Type="http://schemas.openxmlformats.org/officeDocument/2006/relationships/tags" Target="../tags/tag412.xml"/><Relationship Id="rId8" Type="http://schemas.openxmlformats.org/officeDocument/2006/relationships/tags" Target="../tags/tag411.xml"/><Relationship Id="rId7" Type="http://schemas.openxmlformats.org/officeDocument/2006/relationships/tags" Target="../tags/tag410.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3" Type="http://schemas.openxmlformats.org/officeDocument/2006/relationships/notesSlide" Target="../notesSlides/notesSlide8.xml"/><Relationship Id="rId12" Type="http://schemas.openxmlformats.org/officeDocument/2006/relationships/slideLayout" Target="../slideLayouts/slideLayout13.xml"/><Relationship Id="rId11" Type="http://schemas.openxmlformats.org/officeDocument/2006/relationships/tags" Target="../tags/tag413.xml"/><Relationship Id="rId10" Type="http://schemas.openxmlformats.org/officeDocument/2006/relationships/image" Target="../media/image25.png"/><Relationship Id="rId1" Type="http://schemas.openxmlformats.org/officeDocument/2006/relationships/tags" Target="../tags/tag404.xml"/></Relationships>
</file>

<file path=ppt/slides/_rels/slide11.xml.rels><?xml version="1.0" encoding="UTF-8" standalone="yes"?>
<Relationships xmlns="http://schemas.openxmlformats.org/package/2006/relationships"><Relationship Id="rId9" Type="http://schemas.openxmlformats.org/officeDocument/2006/relationships/tags" Target="../tags/tag420.xml"/><Relationship Id="rId8" Type="http://schemas.openxmlformats.org/officeDocument/2006/relationships/tags" Target="../tags/tag419.xml"/><Relationship Id="rId7" Type="http://schemas.openxmlformats.org/officeDocument/2006/relationships/tags" Target="../tags/tag418.xml"/><Relationship Id="rId6" Type="http://schemas.openxmlformats.org/officeDocument/2006/relationships/image" Target="../media/image27.png"/><Relationship Id="rId5" Type="http://schemas.openxmlformats.org/officeDocument/2006/relationships/tags" Target="../tags/tag417.xml"/><Relationship Id="rId4" Type="http://schemas.openxmlformats.org/officeDocument/2006/relationships/image" Target="../media/image26.png"/><Relationship Id="rId3" Type="http://schemas.openxmlformats.org/officeDocument/2006/relationships/tags" Target="../tags/tag416.xml"/><Relationship Id="rId2" Type="http://schemas.openxmlformats.org/officeDocument/2006/relationships/tags" Target="../tags/tag415.xml"/><Relationship Id="rId13" Type="http://schemas.openxmlformats.org/officeDocument/2006/relationships/notesSlide" Target="../notesSlides/notesSlide9.xml"/><Relationship Id="rId12" Type="http://schemas.openxmlformats.org/officeDocument/2006/relationships/slideLayout" Target="../slideLayouts/slideLayout30.xml"/><Relationship Id="rId11" Type="http://schemas.openxmlformats.org/officeDocument/2006/relationships/tags" Target="../tags/tag422.xml"/><Relationship Id="rId10" Type="http://schemas.openxmlformats.org/officeDocument/2006/relationships/tags" Target="../tags/tag421.xml"/><Relationship Id="rId1" Type="http://schemas.openxmlformats.org/officeDocument/2006/relationships/tags" Target="../tags/tag414.xml"/></Relationships>
</file>

<file path=ppt/slides/_rels/slide12.xml.rels><?xml version="1.0" encoding="UTF-8" standalone="yes"?>
<Relationships xmlns="http://schemas.openxmlformats.org/package/2006/relationships"><Relationship Id="rId9" Type="http://schemas.openxmlformats.org/officeDocument/2006/relationships/tags" Target="../tags/tag430.xml"/><Relationship Id="rId8" Type="http://schemas.openxmlformats.org/officeDocument/2006/relationships/tags" Target="../tags/tag429.xml"/><Relationship Id="rId7" Type="http://schemas.openxmlformats.org/officeDocument/2006/relationships/tags" Target="../tags/tag428.xml"/><Relationship Id="rId6" Type="http://schemas.openxmlformats.org/officeDocument/2006/relationships/tags" Target="../tags/tag427.xml"/><Relationship Id="rId5" Type="http://schemas.openxmlformats.org/officeDocument/2006/relationships/tags" Target="../tags/tag426.xml"/><Relationship Id="rId4" Type="http://schemas.openxmlformats.org/officeDocument/2006/relationships/tags" Target="../tags/tag425.xml"/><Relationship Id="rId3" Type="http://schemas.openxmlformats.org/officeDocument/2006/relationships/tags" Target="../tags/tag424.xml"/><Relationship Id="rId2" Type="http://schemas.openxmlformats.org/officeDocument/2006/relationships/image" Target="../media/image28.png"/><Relationship Id="rId12" Type="http://schemas.openxmlformats.org/officeDocument/2006/relationships/notesSlide" Target="../notesSlides/notesSlide10.xml"/><Relationship Id="rId11" Type="http://schemas.openxmlformats.org/officeDocument/2006/relationships/slideLayout" Target="../slideLayouts/slideLayout13.xml"/><Relationship Id="rId10" Type="http://schemas.openxmlformats.org/officeDocument/2006/relationships/tags" Target="../tags/tag431.xml"/><Relationship Id="rId1" Type="http://schemas.openxmlformats.org/officeDocument/2006/relationships/tags" Target="../tags/tag423.xml"/></Relationships>
</file>

<file path=ppt/slides/_rels/slide13.xml.rels><?xml version="1.0" encoding="UTF-8" standalone="yes"?>
<Relationships xmlns="http://schemas.openxmlformats.org/package/2006/relationships"><Relationship Id="rId9" Type="http://schemas.openxmlformats.org/officeDocument/2006/relationships/tags" Target="../tags/tag439.xml"/><Relationship Id="rId8" Type="http://schemas.openxmlformats.org/officeDocument/2006/relationships/image" Target="../media/image29.png"/><Relationship Id="rId7" Type="http://schemas.openxmlformats.org/officeDocument/2006/relationships/tags" Target="../tags/tag438.xml"/><Relationship Id="rId6" Type="http://schemas.openxmlformats.org/officeDocument/2006/relationships/tags" Target="../tags/tag437.xml"/><Relationship Id="rId5" Type="http://schemas.openxmlformats.org/officeDocument/2006/relationships/tags" Target="../tags/tag436.xml"/><Relationship Id="rId4" Type="http://schemas.openxmlformats.org/officeDocument/2006/relationships/tags" Target="../tags/tag435.xml"/><Relationship Id="rId3" Type="http://schemas.openxmlformats.org/officeDocument/2006/relationships/tags" Target="../tags/tag434.xml"/><Relationship Id="rId2" Type="http://schemas.openxmlformats.org/officeDocument/2006/relationships/tags" Target="../tags/tag433.xml"/><Relationship Id="rId11" Type="http://schemas.openxmlformats.org/officeDocument/2006/relationships/notesSlide" Target="../notesSlides/notesSlide11.xml"/><Relationship Id="rId10" Type="http://schemas.openxmlformats.org/officeDocument/2006/relationships/slideLayout" Target="../slideLayouts/slideLayout13.xml"/><Relationship Id="rId1" Type="http://schemas.openxmlformats.org/officeDocument/2006/relationships/tags" Target="../tags/tag432.xml"/></Relationships>
</file>

<file path=ppt/slides/_rels/slide14.xml.rels><?xml version="1.0" encoding="UTF-8" standalone="yes"?>
<Relationships xmlns="http://schemas.openxmlformats.org/package/2006/relationships"><Relationship Id="rId99" Type="http://schemas.openxmlformats.org/officeDocument/2006/relationships/tags" Target="../tags/tag538.xml"/><Relationship Id="rId98" Type="http://schemas.openxmlformats.org/officeDocument/2006/relationships/tags" Target="../tags/tag537.xml"/><Relationship Id="rId97" Type="http://schemas.openxmlformats.org/officeDocument/2006/relationships/tags" Target="../tags/tag536.xml"/><Relationship Id="rId96" Type="http://schemas.openxmlformats.org/officeDocument/2006/relationships/tags" Target="../tags/tag535.xml"/><Relationship Id="rId95" Type="http://schemas.openxmlformats.org/officeDocument/2006/relationships/tags" Target="../tags/tag534.xml"/><Relationship Id="rId94" Type="http://schemas.openxmlformats.org/officeDocument/2006/relationships/tags" Target="../tags/tag533.xml"/><Relationship Id="rId93" Type="http://schemas.openxmlformats.org/officeDocument/2006/relationships/tags" Target="../tags/tag532.xml"/><Relationship Id="rId92" Type="http://schemas.openxmlformats.org/officeDocument/2006/relationships/tags" Target="../tags/tag531.xml"/><Relationship Id="rId91" Type="http://schemas.openxmlformats.org/officeDocument/2006/relationships/tags" Target="../tags/tag530.xml"/><Relationship Id="rId90" Type="http://schemas.openxmlformats.org/officeDocument/2006/relationships/tags" Target="../tags/tag529.xml"/><Relationship Id="rId9" Type="http://schemas.openxmlformats.org/officeDocument/2006/relationships/tags" Target="../tags/tag448.xml"/><Relationship Id="rId89" Type="http://schemas.openxmlformats.org/officeDocument/2006/relationships/tags" Target="../tags/tag528.xml"/><Relationship Id="rId88" Type="http://schemas.openxmlformats.org/officeDocument/2006/relationships/tags" Target="../tags/tag527.xml"/><Relationship Id="rId87" Type="http://schemas.openxmlformats.org/officeDocument/2006/relationships/tags" Target="../tags/tag526.xml"/><Relationship Id="rId86" Type="http://schemas.openxmlformats.org/officeDocument/2006/relationships/tags" Target="../tags/tag525.xml"/><Relationship Id="rId85" Type="http://schemas.openxmlformats.org/officeDocument/2006/relationships/tags" Target="../tags/tag524.xml"/><Relationship Id="rId84" Type="http://schemas.openxmlformats.org/officeDocument/2006/relationships/tags" Target="../tags/tag523.xml"/><Relationship Id="rId83" Type="http://schemas.openxmlformats.org/officeDocument/2006/relationships/tags" Target="../tags/tag522.xml"/><Relationship Id="rId82" Type="http://schemas.openxmlformats.org/officeDocument/2006/relationships/tags" Target="../tags/tag521.xml"/><Relationship Id="rId81" Type="http://schemas.openxmlformats.org/officeDocument/2006/relationships/tags" Target="../tags/tag520.xml"/><Relationship Id="rId80" Type="http://schemas.openxmlformats.org/officeDocument/2006/relationships/tags" Target="../tags/tag519.xml"/><Relationship Id="rId8" Type="http://schemas.openxmlformats.org/officeDocument/2006/relationships/tags" Target="../tags/tag447.xml"/><Relationship Id="rId79" Type="http://schemas.openxmlformats.org/officeDocument/2006/relationships/tags" Target="../tags/tag518.xml"/><Relationship Id="rId78" Type="http://schemas.openxmlformats.org/officeDocument/2006/relationships/tags" Target="../tags/tag517.xml"/><Relationship Id="rId77" Type="http://schemas.openxmlformats.org/officeDocument/2006/relationships/tags" Target="../tags/tag516.xml"/><Relationship Id="rId76" Type="http://schemas.openxmlformats.org/officeDocument/2006/relationships/tags" Target="../tags/tag515.xml"/><Relationship Id="rId75" Type="http://schemas.openxmlformats.org/officeDocument/2006/relationships/tags" Target="../tags/tag514.xml"/><Relationship Id="rId74" Type="http://schemas.openxmlformats.org/officeDocument/2006/relationships/tags" Target="../tags/tag513.xml"/><Relationship Id="rId73" Type="http://schemas.openxmlformats.org/officeDocument/2006/relationships/tags" Target="../tags/tag512.xml"/><Relationship Id="rId72" Type="http://schemas.openxmlformats.org/officeDocument/2006/relationships/tags" Target="../tags/tag511.xml"/><Relationship Id="rId71" Type="http://schemas.openxmlformats.org/officeDocument/2006/relationships/tags" Target="../tags/tag510.xml"/><Relationship Id="rId70" Type="http://schemas.openxmlformats.org/officeDocument/2006/relationships/tags" Target="../tags/tag509.xml"/><Relationship Id="rId7" Type="http://schemas.openxmlformats.org/officeDocument/2006/relationships/tags" Target="../tags/tag446.xml"/><Relationship Id="rId69" Type="http://schemas.openxmlformats.org/officeDocument/2006/relationships/tags" Target="../tags/tag508.xml"/><Relationship Id="rId68" Type="http://schemas.openxmlformats.org/officeDocument/2006/relationships/tags" Target="../tags/tag507.xml"/><Relationship Id="rId67" Type="http://schemas.openxmlformats.org/officeDocument/2006/relationships/tags" Target="../tags/tag506.xml"/><Relationship Id="rId66" Type="http://schemas.openxmlformats.org/officeDocument/2006/relationships/tags" Target="../tags/tag505.xml"/><Relationship Id="rId65" Type="http://schemas.openxmlformats.org/officeDocument/2006/relationships/tags" Target="../tags/tag504.xml"/><Relationship Id="rId64" Type="http://schemas.openxmlformats.org/officeDocument/2006/relationships/tags" Target="../tags/tag503.xml"/><Relationship Id="rId63" Type="http://schemas.openxmlformats.org/officeDocument/2006/relationships/tags" Target="../tags/tag502.xml"/><Relationship Id="rId62" Type="http://schemas.openxmlformats.org/officeDocument/2006/relationships/tags" Target="../tags/tag501.xml"/><Relationship Id="rId61" Type="http://schemas.openxmlformats.org/officeDocument/2006/relationships/tags" Target="../tags/tag500.xml"/><Relationship Id="rId60" Type="http://schemas.openxmlformats.org/officeDocument/2006/relationships/tags" Target="../tags/tag499.xml"/><Relationship Id="rId6" Type="http://schemas.openxmlformats.org/officeDocument/2006/relationships/tags" Target="../tags/tag445.xml"/><Relationship Id="rId59" Type="http://schemas.openxmlformats.org/officeDocument/2006/relationships/tags" Target="../tags/tag498.xml"/><Relationship Id="rId58" Type="http://schemas.openxmlformats.org/officeDocument/2006/relationships/tags" Target="../tags/tag497.xml"/><Relationship Id="rId57" Type="http://schemas.openxmlformats.org/officeDocument/2006/relationships/tags" Target="../tags/tag496.xml"/><Relationship Id="rId56" Type="http://schemas.openxmlformats.org/officeDocument/2006/relationships/tags" Target="../tags/tag495.xml"/><Relationship Id="rId55" Type="http://schemas.openxmlformats.org/officeDocument/2006/relationships/tags" Target="../tags/tag494.xml"/><Relationship Id="rId54" Type="http://schemas.openxmlformats.org/officeDocument/2006/relationships/tags" Target="../tags/tag493.xml"/><Relationship Id="rId53" Type="http://schemas.openxmlformats.org/officeDocument/2006/relationships/tags" Target="../tags/tag492.xml"/><Relationship Id="rId52" Type="http://schemas.openxmlformats.org/officeDocument/2006/relationships/tags" Target="../tags/tag491.xml"/><Relationship Id="rId51" Type="http://schemas.openxmlformats.org/officeDocument/2006/relationships/tags" Target="../tags/tag490.xml"/><Relationship Id="rId50" Type="http://schemas.openxmlformats.org/officeDocument/2006/relationships/tags" Target="../tags/tag489.xml"/><Relationship Id="rId5" Type="http://schemas.openxmlformats.org/officeDocument/2006/relationships/tags" Target="../tags/tag444.xml"/><Relationship Id="rId49" Type="http://schemas.openxmlformats.org/officeDocument/2006/relationships/tags" Target="../tags/tag488.xml"/><Relationship Id="rId48" Type="http://schemas.openxmlformats.org/officeDocument/2006/relationships/tags" Target="../tags/tag487.xml"/><Relationship Id="rId47" Type="http://schemas.openxmlformats.org/officeDocument/2006/relationships/tags" Target="../tags/tag486.xml"/><Relationship Id="rId46" Type="http://schemas.openxmlformats.org/officeDocument/2006/relationships/tags" Target="../tags/tag485.xml"/><Relationship Id="rId45" Type="http://schemas.openxmlformats.org/officeDocument/2006/relationships/tags" Target="../tags/tag484.xml"/><Relationship Id="rId44" Type="http://schemas.openxmlformats.org/officeDocument/2006/relationships/tags" Target="../tags/tag483.xml"/><Relationship Id="rId43" Type="http://schemas.openxmlformats.org/officeDocument/2006/relationships/tags" Target="../tags/tag482.xml"/><Relationship Id="rId42" Type="http://schemas.openxmlformats.org/officeDocument/2006/relationships/tags" Target="../tags/tag481.xml"/><Relationship Id="rId41" Type="http://schemas.openxmlformats.org/officeDocument/2006/relationships/tags" Target="../tags/tag480.xml"/><Relationship Id="rId40" Type="http://schemas.openxmlformats.org/officeDocument/2006/relationships/tags" Target="../tags/tag479.xml"/><Relationship Id="rId4" Type="http://schemas.openxmlformats.org/officeDocument/2006/relationships/tags" Target="../tags/tag443.xml"/><Relationship Id="rId39" Type="http://schemas.openxmlformats.org/officeDocument/2006/relationships/tags" Target="../tags/tag478.xml"/><Relationship Id="rId38" Type="http://schemas.openxmlformats.org/officeDocument/2006/relationships/tags" Target="../tags/tag477.xml"/><Relationship Id="rId37" Type="http://schemas.openxmlformats.org/officeDocument/2006/relationships/tags" Target="../tags/tag476.xml"/><Relationship Id="rId36" Type="http://schemas.openxmlformats.org/officeDocument/2006/relationships/tags" Target="../tags/tag475.xml"/><Relationship Id="rId35" Type="http://schemas.openxmlformats.org/officeDocument/2006/relationships/tags" Target="../tags/tag474.xml"/><Relationship Id="rId34" Type="http://schemas.openxmlformats.org/officeDocument/2006/relationships/tags" Target="../tags/tag473.xml"/><Relationship Id="rId33" Type="http://schemas.openxmlformats.org/officeDocument/2006/relationships/tags" Target="../tags/tag472.xml"/><Relationship Id="rId32" Type="http://schemas.openxmlformats.org/officeDocument/2006/relationships/tags" Target="../tags/tag471.xml"/><Relationship Id="rId31" Type="http://schemas.openxmlformats.org/officeDocument/2006/relationships/tags" Target="../tags/tag470.xml"/><Relationship Id="rId30" Type="http://schemas.openxmlformats.org/officeDocument/2006/relationships/tags" Target="../tags/tag469.xml"/><Relationship Id="rId3" Type="http://schemas.openxmlformats.org/officeDocument/2006/relationships/tags" Target="../tags/tag442.xml"/><Relationship Id="rId29" Type="http://schemas.openxmlformats.org/officeDocument/2006/relationships/tags" Target="../tags/tag468.xml"/><Relationship Id="rId28" Type="http://schemas.openxmlformats.org/officeDocument/2006/relationships/tags" Target="../tags/tag467.xml"/><Relationship Id="rId27" Type="http://schemas.openxmlformats.org/officeDocument/2006/relationships/tags" Target="../tags/tag466.xml"/><Relationship Id="rId26" Type="http://schemas.openxmlformats.org/officeDocument/2006/relationships/tags" Target="../tags/tag465.xml"/><Relationship Id="rId25" Type="http://schemas.openxmlformats.org/officeDocument/2006/relationships/tags" Target="../tags/tag464.xml"/><Relationship Id="rId24" Type="http://schemas.openxmlformats.org/officeDocument/2006/relationships/tags" Target="../tags/tag463.xml"/><Relationship Id="rId23" Type="http://schemas.openxmlformats.org/officeDocument/2006/relationships/tags" Target="../tags/tag462.xml"/><Relationship Id="rId22" Type="http://schemas.openxmlformats.org/officeDocument/2006/relationships/tags" Target="../tags/tag461.xml"/><Relationship Id="rId21" Type="http://schemas.openxmlformats.org/officeDocument/2006/relationships/tags" Target="../tags/tag460.xml"/><Relationship Id="rId20" Type="http://schemas.openxmlformats.org/officeDocument/2006/relationships/tags" Target="../tags/tag459.xml"/><Relationship Id="rId2" Type="http://schemas.openxmlformats.org/officeDocument/2006/relationships/tags" Target="../tags/tag441.xml"/><Relationship Id="rId19" Type="http://schemas.openxmlformats.org/officeDocument/2006/relationships/tags" Target="../tags/tag458.xml"/><Relationship Id="rId18" Type="http://schemas.openxmlformats.org/officeDocument/2006/relationships/tags" Target="../tags/tag457.xml"/><Relationship Id="rId17" Type="http://schemas.openxmlformats.org/officeDocument/2006/relationships/tags" Target="../tags/tag456.xml"/><Relationship Id="rId16" Type="http://schemas.openxmlformats.org/officeDocument/2006/relationships/tags" Target="../tags/tag455.xml"/><Relationship Id="rId15" Type="http://schemas.openxmlformats.org/officeDocument/2006/relationships/tags" Target="../tags/tag454.xml"/><Relationship Id="rId14" Type="http://schemas.openxmlformats.org/officeDocument/2006/relationships/tags" Target="../tags/tag453.xml"/><Relationship Id="rId13" Type="http://schemas.openxmlformats.org/officeDocument/2006/relationships/tags" Target="../tags/tag452.xml"/><Relationship Id="rId12" Type="http://schemas.openxmlformats.org/officeDocument/2006/relationships/tags" Target="../tags/tag451.xml"/><Relationship Id="rId114" Type="http://schemas.openxmlformats.org/officeDocument/2006/relationships/notesSlide" Target="../notesSlides/notesSlide12.xml"/><Relationship Id="rId113" Type="http://schemas.openxmlformats.org/officeDocument/2006/relationships/slideLayout" Target="../slideLayouts/slideLayout13.xml"/><Relationship Id="rId112" Type="http://schemas.openxmlformats.org/officeDocument/2006/relationships/tags" Target="../tags/tag550.xml"/><Relationship Id="rId111" Type="http://schemas.openxmlformats.org/officeDocument/2006/relationships/image" Target="../media/image30.png"/><Relationship Id="rId110" Type="http://schemas.openxmlformats.org/officeDocument/2006/relationships/tags" Target="../tags/tag549.xml"/><Relationship Id="rId11" Type="http://schemas.openxmlformats.org/officeDocument/2006/relationships/tags" Target="../tags/tag450.xml"/><Relationship Id="rId109" Type="http://schemas.openxmlformats.org/officeDocument/2006/relationships/tags" Target="../tags/tag548.xml"/><Relationship Id="rId108" Type="http://schemas.openxmlformats.org/officeDocument/2006/relationships/tags" Target="../tags/tag547.xml"/><Relationship Id="rId107" Type="http://schemas.openxmlformats.org/officeDocument/2006/relationships/tags" Target="../tags/tag546.xml"/><Relationship Id="rId106" Type="http://schemas.openxmlformats.org/officeDocument/2006/relationships/tags" Target="../tags/tag545.xml"/><Relationship Id="rId105" Type="http://schemas.openxmlformats.org/officeDocument/2006/relationships/tags" Target="../tags/tag544.xml"/><Relationship Id="rId104" Type="http://schemas.openxmlformats.org/officeDocument/2006/relationships/tags" Target="../tags/tag543.xml"/><Relationship Id="rId103" Type="http://schemas.openxmlformats.org/officeDocument/2006/relationships/tags" Target="../tags/tag542.xml"/><Relationship Id="rId102" Type="http://schemas.openxmlformats.org/officeDocument/2006/relationships/tags" Target="../tags/tag541.xml"/><Relationship Id="rId101" Type="http://schemas.openxmlformats.org/officeDocument/2006/relationships/tags" Target="../tags/tag540.xml"/><Relationship Id="rId100" Type="http://schemas.openxmlformats.org/officeDocument/2006/relationships/tags" Target="../tags/tag539.xml"/><Relationship Id="rId10" Type="http://schemas.openxmlformats.org/officeDocument/2006/relationships/tags" Target="../tags/tag449.xml"/><Relationship Id="rId1" Type="http://schemas.openxmlformats.org/officeDocument/2006/relationships/tags" Target="../tags/tag440.xml"/></Relationships>
</file>

<file path=ppt/slides/_rels/slide15.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tags" Target="../tags/tag558.xml"/><Relationship Id="rId7" Type="http://schemas.openxmlformats.org/officeDocument/2006/relationships/tags" Target="../tags/tag557.xml"/><Relationship Id="rId6" Type="http://schemas.openxmlformats.org/officeDocument/2006/relationships/tags" Target="../tags/tag556.xml"/><Relationship Id="rId5" Type="http://schemas.openxmlformats.org/officeDocument/2006/relationships/tags" Target="../tags/tag555.xml"/><Relationship Id="rId4" Type="http://schemas.openxmlformats.org/officeDocument/2006/relationships/tags" Target="../tags/tag554.xml"/><Relationship Id="rId3" Type="http://schemas.openxmlformats.org/officeDocument/2006/relationships/tags" Target="../tags/tag553.xml"/><Relationship Id="rId2" Type="http://schemas.openxmlformats.org/officeDocument/2006/relationships/tags" Target="../tags/tag552.xml"/><Relationship Id="rId11" Type="http://schemas.openxmlformats.org/officeDocument/2006/relationships/slideLayout" Target="../slideLayouts/slideLayout13.xml"/><Relationship Id="rId10" Type="http://schemas.openxmlformats.org/officeDocument/2006/relationships/tags" Target="../tags/tag559.xml"/><Relationship Id="rId1" Type="http://schemas.openxmlformats.org/officeDocument/2006/relationships/tags" Target="../tags/tag551.xml"/></Relationships>
</file>

<file path=ppt/slides/_rels/slide16.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tags" Target="../tags/tag567.xml"/><Relationship Id="rId7" Type="http://schemas.openxmlformats.org/officeDocument/2006/relationships/tags" Target="../tags/tag566.xml"/><Relationship Id="rId6" Type="http://schemas.openxmlformats.org/officeDocument/2006/relationships/tags" Target="../tags/tag565.xml"/><Relationship Id="rId5" Type="http://schemas.openxmlformats.org/officeDocument/2006/relationships/tags" Target="../tags/tag564.xml"/><Relationship Id="rId4" Type="http://schemas.openxmlformats.org/officeDocument/2006/relationships/tags" Target="../tags/tag563.xml"/><Relationship Id="rId3" Type="http://schemas.openxmlformats.org/officeDocument/2006/relationships/tags" Target="../tags/tag562.xml"/><Relationship Id="rId2" Type="http://schemas.openxmlformats.org/officeDocument/2006/relationships/tags" Target="../tags/tag561.xml"/><Relationship Id="rId11" Type="http://schemas.openxmlformats.org/officeDocument/2006/relationships/slideLayout" Target="../slideLayouts/slideLayout13.xml"/><Relationship Id="rId10" Type="http://schemas.openxmlformats.org/officeDocument/2006/relationships/tags" Target="../tags/tag568.xml"/><Relationship Id="rId1" Type="http://schemas.openxmlformats.org/officeDocument/2006/relationships/tags" Target="../tags/tag560.xml"/></Relationships>
</file>

<file path=ppt/slides/_rels/slide17.xml.rels><?xml version="1.0" encoding="UTF-8" standalone="yes"?>
<Relationships xmlns="http://schemas.openxmlformats.org/package/2006/relationships"><Relationship Id="rId9" Type="http://schemas.openxmlformats.org/officeDocument/2006/relationships/tags" Target="../tags/tag576.xml"/><Relationship Id="rId8" Type="http://schemas.openxmlformats.org/officeDocument/2006/relationships/image" Target="../media/image33.jpeg"/><Relationship Id="rId7" Type="http://schemas.openxmlformats.org/officeDocument/2006/relationships/tags" Target="../tags/tag575.xml"/><Relationship Id="rId6" Type="http://schemas.openxmlformats.org/officeDocument/2006/relationships/tags" Target="../tags/tag574.xml"/><Relationship Id="rId5" Type="http://schemas.openxmlformats.org/officeDocument/2006/relationships/tags" Target="../tags/tag573.xml"/><Relationship Id="rId4" Type="http://schemas.openxmlformats.org/officeDocument/2006/relationships/tags" Target="../tags/tag572.xml"/><Relationship Id="rId3" Type="http://schemas.openxmlformats.org/officeDocument/2006/relationships/tags" Target="../tags/tag571.xml"/><Relationship Id="rId2" Type="http://schemas.openxmlformats.org/officeDocument/2006/relationships/tags" Target="../tags/tag570.xml"/><Relationship Id="rId14" Type="http://schemas.openxmlformats.org/officeDocument/2006/relationships/slideLayout" Target="../slideLayouts/slideLayout13.xml"/><Relationship Id="rId13" Type="http://schemas.openxmlformats.org/officeDocument/2006/relationships/tags" Target="../tags/tag578.xml"/><Relationship Id="rId12" Type="http://schemas.openxmlformats.org/officeDocument/2006/relationships/image" Target="../media/image35.png"/><Relationship Id="rId11" Type="http://schemas.openxmlformats.org/officeDocument/2006/relationships/tags" Target="../tags/tag577.xml"/><Relationship Id="rId10" Type="http://schemas.openxmlformats.org/officeDocument/2006/relationships/image" Target="../media/image34.png"/><Relationship Id="rId1" Type="http://schemas.openxmlformats.org/officeDocument/2006/relationships/tags" Target="../tags/tag569.xml"/></Relationships>
</file>

<file path=ppt/slides/_rels/slide18.xml.rels><?xml version="1.0" encoding="UTF-8" standalone="yes"?>
<Relationships xmlns="http://schemas.openxmlformats.org/package/2006/relationships"><Relationship Id="rId9" Type="http://schemas.openxmlformats.org/officeDocument/2006/relationships/tags" Target="../tags/tag586.xml"/><Relationship Id="rId8" Type="http://schemas.openxmlformats.org/officeDocument/2006/relationships/image" Target="../media/image34.png"/><Relationship Id="rId7" Type="http://schemas.openxmlformats.org/officeDocument/2006/relationships/tags" Target="../tags/tag585.xml"/><Relationship Id="rId6" Type="http://schemas.openxmlformats.org/officeDocument/2006/relationships/tags" Target="../tags/tag584.xml"/><Relationship Id="rId5" Type="http://schemas.openxmlformats.org/officeDocument/2006/relationships/tags" Target="../tags/tag583.xml"/><Relationship Id="rId4" Type="http://schemas.openxmlformats.org/officeDocument/2006/relationships/tags" Target="../tags/tag582.xml"/><Relationship Id="rId3" Type="http://schemas.openxmlformats.org/officeDocument/2006/relationships/tags" Target="../tags/tag581.xml"/><Relationship Id="rId2" Type="http://schemas.openxmlformats.org/officeDocument/2006/relationships/tags" Target="../tags/tag580.xml"/><Relationship Id="rId13" Type="http://schemas.openxmlformats.org/officeDocument/2006/relationships/slideLayout" Target="../slideLayouts/slideLayout13.xml"/><Relationship Id="rId12" Type="http://schemas.openxmlformats.org/officeDocument/2006/relationships/tags" Target="../tags/tag587.xml"/><Relationship Id="rId11" Type="http://schemas.openxmlformats.org/officeDocument/2006/relationships/image" Target="../media/image36.png"/><Relationship Id="rId10" Type="http://schemas.openxmlformats.org/officeDocument/2006/relationships/image" Target="../media/image33.jpeg"/><Relationship Id="rId1" Type="http://schemas.openxmlformats.org/officeDocument/2006/relationships/tags" Target="../tags/tag579.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3.xml"/><Relationship Id="rId7" Type="http://schemas.openxmlformats.org/officeDocument/2006/relationships/tags" Target="../tags/tag594.xml"/><Relationship Id="rId6" Type="http://schemas.openxmlformats.org/officeDocument/2006/relationships/tags" Target="../tags/tag593.xml"/><Relationship Id="rId5" Type="http://schemas.openxmlformats.org/officeDocument/2006/relationships/tags" Target="../tags/tag592.xml"/><Relationship Id="rId4" Type="http://schemas.openxmlformats.org/officeDocument/2006/relationships/tags" Target="../tags/tag591.xml"/><Relationship Id="rId3" Type="http://schemas.openxmlformats.org/officeDocument/2006/relationships/tags" Target="../tags/tag590.xml"/><Relationship Id="rId2" Type="http://schemas.openxmlformats.org/officeDocument/2006/relationships/tags" Target="../tags/tag589.xml"/><Relationship Id="rId1" Type="http://schemas.openxmlformats.org/officeDocument/2006/relationships/tags" Target="../tags/tag588.xml"/></Relationships>
</file>

<file path=ppt/slides/_rels/slide20.xml.rels><?xml version="1.0" encoding="UTF-8" standalone="yes"?>
<Relationships xmlns="http://schemas.openxmlformats.org/package/2006/relationships"><Relationship Id="rId9" Type="http://schemas.openxmlformats.org/officeDocument/2006/relationships/tags" Target="../tags/tag603.xml"/><Relationship Id="rId8" Type="http://schemas.openxmlformats.org/officeDocument/2006/relationships/tags" Target="../tags/tag602.xml"/><Relationship Id="rId7" Type="http://schemas.openxmlformats.org/officeDocument/2006/relationships/tags" Target="../tags/tag601.xml"/><Relationship Id="rId6" Type="http://schemas.openxmlformats.org/officeDocument/2006/relationships/tags" Target="../tags/tag600.xml"/><Relationship Id="rId5" Type="http://schemas.openxmlformats.org/officeDocument/2006/relationships/tags" Target="../tags/tag599.xml"/><Relationship Id="rId4" Type="http://schemas.openxmlformats.org/officeDocument/2006/relationships/tags" Target="../tags/tag598.xml"/><Relationship Id="rId3" Type="http://schemas.openxmlformats.org/officeDocument/2006/relationships/tags" Target="../tags/tag597.xml"/><Relationship Id="rId2" Type="http://schemas.openxmlformats.org/officeDocument/2006/relationships/tags" Target="../tags/tag596.xml"/><Relationship Id="rId14" Type="http://schemas.openxmlformats.org/officeDocument/2006/relationships/slideLayout" Target="../slideLayouts/slideLayout13.xml"/><Relationship Id="rId13" Type="http://schemas.openxmlformats.org/officeDocument/2006/relationships/tags" Target="../tags/tag605.xml"/><Relationship Id="rId12" Type="http://schemas.openxmlformats.org/officeDocument/2006/relationships/image" Target="../media/image38.png"/><Relationship Id="rId11" Type="http://schemas.openxmlformats.org/officeDocument/2006/relationships/image" Target="../media/image37.png"/><Relationship Id="rId10" Type="http://schemas.openxmlformats.org/officeDocument/2006/relationships/tags" Target="../tags/tag604.xml"/><Relationship Id="rId1" Type="http://schemas.openxmlformats.org/officeDocument/2006/relationships/tags" Target="../tags/tag595.xml"/></Relationships>
</file>

<file path=ppt/slides/_rels/slide21.xml.rels><?xml version="1.0" encoding="UTF-8" standalone="yes"?>
<Relationships xmlns="http://schemas.openxmlformats.org/package/2006/relationships"><Relationship Id="rId9" Type="http://schemas.openxmlformats.org/officeDocument/2006/relationships/tags" Target="../tags/tag614.xml"/><Relationship Id="rId8" Type="http://schemas.openxmlformats.org/officeDocument/2006/relationships/tags" Target="../tags/tag613.xml"/><Relationship Id="rId7" Type="http://schemas.openxmlformats.org/officeDocument/2006/relationships/tags" Target="../tags/tag612.xml"/><Relationship Id="rId6" Type="http://schemas.openxmlformats.org/officeDocument/2006/relationships/tags" Target="../tags/tag611.xml"/><Relationship Id="rId5" Type="http://schemas.openxmlformats.org/officeDocument/2006/relationships/tags" Target="../tags/tag610.xml"/><Relationship Id="rId4" Type="http://schemas.openxmlformats.org/officeDocument/2006/relationships/tags" Target="../tags/tag609.xml"/><Relationship Id="rId3" Type="http://schemas.openxmlformats.org/officeDocument/2006/relationships/tags" Target="../tags/tag608.xml"/><Relationship Id="rId2" Type="http://schemas.openxmlformats.org/officeDocument/2006/relationships/tags" Target="../tags/tag607.xml"/><Relationship Id="rId15" Type="http://schemas.openxmlformats.org/officeDocument/2006/relationships/notesSlide" Target="../notesSlides/notesSlide13.xml"/><Relationship Id="rId14" Type="http://schemas.openxmlformats.org/officeDocument/2006/relationships/slideLayout" Target="../slideLayouts/slideLayout13.xml"/><Relationship Id="rId13" Type="http://schemas.openxmlformats.org/officeDocument/2006/relationships/tags" Target="../tags/tag616.xml"/><Relationship Id="rId12" Type="http://schemas.openxmlformats.org/officeDocument/2006/relationships/image" Target="../media/image40.png"/><Relationship Id="rId11" Type="http://schemas.openxmlformats.org/officeDocument/2006/relationships/image" Target="../media/image39.png"/><Relationship Id="rId10" Type="http://schemas.openxmlformats.org/officeDocument/2006/relationships/tags" Target="../tags/tag615.xml"/><Relationship Id="rId1" Type="http://schemas.openxmlformats.org/officeDocument/2006/relationships/tags" Target="../tags/tag606.xml"/></Relationships>
</file>

<file path=ppt/slides/_rels/slide22.xml.rels><?xml version="1.0" encoding="UTF-8" standalone="yes"?>
<Relationships xmlns="http://schemas.openxmlformats.org/package/2006/relationships"><Relationship Id="rId99" Type="http://schemas.openxmlformats.org/officeDocument/2006/relationships/tags" Target="../tags/tag715.xml"/><Relationship Id="rId98" Type="http://schemas.openxmlformats.org/officeDocument/2006/relationships/tags" Target="../tags/tag714.xml"/><Relationship Id="rId97" Type="http://schemas.openxmlformats.org/officeDocument/2006/relationships/tags" Target="../tags/tag713.xml"/><Relationship Id="rId96" Type="http://schemas.openxmlformats.org/officeDocument/2006/relationships/tags" Target="../tags/tag712.xml"/><Relationship Id="rId95" Type="http://schemas.openxmlformats.org/officeDocument/2006/relationships/tags" Target="../tags/tag711.xml"/><Relationship Id="rId94" Type="http://schemas.openxmlformats.org/officeDocument/2006/relationships/tags" Target="../tags/tag710.xml"/><Relationship Id="rId93" Type="http://schemas.openxmlformats.org/officeDocument/2006/relationships/tags" Target="../tags/tag709.xml"/><Relationship Id="rId92" Type="http://schemas.openxmlformats.org/officeDocument/2006/relationships/tags" Target="../tags/tag708.xml"/><Relationship Id="rId91" Type="http://schemas.openxmlformats.org/officeDocument/2006/relationships/tags" Target="../tags/tag707.xml"/><Relationship Id="rId90" Type="http://schemas.openxmlformats.org/officeDocument/2006/relationships/tags" Target="../tags/tag706.xml"/><Relationship Id="rId9" Type="http://schemas.openxmlformats.org/officeDocument/2006/relationships/tags" Target="../tags/tag625.xml"/><Relationship Id="rId89" Type="http://schemas.openxmlformats.org/officeDocument/2006/relationships/tags" Target="../tags/tag705.xml"/><Relationship Id="rId88" Type="http://schemas.openxmlformats.org/officeDocument/2006/relationships/tags" Target="../tags/tag704.xml"/><Relationship Id="rId87" Type="http://schemas.openxmlformats.org/officeDocument/2006/relationships/tags" Target="../tags/tag703.xml"/><Relationship Id="rId86" Type="http://schemas.openxmlformats.org/officeDocument/2006/relationships/tags" Target="../tags/tag702.xml"/><Relationship Id="rId85" Type="http://schemas.openxmlformats.org/officeDocument/2006/relationships/tags" Target="../tags/tag701.xml"/><Relationship Id="rId84" Type="http://schemas.openxmlformats.org/officeDocument/2006/relationships/tags" Target="../tags/tag700.xml"/><Relationship Id="rId83" Type="http://schemas.openxmlformats.org/officeDocument/2006/relationships/tags" Target="../tags/tag699.xml"/><Relationship Id="rId82" Type="http://schemas.openxmlformats.org/officeDocument/2006/relationships/tags" Target="../tags/tag698.xml"/><Relationship Id="rId81" Type="http://schemas.openxmlformats.org/officeDocument/2006/relationships/tags" Target="../tags/tag697.xml"/><Relationship Id="rId80" Type="http://schemas.openxmlformats.org/officeDocument/2006/relationships/tags" Target="../tags/tag696.xml"/><Relationship Id="rId8" Type="http://schemas.openxmlformats.org/officeDocument/2006/relationships/tags" Target="../tags/tag624.xml"/><Relationship Id="rId79" Type="http://schemas.openxmlformats.org/officeDocument/2006/relationships/tags" Target="../tags/tag695.xml"/><Relationship Id="rId78" Type="http://schemas.openxmlformats.org/officeDocument/2006/relationships/tags" Target="../tags/tag694.xml"/><Relationship Id="rId77" Type="http://schemas.openxmlformats.org/officeDocument/2006/relationships/tags" Target="../tags/tag693.xml"/><Relationship Id="rId76" Type="http://schemas.openxmlformats.org/officeDocument/2006/relationships/tags" Target="../tags/tag692.xml"/><Relationship Id="rId75" Type="http://schemas.openxmlformats.org/officeDocument/2006/relationships/tags" Target="../tags/tag691.xml"/><Relationship Id="rId74" Type="http://schemas.openxmlformats.org/officeDocument/2006/relationships/tags" Target="../tags/tag690.xml"/><Relationship Id="rId73" Type="http://schemas.openxmlformats.org/officeDocument/2006/relationships/tags" Target="../tags/tag689.xml"/><Relationship Id="rId72" Type="http://schemas.openxmlformats.org/officeDocument/2006/relationships/tags" Target="../tags/tag688.xml"/><Relationship Id="rId71" Type="http://schemas.openxmlformats.org/officeDocument/2006/relationships/tags" Target="../tags/tag687.xml"/><Relationship Id="rId70" Type="http://schemas.openxmlformats.org/officeDocument/2006/relationships/tags" Target="../tags/tag686.xml"/><Relationship Id="rId7" Type="http://schemas.openxmlformats.org/officeDocument/2006/relationships/tags" Target="../tags/tag623.xml"/><Relationship Id="rId69" Type="http://schemas.openxmlformats.org/officeDocument/2006/relationships/tags" Target="../tags/tag685.xml"/><Relationship Id="rId68" Type="http://schemas.openxmlformats.org/officeDocument/2006/relationships/tags" Target="../tags/tag684.xml"/><Relationship Id="rId67" Type="http://schemas.openxmlformats.org/officeDocument/2006/relationships/tags" Target="../tags/tag683.xml"/><Relationship Id="rId66" Type="http://schemas.openxmlformats.org/officeDocument/2006/relationships/tags" Target="../tags/tag682.xml"/><Relationship Id="rId65" Type="http://schemas.openxmlformats.org/officeDocument/2006/relationships/tags" Target="../tags/tag681.xml"/><Relationship Id="rId64" Type="http://schemas.openxmlformats.org/officeDocument/2006/relationships/tags" Target="../tags/tag680.xml"/><Relationship Id="rId63" Type="http://schemas.openxmlformats.org/officeDocument/2006/relationships/tags" Target="../tags/tag679.xml"/><Relationship Id="rId62" Type="http://schemas.openxmlformats.org/officeDocument/2006/relationships/tags" Target="../tags/tag678.xml"/><Relationship Id="rId61" Type="http://schemas.openxmlformats.org/officeDocument/2006/relationships/tags" Target="../tags/tag677.xml"/><Relationship Id="rId60" Type="http://schemas.openxmlformats.org/officeDocument/2006/relationships/tags" Target="../tags/tag676.xml"/><Relationship Id="rId6" Type="http://schemas.openxmlformats.org/officeDocument/2006/relationships/tags" Target="../tags/tag622.xml"/><Relationship Id="rId59" Type="http://schemas.openxmlformats.org/officeDocument/2006/relationships/tags" Target="../tags/tag675.xml"/><Relationship Id="rId58" Type="http://schemas.openxmlformats.org/officeDocument/2006/relationships/tags" Target="../tags/tag674.xml"/><Relationship Id="rId57" Type="http://schemas.openxmlformats.org/officeDocument/2006/relationships/tags" Target="../tags/tag673.xml"/><Relationship Id="rId56" Type="http://schemas.openxmlformats.org/officeDocument/2006/relationships/tags" Target="../tags/tag672.xml"/><Relationship Id="rId55" Type="http://schemas.openxmlformats.org/officeDocument/2006/relationships/tags" Target="../tags/tag671.xml"/><Relationship Id="rId54" Type="http://schemas.openxmlformats.org/officeDocument/2006/relationships/tags" Target="../tags/tag670.xml"/><Relationship Id="rId53" Type="http://schemas.openxmlformats.org/officeDocument/2006/relationships/tags" Target="../tags/tag669.xml"/><Relationship Id="rId52" Type="http://schemas.openxmlformats.org/officeDocument/2006/relationships/tags" Target="../tags/tag668.xml"/><Relationship Id="rId51" Type="http://schemas.openxmlformats.org/officeDocument/2006/relationships/tags" Target="../tags/tag667.xml"/><Relationship Id="rId50" Type="http://schemas.openxmlformats.org/officeDocument/2006/relationships/tags" Target="../tags/tag666.xml"/><Relationship Id="rId5" Type="http://schemas.openxmlformats.org/officeDocument/2006/relationships/tags" Target="../tags/tag621.xml"/><Relationship Id="rId49" Type="http://schemas.openxmlformats.org/officeDocument/2006/relationships/tags" Target="../tags/tag665.xml"/><Relationship Id="rId48" Type="http://schemas.openxmlformats.org/officeDocument/2006/relationships/tags" Target="../tags/tag664.xml"/><Relationship Id="rId47" Type="http://schemas.openxmlformats.org/officeDocument/2006/relationships/tags" Target="../tags/tag663.xml"/><Relationship Id="rId46" Type="http://schemas.openxmlformats.org/officeDocument/2006/relationships/tags" Target="../tags/tag662.xml"/><Relationship Id="rId45" Type="http://schemas.openxmlformats.org/officeDocument/2006/relationships/tags" Target="../tags/tag661.xml"/><Relationship Id="rId44" Type="http://schemas.openxmlformats.org/officeDocument/2006/relationships/tags" Target="../tags/tag660.xml"/><Relationship Id="rId43" Type="http://schemas.openxmlformats.org/officeDocument/2006/relationships/tags" Target="../tags/tag659.xml"/><Relationship Id="rId42" Type="http://schemas.openxmlformats.org/officeDocument/2006/relationships/tags" Target="../tags/tag658.xml"/><Relationship Id="rId41" Type="http://schemas.openxmlformats.org/officeDocument/2006/relationships/tags" Target="../tags/tag657.xml"/><Relationship Id="rId40" Type="http://schemas.openxmlformats.org/officeDocument/2006/relationships/tags" Target="../tags/tag656.xml"/><Relationship Id="rId4" Type="http://schemas.openxmlformats.org/officeDocument/2006/relationships/tags" Target="../tags/tag620.xml"/><Relationship Id="rId39" Type="http://schemas.openxmlformats.org/officeDocument/2006/relationships/tags" Target="../tags/tag655.xml"/><Relationship Id="rId38" Type="http://schemas.openxmlformats.org/officeDocument/2006/relationships/tags" Target="../tags/tag654.xml"/><Relationship Id="rId37" Type="http://schemas.openxmlformats.org/officeDocument/2006/relationships/tags" Target="../tags/tag653.xml"/><Relationship Id="rId36" Type="http://schemas.openxmlformats.org/officeDocument/2006/relationships/tags" Target="../tags/tag652.xml"/><Relationship Id="rId35" Type="http://schemas.openxmlformats.org/officeDocument/2006/relationships/tags" Target="../tags/tag651.xml"/><Relationship Id="rId34" Type="http://schemas.openxmlformats.org/officeDocument/2006/relationships/tags" Target="../tags/tag650.xml"/><Relationship Id="rId33" Type="http://schemas.openxmlformats.org/officeDocument/2006/relationships/tags" Target="../tags/tag649.xml"/><Relationship Id="rId32" Type="http://schemas.openxmlformats.org/officeDocument/2006/relationships/tags" Target="../tags/tag648.xml"/><Relationship Id="rId31" Type="http://schemas.openxmlformats.org/officeDocument/2006/relationships/tags" Target="../tags/tag647.xml"/><Relationship Id="rId30" Type="http://schemas.openxmlformats.org/officeDocument/2006/relationships/tags" Target="../tags/tag646.xml"/><Relationship Id="rId3" Type="http://schemas.openxmlformats.org/officeDocument/2006/relationships/tags" Target="../tags/tag619.xml"/><Relationship Id="rId29" Type="http://schemas.openxmlformats.org/officeDocument/2006/relationships/tags" Target="../tags/tag645.xml"/><Relationship Id="rId28" Type="http://schemas.openxmlformats.org/officeDocument/2006/relationships/tags" Target="../tags/tag644.xml"/><Relationship Id="rId27" Type="http://schemas.openxmlformats.org/officeDocument/2006/relationships/tags" Target="../tags/tag643.xml"/><Relationship Id="rId26" Type="http://schemas.openxmlformats.org/officeDocument/2006/relationships/tags" Target="../tags/tag642.xml"/><Relationship Id="rId25" Type="http://schemas.openxmlformats.org/officeDocument/2006/relationships/tags" Target="../tags/tag641.xml"/><Relationship Id="rId24" Type="http://schemas.openxmlformats.org/officeDocument/2006/relationships/tags" Target="../tags/tag640.xml"/><Relationship Id="rId23" Type="http://schemas.openxmlformats.org/officeDocument/2006/relationships/tags" Target="../tags/tag639.xml"/><Relationship Id="rId22" Type="http://schemas.openxmlformats.org/officeDocument/2006/relationships/tags" Target="../tags/tag638.xml"/><Relationship Id="rId21" Type="http://schemas.openxmlformats.org/officeDocument/2006/relationships/tags" Target="../tags/tag637.xml"/><Relationship Id="rId20" Type="http://schemas.openxmlformats.org/officeDocument/2006/relationships/tags" Target="../tags/tag636.xml"/><Relationship Id="rId2" Type="http://schemas.openxmlformats.org/officeDocument/2006/relationships/tags" Target="../tags/tag618.xml"/><Relationship Id="rId19" Type="http://schemas.openxmlformats.org/officeDocument/2006/relationships/tags" Target="../tags/tag635.xml"/><Relationship Id="rId18" Type="http://schemas.openxmlformats.org/officeDocument/2006/relationships/tags" Target="../tags/tag634.xml"/><Relationship Id="rId17" Type="http://schemas.openxmlformats.org/officeDocument/2006/relationships/tags" Target="../tags/tag633.xml"/><Relationship Id="rId16" Type="http://schemas.openxmlformats.org/officeDocument/2006/relationships/tags" Target="../tags/tag632.xml"/><Relationship Id="rId15" Type="http://schemas.openxmlformats.org/officeDocument/2006/relationships/tags" Target="../tags/tag631.xml"/><Relationship Id="rId14" Type="http://schemas.openxmlformats.org/officeDocument/2006/relationships/tags" Target="../tags/tag630.xml"/><Relationship Id="rId13" Type="http://schemas.openxmlformats.org/officeDocument/2006/relationships/tags" Target="../tags/tag629.xml"/><Relationship Id="rId12" Type="http://schemas.openxmlformats.org/officeDocument/2006/relationships/tags" Target="../tags/tag628.xml"/><Relationship Id="rId114" Type="http://schemas.openxmlformats.org/officeDocument/2006/relationships/notesSlide" Target="../notesSlides/notesSlide14.xml"/><Relationship Id="rId113" Type="http://schemas.openxmlformats.org/officeDocument/2006/relationships/slideLayout" Target="../slideLayouts/slideLayout13.xml"/><Relationship Id="rId112" Type="http://schemas.openxmlformats.org/officeDocument/2006/relationships/tags" Target="../tags/tag726.xml"/><Relationship Id="rId111" Type="http://schemas.openxmlformats.org/officeDocument/2006/relationships/image" Target="../media/image42.png"/><Relationship Id="rId110" Type="http://schemas.openxmlformats.org/officeDocument/2006/relationships/image" Target="../media/image41.png"/><Relationship Id="rId11" Type="http://schemas.openxmlformats.org/officeDocument/2006/relationships/tags" Target="../tags/tag627.xml"/><Relationship Id="rId109" Type="http://schemas.openxmlformats.org/officeDocument/2006/relationships/tags" Target="../tags/tag725.xml"/><Relationship Id="rId108" Type="http://schemas.openxmlformats.org/officeDocument/2006/relationships/tags" Target="../tags/tag724.xml"/><Relationship Id="rId107" Type="http://schemas.openxmlformats.org/officeDocument/2006/relationships/tags" Target="../tags/tag723.xml"/><Relationship Id="rId106" Type="http://schemas.openxmlformats.org/officeDocument/2006/relationships/tags" Target="../tags/tag722.xml"/><Relationship Id="rId105" Type="http://schemas.openxmlformats.org/officeDocument/2006/relationships/tags" Target="../tags/tag721.xml"/><Relationship Id="rId104" Type="http://schemas.openxmlformats.org/officeDocument/2006/relationships/tags" Target="../tags/tag720.xml"/><Relationship Id="rId103" Type="http://schemas.openxmlformats.org/officeDocument/2006/relationships/tags" Target="../tags/tag719.xml"/><Relationship Id="rId102" Type="http://schemas.openxmlformats.org/officeDocument/2006/relationships/tags" Target="../tags/tag718.xml"/><Relationship Id="rId101" Type="http://schemas.openxmlformats.org/officeDocument/2006/relationships/tags" Target="../tags/tag717.xml"/><Relationship Id="rId100" Type="http://schemas.openxmlformats.org/officeDocument/2006/relationships/tags" Target="../tags/tag716.xml"/><Relationship Id="rId10" Type="http://schemas.openxmlformats.org/officeDocument/2006/relationships/tags" Target="../tags/tag626.xml"/><Relationship Id="rId1" Type="http://schemas.openxmlformats.org/officeDocument/2006/relationships/tags" Target="../tags/tag617.xml"/></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732.xml"/><Relationship Id="rId7" Type="http://schemas.openxmlformats.org/officeDocument/2006/relationships/image" Target="../media/image44.png"/><Relationship Id="rId6" Type="http://schemas.openxmlformats.org/officeDocument/2006/relationships/image" Target="../media/image43.png"/><Relationship Id="rId5" Type="http://schemas.openxmlformats.org/officeDocument/2006/relationships/tags" Target="../tags/tag731.xml"/><Relationship Id="rId4" Type="http://schemas.openxmlformats.org/officeDocument/2006/relationships/tags" Target="../tags/tag730.xml"/><Relationship Id="rId3" Type="http://schemas.openxmlformats.org/officeDocument/2006/relationships/tags" Target="../tags/tag729.xml"/><Relationship Id="rId2" Type="http://schemas.openxmlformats.org/officeDocument/2006/relationships/tags" Target="../tags/tag728.xml"/><Relationship Id="rId1" Type="http://schemas.openxmlformats.org/officeDocument/2006/relationships/tags" Target="../tags/tag727.xml"/></Relationships>
</file>

<file path=ppt/slides/_rels/slide24.xml.rels><?xml version="1.0" encoding="UTF-8" standalone="yes"?>
<Relationships xmlns="http://schemas.openxmlformats.org/package/2006/relationships"><Relationship Id="rId9" Type="http://schemas.openxmlformats.org/officeDocument/2006/relationships/tags" Target="../tags/tag739.xml"/><Relationship Id="rId8" Type="http://schemas.openxmlformats.org/officeDocument/2006/relationships/image" Target="../media/image46.png"/><Relationship Id="rId7" Type="http://schemas.openxmlformats.org/officeDocument/2006/relationships/image" Target="../media/image45.png"/><Relationship Id="rId6" Type="http://schemas.openxmlformats.org/officeDocument/2006/relationships/tags" Target="../tags/tag738.xml"/><Relationship Id="rId5" Type="http://schemas.openxmlformats.org/officeDocument/2006/relationships/tags" Target="../tags/tag737.xml"/><Relationship Id="rId4" Type="http://schemas.openxmlformats.org/officeDocument/2006/relationships/tags" Target="../tags/tag736.xml"/><Relationship Id="rId3" Type="http://schemas.openxmlformats.org/officeDocument/2006/relationships/tags" Target="../tags/tag735.xml"/><Relationship Id="rId2" Type="http://schemas.openxmlformats.org/officeDocument/2006/relationships/tags" Target="../tags/tag734.xml"/><Relationship Id="rId11" Type="http://schemas.openxmlformats.org/officeDocument/2006/relationships/slideLayout" Target="../slideLayouts/slideLayout2.xml"/><Relationship Id="rId10" Type="http://schemas.openxmlformats.org/officeDocument/2006/relationships/tags" Target="../tags/tag740.xml"/><Relationship Id="rId1" Type="http://schemas.openxmlformats.org/officeDocument/2006/relationships/tags" Target="../tags/tag733.xml"/></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747.xml"/><Relationship Id="rId6" Type="http://schemas.openxmlformats.org/officeDocument/2006/relationships/tags" Target="../tags/tag746.xml"/><Relationship Id="rId5" Type="http://schemas.openxmlformats.org/officeDocument/2006/relationships/tags" Target="../tags/tag745.xml"/><Relationship Id="rId4" Type="http://schemas.openxmlformats.org/officeDocument/2006/relationships/tags" Target="../tags/tag744.xml"/><Relationship Id="rId3" Type="http://schemas.openxmlformats.org/officeDocument/2006/relationships/tags" Target="../tags/tag743.xml"/><Relationship Id="rId2" Type="http://schemas.openxmlformats.org/officeDocument/2006/relationships/tags" Target="../tags/tag742.xml"/><Relationship Id="rId1" Type="http://schemas.openxmlformats.org/officeDocument/2006/relationships/tags" Target="../tags/tag741.xml"/></Relationships>
</file>

<file path=ppt/slides/_rels/slide26.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754.xml"/><Relationship Id="rId7" Type="http://schemas.openxmlformats.org/officeDocument/2006/relationships/image" Target="../media/image47.jpeg"/><Relationship Id="rId6" Type="http://schemas.openxmlformats.org/officeDocument/2006/relationships/tags" Target="../tags/tag753.xml"/><Relationship Id="rId5" Type="http://schemas.openxmlformats.org/officeDocument/2006/relationships/tags" Target="../tags/tag752.xml"/><Relationship Id="rId4" Type="http://schemas.openxmlformats.org/officeDocument/2006/relationships/tags" Target="../tags/tag751.xml"/><Relationship Id="rId3" Type="http://schemas.openxmlformats.org/officeDocument/2006/relationships/tags" Target="../tags/tag750.xml"/><Relationship Id="rId2" Type="http://schemas.openxmlformats.org/officeDocument/2006/relationships/tags" Target="../tags/tag749.xml"/><Relationship Id="rId10" Type="http://schemas.openxmlformats.org/officeDocument/2006/relationships/notesSlide" Target="../notesSlides/notesSlide15.xml"/><Relationship Id="rId1" Type="http://schemas.openxmlformats.org/officeDocument/2006/relationships/tags" Target="../tags/tag748.xml"/></Relationships>
</file>

<file path=ppt/slides/_rels/slide27.xml.rels><?xml version="1.0" encoding="UTF-8" standalone="yes"?>
<Relationships xmlns="http://schemas.openxmlformats.org/package/2006/relationships"><Relationship Id="rId9" Type="http://schemas.openxmlformats.org/officeDocument/2006/relationships/tags" Target="../tags/tag761.xml"/><Relationship Id="rId8" Type="http://schemas.openxmlformats.org/officeDocument/2006/relationships/tags" Target="../tags/tag760.xml"/><Relationship Id="rId7" Type="http://schemas.openxmlformats.org/officeDocument/2006/relationships/tags" Target="../tags/tag759.xml"/><Relationship Id="rId6" Type="http://schemas.openxmlformats.org/officeDocument/2006/relationships/tags" Target="../tags/tag758.xml"/><Relationship Id="rId5" Type="http://schemas.openxmlformats.org/officeDocument/2006/relationships/tags" Target="../tags/tag757.xml"/><Relationship Id="rId4" Type="http://schemas.openxmlformats.org/officeDocument/2006/relationships/image" Target="../media/image49.png"/><Relationship Id="rId3" Type="http://schemas.openxmlformats.org/officeDocument/2006/relationships/tags" Target="../tags/tag756.xml"/><Relationship Id="rId2" Type="http://schemas.openxmlformats.org/officeDocument/2006/relationships/image" Target="../media/image48.png"/><Relationship Id="rId14" Type="http://schemas.openxmlformats.org/officeDocument/2006/relationships/notesSlide" Target="../notesSlides/notesSlide16.xml"/><Relationship Id="rId13" Type="http://schemas.openxmlformats.org/officeDocument/2006/relationships/slideLayout" Target="../slideLayouts/slideLayout13.xml"/><Relationship Id="rId12" Type="http://schemas.openxmlformats.org/officeDocument/2006/relationships/tags" Target="../tags/tag764.xml"/><Relationship Id="rId11" Type="http://schemas.openxmlformats.org/officeDocument/2006/relationships/tags" Target="../tags/tag763.xml"/><Relationship Id="rId10" Type="http://schemas.openxmlformats.org/officeDocument/2006/relationships/tags" Target="../tags/tag762.xml"/><Relationship Id="rId1" Type="http://schemas.openxmlformats.org/officeDocument/2006/relationships/tags" Target="../tags/tag755.xml"/></Relationships>
</file>

<file path=ppt/slides/_rels/slide28.xml.rels><?xml version="1.0" encoding="UTF-8" standalone="yes"?>
<Relationships xmlns="http://schemas.openxmlformats.org/package/2006/relationships"><Relationship Id="rId9" Type="http://schemas.openxmlformats.org/officeDocument/2006/relationships/tags" Target="../tags/tag771.xml"/><Relationship Id="rId8" Type="http://schemas.openxmlformats.org/officeDocument/2006/relationships/tags" Target="../tags/tag770.xml"/><Relationship Id="rId7" Type="http://schemas.openxmlformats.org/officeDocument/2006/relationships/tags" Target="../tags/tag769.xml"/><Relationship Id="rId6" Type="http://schemas.openxmlformats.org/officeDocument/2006/relationships/tags" Target="../tags/tag768.xml"/><Relationship Id="rId5" Type="http://schemas.openxmlformats.org/officeDocument/2006/relationships/image" Target="../media/image51.png"/><Relationship Id="rId4" Type="http://schemas.openxmlformats.org/officeDocument/2006/relationships/tags" Target="../tags/tag767.xml"/><Relationship Id="rId3" Type="http://schemas.openxmlformats.org/officeDocument/2006/relationships/image" Target="../media/image50.png"/><Relationship Id="rId2" Type="http://schemas.openxmlformats.org/officeDocument/2006/relationships/tags" Target="../tags/tag766.xml"/><Relationship Id="rId14" Type="http://schemas.openxmlformats.org/officeDocument/2006/relationships/notesSlide" Target="../notesSlides/notesSlide17.xml"/><Relationship Id="rId13" Type="http://schemas.openxmlformats.org/officeDocument/2006/relationships/slideLayout" Target="../slideLayouts/slideLayout41.xml"/><Relationship Id="rId12" Type="http://schemas.openxmlformats.org/officeDocument/2006/relationships/tags" Target="../tags/tag774.xml"/><Relationship Id="rId11" Type="http://schemas.openxmlformats.org/officeDocument/2006/relationships/tags" Target="../tags/tag773.xml"/><Relationship Id="rId10" Type="http://schemas.openxmlformats.org/officeDocument/2006/relationships/tags" Target="../tags/tag772.xml"/><Relationship Id="rId1" Type="http://schemas.openxmlformats.org/officeDocument/2006/relationships/tags" Target="../tags/tag765.xml"/></Relationships>
</file>

<file path=ppt/slides/_rels/slide29.xml.rels><?xml version="1.0" encoding="UTF-8" standalone="yes"?>
<Relationships xmlns="http://schemas.openxmlformats.org/package/2006/relationships"><Relationship Id="rId9" Type="http://schemas.openxmlformats.org/officeDocument/2006/relationships/tags" Target="../tags/tag783.xml"/><Relationship Id="rId8" Type="http://schemas.openxmlformats.org/officeDocument/2006/relationships/tags" Target="../tags/tag782.xml"/><Relationship Id="rId7" Type="http://schemas.openxmlformats.org/officeDocument/2006/relationships/tags" Target="../tags/tag781.xml"/><Relationship Id="rId6" Type="http://schemas.openxmlformats.org/officeDocument/2006/relationships/tags" Target="../tags/tag780.xml"/><Relationship Id="rId5" Type="http://schemas.openxmlformats.org/officeDocument/2006/relationships/tags" Target="../tags/tag779.xml"/><Relationship Id="rId4" Type="http://schemas.openxmlformats.org/officeDocument/2006/relationships/tags" Target="../tags/tag778.xml"/><Relationship Id="rId3" Type="http://schemas.openxmlformats.org/officeDocument/2006/relationships/tags" Target="../tags/tag777.xml"/><Relationship Id="rId2" Type="http://schemas.openxmlformats.org/officeDocument/2006/relationships/tags" Target="../tags/tag776.xml"/><Relationship Id="rId16" Type="http://schemas.openxmlformats.org/officeDocument/2006/relationships/notesSlide" Target="../notesSlides/notesSlide18.xml"/><Relationship Id="rId15" Type="http://schemas.openxmlformats.org/officeDocument/2006/relationships/slideLayout" Target="../slideLayouts/slideLayout41.xml"/><Relationship Id="rId14" Type="http://schemas.openxmlformats.org/officeDocument/2006/relationships/tags" Target="../tags/tag785.xml"/><Relationship Id="rId13" Type="http://schemas.openxmlformats.org/officeDocument/2006/relationships/image" Target="file:///C:\Users\D69LXP2\Desktop\400px_tools/pic_temp/0_pic_quater_left_up.png" TargetMode="External"/><Relationship Id="rId12" Type="http://schemas.openxmlformats.org/officeDocument/2006/relationships/image" Target="../media/image13.png"/><Relationship Id="rId11" Type="http://schemas.openxmlformats.org/officeDocument/2006/relationships/tags" Target="../tags/tag784.xml"/><Relationship Id="rId10" Type="http://schemas.openxmlformats.org/officeDocument/2006/relationships/image" Target="../media/image52.png"/><Relationship Id="rId1" Type="http://schemas.openxmlformats.org/officeDocument/2006/relationships/tags" Target="../tags/tag775.xml"/></Relationships>
</file>

<file path=ppt/slides/_rels/slide30.xml.rels><?xml version="1.0" encoding="UTF-8" standalone="yes"?>
<Relationships xmlns="http://schemas.openxmlformats.org/package/2006/relationships"><Relationship Id="rId9" Type="http://schemas.openxmlformats.org/officeDocument/2006/relationships/tags" Target="../tags/tag794.xml"/><Relationship Id="rId8" Type="http://schemas.openxmlformats.org/officeDocument/2006/relationships/tags" Target="../tags/tag793.xml"/><Relationship Id="rId7" Type="http://schemas.openxmlformats.org/officeDocument/2006/relationships/tags" Target="../tags/tag792.xml"/><Relationship Id="rId6" Type="http://schemas.openxmlformats.org/officeDocument/2006/relationships/tags" Target="../tags/tag791.xml"/><Relationship Id="rId5" Type="http://schemas.openxmlformats.org/officeDocument/2006/relationships/tags" Target="../tags/tag790.xml"/><Relationship Id="rId4" Type="http://schemas.openxmlformats.org/officeDocument/2006/relationships/tags" Target="../tags/tag789.xml"/><Relationship Id="rId3" Type="http://schemas.openxmlformats.org/officeDocument/2006/relationships/tags" Target="../tags/tag788.xml"/><Relationship Id="rId2" Type="http://schemas.openxmlformats.org/officeDocument/2006/relationships/tags" Target="../tags/tag787.xml"/><Relationship Id="rId15" Type="http://schemas.openxmlformats.org/officeDocument/2006/relationships/slideLayout" Target="../slideLayouts/slideLayout53.xml"/><Relationship Id="rId14" Type="http://schemas.openxmlformats.org/officeDocument/2006/relationships/tags" Target="../tags/tag798.xml"/><Relationship Id="rId13" Type="http://schemas.openxmlformats.org/officeDocument/2006/relationships/image" Target="../media/image53.png"/><Relationship Id="rId12" Type="http://schemas.openxmlformats.org/officeDocument/2006/relationships/tags" Target="../tags/tag797.xml"/><Relationship Id="rId11" Type="http://schemas.openxmlformats.org/officeDocument/2006/relationships/tags" Target="../tags/tag796.xml"/><Relationship Id="rId10" Type="http://schemas.openxmlformats.org/officeDocument/2006/relationships/tags" Target="../tags/tag795.xml"/><Relationship Id="rId1" Type="http://schemas.openxmlformats.org/officeDocument/2006/relationships/tags" Target="../tags/tag786.xml"/></Relationships>
</file>

<file path=ppt/slides/_rels/slide31.xml.rels><?xml version="1.0" encoding="UTF-8" standalone="yes"?>
<Relationships xmlns="http://schemas.openxmlformats.org/package/2006/relationships"><Relationship Id="rId9" Type="http://schemas.openxmlformats.org/officeDocument/2006/relationships/tags" Target="../tags/tag806.xml"/><Relationship Id="rId8" Type="http://schemas.openxmlformats.org/officeDocument/2006/relationships/tags" Target="../tags/tag805.xml"/><Relationship Id="rId7" Type="http://schemas.openxmlformats.org/officeDocument/2006/relationships/image" Target="../media/image54.png"/><Relationship Id="rId6" Type="http://schemas.openxmlformats.org/officeDocument/2006/relationships/tags" Target="../tags/tag804.xml"/><Relationship Id="rId5" Type="http://schemas.openxmlformats.org/officeDocument/2006/relationships/tags" Target="../tags/tag803.xml"/><Relationship Id="rId4" Type="http://schemas.openxmlformats.org/officeDocument/2006/relationships/tags" Target="../tags/tag802.xml"/><Relationship Id="rId3" Type="http://schemas.openxmlformats.org/officeDocument/2006/relationships/tags" Target="../tags/tag801.xml"/><Relationship Id="rId2" Type="http://schemas.openxmlformats.org/officeDocument/2006/relationships/tags" Target="../tags/tag800.xml"/><Relationship Id="rId13" Type="http://schemas.openxmlformats.org/officeDocument/2006/relationships/notesSlide" Target="../notesSlides/notesSlide19.xml"/><Relationship Id="rId12" Type="http://schemas.openxmlformats.org/officeDocument/2006/relationships/slideLayout" Target="../slideLayouts/slideLayout41.xml"/><Relationship Id="rId11" Type="http://schemas.openxmlformats.org/officeDocument/2006/relationships/tags" Target="../tags/tag808.xml"/><Relationship Id="rId10" Type="http://schemas.openxmlformats.org/officeDocument/2006/relationships/tags" Target="../tags/tag807.xml"/><Relationship Id="rId1" Type="http://schemas.openxmlformats.org/officeDocument/2006/relationships/tags" Target="../tags/tag799.xml"/></Relationships>
</file>

<file path=ppt/slides/_rels/slide32.xml.rels><?xml version="1.0" encoding="UTF-8" standalone="yes"?>
<Relationships xmlns="http://schemas.openxmlformats.org/package/2006/relationships"><Relationship Id="rId9" Type="http://schemas.openxmlformats.org/officeDocument/2006/relationships/tags" Target="../tags/tag815.xml"/><Relationship Id="rId8" Type="http://schemas.openxmlformats.org/officeDocument/2006/relationships/tags" Target="../tags/tag814.xml"/><Relationship Id="rId7" Type="http://schemas.openxmlformats.org/officeDocument/2006/relationships/tags" Target="../tags/tag813.xml"/><Relationship Id="rId6" Type="http://schemas.openxmlformats.org/officeDocument/2006/relationships/image" Target="../media/image56.png"/><Relationship Id="rId5" Type="http://schemas.openxmlformats.org/officeDocument/2006/relationships/tags" Target="../tags/tag812.xml"/><Relationship Id="rId4" Type="http://schemas.openxmlformats.org/officeDocument/2006/relationships/image" Target="../media/image55.png"/><Relationship Id="rId3" Type="http://schemas.openxmlformats.org/officeDocument/2006/relationships/tags" Target="../tags/tag811.xml"/><Relationship Id="rId2" Type="http://schemas.openxmlformats.org/officeDocument/2006/relationships/tags" Target="../tags/tag810.xml"/><Relationship Id="rId12" Type="http://schemas.openxmlformats.org/officeDocument/2006/relationships/notesSlide" Target="../notesSlides/notesSlide20.xml"/><Relationship Id="rId11" Type="http://schemas.openxmlformats.org/officeDocument/2006/relationships/slideLayout" Target="../slideLayouts/slideLayout13.xml"/><Relationship Id="rId10" Type="http://schemas.openxmlformats.org/officeDocument/2006/relationships/tags" Target="../tags/tag816.xml"/><Relationship Id="rId1" Type="http://schemas.openxmlformats.org/officeDocument/2006/relationships/tags" Target="../tags/tag809.xml"/></Relationships>
</file>

<file path=ppt/slides/_rels/slide33.xml.rels><?xml version="1.0" encoding="UTF-8" standalone="yes"?>
<Relationships xmlns="http://schemas.openxmlformats.org/package/2006/relationships"><Relationship Id="rId9" Type="http://schemas.openxmlformats.org/officeDocument/2006/relationships/tags" Target="../tags/tag824.xml"/><Relationship Id="rId8" Type="http://schemas.openxmlformats.org/officeDocument/2006/relationships/tags" Target="../tags/tag823.xml"/><Relationship Id="rId7" Type="http://schemas.openxmlformats.org/officeDocument/2006/relationships/tags" Target="../tags/tag822.xml"/><Relationship Id="rId6" Type="http://schemas.openxmlformats.org/officeDocument/2006/relationships/tags" Target="../tags/tag821.xml"/><Relationship Id="rId5" Type="http://schemas.openxmlformats.org/officeDocument/2006/relationships/tags" Target="../tags/tag820.xml"/><Relationship Id="rId4" Type="http://schemas.openxmlformats.org/officeDocument/2006/relationships/tags" Target="../tags/tag819.xml"/><Relationship Id="rId3" Type="http://schemas.openxmlformats.org/officeDocument/2006/relationships/tags" Target="../tags/tag818.xml"/><Relationship Id="rId2" Type="http://schemas.openxmlformats.org/officeDocument/2006/relationships/image" Target="../media/image57.jpeg"/><Relationship Id="rId15" Type="http://schemas.openxmlformats.org/officeDocument/2006/relationships/slideLayout" Target="../slideLayouts/slideLayout1.xml"/><Relationship Id="rId14" Type="http://schemas.openxmlformats.org/officeDocument/2006/relationships/tags" Target="../tags/tag827.xml"/><Relationship Id="rId13" Type="http://schemas.openxmlformats.org/officeDocument/2006/relationships/image" Target="../media/image59.png"/><Relationship Id="rId12" Type="http://schemas.openxmlformats.org/officeDocument/2006/relationships/image" Target="../media/image58.png"/><Relationship Id="rId11" Type="http://schemas.openxmlformats.org/officeDocument/2006/relationships/tags" Target="../tags/tag826.xml"/><Relationship Id="rId10" Type="http://schemas.openxmlformats.org/officeDocument/2006/relationships/tags" Target="../tags/tag825.xml"/><Relationship Id="rId1" Type="http://schemas.openxmlformats.org/officeDocument/2006/relationships/tags" Target="../tags/tag817.xml"/></Relationships>
</file>

<file path=ppt/slides/_rels/slide34.xml.rels><?xml version="1.0" encoding="UTF-8" standalone="yes"?>
<Relationships xmlns="http://schemas.openxmlformats.org/package/2006/relationships"><Relationship Id="rId99" Type="http://schemas.openxmlformats.org/officeDocument/2006/relationships/tags" Target="../tags/tag926.xml"/><Relationship Id="rId98" Type="http://schemas.openxmlformats.org/officeDocument/2006/relationships/tags" Target="../tags/tag925.xml"/><Relationship Id="rId97" Type="http://schemas.openxmlformats.org/officeDocument/2006/relationships/tags" Target="../tags/tag924.xml"/><Relationship Id="rId96" Type="http://schemas.openxmlformats.org/officeDocument/2006/relationships/tags" Target="../tags/tag923.xml"/><Relationship Id="rId95" Type="http://schemas.openxmlformats.org/officeDocument/2006/relationships/tags" Target="../tags/tag922.xml"/><Relationship Id="rId94" Type="http://schemas.openxmlformats.org/officeDocument/2006/relationships/tags" Target="../tags/tag921.xml"/><Relationship Id="rId93" Type="http://schemas.openxmlformats.org/officeDocument/2006/relationships/tags" Target="../tags/tag920.xml"/><Relationship Id="rId92" Type="http://schemas.openxmlformats.org/officeDocument/2006/relationships/tags" Target="../tags/tag919.xml"/><Relationship Id="rId91" Type="http://schemas.openxmlformats.org/officeDocument/2006/relationships/tags" Target="../tags/tag918.xml"/><Relationship Id="rId90" Type="http://schemas.openxmlformats.org/officeDocument/2006/relationships/tags" Target="../tags/tag917.xml"/><Relationship Id="rId9" Type="http://schemas.openxmlformats.org/officeDocument/2006/relationships/tags" Target="../tags/tag836.xml"/><Relationship Id="rId89" Type="http://schemas.openxmlformats.org/officeDocument/2006/relationships/tags" Target="../tags/tag916.xml"/><Relationship Id="rId88" Type="http://schemas.openxmlformats.org/officeDocument/2006/relationships/tags" Target="../tags/tag915.xml"/><Relationship Id="rId87" Type="http://schemas.openxmlformats.org/officeDocument/2006/relationships/tags" Target="../tags/tag914.xml"/><Relationship Id="rId86" Type="http://schemas.openxmlformats.org/officeDocument/2006/relationships/tags" Target="../tags/tag913.xml"/><Relationship Id="rId85" Type="http://schemas.openxmlformats.org/officeDocument/2006/relationships/tags" Target="../tags/tag912.xml"/><Relationship Id="rId84" Type="http://schemas.openxmlformats.org/officeDocument/2006/relationships/tags" Target="../tags/tag911.xml"/><Relationship Id="rId83" Type="http://schemas.openxmlformats.org/officeDocument/2006/relationships/tags" Target="../tags/tag910.xml"/><Relationship Id="rId82" Type="http://schemas.openxmlformats.org/officeDocument/2006/relationships/tags" Target="../tags/tag909.xml"/><Relationship Id="rId81" Type="http://schemas.openxmlformats.org/officeDocument/2006/relationships/tags" Target="../tags/tag908.xml"/><Relationship Id="rId80" Type="http://schemas.openxmlformats.org/officeDocument/2006/relationships/tags" Target="../tags/tag907.xml"/><Relationship Id="rId8" Type="http://schemas.openxmlformats.org/officeDocument/2006/relationships/tags" Target="../tags/tag835.xml"/><Relationship Id="rId79" Type="http://schemas.openxmlformats.org/officeDocument/2006/relationships/tags" Target="../tags/tag906.xml"/><Relationship Id="rId78" Type="http://schemas.openxmlformats.org/officeDocument/2006/relationships/tags" Target="../tags/tag905.xml"/><Relationship Id="rId77" Type="http://schemas.openxmlformats.org/officeDocument/2006/relationships/tags" Target="../tags/tag904.xml"/><Relationship Id="rId76" Type="http://schemas.openxmlformats.org/officeDocument/2006/relationships/tags" Target="../tags/tag903.xml"/><Relationship Id="rId75" Type="http://schemas.openxmlformats.org/officeDocument/2006/relationships/tags" Target="../tags/tag902.xml"/><Relationship Id="rId74" Type="http://schemas.openxmlformats.org/officeDocument/2006/relationships/tags" Target="../tags/tag901.xml"/><Relationship Id="rId73" Type="http://schemas.openxmlformats.org/officeDocument/2006/relationships/tags" Target="../tags/tag900.xml"/><Relationship Id="rId72" Type="http://schemas.openxmlformats.org/officeDocument/2006/relationships/tags" Target="../tags/tag899.xml"/><Relationship Id="rId71" Type="http://schemas.openxmlformats.org/officeDocument/2006/relationships/tags" Target="../tags/tag898.xml"/><Relationship Id="rId70" Type="http://schemas.openxmlformats.org/officeDocument/2006/relationships/tags" Target="../tags/tag897.xml"/><Relationship Id="rId7" Type="http://schemas.openxmlformats.org/officeDocument/2006/relationships/tags" Target="../tags/tag834.xml"/><Relationship Id="rId69" Type="http://schemas.openxmlformats.org/officeDocument/2006/relationships/tags" Target="../tags/tag896.xml"/><Relationship Id="rId68" Type="http://schemas.openxmlformats.org/officeDocument/2006/relationships/tags" Target="../tags/tag895.xml"/><Relationship Id="rId67" Type="http://schemas.openxmlformats.org/officeDocument/2006/relationships/tags" Target="../tags/tag894.xml"/><Relationship Id="rId66" Type="http://schemas.openxmlformats.org/officeDocument/2006/relationships/tags" Target="../tags/tag893.xml"/><Relationship Id="rId65" Type="http://schemas.openxmlformats.org/officeDocument/2006/relationships/tags" Target="../tags/tag892.xml"/><Relationship Id="rId64" Type="http://schemas.openxmlformats.org/officeDocument/2006/relationships/tags" Target="../tags/tag891.xml"/><Relationship Id="rId63" Type="http://schemas.openxmlformats.org/officeDocument/2006/relationships/tags" Target="../tags/tag890.xml"/><Relationship Id="rId62" Type="http://schemas.openxmlformats.org/officeDocument/2006/relationships/tags" Target="../tags/tag889.xml"/><Relationship Id="rId61" Type="http://schemas.openxmlformats.org/officeDocument/2006/relationships/tags" Target="../tags/tag888.xml"/><Relationship Id="rId60" Type="http://schemas.openxmlformats.org/officeDocument/2006/relationships/tags" Target="../tags/tag887.xml"/><Relationship Id="rId6" Type="http://schemas.openxmlformats.org/officeDocument/2006/relationships/tags" Target="../tags/tag833.xml"/><Relationship Id="rId59" Type="http://schemas.openxmlformats.org/officeDocument/2006/relationships/tags" Target="../tags/tag886.xml"/><Relationship Id="rId58" Type="http://schemas.openxmlformats.org/officeDocument/2006/relationships/tags" Target="../tags/tag885.xml"/><Relationship Id="rId57" Type="http://schemas.openxmlformats.org/officeDocument/2006/relationships/tags" Target="../tags/tag884.xml"/><Relationship Id="rId56" Type="http://schemas.openxmlformats.org/officeDocument/2006/relationships/tags" Target="../tags/tag883.xml"/><Relationship Id="rId55" Type="http://schemas.openxmlformats.org/officeDocument/2006/relationships/tags" Target="../tags/tag882.xml"/><Relationship Id="rId54" Type="http://schemas.openxmlformats.org/officeDocument/2006/relationships/tags" Target="../tags/tag881.xml"/><Relationship Id="rId53" Type="http://schemas.openxmlformats.org/officeDocument/2006/relationships/tags" Target="../tags/tag880.xml"/><Relationship Id="rId52" Type="http://schemas.openxmlformats.org/officeDocument/2006/relationships/tags" Target="../tags/tag879.xml"/><Relationship Id="rId51" Type="http://schemas.openxmlformats.org/officeDocument/2006/relationships/tags" Target="../tags/tag878.xml"/><Relationship Id="rId50" Type="http://schemas.openxmlformats.org/officeDocument/2006/relationships/tags" Target="../tags/tag877.xml"/><Relationship Id="rId5" Type="http://schemas.openxmlformats.org/officeDocument/2006/relationships/tags" Target="../tags/tag832.xml"/><Relationship Id="rId49" Type="http://schemas.openxmlformats.org/officeDocument/2006/relationships/tags" Target="../tags/tag876.xml"/><Relationship Id="rId48" Type="http://schemas.openxmlformats.org/officeDocument/2006/relationships/tags" Target="../tags/tag875.xml"/><Relationship Id="rId47" Type="http://schemas.openxmlformats.org/officeDocument/2006/relationships/tags" Target="../tags/tag874.xml"/><Relationship Id="rId46" Type="http://schemas.openxmlformats.org/officeDocument/2006/relationships/tags" Target="../tags/tag873.xml"/><Relationship Id="rId45" Type="http://schemas.openxmlformats.org/officeDocument/2006/relationships/tags" Target="../tags/tag872.xml"/><Relationship Id="rId44" Type="http://schemas.openxmlformats.org/officeDocument/2006/relationships/tags" Target="../tags/tag871.xml"/><Relationship Id="rId43" Type="http://schemas.openxmlformats.org/officeDocument/2006/relationships/tags" Target="../tags/tag870.xml"/><Relationship Id="rId42" Type="http://schemas.openxmlformats.org/officeDocument/2006/relationships/tags" Target="../tags/tag869.xml"/><Relationship Id="rId41" Type="http://schemas.openxmlformats.org/officeDocument/2006/relationships/tags" Target="../tags/tag868.xml"/><Relationship Id="rId40" Type="http://schemas.openxmlformats.org/officeDocument/2006/relationships/tags" Target="../tags/tag867.xml"/><Relationship Id="rId4" Type="http://schemas.openxmlformats.org/officeDocument/2006/relationships/tags" Target="../tags/tag831.xml"/><Relationship Id="rId39" Type="http://schemas.openxmlformats.org/officeDocument/2006/relationships/tags" Target="../tags/tag866.xml"/><Relationship Id="rId38" Type="http://schemas.openxmlformats.org/officeDocument/2006/relationships/tags" Target="../tags/tag865.xml"/><Relationship Id="rId37" Type="http://schemas.openxmlformats.org/officeDocument/2006/relationships/tags" Target="../tags/tag864.xml"/><Relationship Id="rId36" Type="http://schemas.openxmlformats.org/officeDocument/2006/relationships/tags" Target="../tags/tag863.xml"/><Relationship Id="rId35" Type="http://schemas.openxmlformats.org/officeDocument/2006/relationships/tags" Target="../tags/tag862.xml"/><Relationship Id="rId34" Type="http://schemas.openxmlformats.org/officeDocument/2006/relationships/tags" Target="../tags/tag861.xml"/><Relationship Id="rId33" Type="http://schemas.openxmlformats.org/officeDocument/2006/relationships/tags" Target="../tags/tag860.xml"/><Relationship Id="rId32" Type="http://schemas.openxmlformats.org/officeDocument/2006/relationships/tags" Target="../tags/tag859.xml"/><Relationship Id="rId31" Type="http://schemas.openxmlformats.org/officeDocument/2006/relationships/tags" Target="../tags/tag858.xml"/><Relationship Id="rId30" Type="http://schemas.openxmlformats.org/officeDocument/2006/relationships/tags" Target="../tags/tag857.xml"/><Relationship Id="rId3" Type="http://schemas.openxmlformats.org/officeDocument/2006/relationships/tags" Target="../tags/tag830.xml"/><Relationship Id="rId29" Type="http://schemas.openxmlformats.org/officeDocument/2006/relationships/tags" Target="../tags/tag856.xml"/><Relationship Id="rId28" Type="http://schemas.openxmlformats.org/officeDocument/2006/relationships/tags" Target="../tags/tag855.xml"/><Relationship Id="rId27" Type="http://schemas.openxmlformats.org/officeDocument/2006/relationships/tags" Target="../tags/tag854.xml"/><Relationship Id="rId26" Type="http://schemas.openxmlformats.org/officeDocument/2006/relationships/tags" Target="../tags/tag853.xml"/><Relationship Id="rId25" Type="http://schemas.openxmlformats.org/officeDocument/2006/relationships/tags" Target="../tags/tag852.xml"/><Relationship Id="rId24" Type="http://schemas.openxmlformats.org/officeDocument/2006/relationships/tags" Target="../tags/tag851.xml"/><Relationship Id="rId233" Type="http://schemas.openxmlformats.org/officeDocument/2006/relationships/notesSlide" Target="../notesSlides/notesSlide21.xml"/><Relationship Id="rId232" Type="http://schemas.openxmlformats.org/officeDocument/2006/relationships/slideLayout" Target="../slideLayouts/slideLayout13.xml"/><Relationship Id="rId231" Type="http://schemas.openxmlformats.org/officeDocument/2006/relationships/tags" Target="../tags/tag1057.xml"/><Relationship Id="rId230" Type="http://schemas.openxmlformats.org/officeDocument/2006/relationships/image" Target="../media/image60.png"/><Relationship Id="rId23" Type="http://schemas.openxmlformats.org/officeDocument/2006/relationships/tags" Target="../tags/tag850.xml"/><Relationship Id="rId229" Type="http://schemas.openxmlformats.org/officeDocument/2006/relationships/tags" Target="../tags/tag1056.xml"/><Relationship Id="rId228" Type="http://schemas.openxmlformats.org/officeDocument/2006/relationships/tags" Target="../tags/tag1055.xml"/><Relationship Id="rId227" Type="http://schemas.openxmlformats.org/officeDocument/2006/relationships/tags" Target="../tags/tag1054.xml"/><Relationship Id="rId226" Type="http://schemas.openxmlformats.org/officeDocument/2006/relationships/tags" Target="../tags/tag1053.xml"/><Relationship Id="rId225" Type="http://schemas.openxmlformats.org/officeDocument/2006/relationships/tags" Target="../tags/tag1052.xml"/><Relationship Id="rId224" Type="http://schemas.openxmlformats.org/officeDocument/2006/relationships/tags" Target="../tags/tag1051.xml"/><Relationship Id="rId223" Type="http://schemas.openxmlformats.org/officeDocument/2006/relationships/tags" Target="../tags/tag1050.xml"/><Relationship Id="rId222" Type="http://schemas.openxmlformats.org/officeDocument/2006/relationships/tags" Target="../tags/tag1049.xml"/><Relationship Id="rId221" Type="http://schemas.openxmlformats.org/officeDocument/2006/relationships/tags" Target="../tags/tag1048.xml"/><Relationship Id="rId220" Type="http://schemas.openxmlformats.org/officeDocument/2006/relationships/tags" Target="../tags/tag1047.xml"/><Relationship Id="rId22" Type="http://schemas.openxmlformats.org/officeDocument/2006/relationships/tags" Target="../tags/tag849.xml"/><Relationship Id="rId219" Type="http://schemas.openxmlformats.org/officeDocument/2006/relationships/tags" Target="../tags/tag1046.xml"/><Relationship Id="rId218" Type="http://schemas.openxmlformats.org/officeDocument/2006/relationships/tags" Target="../tags/tag1045.xml"/><Relationship Id="rId217" Type="http://schemas.openxmlformats.org/officeDocument/2006/relationships/tags" Target="../tags/tag1044.xml"/><Relationship Id="rId216" Type="http://schemas.openxmlformats.org/officeDocument/2006/relationships/tags" Target="../tags/tag1043.xml"/><Relationship Id="rId215" Type="http://schemas.openxmlformats.org/officeDocument/2006/relationships/tags" Target="../tags/tag1042.xml"/><Relationship Id="rId214" Type="http://schemas.openxmlformats.org/officeDocument/2006/relationships/tags" Target="../tags/tag1041.xml"/><Relationship Id="rId213" Type="http://schemas.openxmlformats.org/officeDocument/2006/relationships/tags" Target="../tags/tag1040.xml"/><Relationship Id="rId212" Type="http://schemas.openxmlformats.org/officeDocument/2006/relationships/tags" Target="../tags/tag1039.xml"/><Relationship Id="rId211" Type="http://schemas.openxmlformats.org/officeDocument/2006/relationships/tags" Target="../tags/tag1038.xml"/><Relationship Id="rId210" Type="http://schemas.openxmlformats.org/officeDocument/2006/relationships/tags" Target="../tags/tag1037.xml"/><Relationship Id="rId21" Type="http://schemas.openxmlformats.org/officeDocument/2006/relationships/tags" Target="../tags/tag848.xml"/><Relationship Id="rId209" Type="http://schemas.openxmlformats.org/officeDocument/2006/relationships/tags" Target="../tags/tag1036.xml"/><Relationship Id="rId208" Type="http://schemas.openxmlformats.org/officeDocument/2006/relationships/tags" Target="../tags/tag1035.xml"/><Relationship Id="rId207" Type="http://schemas.openxmlformats.org/officeDocument/2006/relationships/tags" Target="../tags/tag1034.xml"/><Relationship Id="rId206" Type="http://schemas.openxmlformats.org/officeDocument/2006/relationships/tags" Target="../tags/tag1033.xml"/><Relationship Id="rId205" Type="http://schemas.openxmlformats.org/officeDocument/2006/relationships/tags" Target="../tags/tag1032.xml"/><Relationship Id="rId204" Type="http://schemas.openxmlformats.org/officeDocument/2006/relationships/tags" Target="../tags/tag1031.xml"/><Relationship Id="rId203" Type="http://schemas.openxmlformats.org/officeDocument/2006/relationships/tags" Target="../tags/tag1030.xml"/><Relationship Id="rId202" Type="http://schemas.openxmlformats.org/officeDocument/2006/relationships/tags" Target="../tags/tag1029.xml"/><Relationship Id="rId201" Type="http://schemas.openxmlformats.org/officeDocument/2006/relationships/tags" Target="../tags/tag1028.xml"/><Relationship Id="rId200" Type="http://schemas.openxmlformats.org/officeDocument/2006/relationships/tags" Target="../tags/tag1027.xml"/><Relationship Id="rId20" Type="http://schemas.openxmlformats.org/officeDocument/2006/relationships/tags" Target="../tags/tag847.xml"/><Relationship Id="rId2" Type="http://schemas.openxmlformats.org/officeDocument/2006/relationships/tags" Target="../tags/tag829.xml"/><Relationship Id="rId199" Type="http://schemas.openxmlformats.org/officeDocument/2006/relationships/tags" Target="../tags/tag1026.xml"/><Relationship Id="rId198" Type="http://schemas.openxmlformats.org/officeDocument/2006/relationships/tags" Target="../tags/tag1025.xml"/><Relationship Id="rId197" Type="http://schemas.openxmlformats.org/officeDocument/2006/relationships/tags" Target="../tags/tag1024.xml"/><Relationship Id="rId196" Type="http://schemas.openxmlformats.org/officeDocument/2006/relationships/tags" Target="../tags/tag1023.xml"/><Relationship Id="rId195" Type="http://schemas.openxmlformats.org/officeDocument/2006/relationships/tags" Target="../tags/tag1022.xml"/><Relationship Id="rId194" Type="http://schemas.openxmlformats.org/officeDocument/2006/relationships/tags" Target="../tags/tag1021.xml"/><Relationship Id="rId193" Type="http://schemas.openxmlformats.org/officeDocument/2006/relationships/tags" Target="../tags/tag1020.xml"/><Relationship Id="rId192" Type="http://schemas.openxmlformats.org/officeDocument/2006/relationships/tags" Target="../tags/tag1019.xml"/><Relationship Id="rId191" Type="http://schemas.openxmlformats.org/officeDocument/2006/relationships/tags" Target="../tags/tag1018.xml"/><Relationship Id="rId190" Type="http://schemas.openxmlformats.org/officeDocument/2006/relationships/tags" Target="../tags/tag1017.xml"/><Relationship Id="rId19" Type="http://schemas.openxmlformats.org/officeDocument/2006/relationships/tags" Target="../tags/tag846.xml"/><Relationship Id="rId189" Type="http://schemas.openxmlformats.org/officeDocument/2006/relationships/tags" Target="../tags/tag1016.xml"/><Relationship Id="rId188" Type="http://schemas.openxmlformats.org/officeDocument/2006/relationships/tags" Target="../tags/tag1015.xml"/><Relationship Id="rId187" Type="http://schemas.openxmlformats.org/officeDocument/2006/relationships/tags" Target="../tags/tag1014.xml"/><Relationship Id="rId186" Type="http://schemas.openxmlformats.org/officeDocument/2006/relationships/tags" Target="../tags/tag1013.xml"/><Relationship Id="rId185" Type="http://schemas.openxmlformats.org/officeDocument/2006/relationships/tags" Target="../tags/tag1012.xml"/><Relationship Id="rId184" Type="http://schemas.openxmlformats.org/officeDocument/2006/relationships/tags" Target="../tags/tag1011.xml"/><Relationship Id="rId183" Type="http://schemas.openxmlformats.org/officeDocument/2006/relationships/tags" Target="../tags/tag1010.xml"/><Relationship Id="rId182" Type="http://schemas.openxmlformats.org/officeDocument/2006/relationships/tags" Target="../tags/tag1009.xml"/><Relationship Id="rId181" Type="http://schemas.openxmlformats.org/officeDocument/2006/relationships/tags" Target="../tags/tag1008.xml"/><Relationship Id="rId180" Type="http://schemas.openxmlformats.org/officeDocument/2006/relationships/tags" Target="../tags/tag1007.xml"/><Relationship Id="rId18" Type="http://schemas.openxmlformats.org/officeDocument/2006/relationships/tags" Target="../tags/tag845.xml"/><Relationship Id="rId179" Type="http://schemas.openxmlformats.org/officeDocument/2006/relationships/tags" Target="../tags/tag1006.xml"/><Relationship Id="rId178" Type="http://schemas.openxmlformats.org/officeDocument/2006/relationships/tags" Target="../tags/tag1005.xml"/><Relationship Id="rId177" Type="http://schemas.openxmlformats.org/officeDocument/2006/relationships/tags" Target="../tags/tag1004.xml"/><Relationship Id="rId176" Type="http://schemas.openxmlformats.org/officeDocument/2006/relationships/tags" Target="../tags/tag1003.xml"/><Relationship Id="rId175" Type="http://schemas.openxmlformats.org/officeDocument/2006/relationships/tags" Target="../tags/tag1002.xml"/><Relationship Id="rId174" Type="http://schemas.openxmlformats.org/officeDocument/2006/relationships/tags" Target="../tags/tag1001.xml"/><Relationship Id="rId173" Type="http://schemas.openxmlformats.org/officeDocument/2006/relationships/tags" Target="../tags/tag1000.xml"/><Relationship Id="rId172" Type="http://schemas.openxmlformats.org/officeDocument/2006/relationships/tags" Target="../tags/tag999.xml"/><Relationship Id="rId171" Type="http://schemas.openxmlformats.org/officeDocument/2006/relationships/tags" Target="../tags/tag998.xml"/><Relationship Id="rId170" Type="http://schemas.openxmlformats.org/officeDocument/2006/relationships/tags" Target="../tags/tag997.xml"/><Relationship Id="rId17" Type="http://schemas.openxmlformats.org/officeDocument/2006/relationships/tags" Target="../tags/tag844.xml"/><Relationship Id="rId169" Type="http://schemas.openxmlformats.org/officeDocument/2006/relationships/tags" Target="../tags/tag996.xml"/><Relationship Id="rId168" Type="http://schemas.openxmlformats.org/officeDocument/2006/relationships/tags" Target="../tags/tag995.xml"/><Relationship Id="rId167" Type="http://schemas.openxmlformats.org/officeDocument/2006/relationships/tags" Target="../tags/tag994.xml"/><Relationship Id="rId166" Type="http://schemas.openxmlformats.org/officeDocument/2006/relationships/tags" Target="../tags/tag993.xml"/><Relationship Id="rId165" Type="http://schemas.openxmlformats.org/officeDocument/2006/relationships/tags" Target="../tags/tag992.xml"/><Relationship Id="rId164" Type="http://schemas.openxmlformats.org/officeDocument/2006/relationships/tags" Target="../tags/tag991.xml"/><Relationship Id="rId163" Type="http://schemas.openxmlformats.org/officeDocument/2006/relationships/tags" Target="../tags/tag990.xml"/><Relationship Id="rId162" Type="http://schemas.openxmlformats.org/officeDocument/2006/relationships/tags" Target="../tags/tag989.xml"/><Relationship Id="rId161" Type="http://schemas.openxmlformats.org/officeDocument/2006/relationships/tags" Target="../tags/tag988.xml"/><Relationship Id="rId160" Type="http://schemas.openxmlformats.org/officeDocument/2006/relationships/tags" Target="../tags/tag987.xml"/><Relationship Id="rId16" Type="http://schemas.openxmlformats.org/officeDocument/2006/relationships/tags" Target="../tags/tag843.xml"/><Relationship Id="rId159" Type="http://schemas.openxmlformats.org/officeDocument/2006/relationships/tags" Target="../tags/tag986.xml"/><Relationship Id="rId158" Type="http://schemas.openxmlformats.org/officeDocument/2006/relationships/tags" Target="../tags/tag985.xml"/><Relationship Id="rId157" Type="http://schemas.openxmlformats.org/officeDocument/2006/relationships/tags" Target="../tags/tag984.xml"/><Relationship Id="rId156" Type="http://schemas.openxmlformats.org/officeDocument/2006/relationships/tags" Target="../tags/tag983.xml"/><Relationship Id="rId155" Type="http://schemas.openxmlformats.org/officeDocument/2006/relationships/tags" Target="../tags/tag982.xml"/><Relationship Id="rId154" Type="http://schemas.openxmlformats.org/officeDocument/2006/relationships/tags" Target="../tags/tag981.xml"/><Relationship Id="rId153" Type="http://schemas.openxmlformats.org/officeDocument/2006/relationships/tags" Target="../tags/tag980.xml"/><Relationship Id="rId152" Type="http://schemas.openxmlformats.org/officeDocument/2006/relationships/tags" Target="../tags/tag979.xml"/><Relationship Id="rId151" Type="http://schemas.openxmlformats.org/officeDocument/2006/relationships/tags" Target="../tags/tag978.xml"/><Relationship Id="rId150" Type="http://schemas.openxmlformats.org/officeDocument/2006/relationships/tags" Target="../tags/tag977.xml"/><Relationship Id="rId15" Type="http://schemas.openxmlformats.org/officeDocument/2006/relationships/tags" Target="../tags/tag842.xml"/><Relationship Id="rId149" Type="http://schemas.openxmlformats.org/officeDocument/2006/relationships/tags" Target="../tags/tag976.xml"/><Relationship Id="rId148" Type="http://schemas.openxmlformats.org/officeDocument/2006/relationships/tags" Target="../tags/tag975.xml"/><Relationship Id="rId147" Type="http://schemas.openxmlformats.org/officeDocument/2006/relationships/tags" Target="../tags/tag974.xml"/><Relationship Id="rId146" Type="http://schemas.openxmlformats.org/officeDocument/2006/relationships/tags" Target="../tags/tag973.xml"/><Relationship Id="rId145" Type="http://schemas.openxmlformats.org/officeDocument/2006/relationships/tags" Target="../tags/tag972.xml"/><Relationship Id="rId144" Type="http://schemas.openxmlformats.org/officeDocument/2006/relationships/tags" Target="../tags/tag971.xml"/><Relationship Id="rId143" Type="http://schemas.openxmlformats.org/officeDocument/2006/relationships/tags" Target="../tags/tag970.xml"/><Relationship Id="rId142" Type="http://schemas.openxmlformats.org/officeDocument/2006/relationships/tags" Target="../tags/tag969.xml"/><Relationship Id="rId141" Type="http://schemas.openxmlformats.org/officeDocument/2006/relationships/tags" Target="../tags/tag968.xml"/><Relationship Id="rId140" Type="http://schemas.openxmlformats.org/officeDocument/2006/relationships/tags" Target="../tags/tag967.xml"/><Relationship Id="rId14" Type="http://schemas.openxmlformats.org/officeDocument/2006/relationships/tags" Target="../tags/tag841.xml"/><Relationship Id="rId139" Type="http://schemas.openxmlformats.org/officeDocument/2006/relationships/tags" Target="../tags/tag966.xml"/><Relationship Id="rId138" Type="http://schemas.openxmlformats.org/officeDocument/2006/relationships/tags" Target="../tags/tag965.xml"/><Relationship Id="rId137" Type="http://schemas.openxmlformats.org/officeDocument/2006/relationships/tags" Target="../tags/tag964.xml"/><Relationship Id="rId136" Type="http://schemas.openxmlformats.org/officeDocument/2006/relationships/tags" Target="../tags/tag963.xml"/><Relationship Id="rId135" Type="http://schemas.openxmlformats.org/officeDocument/2006/relationships/tags" Target="../tags/tag962.xml"/><Relationship Id="rId134" Type="http://schemas.openxmlformats.org/officeDocument/2006/relationships/tags" Target="../tags/tag961.xml"/><Relationship Id="rId133" Type="http://schemas.openxmlformats.org/officeDocument/2006/relationships/tags" Target="../tags/tag960.xml"/><Relationship Id="rId132" Type="http://schemas.openxmlformats.org/officeDocument/2006/relationships/tags" Target="../tags/tag959.xml"/><Relationship Id="rId131" Type="http://schemas.openxmlformats.org/officeDocument/2006/relationships/tags" Target="../tags/tag958.xml"/><Relationship Id="rId130" Type="http://schemas.openxmlformats.org/officeDocument/2006/relationships/tags" Target="../tags/tag957.xml"/><Relationship Id="rId13" Type="http://schemas.openxmlformats.org/officeDocument/2006/relationships/tags" Target="../tags/tag840.xml"/><Relationship Id="rId129" Type="http://schemas.openxmlformats.org/officeDocument/2006/relationships/tags" Target="../tags/tag956.xml"/><Relationship Id="rId128" Type="http://schemas.openxmlformats.org/officeDocument/2006/relationships/tags" Target="../tags/tag955.xml"/><Relationship Id="rId127" Type="http://schemas.openxmlformats.org/officeDocument/2006/relationships/tags" Target="../tags/tag954.xml"/><Relationship Id="rId126" Type="http://schemas.openxmlformats.org/officeDocument/2006/relationships/tags" Target="../tags/tag953.xml"/><Relationship Id="rId125" Type="http://schemas.openxmlformats.org/officeDocument/2006/relationships/tags" Target="../tags/tag952.xml"/><Relationship Id="rId124" Type="http://schemas.openxmlformats.org/officeDocument/2006/relationships/tags" Target="../tags/tag951.xml"/><Relationship Id="rId123" Type="http://schemas.openxmlformats.org/officeDocument/2006/relationships/tags" Target="../tags/tag950.xml"/><Relationship Id="rId122" Type="http://schemas.openxmlformats.org/officeDocument/2006/relationships/tags" Target="../tags/tag949.xml"/><Relationship Id="rId121" Type="http://schemas.openxmlformats.org/officeDocument/2006/relationships/tags" Target="../tags/tag948.xml"/><Relationship Id="rId120" Type="http://schemas.openxmlformats.org/officeDocument/2006/relationships/tags" Target="../tags/tag947.xml"/><Relationship Id="rId12" Type="http://schemas.openxmlformats.org/officeDocument/2006/relationships/tags" Target="../tags/tag839.xml"/><Relationship Id="rId119" Type="http://schemas.openxmlformats.org/officeDocument/2006/relationships/tags" Target="../tags/tag946.xml"/><Relationship Id="rId118" Type="http://schemas.openxmlformats.org/officeDocument/2006/relationships/tags" Target="../tags/tag945.xml"/><Relationship Id="rId117" Type="http://schemas.openxmlformats.org/officeDocument/2006/relationships/tags" Target="../tags/tag944.xml"/><Relationship Id="rId116" Type="http://schemas.openxmlformats.org/officeDocument/2006/relationships/tags" Target="../tags/tag943.xml"/><Relationship Id="rId115" Type="http://schemas.openxmlformats.org/officeDocument/2006/relationships/tags" Target="../tags/tag942.xml"/><Relationship Id="rId114" Type="http://schemas.openxmlformats.org/officeDocument/2006/relationships/tags" Target="../tags/tag941.xml"/><Relationship Id="rId113" Type="http://schemas.openxmlformats.org/officeDocument/2006/relationships/tags" Target="../tags/tag940.xml"/><Relationship Id="rId112" Type="http://schemas.openxmlformats.org/officeDocument/2006/relationships/tags" Target="../tags/tag939.xml"/><Relationship Id="rId111" Type="http://schemas.openxmlformats.org/officeDocument/2006/relationships/tags" Target="../tags/tag938.xml"/><Relationship Id="rId110" Type="http://schemas.openxmlformats.org/officeDocument/2006/relationships/tags" Target="../tags/tag937.xml"/><Relationship Id="rId11" Type="http://schemas.openxmlformats.org/officeDocument/2006/relationships/tags" Target="../tags/tag838.xml"/><Relationship Id="rId109" Type="http://schemas.openxmlformats.org/officeDocument/2006/relationships/tags" Target="../tags/tag936.xml"/><Relationship Id="rId108" Type="http://schemas.openxmlformats.org/officeDocument/2006/relationships/tags" Target="../tags/tag935.xml"/><Relationship Id="rId107" Type="http://schemas.openxmlformats.org/officeDocument/2006/relationships/tags" Target="../tags/tag934.xml"/><Relationship Id="rId106" Type="http://schemas.openxmlformats.org/officeDocument/2006/relationships/tags" Target="../tags/tag933.xml"/><Relationship Id="rId105" Type="http://schemas.openxmlformats.org/officeDocument/2006/relationships/tags" Target="../tags/tag932.xml"/><Relationship Id="rId104" Type="http://schemas.openxmlformats.org/officeDocument/2006/relationships/tags" Target="../tags/tag931.xml"/><Relationship Id="rId103" Type="http://schemas.openxmlformats.org/officeDocument/2006/relationships/tags" Target="../tags/tag930.xml"/><Relationship Id="rId102" Type="http://schemas.openxmlformats.org/officeDocument/2006/relationships/tags" Target="../tags/tag929.xml"/><Relationship Id="rId101" Type="http://schemas.openxmlformats.org/officeDocument/2006/relationships/tags" Target="../tags/tag928.xml"/><Relationship Id="rId100" Type="http://schemas.openxmlformats.org/officeDocument/2006/relationships/tags" Target="../tags/tag927.xml"/><Relationship Id="rId10" Type="http://schemas.openxmlformats.org/officeDocument/2006/relationships/tags" Target="../tags/tag837.xml"/><Relationship Id="rId1" Type="http://schemas.openxmlformats.org/officeDocument/2006/relationships/tags" Target="../tags/tag828.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13.xml"/><Relationship Id="rId5" Type="http://schemas.openxmlformats.org/officeDocument/2006/relationships/tags" Target="../tags/tag1062.xml"/><Relationship Id="rId4" Type="http://schemas.openxmlformats.org/officeDocument/2006/relationships/tags" Target="../tags/tag1061.xml"/><Relationship Id="rId3" Type="http://schemas.openxmlformats.org/officeDocument/2006/relationships/tags" Target="../tags/tag1060.xml"/><Relationship Id="rId2" Type="http://schemas.openxmlformats.org/officeDocument/2006/relationships/tags" Target="../tags/tag1059.xml"/><Relationship Id="rId1" Type="http://schemas.openxmlformats.org/officeDocument/2006/relationships/tags" Target="../tags/tag1058.xml"/></Relationships>
</file>

<file path=ppt/slides/_rels/slide36.xml.rels><?xml version="1.0" encoding="UTF-8" standalone="yes"?>
<Relationships xmlns="http://schemas.openxmlformats.org/package/2006/relationships"><Relationship Id="rId9" Type="http://schemas.openxmlformats.org/officeDocument/2006/relationships/tags" Target="../tags/tag1070.xml"/><Relationship Id="rId8" Type="http://schemas.openxmlformats.org/officeDocument/2006/relationships/tags" Target="../tags/tag1069.xml"/><Relationship Id="rId7" Type="http://schemas.openxmlformats.org/officeDocument/2006/relationships/tags" Target="../tags/tag1068.xml"/><Relationship Id="rId6" Type="http://schemas.openxmlformats.org/officeDocument/2006/relationships/tags" Target="../tags/tag1067.xml"/><Relationship Id="rId5" Type="http://schemas.openxmlformats.org/officeDocument/2006/relationships/tags" Target="../tags/tag1066.xml"/><Relationship Id="rId4" Type="http://schemas.openxmlformats.org/officeDocument/2006/relationships/tags" Target="../tags/tag1065.xml"/><Relationship Id="rId3" Type="http://schemas.openxmlformats.org/officeDocument/2006/relationships/tags" Target="../tags/tag1064.xml"/><Relationship Id="rId2" Type="http://schemas.openxmlformats.org/officeDocument/2006/relationships/image" Target="../media/image57.jpeg"/><Relationship Id="rId16" Type="http://schemas.openxmlformats.org/officeDocument/2006/relationships/slideLayout" Target="../slideLayouts/slideLayout8.xml"/><Relationship Id="rId15" Type="http://schemas.openxmlformats.org/officeDocument/2006/relationships/tags" Target="../tags/tag1076.xml"/><Relationship Id="rId14" Type="http://schemas.openxmlformats.org/officeDocument/2006/relationships/tags" Target="../tags/tag1075.xml"/><Relationship Id="rId13" Type="http://schemas.openxmlformats.org/officeDocument/2006/relationships/tags" Target="../tags/tag1074.xml"/><Relationship Id="rId12" Type="http://schemas.openxmlformats.org/officeDocument/2006/relationships/tags" Target="../tags/tag1073.xml"/><Relationship Id="rId11" Type="http://schemas.openxmlformats.org/officeDocument/2006/relationships/tags" Target="../tags/tag1072.xml"/><Relationship Id="rId10" Type="http://schemas.openxmlformats.org/officeDocument/2006/relationships/tags" Target="../tags/tag1071.xml"/><Relationship Id="rId1" Type="http://schemas.openxmlformats.org/officeDocument/2006/relationships/tags" Target="../tags/tag1063.xml"/></Relationships>
</file>

<file path=ppt/slides/_rels/slide37.xml.rels><?xml version="1.0" encoding="UTF-8" standalone="yes"?>
<Relationships xmlns="http://schemas.openxmlformats.org/package/2006/relationships"><Relationship Id="rId9" Type="http://schemas.openxmlformats.org/officeDocument/2006/relationships/tags" Target="../tags/tag1085.xml"/><Relationship Id="rId8" Type="http://schemas.openxmlformats.org/officeDocument/2006/relationships/tags" Target="../tags/tag1084.xml"/><Relationship Id="rId7" Type="http://schemas.openxmlformats.org/officeDocument/2006/relationships/tags" Target="../tags/tag1083.xml"/><Relationship Id="rId6" Type="http://schemas.openxmlformats.org/officeDocument/2006/relationships/tags" Target="../tags/tag1082.xml"/><Relationship Id="rId51" Type="http://schemas.openxmlformats.org/officeDocument/2006/relationships/slideLayout" Target="../slideLayouts/slideLayout4.xml"/><Relationship Id="rId50" Type="http://schemas.openxmlformats.org/officeDocument/2006/relationships/tags" Target="../tags/tag1126.xml"/><Relationship Id="rId5" Type="http://schemas.openxmlformats.org/officeDocument/2006/relationships/tags" Target="../tags/tag1081.xml"/><Relationship Id="rId49" Type="http://schemas.openxmlformats.org/officeDocument/2006/relationships/tags" Target="../tags/tag1125.xml"/><Relationship Id="rId48" Type="http://schemas.openxmlformats.org/officeDocument/2006/relationships/tags" Target="../tags/tag1124.xml"/><Relationship Id="rId47" Type="http://schemas.openxmlformats.org/officeDocument/2006/relationships/tags" Target="../tags/tag1123.xml"/><Relationship Id="rId46" Type="http://schemas.openxmlformats.org/officeDocument/2006/relationships/tags" Target="../tags/tag1122.xml"/><Relationship Id="rId45" Type="http://schemas.openxmlformats.org/officeDocument/2006/relationships/tags" Target="../tags/tag1121.xml"/><Relationship Id="rId44" Type="http://schemas.openxmlformats.org/officeDocument/2006/relationships/tags" Target="../tags/tag1120.xml"/><Relationship Id="rId43" Type="http://schemas.openxmlformats.org/officeDocument/2006/relationships/tags" Target="../tags/tag1119.xml"/><Relationship Id="rId42" Type="http://schemas.openxmlformats.org/officeDocument/2006/relationships/tags" Target="../tags/tag1118.xml"/><Relationship Id="rId41" Type="http://schemas.openxmlformats.org/officeDocument/2006/relationships/tags" Target="../tags/tag1117.xml"/><Relationship Id="rId40" Type="http://schemas.openxmlformats.org/officeDocument/2006/relationships/tags" Target="../tags/tag1116.xml"/><Relationship Id="rId4" Type="http://schemas.openxmlformats.org/officeDocument/2006/relationships/tags" Target="../tags/tag1080.xml"/><Relationship Id="rId39" Type="http://schemas.openxmlformats.org/officeDocument/2006/relationships/tags" Target="../tags/tag1115.xml"/><Relationship Id="rId38" Type="http://schemas.openxmlformats.org/officeDocument/2006/relationships/tags" Target="../tags/tag1114.xml"/><Relationship Id="rId37" Type="http://schemas.openxmlformats.org/officeDocument/2006/relationships/tags" Target="../tags/tag1113.xml"/><Relationship Id="rId36" Type="http://schemas.openxmlformats.org/officeDocument/2006/relationships/tags" Target="../tags/tag1112.xml"/><Relationship Id="rId35" Type="http://schemas.openxmlformats.org/officeDocument/2006/relationships/tags" Target="../tags/tag1111.xml"/><Relationship Id="rId34" Type="http://schemas.openxmlformats.org/officeDocument/2006/relationships/tags" Target="../tags/tag1110.xml"/><Relationship Id="rId33" Type="http://schemas.openxmlformats.org/officeDocument/2006/relationships/tags" Target="../tags/tag1109.xml"/><Relationship Id="rId32" Type="http://schemas.openxmlformats.org/officeDocument/2006/relationships/tags" Target="../tags/tag1108.xml"/><Relationship Id="rId31" Type="http://schemas.openxmlformats.org/officeDocument/2006/relationships/tags" Target="../tags/tag1107.xml"/><Relationship Id="rId30" Type="http://schemas.openxmlformats.org/officeDocument/2006/relationships/tags" Target="../tags/tag1106.xml"/><Relationship Id="rId3" Type="http://schemas.openxmlformats.org/officeDocument/2006/relationships/tags" Target="../tags/tag1079.xml"/><Relationship Id="rId29" Type="http://schemas.openxmlformats.org/officeDocument/2006/relationships/tags" Target="../tags/tag1105.xml"/><Relationship Id="rId28" Type="http://schemas.openxmlformats.org/officeDocument/2006/relationships/tags" Target="../tags/tag1104.xml"/><Relationship Id="rId27" Type="http://schemas.openxmlformats.org/officeDocument/2006/relationships/tags" Target="../tags/tag1103.xml"/><Relationship Id="rId26" Type="http://schemas.openxmlformats.org/officeDocument/2006/relationships/tags" Target="../tags/tag1102.xml"/><Relationship Id="rId25" Type="http://schemas.openxmlformats.org/officeDocument/2006/relationships/tags" Target="../tags/tag1101.xml"/><Relationship Id="rId24" Type="http://schemas.openxmlformats.org/officeDocument/2006/relationships/tags" Target="../tags/tag1100.xml"/><Relationship Id="rId23" Type="http://schemas.openxmlformats.org/officeDocument/2006/relationships/tags" Target="../tags/tag1099.xml"/><Relationship Id="rId22" Type="http://schemas.openxmlformats.org/officeDocument/2006/relationships/tags" Target="../tags/tag1098.xml"/><Relationship Id="rId21" Type="http://schemas.openxmlformats.org/officeDocument/2006/relationships/tags" Target="../tags/tag1097.xml"/><Relationship Id="rId20" Type="http://schemas.openxmlformats.org/officeDocument/2006/relationships/tags" Target="../tags/tag1096.xml"/><Relationship Id="rId2" Type="http://schemas.openxmlformats.org/officeDocument/2006/relationships/tags" Target="../tags/tag1078.xml"/><Relationship Id="rId19" Type="http://schemas.openxmlformats.org/officeDocument/2006/relationships/tags" Target="../tags/tag1095.xml"/><Relationship Id="rId18" Type="http://schemas.openxmlformats.org/officeDocument/2006/relationships/tags" Target="../tags/tag1094.xml"/><Relationship Id="rId17" Type="http://schemas.openxmlformats.org/officeDocument/2006/relationships/tags" Target="../tags/tag1093.xml"/><Relationship Id="rId16" Type="http://schemas.openxmlformats.org/officeDocument/2006/relationships/tags" Target="../tags/tag1092.xml"/><Relationship Id="rId15" Type="http://schemas.openxmlformats.org/officeDocument/2006/relationships/tags" Target="../tags/tag1091.xml"/><Relationship Id="rId14" Type="http://schemas.openxmlformats.org/officeDocument/2006/relationships/tags" Target="../tags/tag1090.xml"/><Relationship Id="rId13" Type="http://schemas.openxmlformats.org/officeDocument/2006/relationships/tags" Target="../tags/tag1089.xml"/><Relationship Id="rId12" Type="http://schemas.openxmlformats.org/officeDocument/2006/relationships/tags" Target="../tags/tag1088.xml"/><Relationship Id="rId11" Type="http://schemas.openxmlformats.org/officeDocument/2006/relationships/tags" Target="../tags/tag1087.xml"/><Relationship Id="rId10" Type="http://schemas.openxmlformats.org/officeDocument/2006/relationships/tags" Target="../tags/tag1086.xml"/><Relationship Id="rId1" Type="http://schemas.openxmlformats.org/officeDocument/2006/relationships/tags" Target="../tags/tag1077.xml"/></Relationships>
</file>

<file path=ppt/slides/_rels/slide38.xml.rels><?xml version="1.0" encoding="UTF-8" standalone="yes"?>
<Relationships xmlns="http://schemas.openxmlformats.org/package/2006/relationships"><Relationship Id="rId9" Type="http://schemas.openxmlformats.org/officeDocument/2006/relationships/tags" Target="../tags/tag1135.xml"/><Relationship Id="rId8" Type="http://schemas.openxmlformats.org/officeDocument/2006/relationships/tags" Target="../tags/tag1134.xml"/><Relationship Id="rId7" Type="http://schemas.openxmlformats.org/officeDocument/2006/relationships/tags" Target="../tags/tag1133.xml"/><Relationship Id="rId6" Type="http://schemas.openxmlformats.org/officeDocument/2006/relationships/tags" Target="../tags/tag1132.xml"/><Relationship Id="rId5" Type="http://schemas.openxmlformats.org/officeDocument/2006/relationships/tags" Target="../tags/tag1131.xml"/><Relationship Id="rId4" Type="http://schemas.openxmlformats.org/officeDocument/2006/relationships/tags" Target="../tags/tag1130.xml"/><Relationship Id="rId3" Type="http://schemas.openxmlformats.org/officeDocument/2006/relationships/tags" Target="../tags/tag1129.xml"/><Relationship Id="rId28" Type="http://schemas.openxmlformats.org/officeDocument/2006/relationships/notesSlide" Target="../notesSlides/notesSlide23.xml"/><Relationship Id="rId27" Type="http://schemas.openxmlformats.org/officeDocument/2006/relationships/slideLayout" Target="../slideLayouts/slideLayout4.xml"/><Relationship Id="rId26" Type="http://schemas.openxmlformats.org/officeDocument/2006/relationships/tags" Target="../tags/tag1152.xml"/><Relationship Id="rId25" Type="http://schemas.openxmlformats.org/officeDocument/2006/relationships/tags" Target="../tags/tag1151.xml"/><Relationship Id="rId24" Type="http://schemas.openxmlformats.org/officeDocument/2006/relationships/tags" Target="../tags/tag1150.xml"/><Relationship Id="rId23" Type="http://schemas.openxmlformats.org/officeDocument/2006/relationships/tags" Target="../tags/tag1149.xml"/><Relationship Id="rId22" Type="http://schemas.openxmlformats.org/officeDocument/2006/relationships/tags" Target="../tags/tag1148.xml"/><Relationship Id="rId21" Type="http://schemas.openxmlformats.org/officeDocument/2006/relationships/tags" Target="../tags/tag1147.xml"/><Relationship Id="rId20" Type="http://schemas.openxmlformats.org/officeDocument/2006/relationships/tags" Target="../tags/tag1146.xml"/><Relationship Id="rId2" Type="http://schemas.openxmlformats.org/officeDocument/2006/relationships/tags" Target="../tags/tag1128.xml"/><Relationship Id="rId19" Type="http://schemas.openxmlformats.org/officeDocument/2006/relationships/tags" Target="../tags/tag1145.xml"/><Relationship Id="rId18" Type="http://schemas.openxmlformats.org/officeDocument/2006/relationships/tags" Target="../tags/tag1144.xml"/><Relationship Id="rId17" Type="http://schemas.openxmlformats.org/officeDocument/2006/relationships/tags" Target="../tags/tag1143.xml"/><Relationship Id="rId16" Type="http://schemas.openxmlformats.org/officeDocument/2006/relationships/tags" Target="../tags/tag1142.xml"/><Relationship Id="rId15" Type="http://schemas.openxmlformats.org/officeDocument/2006/relationships/tags" Target="../tags/tag1141.xml"/><Relationship Id="rId14" Type="http://schemas.openxmlformats.org/officeDocument/2006/relationships/tags" Target="../tags/tag1140.xml"/><Relationship Id="rId13" Type="http://schemas.openxmlformats.org/officeDocument/2006/relationships/tags" Target="../tags/tag1139.xml"/><Relationship Id="rId12" Type="http://schemas.openxmlformats.org/officeDocument/2006/relationships/tags" Target="../tags/tag1138.xml"/><Relationship Id="rId11" Type="http://schemas.openxmlformats.org/officeDocument/2006/relationships/tags" Target="../tags/tag1137.xml"/><Relationship Id="rId10" Type="http://schemas.openxmlformats.org/officeDocument/2006/relationships/tags" Target="../tags/tag1136.xml"/><Relationship Id="rId1" Type="http://schemas.openxmlformats.org/officeDocument/2006/relationships/tags" Target="../tags/tag1127.xml"/></Relationships>
</file>

<file path=ppt/slides/_rels/slide39.xml.rels><?xml version="1.0" encoding="UTF-8" standalone="yes"?>
<Relationships xmlns="http://schemas.openxmlformats.org/package/2006/relationships"><Relationship Id="rId9" Type="http://schemas.openxmlformats.org/officeDocument/2006/relationships/tags" Target="../tags/tag1159.xml"/><Relationship Id="rId8" Type="http://schemas.openxmlformats.org/officeDocument/2006/relationships/tags" Target="../tags/tag1158.xml"/><Relationship Id="rId7" Type="http://schemas.openxmlformats.org/officeDocument/2006/relationships/tags" Target="../tags/tag1157.xml"/><Relationship Id="rId6" Type="http://schemas.openxmlformats.org/officeDocument/2006/relationships/tags" Target="../tags/tag1156.xml"/><Relationship Id="rId5" Type="http://schemas.openxmlformats.org/officeDocument/2006/relationships/image" Target="../media/image47.jpeg"/><Relationship Id="rId4" Type="http://schemas.openxmlformats.org/officeDocument/2006/relationships/tags" Target="../tags/tag1155.xml"/><Relationship Id="rId3" Type="http://schemas.openxmlformats.org/officeDocument/2006/relationships/image" Target="../media/image61.png"/><Relationship Id="rId2" Type="http://schemas.openxmlformats.org/officeDocument/2006/relationships/tags" Target="../tags/tag1154.xml"/><Relationship Id="rId13" Type="http://schemas.openxmlformats.org/officeDocument/2006/relationships/notesSlide" Target="../notesSlides/notesSlide24.xml"/><Relationship Id="rId12" Type="http://schemas.openxmlformats.org/officeDocument/2006/relationships/slideLayout" Target="../slideLayouts/slideLayout13.xml"/><Relationship Id="rId11" Type="http://schemas.openxmlformats.org/officeDocument/2006/relationships/tags" Target="../tags/tag1161.xml"/><Relationship Id="rId10" Type="http://schemas.openxmlformats.org/officeDocument/2006/relationships/tags" Target="../tags/tag1160.xml"/><Relationship Id="rId1" Type="http://schemas.openxmlformats.org/officeDocument/2006/relationships/tags" Target="../tags/tag1153.xml"/></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1.xml"/><Relationship Id="rId6" Type="http://schemas.openxmlformats.org/officeDocument/2006/relationships/tags" Target="../tags/tag1166.xml"/><Relationship Id="rId5" Type="http://schemas.openxmlformats.org/officeDocument/2006/relationships/image" Target="../media/image62.png"/><Relationship Id="rId4" Type="http://schemas.openxmlformats.org/officeDocument/2006/relationships/tags" Target="../tags/tag1165.xml"/><Relationship Id="rId3" Type="http://schemas.openxmlformats.org/officeDocument/2006/relationships/tags" Target="../tags/tag1164.xml"/><Relationship Id="rId2" Type="http://schemas.openxmlformats.org/officeDocument/2006/relationships/tags" Target="../tags/tag1163.xml"/><Relationship Id="rId1" Type="http://schemas.openxmlformats.org/officeDocument/2006/relationships/tags" Target="../tags/tag1162.xml"/></Relationships>
</file>

<file path=ppt/slides/_rels/slide41.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1.xml"/><Relationship Id="rId5" Type="http://schemas.openxmlformats.org/officeDocument/2006/relationships/image" Target="../media/image63.png"/><Relationship Id="rId4" Type="http://schemas.openxmlformats.org/officeDocument/2006/relationships/tags" Target="../tags/tag1170.xml"/><Relationship Id="rId3" Type="http://schemas.openxmlformats.org/officeDocument/2006/relationships/tags" Target="../tags/tag1169.xml"/><Relationship Id="rId2" Type="http://schemas.openxmlformats.org/officeDocument/2006/relationships/tags" Target="../tags/tag1168.xml"/><Relationship Id="rId1" Type="http://schemas.openxmlformats.org/officeDocument/2006/relationships/tags" Target="../tags/tag1167.xml"/></Relationships>
</file>

<file path=ppt/slides/_rels/slide42.xml.rels><?xml version="1.0" encoding="UTF-8" standalone="yes"?>
<Relationships xmlns="http://schemas.openxmlformats.org/package/2006/relationships"><Relationship Id="rId9" Type="http://schemas.openxmlformats.org/officeDocument/2006/relationships/image" Target="../media/image64.png"/><Relationship Id="rId8" Type="http://schemas.openxmlformats.org/officeDocument/2006/relationships/tags" Target="../tags/tag1178.xml"/><Relationship Id="rId7" Type="http://schemas.openxmlformats.org/officeDocument/2006/relationships/tags" Target="../tags/tag1177.xml"/><Relationship Id="rId6" Type="http://schemas.openxmlformats.org/officeDocument/2006/relationships/tags" Target="../tags/tag1176.xml"/><Relationship Id="rId5" Type="http://schemas.openxmlformats.org/officeDocument/2006/relationships/tags" Target="../tags/tag1175.xml"/><Relationship Id="rId4" Type="http://schemas.openxmlformats.org/officeDocument/2006/relationships/tags" Target="../tags/tag1174.xml"/><Relationship Id="rId3" Type="http://schemas.openxmlformats.org/officeDocument/2006/relationships/tags" Target="../tags/tag1173.xml"/><Relationship Id="rId2" Type="http://schemas.openxmlformats.org/officeDocument/2006/relationships/tags" Target="../tags/tag1172.xml"/><Relationship Id="rId11" Type="http://schemas.openxmlformats.org/officeDocument/2006/relationships/slideLayout" Target="../slideLayouts/slideLayout13.xml"/><Relationship Id="rId10" Type="http://schemas.openxmlformats.org/officeDocument/2006/relationships/tags" Target="../tags/tag1179.xml"/><Relationship Id="rId1" Type="http://schemas.openxmlformats.org/officeDocument/2006/relationships/tags" Target="../tags/tag1171.xml"/></Relationships>
</file>

<file path=ppt/slides/_rels/slide43.xml.rels><?xml version="1.0" encoding="UTF-8" standalone="yes"?>
<Relationships xmlns="http://schemas.openxmlformats.org/package/2006/relationships"><Relationship Id="rId9" Type="http://schemas.openxmlformats.org/officeDocument/2006/relationships/tags" Target="../tags/tag1187.xml"/><Relationship Id="rId8" Type="http://schemas.openxmlformats.org/officeDocument/2006/relationships/tags" Target="../tags/tag1186.xml"/><Relationship Id="rId7" Type="http://schemas.openxmlformats.org/officeDocument/2006/relationships/tags" Target="../tags/tag1185.xml"/><Relationship Id="rId6" Type="http://schemas.openxmlformats.org/officeDocument/2006/relationships/image" Target="../media/image65.png"/><Relationship Id="rId5" Type="http://schemas.openxmlformats.org/officeDocument/2006/relationships/tags" Target="../tags/tag1184.xml"/><Relationship Id="rId4" Type="http://schemas.openxmlformats.org/officeDocument/2006/relationships/tags" Target="../tags/tag1183.xml"/><Relationship Id="rId3" Type="http://schemas.openxmlformats.org/officeDocument/2006/relationships/tags" Target="../tags/tag1182.xml"/><Relationship Id="rId2" Type="http://schemas.openxmlformats.org/officeDocument/2006/relationships/tags" Target="../tags/tag1181.xml"/><Relationship Id="rId11" Type="http://schemas.openxmlformats.org/officeDocument/2006/relationships/slideLayout" Target="../slideLayouts/slideLayout13.xml"/><Relationship Id="rId10" Type="http://schemas.openxmlformats.org/officeDocument/2006/relationships/tags" Target="../tags/tag1188.xml"/><Relationship Id="rId1" Type="http://schemas.openxmlformats.org/officeDocument/2006/relationships/tags" Target="../tags/tag1180.xml"/></Relationships>
</file>

<file path=ppt/slides/_rels/slide44.xml.rels><?xml version="1.0" encoding="UTF-8" standalone="yes"?>
<Relationships xmlns="http://schemas.openxmlformats.org/package/2006/relationships"><Relationship Id="rId9" Type="http://schemas.openxmlformats.org/officeDocument/2006/relationships/tags" Target="../tags/tag1197.xml"/><Relationship Id="rId8" Type="http://schemas.openxmlformats.org/officeDocument/2006/relationships/tags" Target="../tags/tag1196.xml"/><Relationship Id="rId7" Type="http://schemas.openxmlformats.org/officeDocument/2006/relationships/tags" Target="../tags/tag1195.xml"/><Relationship Id="rId62" Type="http://schemas.openxmlformats.org/officeDocument/2006/relationships/slideLayout" Target="../slideLayouts/slideLayout13.xml"/><Relationship Id="rId61" Type="http://schemas.openxmlformats.org/officeDocument/2006/relationships/tags" Target="../tags/tag1248.xml"/><Relationship Id="rId60" Type="http://schemas.openxmlformats.org/officeDocument/2006/relationships/tags" Target="../tags/tag1247.xml"/><Relationship Id="rId6" Type="http://schemas.openxmlformats.org/officeDocument/2006/relationships/tags" Target="../tags/tag1194.xml"/><Relationship Id="rId59" Type="http://schemas.openxmlformats.org/officeDocument/2006/relationships/tags" Target="../tags/tag1246.xml"/><Relationship Id="rId58" Type="http://schemas.openxmlformats.org/officeDocument/2006/relationships/image" Target="../media/image66.png"/><Relationship Id="rId57" Type="http://schemas.openxmlformats.org/officeDocument/2006/relationships/tags" Target="../tags/tag1245.xml"/><Relationship Id="rId56" Type="http://schemas.openxmlformats.org/officeDocument/2006/relationships/tags" Target="../tags/tag1244.xml"/><Relationship Id="rId55" Type="http://schemas.openxmlformats.org/officeDocument/2006/relationships/tags" Target="../tags/tag1243.xml"/><Relationship Id="rId54" Type="http://schemas.openxmlformats.org/officeDocument/2006/relationships/tags" Target="../tags/tag1242.xml"/><Relationship Id="rId53" Type="http://schemas.openxmlformats.org/officeDocument/2006/relationships/tags" Target="../tags/tag1241.xml"/><Relationship Id="rId52" Type="http://schemas.openxmlformats.org/officeDocument/2006/relationships/tags" Target="../tags/tag1240.xml"/><Relationship Id="rId51" Type="http://schemas.openxmlformats.org/officeDocument/2006/relationships/tags" Target="../tags/tag1239.xml"/><Relationship Id="rId50" Type="http://schemas.openxmlformats.org/officeDocument/2006/relationships/tags" Target="../tags/tag1238.xml"/><Relationship Id="rId5" Type="http://schemas.openxmlformats.org/officeDocument/2006/relationships/tags" Target="../tags/tag1193.xml"/><Relationship Id="rId49" Type="http://schemas.openxmlformats.org/officeDocument/2006/relationships/tags" Target="../tags/tag1237.xml"/><Relationship Id="rId48" Type="http://schemas.openxmlformats.org/officeDocument/2006/relationships/tags" Target="../tags/tag1236.xml"/><Relationship Id="rId47" Type="http://schemas.openxmlformats.org/officeDocument/2006/relationships/tags" Target="../tags/tag1235.xml"/><Relationship Id="rId46" Type="http://schemas.openxmlformats.org/officeDocument/2006/relationships/tags" Target="../tags/tag1234.xml"/><Relationship Id="rId45" Type="http://schemas.openxmlformats.org/officeDocument/2006/relationships/tags" Target="../tags/tag1233.xml"/><Relationship Id="rId44" Type="http://schemas.openxmlformats.org/officeDocument/2006/relationships/tags" Target="../tags/tag1232.xml"/><Relationship Id="rId43" Type="http://schemas.openxmlformats.org/officeDocument/2006/relationships/tags" Target="../tags/tag1231.xml"/><Relationship Id="rId42" Type="http://schemas.openxmlformats.org/officeDocument/2006/relationships/tags" Target="../tags/tag1230.xml"/><Relationship Id="rId41" Type="http://schemas.openxmlformats.org/officeDocument/2006/relationships/tags" Target="../tags/tag1229.xml"/><Relationship Id="rId40" Type="http://schemas.openxmlformats.org/officeDocument/2006/relationships/tags" Target="../tags/tag1228.xml"/><Relationship Id="rId4" Type="http://schemas.openxmlformats.org/officeDocument/2006/relationships/tags" Target="../tags/tag1192.xml"/><Relationship Id="rId39" Type="http://schemas.openxmlformats.org/officeDocument/2006/relationships/tags" Target="../tags/tag1227.xml"/><Relationship Id="rId38" Type="http://schemas.openxmlformats.org/officeDocument/2006/relationships/tags" Target="../tags/tag1226.xml"/><Relationship Id="rId37" Type="http://schemas.openxmlformats.org/officeDocument/2006/relationships/tags" Target="../tags/tag1225.xml"/><Relationship Id="rId36" Type="http://schemas.openxmlformats.org/officeDocument/2006/relationships/tags" Target="../tags/tag1224.xml"/><Relationship Id="rId35" Type="http://schemas.openxmlformats.org/officeDocument/2006/relationships/tags" Target="../tags/tag1223.xml"/><Relationship Id="rId34" Type="http://schemas.openxmlformats.org/officeDocument/2006/relationships/tags" Target="../tags/tag1222.xml"/><Relationship Id="rId33" Type="http://schemas.openxmlformats.org/officeDocument/2006/relationships/tags" Target="../tags/tag1221.xml"/><Relationship Id="rId32" Type="http://schemas.openxmlformats.org/officeDocument/2006/relationships/tags" Target="../tags/tag1220.xml"/><Relationship Id="rId31" Type="http://schemas.openxmlformats.org/officeDocument/2006/relationships/tags" Target="../tags/tag1219.xml"/><Relationship Id="rId30" Type="http://schemas.openxmlformats.org/officeDocument/2006/relationships/tags" Target="../tags/tag1218.xml"/><Relationship Id="rId3" Type="http://schemas.openxmlformats.org/officeDocument/2006/relationships/tags" Target="../tags/tag1191.xml"/><Relationship Id="rId29" Type="http://schemas.openxmlformats.org/officeDocument/2006/relationships/tags" Target="../tags/tag1217.xml"/><Relationship Id="rId28" Type="http://schemas.openxmlformats.org/officeDocument/2006/relationships/tags" Target="../tags/tag1216.xml"/><Relationship Id="rId27" Type="http://schemas.openxmlformats.org/officeDocument/2006/relationships/tags" Target="../tags/tag1215.xml"/><Relationship Id="rId26" Type="http://schemas.openxmlformats.org/officeDocument/2006/relationships/tags" Target="../tags/tag1214.xml"/><Relationship Id="rId25" Type="http://schemas.openxmlformats.org/officeDocument/2006/relationships/tags" Target="../tags/tag1213.xml"/><Relationship Id="rId24" Type="http://schemas.openxmlformats.org/officeDocument/2006/relationships/tags" Target="../tags/tag1212.xml"/><Relationship Id="rId23" Type="http://schemas.openxmlformats.org/officeDocument/2006/relationships/tags" Target="../tags/tag1211.xml"/><Relationship Id="rId22" Type="http://schemas.openxmlformats.org/officeDocument/2006/relationships/tags" Target="../tags/tag1210.xml"/><Relationship Id="rId21" Type="http://schemas.openxmlformats.org/officeDocument/2006/relationships/tags" Target="../tags/tag1209.xml"/><Relationship Id="rId20" Type="http://schemas.openxmlformats.org/officeDocument/2006/relationships/tags" Target="../tags/tag1208.xml"/><Relationship Id="rId2" Type="http://schemas.openxmlformats.org/officeDocument/2006/relationships/tags" Target="../tags/tag1190.xml"/><Relationship Id="rId19" Type="http://schemas.openxmlformats.org/officeDocument/2006/relationships/tags" Target="../tags/tag1207.xml"/><Relationship Id="rId18" Type="http://schemas.openxmlformats.org/officeDocument/2006/relationships/tags" Target="../tags/tag1206.xml"/><Relationship Id="rId17" Type="http://schemas.openxmlformats.org/officeDocument/2006/relationships/tags" Target="../tags/tag1205.xml"/><Relationship Id="rId16" Type="http://schemas.openxmlformats.org/officeDocument/2006/relationships/tags" Target="../tags/tag1204.xml"/><Relationship Id="rId15" Type="http://schemas.openxmlformats.org/officeDocument/2006/relationships/tags" Target="../tags/tag1203.xml"/><Relationship Id="rId14" Type="http://schemas.openxmlformats.org/officeDocument/2006/relationships/tags" Target="../tags/tag1202.xml"/><Relationship Id="rId13" Type="http://schemas.openxmlformats.org/officeDocument/2006/relationships/tags" Target="../tags/tag1201.xml"/><Relationship Id="rId12" Type="http://schemas.openxmlformats.org/officeDocument/2006/relationships/tags" Target="../tags/tag1200.xml"/><Relationship Id="rId11" Type="http://schemas.openxmlformats.org/officeDocument/2006/relationships/tags" Target="../tags/tag1199.xml"/><Relationship Id="rId10" Type="http://schemas.openxmlformats.org/officeDocument/2006/relationships/tags" Target="../tags/tag1198.xml"/><Relationship Id="rId1" Type="http://schemas.openxmlformats.org/officeDocument/2006/relationships/tags" Target="../tags/tag1189.xml"/></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1256.xml"/><Relationship Id="rId7" Type="http://schemas.openxmlformats.org/officeDocument/2006/relationships/tags" Target="../tags/tag1255.xml"/><Relationship Id="rId6" Type="http://schemas.openxmlformats.org/officeDocument/2006/relationships/tags" Target="../tags/tag1254.xml"/><Relationship Id="rId5" Type="http://schemas.openxmlformats.org/officeDocument/2006/relationships/tags" Target="../tags/tag1253.xml"/><Relationship Id="rId4" Type="http://schemas.openxmlformats.org/officeDocument/2006/relationships/tags" Target="../tags/tag1252.xml"/><Relationship Id="rId3" Type="http://schemas.openxmlformats.org/officeDocument/2006/relationships/tags" Target="../tags/tag1251.xml"/><Relationship Id="rId2" Type="http://schemas.openxmlformats.org/officeDocument/2006/relationships/tags" Target="../tags/tag1250.xml"/><Relationship Id="rId10" Type="http://schemas.openxmlformats.org/officeDocument/2006/relationships/notesSlide" Target="../notesSlides/notesSlide27.xml"/><Relationship Id="rId1" Type="http://schemas.openxmlformats.org/officeDocument/2006/relationships/tags" Target="../tags/tag1249.xml"/></Relationships>
</file>

<file path=ppt/slides/_rels/slide46.xml.rels><?xml version="1.0" encoding="UTF-8" standalone="yes"?>
<Relationships xmlns="http://schemas.openxmlformats.org/package/2006/relationships"><Relationship Id="rId99" Type="http://schemas.openxmlformats.org/officeDocument/2006/relationships/tags" Target="../tags/tag1355.xml"/><Relationship Id="rId98" Type="http://schemas.openxmlformats.org/officeDocument/2006/relationships/tags" Target="../tags/tag1354.xml"/><Relationship Id="rId97" Type="http://schemas.openxmlformats.org/officeDocument/2006/relationships/tags" Target="../tags/tag1353.xml"/><Relationship Id="rId96" Type="http://schemas.openxmlformats.org/officeDocument/2006/relationships/tags" Target="../tags/tag1352.xml"/><Relationship Id="rId95" Type="http://schemas.openxmlformats.org/officeDocument/2006/relationships/tags" Target="../tags/tag1351.xml"/><Relationship Id="rId94" Type="http://schemas.openxmlformats.org/officeDocument/2006/relationships/tags" Target="../tags/tag1350.xml"/><Relationship Id="rId93" Type="http://schemas.openxmlformats.org/officeDocument/2006/relationships/tags" Target="../tags/tag1349.xml"/><Relationship Id="rId92" Type="http://schemas.openxmlformats.org/officeDocument/2006/relationships/tags" Target="../tags/tag1348.xml"/><Relationship Id="rId91" Type="http://schemas.openxmlformats.org/officeDocument/2006/relationships/tags" Target="../tags/tag1347.xml"/><Relationship Id="rId90" Type="http://schemas.openxmlformats.org/officeDocument/2006/relationships/tags" Target="../tags/tag1346.xml"/><Relationship Id="rId9" Type="http://schemas.openxmlformats.org/officeDocument/2006/relationships/tags" Target="../tags/tag1265.xml"/><Relationship Id="rId89" Type="http://schemas.openxmlformats.org/officeDocument/2006/relationships/tags" Target="../tags/tag1345.xml"/><Relationship Id="rId88" Type="http://schemas.openxmlformats.org/officeDocument/2006/relationships/tags" Target="../tags/tag1344.xml"/><Relationship Id="rId87" Type="http://schemas.openxmlformats.org/officeDocument/2006/relationships/tags" Target="../tags/tag1343.xml"/><Relationship Id="rId86" Type="http://schemas.openxmlformats.org/officeDocument/2006/relationships/tags" Target="../tags/tag1342.xml"/><Relationship Id="rId85" Type="http://schemas.openxmlformats.org/officeDocument/2006/relationships/tags" Target="../tags/tag1341.xml"/><Relationship Id="rId84" Type="http://schemas.openxmlformats.org/officeDocument/2006/relationships/tags" Target="../tags/tag1340.xml"/><Relationship Id="rId83" Type="http://schemas.openxmlformats.org/officeDocument/2006/relationships/tags" Target="../tags/tag1339.xml"/><Relationship Id="rId82" Type="http://schemas.openxmlformats.org/officeDocument/2006/relationships/tags" Target="../tags/tag1338.xml"/><Relationship Id="rId81" Type="http://schemas.openxmlformats.org/officeDocument/2006/relationships/tags" Target="../tags/tag1337.xml"/><Relationship Id="rId80" Type="http://schemas.openxmlformats.org/officeDocument/2006/relationships/tags" Target="../tags/tag1336.xml"/><Relationship Id="rId8" Type="http://schemas.openxmlformats.org/officeDocument/2006/relationships/tags" Target="../tags/tag1264.xml"/><Relationship Id="rId79" Type="http://schemas.openxmlformats.org/officeDocument/2006/relationships/tags" Target="../tags/tag1335.xml"/><Relationship Id="rId78" Type="http://schemas.openxmlformats.org/officeDocument/2006/relationships/tags" Target="../tags/tag1334.xml"/><Relationship Id="rId77" Type="http://schemas.openxmlformats.org/officeDocument/2006/relationships/tags" Target="../tags/tag1333.xml"/><Relationship Id="rId76" Type="http://schemas.openxmlformats.org/officeDocument/2006/relationships/tags" Target="../tags/tag1332.xml"/><Relationship Id="rId75" Type="http://schemas.openxmlformats.org/officeDocument/2006/relationships/tags" Target="../tags/tag1331.xml"/><Relationship Id="rId74" Type="http://schemas.openxmlformats.org/officeDocument/2006/relationships/tags" Target="../tags/tag1330.xml"/><Relationship Id="rId73" Type="http://schemas.openxmlformats.org/officeDocument/2006/relationships/tags" Target="../tags/tag1329.xml"/><Relationship Id="rId72" Type="http://schemas.openxmlformats.org/officeDocument/2006/relationships/tags" Target="../tags/tag1328.xml"/><Relationship Id="rId71" Type="http://schemas.openxmlformats.org/officeDocument/2006/relationships/tags" Target="../tags/tag1327.xml"/><Relationship Id="rId70" Type="http://schemas.openxmlformats.org/officeDocument/2006/relationships/tags" Target="../tags/tag1326.xml"/><Relationship Id="rId7" Type="http://schemas.openxmlformats.org/officeDocument/2006/relationships/tags" Target="../tags/tag1263.xml"/><Relationship Id="rId69" Type="http://schemas.openxmlformats.org/officeDocument/2006/relationships/tags" Target="../tags/tag1325.xml"/><Relationship Id="rId68" Type="http://schemas.openxmlformats.org/officeDocument/2006/relationships/tags" Target="../tags/tag1324.xml"/><Relationship Id="rId67" Type="http://schemas.openxmlformats.org/officeDocument/2006/relationships/tags" Target="../tags/tag1323.xml"/><Relationship Id="rId66" Type="http://schemas.openxmlformats.org/officeDocument/2006/relationships/tags" Target="../tags/tag1322.xml"/><Relationship Id="rId65" Type="http://schemas.openxmlformats.org/officeDocument/2006/relationships/tags" Target="../tags/tag1321.xml"/><Relationship Id="rId64" Type="http://schemas.openxmlformats.org/officeDocument/2006/relationships/tags" Target="../tags/tag1320.xml"/><Relationship Id="rId63" Type="http://schemas.openxmlformats.org/officeDocument/2006/relationships/tags" Target="../tags/tag1319.xml"/><Relationship Id="rId62" Type="http://schemas.openxmlformats.org/officeDocument/2006/relationships/tags" Target="../tags/tag1318.xml"/><Relationship Id="rId61" Type="http://schemas.openxmlformats.org/officeDocument/2006/relationships/tags" Target="../tags/tag1317.xml"/><Relationship Id="rId60" Type="http://schemas.openxmlformats.org/officeDocument/2006/relationships/tags" Target="../tags/tag1316.xml"/><Relationship Id="rId6" Type="http://schemas.openxmlformats.org/officeDocument/2006/relationships/tags" Target="../tags/tag1262.xml"/><Relationship Id="rId59" Type="http://schemas.openxmlformats.org/officeDocument/2006/relationships/tags" Target="../tags/tag1315.xml"/><Relationship Id="rId58" Type="http://schemas.openxmlformats.org/officeDocument/2006/relationships/tags" Target="../tags/tag1314.xml"/><Relationship Id="rId57" Type="http://schemas.openxmlformats.org/officeDocument/2006/relationships/tags" Target="../tags/tag1313.xml"/><Relationship Id="rId56" Type="http://schemas.openxmlformats.org/officeDocument/2006/relationships/tags" Target="../tags/tag1312.xml"/><Relationship Id="rId55" Type="http://schemas.openxmlformats.org/officeDocument/2006/relationships/tags" Target="../tags/tag1311.xml"/><Relationship Id="rId54" Type="http://schemas.openxmlformats.org/officeDocument/2006/relationships/tags" Target="../tags/tag1310.xml"/><Relationship Id="rId53" Type="http://schemas.openxmlformats.org/officeDocument/2006/relationships/tags" Target="../tags/tag1309.xml"/><Relationship Id="rId52" Type="http://schemas.openxmlformats.org/officeDocument/2006/relationships/tags" Target="../tags/tag1308.xml"/><Relationship Id="rId51" Type="http://schemas.openxmlformats.org/officeDocument/2006/relationships/tags" Target="../tags/tag1307.xml"/><Relationship Id="rId50" Type="http://schemas.openxmlformats.org/officeDocument/2006/relationships/tags" Target="../tags/tag1306.xml"/><Relationship Id="rId5" Type="http://schemas.openxmlformats.org/officeDocument/2006/relationships/tags" Target="../tags/tag1261.xml"/><Relationship Id="rId49" Type="http://schemas.openxmlformats.org/officeDocument/2006/relationships/tags" Target="../tags/tag1305.xml"/><Relationship Id="rId48" Type="http://schemas.openxmlformats.org/officeDocument/2006/relationships/tags" Target="../tags/tag1304.xml"/><Relationship Id="rId47" Type="http://schemas.openxmlformats.org/officeDocument/2006/relationships/tags" Target="../tags/tag1303.xml"/><Relationship Id="rId46" Type="http://schemas.openxmlformats.org/officeDocument/2006/relationships/tags" Target="../tags/tag1302.xml"/><Relationship Id="rId45" Type="http://schemas.openxmlformats.org/officeDocument/2006/relationships/tags" Target="../tags/tag1301.xml"/><Relationship Id="rId44" Type="http://schemas.openxmlformats.org/officeDocument/2006/relationships/tags" Target="../tags/tag1300.xml"/><Relationship Id="rId43" Type="http://schemas.openxmlformats.org/officeDocument/2006/relationships/tags" Target="../tags/tag1299.xml"/><Relationship Id="rId42" Type="http://schemas.openxmlformats.org/officeDocument/2006/relationships/tags" Target="../tags/tag1298.xml"/><Relationship Id="rId41" Type="http://schemas.openxmlformats.org/officeDocument/2006/relationships/tags" Target="../tags/tag1297.xml"/><Relationship Id="rId40" Type="http://schemas.openxmlformats.org/officeDocument/2006/relationships/tags" Target="../tags/tag1296.xml"/><Relationship Id="rId4" Type="http://schemas.openxmlformats.org/officeDocument/2006/relationships/tags" Target="../tags/tag1260.xml"/><Relationship Id="rId39" Type="http://schemas.openxmlformats.org/officeDocument/2006/relationships/tags" Target="../tags/tag1295.xml"/><Relationship Id="rId38" Type="http://schemas.openxmlformats.org/officeDocument/2006/relationships/tags" Target="../tags/tag1294.xml"/><Relationship Id="rId37" Type="http://schemas.openxmlformats.org/officeDocument/2006/relationships/tags" Target="../tags/tag1293.xml"/><Relationship Id="rId36" Type="http://schemas.openxmlformats.org/officeDocument/2006/relationships/tags" Target="../tags/tag1292.xml"/><Relationship Id="rId35" Type="http://schemas.openxmlformats.org/officeDocument/2006/relationships/tags" Target="../tags/tag1291.xml"/><Relationship Id="rId34" Type="http://schemas.openxmlformats.org/officeDocument/2006/relationships/tags" Target="../tags/tag1290.xml"/><Relationship Id="rId33" Type="http://schemas.openxmlformats.org/officeDocument/2006/relationships/tags" Target="../tags/tag1289.xml"/><Relationship Id="rId32" Type="http://schemas.openxmlformats.org/officeDocument/2006/relationships/tags" Target="../tags/tag1288.xml"/><Relationship Id="rId31" Type="http://schemas.openxmlformats.org/officeDocument/2006/relationships/tags" Target="../tags/tag1287.xml"/><Relationship Id="rId30" Type="http://schemas.openxmlformats.org/officeDocument/2006/relationships/tags" Target="../tags/tag1286.xml"/><Relationship Id="rId3" Type="http://schemas.openxmlformats.org/officeDocument/2006/relationships/tags" Target="../tags/tag1259.xml"/><Relationship Id="rId29" Type="http://schemas.openxmlformats.org/officeDocument/2006/relationships/tags" Target="../tags/tag1285.xml"/><Relationship Id="rId28" Type="http://schemas.openxmlformats.org/officeDocument/2006/relationships/tags" Target="../tags/tag1284.xml"/><Relationship Id="rId27" Type="http://schemas.openxmlformats.org/officeDocument/2006/relationships/tags" Target="../tags/tag1283.xml"/><Relationship Id="rId26" Type="http://schemas.openxmlformats.org/officeDocument/2006/relationships/tags" Target="../tags/tag1282.xml"/><Relationship Id="rId25" Type="http://schemas.openxmlformats.org/officeDocument/2006/relationships/tags" Target="../tags/tag1281.xml"/><Relationship Id="rId24" Type="http://schemas.openxmlformats.org/officeDocument/2006/relationships/tags" Target="../tags/tag1280.xml"/><Relationship Id="rId23" Type="http://schemas.openxmlformats.org/officeDocument/2006/relationships/tags" Target="../tags/tag1279.xml"/><Relationship Id="rId22" Type="http://schemas.openxmlformats.org/officeDocument/2006/relationships/tags" Target="../tags/tag1278.xml"/><Relationship Id="rId21" Type="http://schemas.openxmlformats.org/officeDocument/2006/relationships/tags" Target="../tags/tag1277.xml"/><Relationship Id="rId20" Type="http://schemas.openxmlformats.org/officeDocument/2006/relationships/tags" Target="../tags/tag1276.xml"/><Relationship Id="rId2" Type="http://schemas.openxmlformats.org/officeDocument/2006/relationships/tags" Target="../tags/tag1258.xml"/><Relationship Id="rId19" Type="http://schemas.openxmlformats.org/officeDocument/2006/relationships/tags" Target="../tags/tag1275.xml"/><Relationship Id="rId18" Type="http://schemas.openxmlformats.org/officeDocument/2006/relationships/tags" Target="../tags/tag1274.xml"/><Relationship Id="rId17" Type="http://schemas.openxmlformats.org/officeDocument/2006/relationships/tags" Target="../tags/tag1273.xml"/><Relationship Id="rId16" Type="http://schemas.openxmlformats.org/officeDocument/2006/relationships/tags" Target="../tags/tag1272.xml"/><Relationship Id="rId15" Type="http://schemas.openxmlformats.org/officeDocument/2006/relationships/tags" Target="../tags/tag1271.xml"/><Relationship Id="rId14" Type="http://schemas.openxmlformats.org/officeDocument/2006/relationships/tags" Target="../tags/tag1270.xml"/><Relationship Id="rId13" Type="http://schemas.openxmlformats.org/officeDocument/2006/relationships/tags" Target="../tags/tag1269.xml"/><Relationship Id="rId12" Type="http://schemas.openxmlformats.org/officeDocument/2006/relationships/tags" Target="../tags/tag1268.xml"/><Relationship Id="rId115" Type="http://schemas.openxmlformats.org/officeDocument/2006/relationships/notesSlide" Target="../notesSlides/notesSlide28.xml"/><Relationship Id="rId114" Type="http://schemas.openxmlformats.org/officeDocument/2006/relationships/slideLayout" Target="../slideLayouts/slideLayout13.xml"/><Relationship Id="rId113" Type="http://schemas.openxmlformats.org/officeDocument/2006/relationships/tags" Target="../tags/tag1368.xml"/><Relationship Id="rId112" Type="http://schemas.openxmlformats.org/officeDocument/2006/relationships/image" Target="../media/image67.png"/><Relationship Id="rId111" Type="http://schemas.openxmlformats.org/officeDocument/2006/relationships/tags" Target="../tags/tag1367.xml"/><Relationship Id="rId110" Type="http://schemas.openxmlformats.org/officeDocument/2006/relationships/tags" Target="../tags/tag1366.xml"/><Relationship Id="rId11" Type="http://schemas.openxmlformats.org/officeDocument/2006/relationships/tags" Target="../tags/tag1267.xml"/><Relationship Id="rId109" Type="http://schemas.openxmlformats.org/officeDocument/2006/relationships/tags" Target="../tags/tag1365.xml"/><Relationship Id="rId108" Type="http://schemas.openxmlformats.org/officeDocument/2006/relationships/tags" Target="../tags/tag1364.xml"/><Relationship Id="rId107" Type="http://schemas.openxmlformats.org/officeDocument/2006/relationships/tags" Target="../tags/tag1363.xml"/><Relationship Id="rId106" Type="http://schemas.openxmlformats.org/officeDocument/2006/relationships/tags" Target="../tags/tag1362.xml"/><Relationship Id="rId105" Type="http://schemas.openxmlformats.org/officeDocument/2006/relationships/tags" Target="../tags/tag1361.xml"/><Relationship Id="rId104" Type="http://schemas.openxmlformats.org/officeDocument/2006/relationships/tags" Target="../tags/tag1360.xml"/><Relationship Id="rId103" Type="http://schemas.openxmlformats.org/officeDocument/2006/relationships/tags" Target="../tags/tag1359.xml"/><Relationship Id="rId102" Type="http://schemas.openxmlformats.org/officeDocument/2006/relationships/tags" Target="../tags/tag1358.xml"/><Relationship Id="rId101" Type="http://schemas.openxmlformats.org/officeDocument/2006/relationships/tags" Target="../tags/tag1357.xml"/><Relationship Id="rId100" Type="http://schemas.openxmlformats.org/officeDocument/2006/relationships/tags" Target="../tags/tag1356.xml"/><Relationship Id="rId10" Type="http://schemas.openxmlformats.org/officeDocument/2006/relationships/tags" Target="../tags/tag1266.xml"/><Relationship Id="rId1" Type="http://schemas.openxmlformats.org/officeDocument/2006/relationships/tags" Target="../tags/tag1257.xml"/></Relationships>
</file>

<file path=ppt/slides/_rels/slide47.xml.rels><?xml version="1.0" encoding="UTF-8" standalone="yes"?>
<Relationships xmlns="http://schemas.openxmlformats.org/package/2006/relationships"><Relationship Id="rId9" Type="http://schemas.openxmlformats.org/officeDocument/2006/relationships/tags" Target="../tags/tag1377.xml"/><Relationship Id="rId8" Type="http://schemas.openxmlformats.org/officeDocument/2006/relationships/tags" Target="../tags/tag1376.xml"/><Relationship Id="rId7" Type="http://schemas.openxmlformats.org/officeDocument/2006/relationships/tags" Target="../tags/tag1375.xml"/><Relationship Id="rId6" Type="http://schemas.openxmlformats.org/officeDocument/2006/relationships/tags" Target="../tags/tag1374.xml"/><Relationship Id="rId5" Type="http://schemas.openxmlformats.org/officeDocument/2006/relationships/tags" Target="../tags/tag1373.xml"/><Relationship Id="rId4" Type="http://schemas.openxmlformats.org/officeDocument/2006/relationships/tags" Target="../tags/tag1372.xml"/><Relationship Id="rId3" Type="http://schemas.openxmlformats.org/officeDocument/2006/relationships/tags" Target="../tags/tag1371.xml"/><Relationship Id="rId2" Type="http://schemas.openxmlformats.org/officeDocument/2006/relationships/tags" Target="../tags/tag1370.xml"/><Relationship Id="rId12" Type="http://schemas.openxmlformats.org/officeDocument/2006/relationships/notesSlide" Target="../notesSlides/notesSlide29.xml"/><Relationship Id="rId11" Type="http://schemas.openxmlformats.org/officeDocument/2006/relationships/slideLayout" Target="../slideLayouts/slideLayout13.xml"/><Relationship Id="rId10" Type="http://schemas.openxmlformats.org/officeDocument/2006/relationships/tags" Target="../tags/tag1378.xml"/><Relationship Id="rId1" Type="http://schemas.openxmlformats.org/officeDocument/2006/relationships/tags" Target="../tags/tag1369.xml"/></Relationships>
</file>

<file path=ppt/slides/_rels/slide48.xml.rels><?xml version="1.0" encoding="UTF-8" standalone="yes"?>
<Relationships xmlns="http://schemas.openxmlformats.org/package/2006/relationships"><Relationship Id="rId9" Type="http://schemas.openxmlformats.org/officeDocument/2006/relationships/tags" Target="../tags/tag1385.xml"/><Relationship Id="rId8" Type="http://schemas.openxmlformats.org/officeDocument/2006/relationships/tags" Target="../tags/tag1384.xml"/><Relationship Id="rId7" Type="http://schemas.openxmlformats.org/officeDocument/2006/relationships/tags" Target="../tags/tag1383.xml"/><Relationship Id="rId6" Type="http://schemas.openxmlformats.org/officeDocument/2006/relationships/image" Target="../media/image19.png"/><Relationship Id="rId5" Type="http://schemas.openxmlformats.org/officeDocument/2006/relationships/tags" Target="../tags/tag1382.xml"/><Relationship Id="rId4" Type="http://schemas.openxmlformats.org/officeDocument/2006/relationships/image" Target="../media/image18.png"/><Relationship Id="rId3" Type="http://schemas.openxmlformats.org/officeDocument/2006/relationships/tags" Target="../tags/tag1381.xml"/><Relationship Id="rId2" Type="http://schemas.openxmlformats.org/officeDocument/2006/relationships/tags" Target="../tags/tag1380.xml"/><Relationship Id="rId13" Type="http://schemas.openxmlformats.org/officeDocument/2006/relationships/slideLayout" Target="../slideLayouts/slideLayout13.xml"/><Relationship Id="rId12" Type="http://schemas.openxmlformats.org/officeDocument/2006/relationships/tags" Target="../tags/tag1388.xml"/><Relationship Id="rId11" Type="http://schemas.openxmlformats.org/officeDocument/2006/relationships/tags" Target="../tags/tag1387.xml"/><Relationship Id="rId10" Type="http://schemas.openxmlformats.org/officeDocument/2006/relationships/tags" Target="../tags/tag1386.xml"/><Relationship Id="rId1" Type="http://schemas.openxmlformats.org/officeDocument/2006/relationships/tags" Target="../tags/tag1379.xml"/></Relationships>
</file>

<file path=ppt/slides/_rels/slide49.xml.rels><?xml version="1.0" encoding="UTF-8" standalone="yes"?>
<Relationships xmlns="http://schemas.openxmlformats.org/package/2006/relationships"><Relationship Id="rId9" Type="http://schemas.openxmlformats.org/officeDocument/2006/relationships/tags" Target="../tags/tag1397.xml"/><Relationship Id="rId8" Type="http://schemas.openxmlformats.org/officeDocument/2006/relationships/tags" Target="../tags/tag1396.xml"/><Relationship Id="rId7" Type="http://schemas.openxmlformats.org/officeDocument/2006/relationships/tags" Target="../tags/tag1395.xml"/><Relationship Id="rId6" Type="http://schemas.openxmlformats.org/officeDocument/2006/relationships/tags" Target="../tags/tag1394.xml"/><Relationship Id="rId5" Type="http://schemas.openxmlformats.org/officeDocument/2006/relationships/tags" Target="../tags/tag1393.xml"/><Relationship Id="rId4" Type="http://schemas.openxmlformats.org/officeDocument/2006/relationships/tags" Target="../tags/tag1392.xml"/><Relationship Id="rId3" Type="http://schemas.openxmlformats.org/officeDocument/2006/relationships/tags" Target="../tags/tag1391.xml"/><Relationship Id="rId24" Type="http://schemas.openxmlformats.org/officeDocument/2006/relationships/notesSlide" Target="../notesSlides/notesSlide30.xml"/><Relationship Id="rId23" Type="http://schemas.openxmlformats.org/officeDocument/2006/relationships/slideLayout" Target="../slideLayouts/slideLayout13.xml"/><Relationship Id="rId22" Type="http://schemas.openxmlformats.org/officeDocument/2006/relationships/tags" Target="../tags/tag1408.xml"/><Relationship Id="rId21" Type="http://schemas.openxmlformats.org/officeDocument/2006/relationships/image" Target="../media/image69.png"/><Relationship Id="rId20" Type="http://schemas.openxmlformats.org/officeDocument/2006/relationships/image" Target="../media/image68.png"/><Relationship Id="rId2" Type="http://schemas.openxmlformats.org/officeDocument/2006/relationships/tags" Target="../tags/tag1390.xml"/><Relationship Id="rId19" Type="http://schemas.openxmlformats.org/officeDocument/2006/relationships/tags" Target="../tags/tag1407.xml"/><Relationship Id="rId18" Type="http://schemas.openxmlformats.org/officeDocument/2006/relationships/tags" Target="../tags/tag1406.xml"/><Relationship Id="rId17" Type="http://schemas.openxmlformats.org/officeDocument/2006/relationships/tags" Target="../tags/tag1405.xml"/><Relationship Id="rId16" Type="http://schemas.openxmlformats.org/officeDocument/2006/relationships/tags" Target="../tags/tag1404.xml"/><Relationship Id="rId15" Type="http://schemas.openxmlformats.org/officeDocument/2006/relationships/tags" Target="../tags/tag1403.xml"/><Relationship Id="rId14" Type="http://schemas.openxmlformats.org/officeDocument/2006/relationships/tags" Target="../tags/tag1402.xml"/><Relationship Id="rId13" Type="http://schemas.openxmlformats.org/officeDocument/2006/relationships/tags" Target="../tags/tag1401.xml"/><Relationship Id="rId12" Type="http://schemas.openxmlformats.org/officeDocument/2006/relationships/tags" Target="../tags/tag1400.xml"/><Relationship Id="rId11" Type="http://schemas.openxmlformats.org/officeDocument/2006/relationships/tags" Target="../tags/tag1399.xml"/><Relationship Id="rId10" Type="http://schemas.openxmlformats.org/officeDocument/2006/relationships/tags" Target="../tags/tag1398.xml"/><Relationship Id="rId1" Type="http://schemas.openxmlformats.org/officeDocument/2006/relationships/tags" Target="../tags/tag1389.xml"/></Relationships>
</file>

<file path=ppt/slides/_rels/slide50.xml.rels><?xml version="1.0" encoding="UTF-8" standalone="yes"?>
<Relationships xmlns="http://schemas.openxmlformats.org/package/2006/relationships"><Relationship Id="rId9" Type="http://schemas.openxmlformats.org/officeDocument/2006/relationships/tags" Target="../tags/tag1417.xml"/><Relationship Id="rId8" Type="http://schemas.openxmlformats.org/officeDocument/2006/relationships/tags" Target="../tags/tag1416.xml"/><Relationship Id="rId7" Type="http://schemas.openxmlformats.org/officeDocument/2006/relationships/tags" Target="../tags/tag1415.xml"/><Relationship Id="rId6" Type="http://schemas.openxmlformats.org/officeDocument/2006/relationships/tags" Target="../tags/tag1414.xml"/><Relationship Id="rId5" Type="http://schemas.openxmlformats.org/officeDocument/2006/relationships/tags" Target="../tags/tag1413.xml"/><Relationship Id="rId4" Type="http://schemas.openxmlformats.org/officeDocument/2006/relationships/tags" Target="../tags/tag1412.xml"/><Relationship Id="rId3" Type="http://schemas.openxmlformats.org/officeDocument/2006/relationships/tags" Target="../tags/tag1411.xml"/><Relationship Id="rId23" Type="http://schemas.openxmlformats.org/officeDocument/2006/relationships/notesSlide" Target="../notesSlides/notesSlide31.xml"/><Relationship Id="rId22" Type="http://schemas.openxmlformats.org/officeDocument/2006/relationships/slideLayout" Target="../slideLayouts/slideLayout13.xml"/><Relationship Id="rId21" Type="http://schemas.openxmlformats.org/officeDocument/2006/relationships/tags" Target="../tags/tag1428.xml"/><Relationship Id="rId20" Type="http://schemas.openxmlformats.org/officeDocument/2006/relationships/image" Target="../media/image70.png"/><Relationship Id="rId2" Type="http://schemas.openxmlformats.org/officeDocument/2006/relationships/tags" Target="../tags/tag1410.xml"/><Relationship Id="rId19" Type="http://schemas.openxmlformats.org/officeDocument/2006/relationships/tags" Target="../tags/tag1427.xml"/><Relationship Id="rId18" Type="http://schemas.openxmlformats.org/officeDocument/2006/relationships/tags" Target="../tags/tag1426.xml"/><Relationship Id="rId17" Type="http://schemas.openxmlformats.org/officeDocument/2006/relationships/tags" Target="../tags/tag1425.xml"/><Relationship Id="rId16" Type="http://schemas.openxmlformats.org/officeDocument/2006/relationships/tags" Target="../tags/tag1424.xml"/><Relationship Id="rId15" Type="http://schemas.openxmlformats.org/officeDocument/2006/relationships/tags" Target="../tags/tag1423.xml"/><Relationship Id="rId14" Type="http://schemas.openxmlformats.org/officeDocument/2006/relationships/tags" Target="../tags/tag1422.xml"/><Relationship Id="rId13" Type="http://schemas.openxmlformats.org/officeDocument/2006/relationships/tags" Target="../tags/tag1421.xml"/><Relationship Id="rId12" Type="http://schemas.openxmlformats.org/officeDocument/2006/relationships/tags" Target="../tags/tag1420.xml"/><Relationship Id="rId11" Type="http://schemas.openxmlformats.org/officeDocument/2006/relationships/tags" Target="../tags/tag1419.xml"/><Relationship Id="rId10" Type="http://schemas.openxmlformats.org/officeDocument/2006/relationships/tags" Target="../tags/tag1418.xml"/><Relationship Id="rId1" Type="http://schemas.openxmlformats.org/officeDocument/2006/relationships/tags" Target="../tags/tag1409.xml"/></Relationships>
</file>

<file path=ppt/slides/_rels/slide51.xml.rels><?xml version="1.0" encoding="UTF-8" standalone="yes"?>
<Relationships xmlns="http://schemas.openxmlformats.org/package/2006/relationships"><Relationship Id="rId9" Type="http://schemas.openxmlformats.org/officeDocument/2006/relationships/tags" Target="../tags/tag1436.xml"/><Relationship Id="rId8" Type="http://schemas.openxmlformats.org/officeDocument/2006/relationships/tags" Target="../tags/tag1435.xml"/><Relationship Id="rId7" Type="http://schemas.openxmlformats.org/officeDocument/2006/relationships/tags" Target="../tags/tag1434.xml"/><Relationship Id="rId6" Type="http://schemas.openxmlformats.org/officeDocument/2006/relationships/tags" Target="../tags/tag1433.xml"/><Relationship Id="rId5" Type="http://schemas.openxmlformats.org/officeDocument/2006/relationships/tags" Target="../tags/tag1432.xml"/><Relationship Id="rId4" Type="http://schemas.openxmlformats.org/officeDocument/2006/relationships/image" Target="../media/image71.png"/><Relationship Id="rId3" Type="http://schemas.openxmlformats.org/officeDocument/2006/relationships/tags" Target="../tags/tag1431.xml"/><Relationship Id="rId2" Type="http://schemas.openxmlformats.org/officeDocument/2006/relationships/tags" Target="../tags/tag1430.xml"/><Relationship Id="rId14" Type="http://schemas.openxmlformats.org/officeDocument/2006/relationships/slideLayout" Target="../slideLayouts/slideLayout13.xml"/><Relationship Id="rId13" Type="http://schemas.openxmlformats.org/officeDocument/2006/relationships/tags" Target="../tags/tag1440.xml"/><Relationship Id="rId12" Type="http://schemas.openxmlformats.org/officeDocument/2006/relationships/tags" Target="../tags/tag1439.xml"/><Relationship Id="rId11" Type="http://schemas.openxmlformats.org/officeDocument/2006/relationships/tags" Target="../tags/tag1438.xml"/><Relationship Id="rId10" Type="http://schemas.openxmlformats.org/officeDocument/2006/relationships/tags" Target="../tags/tag1437.xml"/><Relationship Id="rId1" Type="http://schemas.openxmlformats.org/officeDocument/2006/relationships/tags" Target="../tags/tag1429.xml"/></Relationships>
</file>

<file path=ppt/slides/_rels/slide52.xml.rels><?xml version="1.0" encoding="UTF-8" standalone="yes"?>
<Relationships xmlns="http://schemas.openxmlformats.org/package/2006/relationships"><Relationship Id="rId9" Type="http://schemas.openxmlformats.org/officeDocument/2006/relationships/tags" Target="../tags/tag1449.xml"/><Relationship Id="rId8" Type="http://schemas.openxmlformats.org/officeDocument/2006/relationships/tags" Target="../tags/tag1448.xml"/><Relationship Id="rId7" Type="http://schemas.openxmlformats.org/officeDocument/2006/relationships/tags" Target="../tags/tag1447.xml"/><Relationship Id="rId6" Type="http://schemas.openxmlformats.org/officeDocument/2006/relationships/tags" Target="../tags/tag1446.xml"/><Relationship Id="rId5" Type="http://schemas.openxmlformats.org/officeDocument/2006/relationships/tags" Target="../tags/tag1445.xml"/><Relationship Id="rId4" Type="http://schemas.openxmlformats.org/officeDocument/2006/relationships/tags" Target="../tags/tag1444.xml"/><Relationship Id="rId3" Type="http://schemas.openxmlformats.org/officeDocument/2006/relationships/tags" Target="../tags/tag1443.xml"/><Relationship Id="rId2" Type="http://schemas.openxmlformats.org/officeDocument/2006/relationships/tags" Target="../tags/tag1442.xml"/><Relationship Id="rId16" Type="http://schemas.openxmlformats.org/officeDocument/2006/relationships/slideLayout" Target="../slideLayouts/slideLayout13.xml"/><Relationship Id="rId15" Type="http://schemas.openxmlformats.org/officeDocument/2006/relationships/tags" Target="../tags/tag1454.xml"/><Relationship Id="rId14" Type="http://schemas.openxmlformats.org/officeDocument/2006/relationships/tags" Target="../tags/tag1453.xml"/><Relationship Id="rId13" Type="http://schemas.openxmlformats.org/officeDocument/2006/relationships/tags" Target="../tags/tag1452.xml"/><Relationship Id="rId12" Type="http://schemas.openxmlformats.org/officeDocument/2006/relationships/image" Target="../media/image72.png"/><Relationship Id="rId11" Type="http://schemas.openxmlformats.org/officeDocument/2006/relationships/tags" Target="../tags/tag1451.xml"/><Relationship Id="rId10" Type="http://schemas.openxmlformats.org/officeDocument/2006/relationships/tags" Target="../tags/tag1450.xml"/><Relationship Id="rId1" Type="http://schemas.openxmlformats.org/officeDocument/2006/relationships/tags" Target="../tags/tag1441.xml"/></Relationships>
</file>

<file path=ppt/slides/_rels/slide53.xml.rels><?xml version="1.0" encoding="UTF-8" standalone="yes"?>
<Relationships xmlns="http://schemas.openxmlformats.org/package/2006/relationships"><Relationship Id="rId9" Type="http://schemas.openxmlformats.org/officeDocument/2006/relationships/tags" Target="../tags/tag1463.xml"/><Relationship Id="rId8" Type="http://schemas.openxmlformats.org/officeDocument/2006/relationships/tags" Target="../tags/tag1462.xml"/><Relationship Id="rId7" Type="http://schemas.openxmlformats.org/officeDocument/2006/relationships/tags" Target="../tags/tag1461.xml"/><Relationship Id="rId6" Type="http://schemas.openxmlformats.org/officeDocument/2006/relationships/tags" Target="../tags/tag1460.xml"/><Relationship Id="rId5" Type="http://schemas.openxmlformats.org/officeDocument/2006/relationships/tags" Target="../tags/tag1459.xml"/><Relationship Id="rId4" Type="http://schemas.openxmlformats.org/officeDocument/2006/relationships/tags" Target="../tags/tag1458.xml"/><Relationship Id="rId3" Type="http://schemas.openxmlformats.org/officeDocument/2006/relationships/tags" Target="../tags/tag1457.xml"/><Relationship Id="rId2" Type="http://schemas.openxmlformats.org/officeDocument/2006/relationships/tags" Target="../tags/tag1456.xml"/><Relationship Id="rId16" Type="http://schemas.openxmlformats.org/officeDocument/2006/relationships/slideLayout" Target="../slideLayouts/slideLayout13.xml"/><Relationship Id="rId15" Type="http://schemas.openxmlformats.org/officeDocument/2006/relationships/tags" Target="../tags/tag1468.xml"/><Relationship Id="rId14" Type="http://schemas.openxmlformats.org/officeDocument/2006/relationships/image" Target="../media/image73.png"/><Relationship Id="rId13" Type="http://schemas.openxmlformats.org/officeDocument/2006/relationships/tags" Target="../tags/tag1467.xml"/><Relationship Id="rId12" Type="http://schemas.openxmlformats.org/officeDocument/2006/relationships/tags" Target="../tags/tag1466.xml"/><Relationship Id="rId11" Type="http://schemas.openxmlformats.org/officeDocument/2006/relationships/tags" Target="../tags/tag1465.xml"/><Relationship Id="rId10" Type="http://schemas.openxmlformats.org/officeDocument/2006/relationships/tags" Target="../tags/tag1464.xml"/><Relationship Id="rId1" Type="http://schemas.openxmlformats.org/officeDocument/2006/relationships/tags" Target="../tags/tag1455.xml"/></Relationships>
</file>

<file path=ppt/slides/_rels/slide54.xml.rels><?xml version="1.0" encoding="UTF-8" standalone="yes"?>
<Relationships xmlns="http://schemas.openxmlformats.org/package/2006/relationships"><Relationship Id="rId9" Type="http://schemas.openxmlformats.org/officeDocument/2006/relationships/tags" Target="../tags/tag1477.xml"/><Relationship Id="rId8" Type="http://schemas.openxmlformats.org/officeDocument/2006/relationships/tags" Target="../tags/tag1476.xml"/><Relationship Id="rId7" Type="http://schemas.openxmlformats.org/officeDocument/2006/relationships/tags" Target="../tags/tag1475.xml"/><Relationship Id="rId6" Type="http://schemas.openxmlformats.org/officeDocument/2006/relationships/tags" Target="../tags/tag1474.xml"/><Relationship Id="rId5" Type="http://schemas.openxmlformats.org/officeDocument/2006/relationships/tags" Target="../tags/tag1473.xml"/><Relationship Id="rId4" Type="http://schemas.openxmlformats.org/officeDocument/2006/relationships/tags" Target="../tags/tag1472.xml"/><Relationship Id="rId3" Type="http://schemas.openxmlformats.org/officeDocument/2006/relationships/tags" Target="../tags/tag1471.xml"/><Relationship Id="rId2" Type="http://schemas.openxmlformats.org/officeDocument/2006/relationships/tags" Target="../tags/tag1470.xml"/><Relationship Id="rId16" Type="http://schemas.openxmlformats.org/officeDocument/2006/relationships/slideLayout" Target="../slideLayouts/slideLayout13.xml"/><Relationship Id="rId15" Type="http://schemas.openxmlformats.org/officeDocument/2006/relationships/tags" Target="../tags/tag1482.xml"/><Relationship Id="rId14" Type="http://schemas.openxmlformats.org/officeDocument/2006/relationships/image" Target="../media/image74.png"/><Relationship Id="rId13" Type="http://schemas.openxmlformats.org/officeDocument/2006/relationships/tags" Target="../tags/tag1481.xml"/><Relationship Id="rId12" Type="http://schemas.openxmlformats.org/officeDocument/2006/relationships/tags" Target="../tags/tag1480.xml"/><Relationship Id="rId11" Type="http://schemas.openxmlformats.org/officeDocument/2006/relationships/tags" Target="../tags/tag1479.xml"/><Relationship Id="rId10" Type="http://schemas.openxmlformats.org/officeDocument/2006/relationships/tags" Target="../tags/tag1478.xml"/><Relationship Id="rId1" Type="http://schemas.openxmlformats.org/officeDocument/2006/relationships/tags" Target="../tags/tag1469.xml"/></Relationships>
</file>

<file path=ppt/slides/_rels/slide55.xml.rels><?xml version="1.0" encoding="UTF-8" standalone="yes"?>
<Relationships xmlns="http://schemas.openxmlformats.org/package/2006/relationships"><Relationship Id="rId9" Type="http://schemas.openxmlformats.org/officeDocument/2006/relationships/tags" Target="../tags/tag1491.xml"/><Relationship Id="rId8" Type="http://schemas.openxmlformats.org/officeDocument/2006/relationships/tags" Target="../tags/tag1490.xml"/><Relationship Id="rId7" Type="http://schemas.openxmlformats.org/officeDocument/2006/relationships/tags" Target="../tags/tag1489.xml"/><Relationship Id="rId6" Type="http://schemas.openxmlformats.org/officeDocument/2006/relationships/tags" Target="../tags/tag1488.xml"/><Relationship Id="rId5" Type="http://schemas.openxmlformats.org/officeDocument/2006/relationships/tags" Target="../tags/tag1487.xml"/><Relationship Id="rId4" Type="http://schemas.openxmlformats.org/officeDocument/2006/relationships/tags" Target="../tags/tag1486.xml"/><Relationship Id="rId3" Type="http://schemas.openxmlformats.org/officeDocument/2006/relationships/tags" Target="../tags/tag1485.xml"/><Relationship Id="rId2" Type="http://schemas.openxmlformats.org/officeDocument/2006/relationships/tags" Target="../tags/tag1484.xml"/><Relationship Id="rId13" Type="http://schemas.openxmlformats.org/officeDocument/2006/relationships/notesSlide" Target="../notesSlides/notesSlide32.xml"/><Relationship Id="rId12" Type="http://schemas.openxmlformats.org/officeDocument/2006/relationships/slideLayout" Target="../slideLayouts/slideLayout13.xml"/><Relationship Id="rId11" Type="http://schemas.openxmlformats.org/officeDocument/2006/relationships/tags" Target="../tags/tag1492.xml"/><Relationship Id="rId10" Type="http://schemas.openxmlformats.org/officeDocument/2006/relationships/image" Target="../media/image75.png"/><Relationship Id="rId1" Type="http://schemas.openxmlformats.org/officeDocument/2006/relationships/tags" Target="../tags/tag1483.xml"/></Relationships>
</file>

<file path=ppt/slides/_rels/slide56.xml.rels><?xml version="1.0" encoding="UTF-8" standalone="yes"?>
<Relationships xmlns="http://schemas.openxmlformats.org/package/2006/relationships"><Relationship Id="rId9" Type="http://schemas.openxmlformats.org/officeDocument/2006/relationships/tags" Target="../tags/tag1501.xml"/><Relationship Id="rId8" Type="http://schemas.openxmlformats.org/officeDocument/2006/relationships/tags" Target="../tags/tag1500.xml"/><Relationship Id="rId7" Type="http://schemas.openxmlformats.org/officeDocument/2006/relationships/tags" Target="../tags/tag1499.xml"/><Relationship Id="rId6" Type="http://schemas.openxmlformats.org/officeDocument/2006/relationships/tags" Target="../tags/tag1498.xml"/><Relationship Id="rId5" Type="http://schemas.openxmlformats.org/officeDocument/2006/relationships/tags" Target="../tags/tag1497.xml"/><Relationship Id="rId4" Type="http://schemas.openxmlformats.org/officeDocument/2006/relationships/tags" Target="../tags/tag1496.xml"/><Relationship Id="rId3" Type="http://schemas.openxmlformats.org/officeDocument/2006/relationships/tags" Target="../tags/tag1495.xml"/><Relationship Id="rId2" Type="http://schemas.openxmlformats.org/officeDocument/2006/relationships/tags" Target="../tags/tag1494.xml"/><Relationship Id="rId14" Type="http://schemas.openxmlformats.org/officeDocument/2006/relationships/notesSlide" Target="../notesSlides/notesSlide33.xml"/><Relationship Id="rId13" Type="http://schemas.openxmlformats.org/officeDocument/2006/relationships/slideLayout" Target="../slideLayouts/slideLayout13.xml"/><Relationship Id="rId12" Type="http://schemas.openxmlformats.org/officeDocument/2006/relationships/tags" Target="../tags/tag1504.xml"/><Relationship Id="rId11" Type="http://schemas.openxmlformats.org/officeDocument/2006/relationships/tags" Target="../tags/tag1503.xml"/><Relationship Id="rId10" Type="http://schemas.openxmlformats.org/officeDocument/2006/relationships/tags" Target="../tags/tag1502.xml"/><Relationship Id="rId1" Type="http://schemas.openxmlformats.org/officeDocument/2006/relationships/tags" Target="../tags/tag1493.xml"/></Relationships>
</file>

<file path=ppt/slides/_rels/slide57.xml.rels><?xml version="1.0" encoding="UTF-8" standalone="yes"?>
<Relationships xmlns="http://schemas.openxmlformats.org/package/2006/relationships"><Relationship Id="rId9" Type="http://schemas.openxmlformats.org/officeDocument/2006/relationships/tags" Target="../tags/tag1512.xml"/><Relationship Id="rId8" Type="http://schemas.openxmlformats.org/officeDocument/2006/relationships/tags" Target="../tags/tag1511.xml"/><Relationship Id="rId7" Type="http://schemas.openxmlformats.org/officeDocument/2006/relationships/image" Target="../media/image76.png"/><Relationship Id="rId6" Type="http://schemas.openxmlformats.org/officeDocument/2006/relationships/tags" Target="../tags/tag1510.xml"/><Relationship Id="rId5" Type="http://schemas.openxmlformats.org/officeDocument/2006/relationships/tags" Target="../tags/tag1509.xml"/><Relationship Id="rId4" Type="http://schemas.openxmlformats.org/officeDocument/2006/relationships/tags" Target="../tags/tag1508.xml"/><Relationship Id="rId3" Type="http://schemas.openxmlformats.org/officeDocument/2006/relationships/tags" Target="../tags/tag1507.xml"/><Relationship Id="rId2" Type="http://schemas.openxmlformats.org/officeDocument/2006/relationships/tags" Target="../tags/tag1506.xml"/><Relationship Id="rId11" Type="http://schemas.openxmlformats.org/officeDocument/2006/relationships/notesSlide" Target="../notesSlides/notesSlide34.xml"/><Relationship Id="rId10" Type="http://schemas.openxmlformats.org/officeDocument/2006/relationships/slideLayout" Target="../slideLayouts/slideLayout13.xml"/><Relationship Id="rId1" Type="http://schemas.openxmlformats.org/officeDocument/2006/relationships/tags" Target="../tags/tag1505.xml"/></Relationships>
</file>

<file path=ppt/slides/_rels/slide58.xml.rels><?xml version="1.0" encoding="UTF-8" standalone="yes"?>
<Relationships xmlns="http://schemas.openxmlformats.org/package/2006/relationships"><Relationship Id="rId9" Type="http://schemas.openxmlformats.org/officeDocument/2006/relationships/tags" Target="../tags/tag1520.xml"/><Relationship Id="rId8" Type="http://schemas.openxmlformats.org/officeDocument/2006/relationships/image" Target="../media/image77.png"/><Relationship Id="rId7" Type="http://schemas.openxmlformats.org/officeDocument/2006/relationships/tags" Target="../tags/tag1519.xml"/><Relationship Id="rId6" Type="http://schemas.openxmlformats.org/officeDocument/2006/relationships/tags" Target="../tags/tag1518.xml"/><Relationship Id="rId5" Type="http://schemas.openxmlformats.org/officeDocument/2006/relationships/tags" Target="../tags/tag1517.xml"/><Relationship Id="rId4" Type="http://schemas.openxmlformats.org/officeDocument/2006/relationships/tags" Target="../tags/tag1516.xml"/><Relationship Id="rId3" Type="http://schemas.openxmlformats.org/officeDocument/2006/relationships/tags" Target="../tags/tag1515.xml"/><Relationship Id="rId2" Type="http://schemas.openxmlformats.org/officeDocument/2006/relationships/tags" Target="../tags/tag1514.xml"/><Relationship Id="rId11" Type="http://schemas.openxmlformats.org/officeDocument/2006/relationships/notesSlide" Target="../notesSlides/notesSlide35.xml"/><Relationship Id="rId10" Type="http://schemas.openxmlformats.org/officeDocument/2006/relationships/slideLayout" Target="../slideLayouts/slideLayout13.xml"/><Relationship Id="rId1" Type="http://schemas.openxmlformats.org/officeDocument/2006/relationships/tags" Target="../tags/tag1513.xml"/></Relationships>
</file>

<file path=ppt/slides/_rels/slide59.xml.rels><?xml version="1.0" encoding="UTF-8" standalone="yes"?>
<Relationships xmlns="http://schemas.openxmlformats.org/package/2006/relationships"><Relationship Id="rId9" Type="http://schemas.openxmlformats.org/officeDocument/2006/relationships/tags" Target="../tags/tag1529.xml"/><Relationship Id="rId8" Type="http://schemas.openxmlformats.org/officeDocument/2006/relationships/tags" Target="../tags/tag1528.xml"/><Relationship Id="rId7" Type="http://schemas.openxmlformats.org/officeDocument/2006/relationships/tags" Target="../tags/tag1527.xml"/><Relationship Id="rId6" Type="http://schemas.openxmlformats.org/officeDocument/2006/relationships/tags" Target="../tags/tag1526.xml"/><Relationship Id="rId5" Type="http://schemas.openxmlformats.org/officeDocument/2006/relationships/tags" Target="../tags/tag1525.xml"/><Relationship Id="rId4" Type="http://schemas.openxmlformats.org/officeDocument/2006/relationships/tags" Target="../tags/tag1524.xml"/><Relationship Id="rId3" Type="http://schemas.openxmlformats.org/officeDocument/2006/relationships/tags" Target="../tags/tag1523.xml"/><Relationship Id="rId2" Type="http://schemas.openxmlformats.org/officeDocument/2006/relationships/tags" Target="../tags/tag1522.xml"/><Relationship Id="rId11" Type="http://schemas.openxmlformats.org/officeDocument/2006/relationships/notesSlide" Target="../notesSlides/notesSlide36.xml"/><Relationship Id="rId10" Type="http://schemas.openxmlformats.org/officeDocument/2006/relationships/slideLayout" Target="../slideLayouts/slideLayout13.xml"/><Relationship Id="rId1" Type="http://schemas.openxmlformats.org/officeDocument/2006/relationships/tags" Target="../tags/tag1521.xml"/></Relationships>
</file>

<file path=ppt/slides/_rels/slide60.xml.rels><?xml version="1.0" encoding="UTF-8" standalone="yes"?>
<Relationships xmlns="http://schemas.openxmlformats.org/package/2006/relationships"><Relationship Id="rId9" Type="http://schemas.openxmlformats.org/officeDocument/2006/relationships/tags" Target="../tags/tag1538.xml"/><Relationship Id="rId8" Type="http://schemas.openxmlformats.org/officeDocument/2006/relationships/tags" Target="../tags/tag1537.xml"/><Relationship Id="rId7" Type="http://schemas.openxmlformats.org/officeDocument/2006/relationships/tags" Target="../tags/tag1536.xml"/><Relationship Id="rId6" Type="http://schemas.openxmlformats.org/officeDocument/2006/relationships/tags" Target="../tags/tag1535.xml"/><Relationship Id="rId5" Type="http://schemas.openxmlformats.org/officeDocument/2006/relationships/tags" Target="../tags/tag1534.xml"/><Relationship Id="rId4" Type="http://schemas.openxmlformats.org/officeDocument/2006/relationships/tags" Target="../tags/tag1533.xml"/><Relationship Id="rId3" Type="http://schemas.openxmlformats.org/officeDocument/2006/relationships/tags" Target="../tags/tag1532.xml"/><Relationship Id="rId22" Type="http://schemas.openxmlformats.org/officeDocument/2006/relationships/slideLayout" Target="../slideLayouts/slideLayout13.xml"/><Relationship Id="rId21" Type="http://schemas.openxmlformats.org/officeDocument/2006/relationships/tags" Target="../tags/tag1549.xml"/><Relationship Id="rId20" Type="http://schemas.openxmlformats.org/officeDocument/2006/relationships/image" Target="../media/image78.png"/><Relationship Id="rId2" Type="http://schemas.openxmlformats.org/officeDocument/2006/relationships/tags" Target="../tags/tag1531.xml"/><Relationship Id="rId19" Type="http://schemas.openxmlformats.org/officeDocument/2006/relationships/tags" Target="../tags/tag1548.xml"/><Relationship Id="rId18" Type="http://schemas.openxmlformats.org/officeDocument/2006/relationships/tags" Target="../tags/tag1547.xml"/><Relationship Id="rId17" Type="http://schemas.openxmlformats.org/officeDocument/2006/relationships/tags" Target="../tags/tag1546.xml"/><Relationship Id="rId16" Type="http://schemas.openxmlformats.org/officeDocument/2006/relationships/tags" Target="../tags/tag1545.xml"/><Relationship Id="rId15" Type="http://schemas.openxmlformats.org/officeDocument/2006/relationships/tags" Target="../tags/tag1544.xml"/><Relationship Id="rId14" Type="http://schemas.openxmlformats.org/officeDocument/2006/relationships/tags" Target="../tags/tag1543.xml"/><Relationship Id="rId13" Type="http://schemas.openxmlformats.org/officeDocument/2006/relationships/tags" Target="../tags/tag1542.xml"/><Relationship Id="rId12" Type="http://schemas.openxmlformats.org/officeDocument/2006/relationships/tags" Target="../tags/tag1541.xml"/><Relationship Id="rId11" Type="http://schemas.openxmlformats.org/officeDocument/2006/relationships/tags" Target="../tags/tag1540.xml"/><Relationship Id="rId10" Type="http://schemas.openxmlformats.org/officeDocument/2006/relationships/tags" Target="../tags/tag1539.xml"/><Relationship Id="rId1" Type="http://schemas.openxmlformats.org/officeDocument/2006/relationships/tags" Target="../tags/tag1530.xml"/></Relationships>
</file>

<file path=ppt/slides/_rels/slide61.xml.rels><?xml version="1.0" encoding="UTF-8" standalone="yes"?>
<Relationships xmlns="http://schemas.openxmlformats.org/package/2006/relationships"><Relationship Id="rId9" Type="http://schemas.openxmlformats.org/officeDocument/2006/relationships/image" Target="../media/image79.png"/><Relationship Id="rId8" Type="http://schemas.openxmlformats.org/officeDocument/2006/relationships/tags" Target="../tags/tag1557.xml"/><Relationship Id="rId7" Type="http://schemas.openxmlformats.org/officeDocument/2006/relationships/tags" Target="../tags/tag1556.xml"/><Relationship Id="rId6" Type="http://schemas.openxmlformats.org/officeDocument/2006/relationships/tags" Target="../tags/tag1555.xml"/><Relationship Id="rId5" Type="http://schemas.openxmlformats.org/officeDocument/2006/relationships/tags" Target="../tags/tag1554.xml"/><Relationship Id="rId4" Type="http://schemas.openxmlformats.org/officeDocument/2006/relationships/tags" Target="../tags/tag1553.xml"/><Relationship Id="rId3" Type="http://schemas.openxmlformats.org/officeDocument/2006/relationships/tags" Target="../tags/tag1552.xml"/><Relationship Id="rId2" Type="http://schemas.openxmlformats.org/officeDocument/2006/relationships/tags" Target="../tags/tag1551.xml"/><Relationship Id="rId12" Type="http://schemas.openxmlformats.org/officeDocument/2006/relationships/notesSlide" Target="../notesSlides/notesSlide37.xml"/><Relationship Id="rId11" Type="http://schemas.openxmlformats.org/officeDocument/2006/relationships/slideLayout" Target="../slideLayouts/slideLayout7.xml"/><Relationship Id="rId10" Type="http://schemas.openxmlformats.org/officeDocument/2006/relationships/tags" Target="../tags/tag1558.xml"/><Relationship Id="rId1" Type="http://schemas.openxmlformats.org/officeDocument/2006/relationships/tags" Target="../tags/tag1550.xml"/></Relationships>
</file>

<file path=ppt/slides/_rels/slide62.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1565.xml"/><Relationship Id="rId7" Type="http://schemas.openxmlformats.org/officeDocument/2006/relationships/image" Target="../media/image80.png"/><Relationship Id="rId6" Type="http://schemas.openxmlformats.org/officeDocument/2006/relationships/tags" Target="../tags/tag1564.xml"/><Relationship Id="rId5" Type="http://schemas.openxmlformats.org/officeDocument/2006/relationships/tags" Target="../tags/tag1563.xml"/><Relationship Id="rId4" Type="http://schemas.openxmlformats.org/officeDocument/2006/relationships/tags" Target="../tags/tag1562.xml"/><Relationship Id="rId3" Type="http://schemas.openxmlformats.org/officeDocument/2006/relationships/tags" Target="../tags/tag1561.xml"/><Relationship Id="rId2" Type="http://schemas.openxmlformats.org/officeDocument/2006/relationships/tags" Target="../tags/tag1560.xml"/><Relationship Id="rId10" Type="http://schemas.openxmlformats.org/officeDocument/2006/relationships/notesSlide" Target="../notesSlides/notesSlide38.xml"/><Relationship Id="rId1" Type="http://schemas.openxmlformats.org/officeDocument/2006/relationships/tags" Target="../tags/tag1559.xml"/></Relationships>
</file>

<file path=ppt/slides/_rels/slide63.xml.rels><?xml version="1.0" encoding="UTF-8" standalone="yes"?>
<Relationships xmlns="http://schemas.openxmlformats.org/package/2006/relationships"><Relationship Id="rId9" Type="http://schemas.openxmlformats.org/officeDocument/2006/relationships/tags" Target="../tags/tag1573.xml"/><Relationship Id="rId8" Type="http://schemas.openxmlformats.org/officeDocument/2006/relationships/image" Target="../media/image81.png"/><Relationship Id="rId7" Type="http://schemas.openxmlformats.org/officeDocument/2006/relationships/tags" Target="../tags/tag1572.xml"/><Relationship Id="rId6" Type="http://schemas.openxmlformats.org/officeDocument/2006/relationships/tags" Target="../tags/tag1571.xml"/><Relationship Id="rId5" Type="http://schemas.openxmlformats.org/officeDocument/2006/relationships/tags" Target="../tags/tag1570.xml"/><Relationship Id="rId4" Type="http://schemas.openxmlformats.org/officeDocument/2006/relationships/tags" Target="../tags/tag1569.xml"/><Relationship Id="rId3" Type="http://schemas.openxmlformats.org/officeDocument/2006/relationships/tags" Target="../tags/tag1568.xml"/><Relationship Id="rId2" Type="http://schemas.openxmlformats.org/officeDocument/2006/relationships/tags" Target="../tags/tag1567.xml"/><Relationship Id="rId11" Type="http://schemas.openxmlformats.org/officeDocument/2006/relationships/notesSlide" Target="../notesSlides/notesSlide39.xml"/><Relationship Id="rId10" Type="http://schemas.openxmlformats.org/officeDocument/2006/relationships/slideLayout" Target="../slideLayouts/slideLayout13.xml"/><Relationship Id="rId1" Type="http://schemas.openxmlformats.org/officeDocument/2006/relationships/tags" Target="../tags/tag1566.xml"/></Relationships>
</file>

<file path=ppt/slides/_rels/slide64.xml.rels><?xml version="1.0" encoding="UTF-8" standalone="yes"?>
<Relationships xmlns="http://schemas.openxmlformats.org/package/2006/relationships"><Relationship Id="rId9" Type="http://schemas.openxmlformats.org/officeDocument/2006/relationships/tags" Target="../tags/tag1581.xml"/><Relationship Id="rId8" Type="http://schemas.openxmlformats.org/officeDocument/2006/relationships/image" Target="../media/image82.png"/><Relationship Id="rId7" Type="http://schemas.openxmlformats.org/officeDocument/2006/relationships/tags" Target="../tags/tag1580.xml"/><Relationship Id="rId6" Type="http://schemas.openxmlformats.org/officeDocument/2006/relationships/tags" Target="../tags/tag1579.xml"/><Relationship Id="rId5" Type="http://schemas.openxmlformats.org/officeDocument/2006/relationships/tags" Target="../tags/tag1578.xml"/><Relationship Id="rId4" Type="http://schemas.openxmlformats.org/officeDocument/2006/relationships/tags" Target="../tags/tag1577.xml"/><Relationship Id="rId3" Type="http://schemas.openxmlformats.org/officeDocument/2006/relationships/tags" Target="../tags/tag1576.xml"/><Relationship Id="rId2" Type="http://schemas.openxmlformats.org/officeDocument/2006/relationships/tags" Target="../tags/tag1575.xml"/><Relationship Id="rId10" Type="http://schemas.openxmlformats.org/officeDocument/2006/relationships/slideLayout" Target="../slideLayouts/slideLayout13.xml"/><Relationship Id="rId1" Type="http://schemas.openxmlformats.org/officeDocument/2006/relationships/tags" Target="../tags/tag1574.xml"/></Relationships>
</file>

<file path=ppt/slides/_rels/slide65.xml.rels><?xml version="1.0" encoding="UTF-8" standalone="yes"?>
<Relationships xmlns="http://schemas.openxmlformats.org/package/2006/relationships"><Relationship Id="rId9" Type="http://schemas.openxmlformats.org/officeDocument/2006/relationships/tags" Target="../tags/tag1589.xml"/><Relationship Id="rId8" Type="http://schemas.openxmlformats.org/officeDocument/2006/relationships/tags" Target="../tags/tag1588.xml"/><Relationship Id="rId7" Type="http://schemas.openxmlformats.org/officeDocument/2006/relationships/tags" Target="../tags/tag1587.xml"/><Relationship Id="rId6" Type="http://schemas.openxmlformats.org/officeDocument/2006/relationships/tags" Target="../tags/tag1586.xml"/><Relationship Id="rId5" Type="http://schemas.openxmlformats.org/officeDocument/2006/relationships/image" Target="../media/image83.png"/><Relationship Id="rId4" Type="http://schemas.openxmlformats.org/officeDocument/2006/relationships/tags" Target="../tags/tag1585.xml"/><Relationship Id="rId3" Type="http://schemas.openxmlformats.org/officeDocument/2006/relationships/tags" Target="../tags/tag1584.xml"/><Relationship Id="rId2" Type="http://schemas.openxmlformats.org/officeDocument/2006/relationships/tags" Target="../tags/tag1583.xml"/><Relationship Id="rId11" Type="http://schemas.openxmlformats.org/officeDocument/2006/relationships/slideLayout" Target="../slideLayouts/slideLayout13.xml"/><Relationship Id="rId10" Type="http://schemas.openxmlformats.org/officeDocument/2006/relationships/tags" Target="../tags/tag1590.xml"/><Relationship Id="rId1" Type="http://schemas.openxmlformats.org/officeDocument/2006/relationships/tags" Target="../tags/tag1582.xml"/></Relationships>
</file>

<file path=ppt/slides/_rels/slide66.xml.rels><?xml version="1.0" encoding="UTF-8" standalone="yes"?>
<Relationships xmlns="http://schemas.openxmlformats.org/package/2006/relationships"><Relationship Id="rId9" Type="http://schemas.openxmlformats.org/officeDocument/2006/relationships/tags" Target="../tags/tag1595.xml"/><Relationship Id="rId8" Type="http://schemas.openxmlformats.org/officeDocument/2006/relationships/image" Target="file:///C:\Users\D69LXP2\Desktop\400px_tools/pic_temp/1_pic_quater_right_up.png" TargetMode="External"/><Relationship Id="rId7" Type="http://schemas.openxmlformats.org/officeDocument/2006/relationships/image" Target="../media/image14.png"/><Relationship Id="rId6" Type="http://schemas.openxmlformats.org/officeDocument/2006/relationships/tags" Target="../tags/tag1594.xml"/><Relationship Id="rId5" Type="http://schemas.openxmlformats.org/officeDocument/2006/relationships/image" Target="file:///C:\Users\D69LXP2\Desktop\400px_tools/pic_temp/0_pic_quater_left_up.png" TargetMode="External"/><Relationship Id="rId4" Type="http://schemas.openxmlformats.org/officeDocument/2006/relationships/image" Target="../media/image13.png"/><Relationship Id="rId3" Type="http://schemas.openxmlformats.org/officeDocument/2006/relationships/tags" Target="../tags/tag1593.xml"/><Relationship Id="rId2" Type="http://schemas.openxmlformats.org/officeDocument/2006/relationships/tags" Target="../tags/tag1592.xml"/><Relationship Id="rId16" Type="http://schemas.openxmlformats.org/officeDocument/2006/relationships/slideLayout" Target="../slideLayouts/slideLayout41.xml"/><Relationship Id="rId15" Type="http://schemas.openxmlformats.org/officeDocument/2006/relationships/tags" Target="../tags/tag1600.xml"/><Relationship Id="rId14" Type="http://schemas.openxmlformats.org/officeDocument/2006/relationships/tags" Target="../tags/tag1599.xml"/><Relationship Id="rId13" Type="http://schemas.openxmlformats.org/officeDocument/2006/relationships/tags" Target="../tags/tag1598.xml"/><Relationship Id="rId12" Type="http://schemas.openxmlformats.org/officeDocument/2006/relationships/tags" Target="../tags/tag1597.xml"/><Relationship Id="rId11" Type="http://schemas.openxmlformats.org/officeDocument/2006/relationships/image" Target="../media/image84.png"/><Relationship Id="rId10" Type="http://schemas.openxmlformats.org/officeDocument/2006/relationships/tags" Target="../tags/tag1596.xml"/><Relationship Id="rId1" Type="http://schemas.openxmlformats.org/officeDocument/2006/relationships/tags" Target="../tags/tag1591.xml"/></Relationships>
</file>

<file path=ppt/slides/_rels/slide67.xml.rels><?xml version="1.0" encoding="UTF-8" standalone="yes"?>
<Relationships xmlns="http://schemas.openxmlformats.org/package/2006/relationships"><Relationship Id="rId9" Type="http://schemas.openxmlformats.org/officeDocument/2006/relationships/tags" Target="../tags/tag1609.xml"/><Relationship Id="rId8" Type="http://schemas.openxmlformats.org/officeDocument/2006/relationships/tags" Target="../tags/tag1608.xml"/><Relationship Id="rId7" Type="http://schemas.openxmlformats.org/officeDocument/2006/relationships/tags" Target="../tags/tag1607.xml"/><Relationship Id="rId6" Type="http://schemas.openxmlformats.org/officeDocument/2006/relationships/tags" Target="../tags/tag1606.xml"/><Relationship Id="rId5" Type="http://schemas.openxmlformats.org/officeDocument/2006/relationships/tags" Target="../tags/tag1605.xml"/><Relationship Id="rId4" Type="http://schemas.openxmlformats.org/officeDocument/2006/relationships/tags" Target="../tags/tag1604.xml"/><Relationship Id="rId3" Type="http://schemas.openxmlformats.org/officeDocument/2006/relationships/tags" Target="../tags/tag1603.xml"/><Relationship Id="rId2" Type="http://schemas.openxmlformats.org/officeDocument/2006/relationships/tags" Target="../tags/tag1602.xml"/><Relationship Id="rId17" Type="http://schemas.openxmlformats.org/officeDocument/2006/relationships/notesSlide" Target="../notesSlides/notesSlide40.xml"/><Relationship Id="rId16" Type="http://schemas.openxmlformats.org/officeDocument/2006/relationships/slideLayout" Target="../slideLayouts/slideLayout13.xml"/><Relationship Id="rId15" Type="http://schemas.openxmlformats.org/officeDocument/2006/relationships/tags" Target="../tags/tag1614.xml"/><Relationship Id="rId14" Type="http://schemas.openxmlformats.org/officeDocument/2006/relationships/image" Target="../media/image85.jpeg"/><Relationship Id="rId13" Type="http://schemas.openxmlformats.org/officeDocument/2006/relationships/tags" Target="../tags/tag1613.xml"/><Relationship Id="rId12" Type="http://schemas.openxmlformats.org/officeDocument/2006/relationships/tags" Target="../tags/tag1612.xml"/><Relationship Id="rId11" Type="http://schemas.openxmlformats.org/officeDocument/2006/relationships/tags" Target="../tags/tag1611.xml"/><Relationship Id="rId10" Type="http://schemas.openxmlformats.org/officeDocument/2006/relationships/tags" Target="../tags/tag1610.xml"/><Relationship Id="rId1" Type="http://schemas.openxmlformats.org/officeDocument/2006/relationships/tags" Target="../tags/tag1601.xml"/></Relationships>
</file>

<file path=ppt/slides/_rels/slide68.xml.rels><?xml version="1.0" encoding="UTF-8" standalone="yes"?>
<Relationships xmlns="http://schemas.openxmlformats.org/package/2006/relationships"><Relationship Id="rId9" Type="http://schemas.openxmlformats.org/officeDocument/2006/relationships/tags" Target="../tags/tag1623.xml"/><Relationship Id="rId8" Type="http://schemas.openxmlformats.org/officeDocument/2006/relationships/tags" Target="../tags/tag1622.xml"/><Relationship Id="rId7" Type="http://schemas.openxmlformats.org/officeDocument/2006/relationships/tags" Target="../tags/tag1621.xml"/><Relationship Id="rId6" Type="http://schemas.openxmlformats.org/officeDocument/2006/relationships/tags" Target="../tags/tag1620.xml"/><Relationship Id="rId5" Type="http://schemas.openxmlformats.org/officeDocument/2006/relationships/tags" Target="../tags/tag1619.xml"/><Relationship Id="rId4" Type="http://schemas.openxmlformats.org/officeDocument/2006/relationships/tags" Target="../tags/tag1618.xml"/><Relationship Id="rId3" Type="http://schemas.openxmlformats.org/officeDocument/2006/relationships/tags" Target="../tags/tag1617.xml"/><Relationship Id="rId2" Type="http://schemas.openxmlformats.org/officeDocument/2006/relationships/tags" Target="../tags/tag1616.xml"/><Relationship Id="rId15" Type="http://schemas.openxmlformats.org/officeDocument/2006/relationships/notesSlide" Target="../notesSlides/notesSlide41.xml"/><Relationship Id="rId14" Type="http://schemas.openxmlformats.org/officeDocument/2006/relationships/slideLayout" Target="../slideLayouts/slideLayout13.xml"/><Relationship Id="rId13" Type="http://schemas.openxmlformats.org/officeDocument/2006/relationships/tags" Target="../tags/tag1627.xml"/><Relationship Id="rId12" Type="http://schemas.openxmlformats.org/officeDocument/2006/relationships/tags" Target="../tags/tag1626.xml"/><Relationship Id="rId11" Type="http://schemas.openxmlformats.org/officeDocument/2006/relationships/tags" Target="../tags/tag1625.xml"/><Relationship Id="rId10" Type="http://schemas.openxmlformats.org/officeDocument/2006/relationships/tags" Target="../tags/tag1624.xml"/><Relationship Id="rId1" Type="http://schemas.openxmlformats.org/officeDocument/2006/relationships/tags" Target="../tags/tag1615.xml"/></Relationships>
</file>

<file path=ppt/slides/_rels/slide69.xml.rels><?xml version="1.0" encoding="UTF-8" standalone="yes"?>
<Relationships xmlns="http://schemas.openxmlformats.org/package/2006/relationships"><Relationship Id="rId9" Type="http://schemas.openxmlformats.org/officeDocument/2006/relationships/tags" Target="../tags/tag1636.xml"/><Relationship Id="rId8" Type="http://schemas.openxmlformats.org/officeDocument/2006/relationships/tags" Target="../tags/tag1635.xml"/><Relationship Id="rId7" Type="http://schemas.openxmlformats.org/officeDocument/2006/relationships/tags" Target="../tags/tag1634.xml"/><Relationship Id="rId6" Type="http://schemas.openxmlformats.org/officeDocument/2006/relationships/tags" Target="../tags/tag1633.xml"/><Relationship Id="rId5" Type="http://schemas.openxmlformats.org/officeDocument/2006/relationships/tags" Target="../tags/tag1632.xml"/><Relationship Id="rId4" Type="http://schemas.openxmlformats.org/officeDocument/2006/relationships/tags" Target="../tags/tag1631.xml"/><Relationship Id="rId3" Type="http://schemas.openxmlformats.org/officeDocument/2006/relationships/tags" Target="../tags/tag1630.xml"/><Relationship Id="rId2" Type="http://schemas.openxmlformats.org/officeDocument/2006/relationships/tags" Target="../tags/tag1629.xml"/><Relationship Id="rId14" Type="http://schemas.openxmlformats.org/officeDocument/2006/relationships/notesSlide" Target="../notesSlides/notesSlide42.xml"/><Relationship Id="rId13" Type="http://schemas.openxmlformats.org/officeDocument/2006/relationships/slideLayout" Target="../slideLayouts/slideLayout13.xml"/><Relationship Id="rId12" Type="http://schemas.openxmlformats.org/officeDocument/2006/relationships/tags" Target="../tags/tag1639.xml"/><Relationship Id="rId11" Type="http://schemas.openxmlformats.org/officeDocument/2006/relationships/tags" Target="../tags/tag1638.xml"/><Relationship Id="rId10" Type="http://schemas.openxmlformats.org/officeDocument/2006/relationships/tags" Target="../tags/tag1637.xml"/><Relationship Id="rId1" Type="http://schemas.openxmlformats.org/officeDocument/2006/relationships/tags" Target="../tags/tag1628.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xml"/><Relationship Id="rId1"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矩形 35"/>
          <p:cNvSpPr/>
          <p:nvPr/>
        </p:nvSpPr>
        <p:spPr>
          <a:xfrm flipH="1">
            <a:off x="5716621" y="3579778"/>
            <a:ext cx="3429000" cy="6572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6156325" y="3608070"/>
            <a:ext cx="1451610" cy="583565"/>
          </a:xfrm>
          <a:prstGeom prst="rect">
            <a:avLst/>
          </a:prstGeom>
        </p:spPr>
        <p:txBody>
          <a:bodyPr wrap="square" anchor="ctr" anchorCtr="0">
            <a:spAutoFit/>
          </a:bodyPr>
          <a:lstStyle/>
          <a:p>
            <a:pPr algn="dist">
              <a:lnSpc>
                <a:spcPct val="100000"/>
              </a:lnSpc>
            </a:pPr>
            <a:r>
              <a:rPr lang="zh-CN" sz="3200" dirty="0" smtClean="0">
                <a:solidFill>
                  <a:schemeClr val="accent2"/>
                </a:solidFill>
                <a:latin typeface="方正黑体简体" panose="03000509000000000000" pitchFamily="2" charset="-122"/>
                <a:ea typeface="方正黑体简体" panose="03000509000000000000" pitchFamily="2" charset="-122"/>
                <a:cs typeface="方正黑体简体" panose="03000509000000000000" pitchFamily="2" charset="-122"/>
              </a:rPr>
              <a:t>第</a:t>
            </a:r>
            <a:r>
              <a:rPr lang="en-US" altLang="zh-CN" sz="3200" dirty="0" smtClean="0">
                <a:solidFill>
                  <a:schemeClr val="accent2"/>
                </a:solidFill>
                <a:latin typeface="方正黑体简体" panose="03000509000000000000" pitchFamily="2" charset="-122"/>
                <a:ea typeface="方正黑体简体" panose="03000509000000000000" pitchFamily="2" charset="-122"/>
                <a:cs typeface="方正黑体简体" panose="03000509000000000000" pitchFamily="2" charset="-122"/>
              </a:rPr>
              <a:t>2</a:t>
            </a:r>
            <a:r>
              <a:rPr lang="zh-CN" altLang="en-US" sz="3200" dirty="0" smtClean="0">
                <a:solidFill>
                  <a:schemeClr val="accent2"/>
                </a:solidFill>
                <a:latin typeface="方正黑体简体" panose="03000509000000000000" pitchFamily="2" charset="-122"/>
                <a:ea typeface="方正黑体简体" panose="03000509000000000000" pitchFamily="2" charset="-122"/>
                <a:cs typeface="方正黑体简体" panose="03000509000000000000" pitchFamily="2" charset="-122"/>
              </a:rPr>
              <a:t>版</a:t>
            </a:r>
            <a:endParaRPr lang="zh-CN" altLang="en-US" sz="3200" dirty="0" smtClean="0">
              <a:solidFill>
                <a:schemeClr val="accent2"/>
              </a:solidFill>
              <a:latin typeface="方正黑体简体" panose="03000509000000000000" pitchFamily="2" charset="-122"/>
              <a:ea typeface="方正黑体简体" panose="03000509000000000000" pitchFamily="2" charset="-122"/>
              <a:cs typeface="方正黑体简体" panose="03000509000000000000" pitchFamily="2" charset="-122"/>
            </a:endParaRPr>
          </a:p>
        </p:txBody>
      </p:sp>
      <p:grpSp>
        <p:nvGrpSpPr>
          <p:cNvPr id="24" name="组合 23"/>
          <p:cNvGrpSpPr/>
          <p:nvPr/>
        </p:nvGrpSpPr>
        <p:grpSpPr>
          <a:xfrm>
            <a:off x="6609083" y="1313503"/>
            <a:ext cx="3288810" cy="2030619"/>
            <a:chOff x="5475349" y="704990"/>
            <a:chExt cx="4746788" cy="2930822"/>
          </a:xfrm>
        </p:grpSpPr>
        <p:sp>
          <p:nvSpPr>
            <p:cNvPr id="25" name="任意多边形 24"/>
            <p:cNvSpPr/>
            <p:nvPr/>
          </p:nvSpPr>
          <p:spPr>
            <a:xfrm rot="18973240">
              <a:off x="5475349" y="1510244"/>
              <a:ext cx="4746788" cy="2042214"/>
            </a:xfrm>
            <a:custGeom>
              <a:avLst/>
              <a:gdLst>
                <a:gd name="connsiteX0" fmla="*/ 4833925 w 4833925"/>
                <a:gd name="connsiteY0" fmla="*/ 437495 h 2079704"/>
                <a:gd name="connsiteX1" fmla="*/ 3322008 w 4833925"/>
                <a:gd name="connsiteY1" fmla="*/ 2015246 h 2079704"/>
                <a:gd name="connsiteX2" fmla="*/ 3172406 w 4833925"/>
                <a:gd name="connsiteY2" fmla="*/ 2032954 h 2079704"/>
                <a:gd name="connsiteX3" fmla="*/ 2216302 w 4833925"/>
                <a:gd name="connsiteY3" fmla="*/ 2079704 h 2079704"/>
                <a:gd name="connsiteX4" fmla="*/ 1887566 w 4833925"/>
                <a:gd name="connsiteY4" fmla="*/ 2074336 h 2079704"/>
                <a:gd name="connsiteX5" fmla="*/ 1863115 w 4833925"/>
                <a:gd name="connsiteY5" fmla="*/ 2073129 h 2079704"/>
                <a:gd name="connsiteX6" fmla="*/ 0 w 4833925"/>
                <a:gd name="connsiteY6" fmla="*/ 287755 h 2079704"/>
                <a:gd name="connsiteX7" fmla="*/ 171133 w 4833925"/>
                <a:gd name="connsiteY7" fmla="*/ 237452 h 2079704"/>
                <a:gd name="connsiteX8" fmla="*/ 2216302 w 4833925"/>
                <a:gd name="connsiteY8" fmla="*/ 0 h 2079704"/>
                <a:gd name="connsiteX9" fmla="*/ 4697311 w 4833925"/>
                <a:gd name="connsiteY9" fmla="*/ 378410 h 2079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33925" h="2079704">
                  <a:moveTo>
                    <a:pt x="4833925" y="437495"/>
                  </a:moveTo>
                  <a:lnTo>
                    <a:pt x="3322008" y="2015246"/>
                  </a:lnTo>
                  <a:lnTo>
                    <a:pt x="3172406" y="2032954"/>
                  </a:lnTo>
                  <a:cubicBezTo>
                    <a:pt x="2870374" y="2063336"/>
                    <a:pt x="2549248" y="2079704"/>
                    <a:pt x="2216302" y="2079704"/>
                  </a:cubicBezTo>
                  <a:cubicBezTo>
                    <a:pt x="2105320" y="2079704"/>
                    <a:pt x="1995652" y="2077886"/>
                    <a:pt x="1887566" y="2074336"/>
                  </a:cubicBezTo>
                  <a:lnTo>
                    <a:pt x="1863115" y="2073129"/>
                  </a:lnTo>
                  <a:lnTo>
                    <a:pt x="0" y="287755"/>
                  </a:lnTo>
                  <a:lnTo>
                    <a:pt x="171133" y="237452"/>
                  </a:lnTo>
                  <a:cubicBezTo>
                    <a:pt x="726910" y="89111"/>
                    <a:pt x="1439429" y="0"/>
                    <a:pt x="2216302" y="0"/>
                  </a:cubicBezTo>
                  <a:cubicBezTo>
                    <a:pt x="3215139" y="0"/>
                    <a:pt x="4107595" y="147306"/>
                    <a:pt x="4697311" y="37841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5605379" y="704990"/>
              <a:ext cx="4582648" cy="2930822"/>
              <a:chOff x="5499453" y="614116"/>
              <a:chExt cx="4729020" cy="3024434"/>
            </a:xfrm>
          </p:grpSpPr>
          <p:sp>
            <p:nvSpPr>
              <p:cNvPr id="27" name="直角三角形 26"/>
              <p:cNvSpPr/>
              <p:nvPr/>
            </p:nvSpPr>
            <p:spPr>
              <a:xfrm flipH="1">
                <a:off x="5822298" y="614116"/>
                <a:ext cx="3343822" cy="3024434"/>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任意多边形 27"/>
              <p:cNvSpPr/>
              <p:nvPr/>
            </p:nvSpPr>
            <p:spPr>
              <a:xfrm rot="18973240">
                <a:off x="5499453" y="1513160"/>
                <a:ext cx="4729020" cy="2034570"/>
              </a:xfrm>
              <a:custGeom>
                <a:avLst/>
                <a:gdLst>
                  <a:gd name="connsiteX0" fmla="*/ 4833925 w 4833925"/>
                  <a:gd name="connsiteY0" fmla="*/ 437495 h 2079704"/>
                  <a:gd name="connsiteX1" fmla="*/ 3322008 w 4833925"/>
                  <a:gd name="connsiteY1" fmla="*/ 2015246 h 2079704"/>
                  <a:gd name="connsiteX2" fmla="*/ 3172406 w 4833925"/>
                  <a:gd name="connsiteY2" fmla="*/ 2032954 h 2079704"/>
                  <a:gd name="connsiteX3" fmla="*/ 2216302 w 4833925"/>
                  <a:gd name="connsiteY3" fmla="*/ 2079704 h 2079704"/>
                  <a:gd name="connsiteX4" fmla="*/ 1887566 w 4833925"/>
                  <a:gd name="connsiteY4" fmla="*/ 2074336 h 2079704"/>
                  <a:gd name="connsiteX5" fmla="*/ 1863115 w 4833925"/>
                  <a:gd name="connsiteY5" fmla="*/ 2073129 h 2079704"/>
                  <a:gd name="connsiteX6" fmla="*/ 0 w 4833925"/>
                  <a:gd name="connsiteY6" fmla="*/ 287755 h 2079704"/>
                  <a:gd name="connsiteX7" fmla="*/ 171133 w 4833925"/>
                  <a:gd name="connsiteY7" fmla="*/ 237452 h 2079704"/>
                  <a:gd name="connsiteX8" fmla="*/ 2216302 w 4833925"/>
                  <a:gd name="connsiteY8" fmla="*/ 0 h 2079704"/>
                  <a:gd name="connsiteX9" fmla="*/ 4697311 w 4833925"/>
                  <a:gd name="connsiteY9" fmla="*/ 378410 h 2079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33925" h="2079704">
                    <a:moveTo>
                      <a:pt x="4833925" y="437495"/>
                    </a:moveTo>
                    <a:lnTo>
                      <a:pt x="3322008" y="2015246"/>
                    </a:lnTo>
                    <a:lnTo>
                      <a:pt x="3172406" y="2032954"/>
                    </a:lnTo>
                    <a:cubicBezTo>
                      <a:pt x="2870374" y="2063336"/>
                      <a:pt x="2549248" y="2079704"/>
                      <a:pt x="2216302" y="2079704"/>
                    </a:cubicBezTo>
                    <a:cubicBezTo>
                      <a:pt x="2105320" y="2079704"/>
                      <a:pt x="1995652" y="2077886"/>
                      <a:pt x="1887566" y="2074336"/>
                    </a:cubicBezTo>
                    <a:lnTo>
                      <a:pt x="1863115" y="2073129"/>
                    </a:lnTo>
                    <a:lnTo>
                      <a:pt x="0" y="287755"/>
                    </a:lnTo>
                    <a:lnTo>
                      <a:pt x="171133" y="237452"/>
                    </a:lnTo>
                    <a:cubicBezTo>
                      <a:pt x="726910" y="89111"/>
                      <a:pt x="1439429" y="0"/>
                      <a:pt x="2216302" y="0"/>
                    </a:cubicBezTo>
                    <a:cubicBezTo>
                      <a:pt x="3215139" y="0"/>
                      <a:pt x="4107595" y="147306"/>
                      <a:pt x="4697311" y="3784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9" name="任意多边形 28"/>
          <p:cNvSpPr/>
          <p:nvPr/>
        </p:nvSpPr>
        <p:spPr>
          <a:xfrm>
            <a:off x="2981007" y="1123950"/>
            <a:ext cx="6023496" cy="2209800"/>
          </a:xfrm>
          <a:custGeom>
            <a:avLst/>
            <a:gdLst>
              <a:gd name="connsiteX0" fmla="*/ 0 w 9094550"/>
              <a:gd name="connsiteY0" fmla="*/ 0 h 3352800"/>
              <a:gd name="connsiteX1" fmla="*/ 9094550 w 9094550"/>
              <a:gd name="connsiteY1" fmla="*/ 0 h 3352800"/>
              <a:gd name="connsiteX2" fmla="*/ 9077156 w 9094550"/>
              <a:gd name="connsiteY2" fmla="*/ 4906 h 3352800"/>
              <a:gd name="connsiteX3" fmla="*/ 6835005 w 9094550"/>
              <a:gd name="connsiteY3" fmla="*/ 1518521 h 3352800"/>
              <a:gd name="connsiteX4" fmla="*/ 5404244 w 9094550"/>
              <a:gd name="connsiteY4" fmla="*/ 3311411 h 3352800"/>
              <a:gd name="connsiteX5" fmla="*/ 5383488 w 9094550"/>
              <a:gd name="connsiteY5" fmla="*/ 3352800 h 3352800"/>
              <a:gd name="connsiteX6" fmla="*/ 0 w 9094550"/>
              <a:gd name="connsiteY6" fmla="*/ 3352800 h 33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94550" h="3352800">
                <a:moveTo>
                  <a:pt x="0" y="0"/>
                </a:moveTo>
                <a:lnTo>
                  <a:pt x="9094550" y="0"/>
                </a:lnTo>
                <a:lnTo>
                  <a:pt x="9077156" y="4906"/>
                </a:lnTo>
                <a:cubicBezTo>
                  <a:pt x="8468605" y="204963"/>
                  <a:pt x="7636304" y="750657"/>
                  <a:pt x="6835005" y="1518521"/>
                </a:cubicBezTo>
                <a:cubicBezTo>
                  <a:pt x="6193965" y="2132812"/>
                  <a:pt x="5694141" y="2772983"/>
                  <a:pt x="5404244" y="3311411"/>
                </a:cubicBezTo>
                <a:lnTo>
                  <a:pt x="5383488" y="3352800"/>
                </a:lnTo>
                <a:lnTo>
                  <a:pt x="0" y="33528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flipH="1">
            <a:off x="-8107" y="1123950"/>
            <a:ext cx="2895600" cy="2209800"/>
          </a:xfrm>
          <a:prstGeom prst="rect">
            <a:avLst/>
          </a:prstGeom>
          <a:blipFill dpi="0" rotWithShape="1">
            <a:blip r:embed="rId1"/>
            <a:srcRect/>
            <a:stretch>
              <a:fillRect t="-24000" r="-14000"/>
            </a:stretch>
          </a:blipFill>
          <a:ln>
            <a:solidFill>
              <a:srgbClr val="C8CF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3135495" y="1531980"/>
            <a:ext cx="3738880" cy="706755"/>
          </a:xfrm>
          <a:prstGeom prst="rect">
            <a:avLst/>
          </a:prstGeom>
          <a:noFill/>
        </p:spPr>
        <p:txBody>
          <a:bodyPr wrap="none" rtlCol="0">
            <a:spAutoFit/>
          </a:bodyPr>
          <a:lstStyle/>
          <a:p>
            <a:r>
              <a:rPr lang="zh-CN" altLang="en-US" sz="4000" dirty="0">
                <a:solidFill>
                  <a:schemeClr val="tx1">
                    <a:lumMod val="75000"/>
                    <a:lumOff val="25000"/>
                  </a:schemeClr>
                </a:solidFill>
                <a:latin typeface="+mn-ea"/>
              </a:rPr>
              <a:t>计算机应用基础</a:t>
            </a:r>
            <a:endParaRPr lang="zh-CN" altLang="en-US" sz="4000" dirty="0">
              <a:solidFill>
                <a:schemeClr val="tx1">
                  <a:lumMod val="75000"/>
                  <a:lumOff val="25000"/>
                </a:schemeClr>
              </a:solidFill>
              <a:latin typeface="+mn-ea"/>
            </a:endParaRPr>
          </a:p>
        </p:txBody>
      </p:sp>
      <p:sp>
        <p:nvSpPr>
          <p:cNvPr id="15" name="矩形 14"/>
          <p:cNvSpPr/>
          <p:nvPr/>
        </p:nvSpPr>
        <p:spPr>
          <a:xfrm>
            <a:off x="3185795" y="2141855"/>
            <a:ext cx="3729990" cy="245110"/>
          </a:xfrm>
          <a:prstGeom prst="rect">
            <a:avLst/>
          </a:prstGeom>
        </p:spPr>
        <p:txBody>
          <a:bodyPr wrap="square">
            <a:spAutoFit/>
          </a:bodyPr>
          <a:lstStyle/>
          <a:p>
            <a:pPr algn="dist"/>
            <a:r>
              <a:rPr lang="en-US" sz="1000" dirty="0">
                <a:solidFill>
                  <a:schemeClr val="tx1">
                    <a:lumMod val="75000"/>
                    <a:lumOff val="25000"/>
                  </a:schemeClr>
                </a:solidFill>
                <a:latin typeface="+mn-ea"/>
              </a:rPr>
              <a:t>Fundamentals of computer application</a:t>
            </a:r>
            <a:endParaRPr lang="en-US" sz="1000" dirty="0">
              <a:solidFill>
                <a:schemeClr val="tx1">
                  <a:lumMod val="75000"/>
                  <a:lumOff val="25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52" presetClass="entr" presetSubtype="0" fill="hold" grpId="0" nodeType="afterEffect">
                                  <p:stCondLst>
                                    <p:cond delay="0"/>
                                  </p:stCondLst>
                                  <p:iterate type="lt">
                                    <p:tmPct val="10000"/>
                                  </p:iterate>
                                  <p:childTnLst>
                                    <p:set>
                                      <p:cBhvr>
                                        <p:cTn id="11" dur="1" fill="hold">
                                          <p:stCondLst>
                                            <p:cond delay="0"/>
                                          </p:stCondLst>
                                        </p:cTn>
                                        <p:tgtEl>
                                          <p:spTgt spid="6"/>
                                        </p:tgtEl>
                                        <p:attrNameLst>
                                          <p:attrName>style.visibility</p:attrName>
                                        </p:attrNameLst>
                                      </p:cBhvr>
                                      <p:to>
                                        <p:strVal val="visible"/>
                                      </p:to>
                                    </p:set>
                                    <p:animScale>
                                      <p:cBhvr>
                                        <p:cTn id="12"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6"/>
                                        </p:tgtEl>
                                        <p:attrNameLst>
                                          <p:attrName>ppt_x</p:attrName>
                                          <p:attrName>ppt_y</p:attrName>
                                        </p:attrNameLst>
                                      </p:cBhvr>
                                    </p:animMotion>
                                    <p:animEffect transition="in" filter="fade">
                                      <p:cBhvr>
                                        <p:cTn id="14" dur="1000"/>
                                        <p:tgtEl>
                                          <p:spTgt spid="6"/>
                                        </p:tgtEl>
                                      </p:cBhvr>
                                    </p:animEffect>
                                  </p:childTnLst>
                                </p:cTn>
                              </p:par>
                            </p:childTnLst>
                          </p:cTn>
                        </p:par>
                        <p:par>
                          <p:cTn id="15" fill="hold">
                            <p:stCondLst>
                              <p:cond delay="1600"/>
                            </p:stCondLst>
                            <p:childTnLst>
                              <p:par>
                                <p:cTn id="16" presetID="14" presetClass="entr" presetSubtype="1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randombar(horizontal)">
                                      <p:cBhvr>
                                        <p:cTn id="18"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6"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flipH="1" flipV="1">
            <a:off x="-1" y="1275447"/>
            <a:ext cx="9144001" cy="2610957"/>
          </a:xfrm>
          <a:prstGeom prst="rect">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250720" y="821354"/>
            <a:ext cx="4718472" cy="3281031"/>
            <a:chOff x="250720" y="821354"/>
            <a:chExt cx="4718472" cy="3281031"/>
          </a:xfrm>
        </p:grpSpPr>
        <p:sp>
          <p:nvSpPr>
            <p:cNvPr id="23" name="等腰三角形 22"/>
            <p:cNvSpPr/>
            <p:nvPr/>
          </p:nvSpPr>
          <p:spPr>
            <a:xfrm flipH="1">
              <a:off x="4124848" y="825785"/>
              <a:ext cx="844344" cy="449663"/>
            </a:xfrm>
            <a:prstGeom prst="triangle">
              <a:avLst>
                <a:gd name="adj" fmla="val 59494"/>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8"/>
            <p:cNvSpPr/>
            <p:nvPr/>
          </p:nvSpPr>
          <p:spPr>
            <a:xfrm flipH="1" flipV="1">
              <a:off x="250720" y="821354"/>
              <a:ext cx="4245079" cy="3281031"/>
            </a:xfrm>
            <a:custGeom>
              <a:avLst/>
              <a:gdLst>
                <a:gd name="connsiteX0" fmla="*/ 0 w 3283112"/>
                <a:gd name="connsiteY0" fmla="*/ 2894069 h 2894069"/>
                <a:gd name="connsiteX1" fmla="*/ 1641556 w 3283112"/>
                <a:gd name="connsiteY1" fmla="*/ 0 h 2894069"/>
                <a:gd name="connsiteX2" fmla="*/ 3283112 w 3283112"/>
                <a:gd name="connsiteY2" fmla="*/ 2894069 h 2894069"/>
                <a:gd name="connsiteX3" fmla="*/ 0 w 3283112"/>
                <a:gd name="connsiteY3" fmla="*/ 2894069 h 2894069"/>
                <a:gd name="connsiteX0-1" fmla="*/ 0 w 3272095"/>
                <a:gd name="connsiteY0-2" fmla="*/ 2938136 h 2938136"/>
                <a:gd name="connsiteX1-3" fmla="*/ 1630539 w 3272095"/>
                <a:gd name="connsiteY1-4" fmla="*/ 0 h 2938136"/>
                <a:gd name="connsiteX2-5" fmla="*/ 3272095 w 3272095"/>
                <a:gd name="connsiteY2-6" fmla="*/ 2894069 h 2938136"/>
                <a:gd name="connsiteX3-7" fmla="*/ 0 w 3272095"/>
                <a:gd name="connsiteY3-8" fmla="*/ 2938136 h 2938136"/>
                <a:gd name="connsiteX0-9" fmla="*/ 0 w 3272095"/>
                <a:gd name="connsiteY0-10" fmla="*/ 2938136 h 2938136"/>
                <a:gd name="connsiteX1-11" fmla="*/ 1668639 w 3272095"/>
                <a:gd name="connsiteY1-12" fmla="*/ 0 h 2938136"/>
                <a:gd name="connsiteX2-13" fmla="*/ 3272095 w 3272095"/>
                <a:gd name="connsiteY2-14" fmla="*/ 2894069 h 2938136"/>
                <a:gd name="connsiteX3-15" fmla="*/ 0 w 3272095"/>
                <a:gd name="connsiteY3-16" fmla="*/ 2938136 h 2938136"/>
              </a:gdLst>
              <a:ahLst/>
              <a:cxnLst>
                <a:cxn ang="0">
                  <a:pos x="connsiteX0-1" y="connsiteY0-2"/>
                </a:cxn>
                <a:cxn ang="0">
                  <a:pos x="connsiteX1-3" y="connsiteY1-4"/>
                </a:cxn>
                <a:cxn ang="0">
                  <a:pos x="connsiteX2-5" y="connsiteY2-6"/>
                </a:cxn>
                <a:cxn ang="0">
                  <a:pos x="connsiteX3-7" y="connsiteY3-8"/>
                </a:cxn>
              </a:cxnLst>
              <a:rect l="l" t="t" r="r" b="b"/>
              <a:pathLst>
                <a:path w="3272095" h="2938136">
                  <a:moveTo>
                    <a:pt x="0" y="2938136"/>
                  </a:moveTo>
                  <a:lnTo>
                    <a:pt x="1668639" y="0"/>
                  </a:lnTo>
                  <a:lnTo>
                    <a:pt x="3272095" y="2894069"/>
                  </a:lnTo>
                  <a:lnTo>
                    <a:pt x="0" y="293813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Noto Serif CJK SC" panose="02020400000000000000" pitchFamily="18" charset="-122"/>
                <a:ea typeface="方正黑体简体" panose="03000509000000000000" pitchFamily="2" charset="-122"/>
                <a:sym typeface="Noto Serif CJK SC" panose="02020400000000000000" pitchFamily="18" charset="-122"/>
              </a:endParaRPr>
            </a:p>
          </p:txBody>
        </p:sp>
      </p:grpSp>
      <p:sp>
        <p:nvSpPr>
          <p:cNvPr id="21" name="任意多边形 20"/>
          <p:cNvSpPr/>
          <p:nvPr/>
        </p:nvSpPr>
        <p:spPr>
          <a:xfrm flipH="1" flipV="1">
            <a:off x="-3" y="864158"/>
            <a:ext cx="1417565" cy="3459290"/>
          </a:xfrm>
          <a:custGeom>
            <a:avLst/>
            <a:gdLst>
              <a:gd name="connsiteX0" fmla="*/ 1254412 w 1465190"/>
              <a:gd name="connsiteY0" fmla="*/ 4029693 h 4029693"/>
              <a:gd name="connsiteX1" fmla="*/ 0 w 1465190"/>
              <a:gd name="connsiteY1" fmla="*/ 1855307 h 4029693"/>
              <a:gd name="connsiteX2" fmla="*/ 965220 w 1465190"/>
              <a:gd name="connsiteY2" fmla="*/ 1173 h 4029693"/>
              <a:gd name="connsiteX3" fmla="*/ 1465190 w 1465190"/>
              <a:gd name="connsiteY3" fmla="*/ 0 h 4029693"/>
              <a:gd name="connsiteX4" fmla="*/ 1465190 w 1465190"/>
              <a:gd name="connsiteY4" fmla="*/ 4029324 h 4029693"/>
              <a:gd name="connsiteX0-1" fmla="*/ 1206787 w 1417565"/>
              <a:gd name="connsiteY0-2" fmla="*/ 4029693 h 4029693"/>
              <a:gd name="connsiteX1-3" fmla="*/ 0 w 1417565"/>
              <a:gd name="connsiteY1-4" fmla="*/ 1778001 h 4029693"/>
              <a:gd name="connsiteX2-5" fmla="*/ 917595 w 1417565"/>
              <a:gd name="connsiteY2-6" fmla="*/ 1173 h 4029693"/>
              <a:gd name="connsiteX3-7" fmla="*/ 1417565 w 1417565"/>
              <a:gd name="connsiteY3-8" fmla="*/ 0 h 4029693"/>
              <a:gd name="connsiteX4-9" fmla="*/ 1417565 w 1417565"/>
              <a:gd name="connsiteY4-10" fmla="*/ 4029324 h 4029693"/>
              <a:gd name="connsiteX5" fmla="*/ 1206787 w 1417565"/>
              <a:gd name="connsiteY5" fmla="*/ 4029693 h 40296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1417565" h="4029693">
                <a:moveTo>
                  <a:pt x="1206787" y="4029693"/>
                </a:moveTo>
                <a:cubicBezTo>
                  <a:pt x="1191913" y="3980776"/>
                  <a:pt x="587" y="1754371"/>
                  <a:pt x="0" y="1778001"/>
                </a:cubicBezTo>
                <a:cubicBezTo>
                  <a:pt x="587" y="1775708"/>
                  <a:pt x="931296" y="17976"/>
                  <a:pt x="917595" y="1173"/>
                </a:cubicBezTo>
                <a:lnTo>
                  <a:pt x="1417565" y="0"/>
                </a:lnTo>
                <a:lnTo>
                  <a:pt x="1417565" y="4029324"/>
                </a:lnTo>
                <a:lnTo>
                  <a:pt x="1206787" y="4029693"/>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Noto Serif CJK SC" panose="02020400000000000000" pitchFamily="18" charset="-122"/>
              <a:ea typeface="方正黑体简体" panose="03000509000000000000" pitchFamily="2" charset="-122"/>
              <a:sym typeface="Noto Serif CJK SC" panose="02020400000000000000" pitchFamily="18" charset="-122"/>
            </a:endParaRPr>
          </a:p>
        </p:txBody>
      </p:sp>
      <p:sp>
        <p:nvSpPr>
          <p:cNvPr id="22" name="等腰三角形 8"/>
          <p:cNvSpPr/>
          <p:nvPr/>
        </p:nvSpPr>
        <p:spPr>
          <a:xfrm flipH="1">
            <a:off x="571707" y="2823821"/>
            <a:ext cx="1794859" cy="1499626"/>
          </a:xfrm>
          <a:custGeom>
            <a:avLst/>
            <a:gdLst>
              <a:gd name="connsiteX0" fmla="*/ 0 w 3283112"/>
              <a:gd name="connsiteY0" fmla="*/ 2894069 h 2894069"/>
              <a:gd name="connsiteX1" fmla="*/ 1641556 w 3283112"/>
              <a:gd name="connsiteY1" fmla="*/ 0 h 2894069"/>
              <a:gd name="connsiteX2" fmla="*/ 3283112 w 3283112"/>
              <a:gd name="connsiteY2" fmla="*/ 2894069 h 2894069"/>
              <a:gd name="connsiteX3" fmla="*/ 0 w 3283112"/>
              <a:gd name="connsiteY3" fmla="*/ 2894069 h 2894069"/>
              <a:gd name="connsiteX0-1" fmla="*/ 0 w 3272095"/>
              <a:gd name="connsiteY0-2" fmla="*/ 2938136 h 2938136"/>
              <a:gd name="connsiteX1-3" fmla="*/ 1630539 w 3272095"/>
              <a:gd name="connsiteY1-4" fmla="*/ 0 h 2938136"/>
              <a:gd name="connsiteX2-5" fmla="*/ 3272095 w 3272095"/>
              <a:gd name="connsiteY2-6" fmla="*/ 2894069 h 2938136"/>
              <a:gd name="connsiteX3-7" fmla="*/ 0 w 3272095"/>
              <a:gd name="connsiteY3-8" fmla="*/ 2938136 h 2938136"/>
              <a:gd name="connsiteX0-9" fmla="*/ 0 w 3272095"/>
              <a:gd name="connsiteY0-10" fmla="*/ 2938136 h 2938136"/>
              <a:gd name="connsiteX1-11" fmla="*/ 1668639 w 3272095"/>
              <a:gd name="connsiteY1-12" fmla="*/ 0 h 2938136"/>
              <a:gd name="connsiteX2-13" fmla="*/ 3272095 w 3272095"/>
              <a:gd name="connsiteY2-14" fmla="*/ 2894069 h 2938136"/>
              <a:gd name="connsiteX3-15" fmla="*/ 0 w 3272095"/>
              <a:gd name="connsiteY3-16" fmla="*/ 2938136 h 2938136"/>
            </a:gdLst>
            <a:ahLst/>
            <a:cxnLst>
              <a:cxn ang="0">
                <a:pos x="connsiteX0-1" y="connsiteY0-2"/>
              </a:cxn>
              <a:cxn ang="0">
                <a:pos x="connsiteX1-3" y="connsiteY1-4"/>
              </a:cxn>
              <a:cxn ang="0">
                <a:pos x="connsiteX2-5" y="connsiteY2-6"/>
              </a:cxn>
              <a:cxn ang="0">
                <a:pos x="connsiteX3-7" y="connsiteY3-8"/>
              </a:cxn>
            </a:cxnLst>
            <a:rect l="l" t="t" r="r" b="b"/>
            <a:pathLst>
              <a:path w="3272095" h="2938136">
                <a:moveTo>
                  <a:pt x="0" y="2938136"/>
                </a:moveTo>
                <a:lnTo>
                  <a:pt x="1668639" y="0"/>
                </a:lnTo>
                <a:lnTo>
                  <a:pt x="3272095" y="2894069"/>
                </a:lnTo>
                <a:lnTo>
                  <a:pt x="0" y="293813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Noto Serif CJK SC" panose="02020400000000000000" pitchFamily="18" charset="-122"/>
              <a:ea typeface="方正黑体简体" panose="03000509000000000000" pitchFamily="2" charset="-122"/>
              <a:sym typeface="Noto Serif CJK SC" panose="02020400000000000000" pitchFamily="18" charset="-122"/>
            </a:endParaRPr>
          </a:p>
        </p:txBody>
      </p:sp>
      <p:sp>
        <p:nvSpPr>
          <p:cNvPr id="39" name="文本框 38"/>
          <p:cNvSpPr txBox="1"/>
          <p:nvPr/>
        </p:nvSpPr>
        <p:spPr>
          <a:xfrm>
            <a:off x="1418048" y="1457167"/>
            <a:ext cx="1415772" cy="830997"/>
          </a:xfrm>
          <a:prstGeom prst="rect">
            <a:avLst/>
          </a:prstGeom>
          <a:noFill/>
        </p:spPr>
        <p:txBody>
          <a:bodyPr wrap="none" rtlCol="0">
            <a:spAutoFit/>
          </a:bodyPr>
          <a:lstStyle/>
          <a:p>
            <a:r>
              <a:rPr lang="zh-CN" altLang="en-US" sz="4800" dirty="0" smtClean="0">
                <a:solidFill>
                  <a:schemeClr val="accent1"/>
                </a:solidFill>
                <a:latin typeface="+mn-ea"/>
              </a:rPr>
              <a:t>目录</a:t>
            </a:r>
            <a:endParaRPr lang="zh-CN" altLang="en-US" sz="4800" dirty="0">
              <a:solidFill>
                <a:schemeClr val="accent1"/>
              </a:solidFill>
              <a:latin typeface="+mn-ea"/>
            </a:endParaRPr>
          </a:p>
        </p:txBody>
      </p:sp>
      <p:grpSp>
        <p:nvGrpSpPr>
          <p:cNvPr id="24" name="组合 23"/>
          <p:cNvGrpSpPr/>
          <p:nvPr/>
        </p:nvGrpSpPr>
        <p:grpSpPr>
          <a:xfrm>
            <a:off x="4276655" y="1726931"/>
            <a:ext cx="2103380" cy="412618"/>
            <a:chOff x="868421" y="3447195"/>
            <a:chExt cx="2103380" cy="412618"/>
          </a:xfrm>
        </p:grpSpPr>
        <p:sp>
          <p:nvSpPr>
            <p:cNvPr id="25" name="MH_Other_1"/>
            <p:cNvSpPr>
              <a:spLocks noChangeAspect="1"/>
            </p:cNvSpPr>
            <p:nvPr>
              <p:custDataLst>
                <p:tags r:id="rId1"/>
              </p:custDataLst>
            </p:nvPr>
          </p:nvSpPr>
          <p:spPr>
            <a:xfrm>
              <a:off x="868421" y="3447195"/>
              <a:ext cx="411740" cy="412618"/>
            </a:xfrm>
            <a:prstGeom prst="ellipse">
              <a:avLst/>
            </a:prstGeom>
            <a:solidFill>
              <a:schemeClr val="accent2"/>
            </a:solidFill>
            <a:ln w="57150" cap="flat" cmpd="sng" algn="ctr">
              <a:solidFill>
                <a:schemeClr val="accent2"/>
              </a:solidFill>
              <a:prstDash val="solid"/>
            </a:ln>
            <a:effectLst/>
          </p:spPr>
          <p:txBody>
            <a:bodyPr lIns="0" tIns="0" rIns="0" bIns="0" anchor="ctr"/>
            <a:lstStyle/>
            <a:p>
              <a:pPr algn="ctr">
                <a:defRPr/>
              </a:pPr>
              <a:r>
                <a:rPr lang="en-US" altLang="zh-CN" sz="24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1</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26" name="MH_Text_1"/>
            <p:cNvSpPr/>
            <p:nvPr>
              <p:custDataLst>
                <p:tags r:id="rId2"/>
              </p:custDataLst>
            </p:nvPr>
          </p:nvSpPr>
          <p:spPr>
            <a:xfrm>
              <a:off x="1374649" y="3561171"/>
              <a:ext cx="1597152" cy="276860"/>
            </a:xfrm>
            <a:prstGeom prst="rect">
              <a:avLst/>
            </a:prstGeom>
          </p:spPr>
          <p:txBody>
            <a:bodyPr wrap="square" lIns="0" tIns="0" rIns="0" bIns="0" anchor="ctr">
              <a:spAutoFit/>
            </a:bodyPr>
            <a:lstStyle/>
            <a:p>
              <a:r>
                <a:rPr lang="zh-CN" altLang="en-US" dirty="0" smtClean="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认识计算机</a:t>
              </a:r>
              <a:endParaRPr lang="zh-CN" altLang="en-US" dirty="0" smtClean="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27" name="组合 26"/>
          <p:cNvGrpSpPr/>
          <p:nvPr/>
        </p:nvGrpSpPr>
        <p:grpSpPr>
          <a:xfrm>
            <a:off x="4276655" y="2363487"/>
            <a:ext cx="2103380" cy="412618"/>
            <a:chOff x="868421" y="3447195"/>
            <a:chExt cx="2103380" cy="412618"/>
          </a:xfrm>
        </p:grpSpPr>
        <p:sp>
          <p:nvSpPr>
            <p:cNvPr id="28" name="MH_Other_1"/>
            <p:cNvSpPr>
              <a:spLocks noChangeAspect="1"/>
            </p:cNvSpPr>
            <p:nvPr>
              <p:custDataLst>
                <p:tags r:id="rId3"/>
              </p:custDataLst>
            </p:nvPr>
          </p:nvSpPr>
          <p:spPr>
            <a:xfrm>
              <a:off x="868421" y="3447195"/>
              <a:ext cx="411740" cy="412618"/>
            </a:xfrm>
            <a:prstGeom prst="ellipse">
              <a:avLst/>
            </a:prstGeom>
            <a:solidFill>
              <a:schemeClr val="accent2"/>
            </a:solidFill>
            <a:ln w="57150" cap="flat" cmpd="sng" algn="ctr">
              <a:solidFill>
                <a:schemeClr val="accent2"/>
              </a:solidFill>
              <a:prstDash val="solid"/>
            </a:ln>
            <a:effectLst/>
          </p:spPr>
          <p:txBody>
            <a:bodyPr lIns="0" tIns="0" rIns="0" bIns="0" anchor="ctr"/>
            <a:lstStyle/>
            <a:p>
              <a:pPr algn="ctr">
                <a:defRPr/>
              </a:pPr>
              <a:r>
                <a:rPr lang="en-US" altLang="zh-CN" sz="2400" kern="0" dirty="0" smtClean="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2</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29" name="MH_Text_1"/>
            <p:cNvSpPr/>
            <p:nvPr>
              <p:custDataLst>
                <p:tags r:id="rId4"/>
              </p:custDataLst>
            </p:nvPr>
          </p:nvSpPr>
          <p:spPr>
            <a:xfrm>
              <a:off x="1374649" y="3561171"/>
              <a:ext cx="1597152" cy="276860"/>
            </a:xfrm>
            <a:prstGeom prst="rect">
              <a:avLst/>
            </a:prstGeom>
          </p:spPr>
          <p:txBody>
            <a:bodyPr wrap="square" lIns="0" tIns="0" rIns="0" bIns="0" anchor="ctr">
              <a:spAutoFit/>
            </a:bodyPr>
            <a:lstStyle/>
            <a:p>
              <a:r>
                <a:rPr lang="zh-CN" altLang="en-US" dirty="0" smtClean="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操作系统应用</a:t>
              </a:r>
              <a:endParaRPr lang="zh-CN" altLang="en-US" dirty="0" smtClean="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30" name="组合 29"/>
          <p:cNvGrpSpPr/>
          <p:nvPr/>
        </p:nvGrpSpPr>
        <p:grpSpPr>
          <a:xfrm>
            <a:off x="4267571" y="2965133"/>
            <a:ext cx="2103380" cy="412618"/>
            <a:chOff x="868421" y="3447195"/>
            <a:chExt cx="2103380" cy="412618"/>
          </a:xfrm>
        </p:grpSpPr>
        <p:sp>
          <p:nvSpPr>
            <p:cNvPr id="31" name="MH_Other_1"/>
            <p:cNvSpPr>
              <a:spLocks noChangeAspect="1"/>
            </p:cNvSpPr>
            <p:nvPr>
              <p:custDataLst>
                <p:tags r:id="rId5"/>
              </p:custDataLst>
            </p:nvPr>
          </p:nvSpPr>
          <p:spPr>
            <a:xfrm>
              <a:off x="868421" y="3447195"/>
              <a:ext cx="411740" cy="412618"/>
            </a:xfrm>
            <a:prstGeom prst="ellipse">
              <a:avLst/>
            </a:prstGeom>
            <a:solidFill>
              <a:schemeClr val="accent2"/>
            </a:solidFill>
            <a:ln w="57150" cap="flat" cmpd="sng" algn="ctr">
              <a:solidFill>
                <a:schemeClr val="accent2"/>
              </a:solidFill>
              <a:prstDash val="solid"/>
            </a:ln>
            <a:effectLst/>
          </p:spPr>
          <p:txBody>
            <a:bodyPr lIns="0" tIns="0" rIns="0" bIns="0" anchor="ctr"/>
            <a:lstStyle/>
            <a:p>
              <a:pPr algn="ctr">
                <a:defRPr/>
              </a:pPr>
              <a:r>
                <a:rPr lang="en-US" altLang="zh-CN" sz="2400" kern="0" dirty="0" smtClean="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3</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32" name="MH_Text_1"/>
            <p:cNvSpPr/>
            <p:nvPr>
              <p:custDataLst>
                <p:tags r:id="rId6"/>
              </p:custDataLst>
            </p:nvPr>
          </p:nvSpPr>
          <p:spPr>
            <a:xfrm>
              <a:off x="1374649" y="3561171"/>
              <a:ext cx="1597152" cy="276860"/>
            </a:xfrm>
            <a:prstGeom prst="rect">
              <a:avLst/>
            </a:prstGeom>
          </p:spPr>
          <p:txBody>
            <a:bodyPr wrap="square" lIns="0" tIns="0" rIns="0" bIns="0" anchor="ctr">
              <a:spAutoFit/>
            </a:bodyPr>
            <a:lstStyle/>
            <a:p>
              <a:r>
                <a:rPr lang="zh-CN" altLang="en-US" dirty="0" smtClean="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网络应用</a:t>
              </a:r>
              <a:endParaRPr lang="zh-CN" altLang="en-US" dirty="0" smtClean="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33" name="组合 32"/>
          <p:cNvGrpSpPr/>
          <p:nvPr/>
        </p:nvGrpSpPr>
        <p:grpSpPr>
          <a:xfrm>
            <a:off x="6659620" y="1755516"/>
            <a:ext cx="2103380" cy="412618"/>
            <a:chOff x="868421" y="3447195"/>
            <a:chExt cx="2103380" cy="412618"/>
          </a:xfrm>
        </p:grpSpPr>
        <p:sp>
          <p:nvSpPr>
            <p:cNvPr id="34" name="MH_Other_1"/>
            <p:cNvSpPr>
              <a:spLocks noChangeAspect="1"/>
            </p:cNvSpPr>
            <p:nvPr>
              <p:custDataLst>
                <p:tags r:id="rId7"/>
              </p:custDataLst>
            </p:nvPr>
          </p:nvSpPr>
          <p:spPr>
            <a:xfrm>
              <a:off x="868421" y="3447195"/>
              <a:ext cx="411740" cy="412618"/>
            </a:xfrm>
            <a:prstGeom prst="ellipse">
              <a:avLst/>
            </a:prstGeom>
            <a:solidFill>
              <a:schemeClr val="accent2"/>
            </a:solidFill>
            <a:ln w="57150" cap="flat" cmpd="sng" algn="ctr">
              <a:solidFill>
                <a:schemeClr val="accent2"/>
              </a:solidFill>
              <a:prstDash val="solid"/>
            </a:ln>
            <a:effectLst/>
          </p:spPr>
          <p:txBody>
            <a:bodyPr lIns="0" tIns="0" rIns="0" bIns="0" anchor="ctr"/>
            <a:lstStyle/>
            <a:p>
              <a:pPr algn="ctr">
                <a:defRPr/>
              </a:pPr>
              <a:r>
                <a:rPr lang="en-US" altLang="zh-CN" sz="2400" kern="0" dirty="0" smtClean="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4</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35" name="MH_Text_1"/>
            <p:cNvSpPr/>
            <p:nvPr>
              <p:custDataLst>
                <p:tags r:id="rId8"/>
              </p:custDataLst>
            </p:nvPr>
          </p:nvSpPr>
          <p:spPr>
            <a:xfrm>
              <a:off x="1374649" y="3561171"/>
              <a:ext cx="1597152" cy="276860"/>
            </a:xfrm>
            <a:prstGeom prst="rect">
              <a:avLst/>
            </a:prstGeom>
          </p:spPr>
          <p:txBody>
            <a:bodyPr wrap="square" lIns="0" tIns="0" rIns="0" bIns="0" anchor="ctr">
              <a:spAutoFit/>
            </a:bodyPr>
            <a:lstStyle/>
            <a:p>
              <a:r>
                <a:rPr lang="zh-CN" altLang="en-US" dirty="0" smtClean="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图文排版</a:t>
              </a:r>
              <a:endParaRPr lang="zh-CN" altLang="en-US" dirty="0" smtClean="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36" name="组合 35"/>
          <p:cNvGrpSpPr/>
          <p:nvPr/>
        </p:nvGrpSpPr>
        <p:grpSpPr>
          <a:xfrm>
            <a:off x="6659620" y="2363487"/>
            <a:ext cx="2103380" cy="412618"/>
            <a:chOff x="868421" y="3447195"/>
            <a:chExt cx="2103380" cy="412618"/>
          </a:xfrm>
        </p:grpSpPr>
        <p:sp>
          <p:nvSpPr>
            <p:cNvPr id="37" name="MH_Other_1"/>
            <p:cNvSpPr>
              <a:spLocks noChangeAspect="1"/>
            </p:cNvSpPr>
            <p:nvPr>
              <p:custDataLst>
                <p:tags r:id="rId9"/>
              </p:custDataLst>
            </p:nvPr>
          </p:nvSpPr>
          <p:spPr>
            <a:xfrm>
              <a:off x="868421" y="3447195"/>
              <a:ext cx="411740" cy="412618"/>
            </a:xfrm>
            <a:prstGeom prst="ellipse">
              <a:avLst/>
            </a:prstGeom>
            <a:solidFill>
              <a:schemeClr val="accent2"/>
            </a:solidFill>
            <a:ln w="57150" cap="flat" cmpd="sng" algn="ctr">
              <a:solidFill>
                <a:schemeClr val="accent2"/>
              </a:solidFill>
              <a:prstDash val="solid"/>
            </a:ln>
            <a:effectLst/>
          </p:spPr>
          <p:txBody>
            <a:bodyPr lIns="0" tIns="0" rIns="0" bIns="0" anchor="ctr"/>
            <a:lstStyle/>
            <a:p>
              <a:pPr algn="ctr">
                <a:defRPr/>
              </a:pPr>
              <a:r>
                <a:rPr lang="en-US" altLang="zh-CN" sz="2400" kern="0" dirty="0" smtClean="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5</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38" name="MH_Text_1"/>
            <p:cNvSpPr/>
            <p:nvPr>
              <p:custDataLst>
                <p:tags r:id="rId10"/>
              </p:custDataLst>
            </p:nvPr>
          </p:nvSpPr>
          <p:spPr>
            <a:xfrm>
              <a:off x="1374649" y="3561171"/>
              <a:ext cx="1597152" cy="276860"/>
            </a:xfrm>
            <a:prstGeom prst="rect">
              <a:avLst/>
            </a:prstGeom>
          </p:spPr>
          <p:txBody>
            <a:bodyPr wrap="square" lIns="0" tIns="0" rIns="0" bIns="0" anchor="ctr">
              <a:spAutoFit/>
            </a:bodyPr>
            <a:lstStyle/>
            <a:p>
              <a:r>
                <a:rPr lang="zh-CN" altLang="en-US" dirty="0" smtClean="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数据处理</a:t>
              </a:r>
              <a:endParaRPr lang="zh-CN" altLang="en-US" dirty="0" smtClean="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grpSp>
        <p:nvGrpSpPr>
          <p:cNvPr id="5" name="组合 4"/>
          <p:cNvGrpSpPr/>
          <p:nvPr/>
        </p:nvGrpSpPr>
        <p:grpSpPr>
          <a:xfrm>
            <a:off x="6659616" y="2965133"/>
            <a:ext cx="2103380" cy="412618"/>
            <a:chOff x="868421" y="3447195"/>
            <a:chExt cx="2103380" cy="412618"/>
          </a:xfrm>
        </p:grpSpPr>
        <p:sp>
          <p:nvSpPr>
            <p:cNvPr id="6" name="MH_Other_1"/>
            <p:cNvSpPr>
              <a:spLocks noChangeAspect="1"/>
            </p:cNvSpPr>
            <p:nvPr>
              <p:custDataLst>
                <p:tags r:id="rId11"/>
              </p:custDataLst>
            </p:nvPr>
          </p:nvSpPr>
          <p:spPr>
            <a:xfrm>
              <a:off x="868421" y="3447195"/>
              <a:ext cx="411740" cy="412618"/>
            </a:xfrm>
            <a:prstGeom prst="ellipse">
              <a:avLst/>
            </a:prstGeom>
            <a:solidFill>
              <a:schemeClr val="accent2"/>
            </a:solidFill>
            <a:ln w="57150" cap="flat" cmpd="sng" algn="ctr">
              <a:solidFill>
                <a:schemeClr val="accent2"/>
              </a:solidFill>
              <a:prstDash val="solid"/>
            </a:ln>
            <a:effectLst/>
          </p:spPr>
          <p:txBody>
            <a:bodyPr lIns="0" tIns="0" rIns="0" bIns="0" anchor="ctr"/>
            <a:p>
              <a:pPr algn="ctr">
                <a:defRPr/>
              </a:pPr>
              <a:r>
                <a:rPr lang="en-US" altLang="zh-CN" sz="2400" kern="0" dirty="0" smtClean="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rPr>
                <a:t>6</a:t>
              </a:r>
              <a:endParaRPr lang="en-US" altLang="zh-CN" sz="3200" kern="0" dirty="0">
                <a:solidFill>
                  <a:schemeClr val="bg1"/>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7" name="MH_Text_1"/>
            <p:cNvSpPr/>
            <p:nvPr>
              <p:custDataLst>
                <p:tags r:id="rId12"/>
              </p:custDataLst>
            </p:nvPr>
          </p:nvSpPr>
          <p:spPr>
            <a:xfrm>
              <a:off x="1374649" y="3561171"/>
              <a:ext cx="1597152" cy="276860"/>
            </a:xfrm>
            <a:prstGeom prst="rect">
              <a:avLst/>
            </a:prstGeom>
          </p:spPr>
          <p:txBody>
            <a:bodyPr wrap="square" lIns="0" tIns="0" rIns="0" bIns="0" anchor="ctr">
              <a:spAutoFit/>
            </a:bodyPr>
            <a:p>
              <a:r>
                <a:rPr lang="zh-CN" altLang="en-US" dirty="0" smtClean="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演示文稿制作</a:t>
              </a:r>
              <a:endParaRPr lang="zh-CN" altLang="en-US" dirty="0" smtClean="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par>
                          <p:cTn id="21" fill="hold">
                            <p:stCondLst>
                              <p:cond delay="1000"/>
                            </p:stCondLst>
                            <p:childTnLst>
                              <p:par>
                                <p:cTn id="22" presetID="53" presetClass="entr" presetSubtype="16"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p:cTn id="24" dur="500" fill="hold"/>
                                        <p:tgtEl>
                                          <p:spTgt spid="39"/>
                                        </p:tgtEl>
                                        <p:attrNameLst>
                                          <p:attrName>ppt_w</p:attrName>
                                        </p:attrNameLst>
                                      </p:cBhvr>
                                      <p:tavLst>
                                        <p:tav tm="0">
                                          <p:val>
                                            <p:fltVal val="0"/>
                                          </p:val>
                                        </p:tav>
                                        <p:tav tm="100000">
                                          <p:val>
                                            <p:strVal val="#ppt_w"/>
                                          </p:val>
                                        </p:tav>
                                      </p:tavLst>
                                    </p:anim>
                                    <p:anim calcmode="lin" valueType="num">
                                      <p:cBhvr>
                                        <p:cTn id="25" dur="500" fill="hold"/>
                                        <p:tgtEl>
                                          <p:spTgt spid="39"/>
                                        </p:tgtEl>
                                        <p:attrNameLst>
                                          <p:attrName>ppt_h</p:attrName>
                                        </p:attrNameLst>
                                      </p:cBhvr>
                                      <p:tavLst>
                                        <p:tav tm="0">
                                          <p:val>
                                            <p:fltVal val="0"/>
                                          </p:val>
                                        </p:tav>
                                        <p:tav tm="100000">
                                          <p:val>
                                            <p:strVal val="#ppt_h"/>
                                          </p:val>
                                        </p:tav>
                                      </p:tavLst>
                                    </p:anim>
                                    <p:animEffect transition="in" filter="fade">
                                      <p:cBhvr>
                                        <p:cTn id="26" dur="500"/>
                                        <p:tgtEl>
                                          <p:spTgt spid="39"/>
                                        </p:tgtEl>
                                      </p:cBhvr>
                                    </p:animEffect>
                                  </p:childTnLst>
                                </p:cTn>
                              </p:par>
                            </p:childTnLst>
                          </p:cTn>
                        </p:par>
                        <p:par>
                          <p:cTn id="27" fill="hold">
                            <p:stCondLst>
                              <p:cond delay="1500"/>
                            </p:stCondLst>
                            <p:childTnLst>
                              <p:par>
                                <p:cTn id="28" presetID="53" presetClass="entr" presetSubtype="16" fill="hold" nodeType="afterEffect">
                                  <p:stCondLst>
                                    <p:cond delay="0"/>
                                  </p:stCondLst>
                                  <p:childTnLst>
                                    <p:set>
                                      <p:cBhvr>
                                        <p:cTn id="29" dur="1" fill="hold">
                                          <p:stCondLst>
                                            <p:cond delay="0"/>
                                          </p:stCondLst>
                                        </p:cTn>
                                        <p:tgtEl>
                                          <p:spTgt spid="24"/>
                                        </p:tgtEl>
                                        <p:attrNameLst>
                                          <p:attrName>style.visibility</p:attrName>
                                        </p:attrNameLst>
                                      </p:cBhvr>
                                      <p:to>
                                        <p:strVal val="visible"/>
                                      </p:to>
                                    </p:set>
                                    <p:anim calcmode="lin" valueType="num">
                                      <p:cBhvr>
                                        <p:cTn id="30" dur="500" fill="hold"/>
                                        <p:tgtEl>
                                          <p:spTgt spid="24"/>
                                        </p:tgtEl>
                                        <p:attrNameLst>
                                          <p:attrName>ppt_w</p:attrName>
                                        </p:attrNameLst>
                                      </p:cBhvr>
                                      <p:tavLst>
                                        <p:tav tm="0">
                                          <p:val>
                                            <p:fltVal val="0"/>
                                          </p:val>
                                        </p:tav>
                                        <p:tav tm="100000">
                                          <p:val>
                                            <p:strVal val="#ppt_w"/>
                                          </p:val>
                                        </p:tav>
                                      </p:tavLst>
                                    </p:anim>
                                    <p:anim calcmode="lin" valueType="num">
                                      <p:cBhvr>
                                        <p:cTn id="31" dur="500" fill="hold"/>
                                        <p:tgtEl>
                                          <p:spTgt spid="24"/>
                                        </p:tgtEl>
                                        <p:attrNameLst>
                                          <p:attrName>ppt_h</p:attrName>
                                        </p:attrNameLst>
                                      </p:cBhvr>
                                      <p:tavLst>
                                        <p:tav tm="0">
                                          <p:val>
                                            <p:fltVal val="0"/>
                                          </p:val>
                                        </p:tav>
                                        <p:tav tm="100000">
                                          <p:val>
                                            <p:strVal val="#ppt_h"/>
                                          </p:val>
                                        </p:tav>
                                      </p:tavLst>
                                    </p:anim>
                                    <p:animEffect transition="in" filter="fade">
                                      <p:cBhvr>
                                        <p:cTn id="32" dur="500"/>
                                        <p:tgtEl>
                                          <p:spTgt spid="24"/>
                                        </p:tgtEl>
                                      </p:cBhvr>
                                    </p:animEffect>
                                  </p:childTnLst>
                                </p:cTn>
                              </p:par>
                            </p:childTnLst>
                          </p:cTn>
                        </p:par>
                        <p:par>
                          <p:cTn id="33" fill="hold">
                            <p:stCondLst>
                              <p:cond delay="2000"/>
                            </p:stCondLst>
                            <p:childTnLst>
                              <p:par>
                                <p:cTn id="34" presetID="53" presetClass="entr" presetSubtype="16" fill="hold" nodeType="afterEffect">
                                  <p:stCondLst>
                                    <p:cond delay="0"/>
                                  </p:stCondLst>
                                  <p:childTnLst>
                                    <p:set>
                                      <p:cBhvr>
                                        <p:cTn id="35" dur="1" fill="hold">
                                          <p:stCondLst>
                                            <p:cond delay="0"/>
                                          </p:stCondLst>
                                        </p:cTn>
                                        <p:tgtEl>
                                          <p:spTgt spid="27"/>
                                        </p:tgtEl>
                                        <p:attrNameLst>
                                          <p:attrName>style.visibility</p:attrName>
                                        </p:attrNameLst>
                                      </p:cBhvr>
                                      <p:to>
                                        <p:strVal val="visible"/>
                                      </p:to>
                                    </p:set>
                                    <p:anim calcmode="lin" valueType="num">
                                      <p:cBhvr>
                                        <p:cTn id="36" dur="500" fill="hold"/>
                                        <p:tgtEl>
                                          <p:spTgt spid="27"/>
                                        </p:tgtEl>
                                        <p:attrNameLst>
                                          <p:attrName>ppt_w</p:attrName>
                                        </p:attrNameLst>
                                      </p:cBhvr>
                                      <p:tavLst>
                                        <p:tav tm="0">
                                          <p:val>
                                            <p:fltVal val="0"/>
                                          </p:val>
                                        </p:tav>
                                        <p:tav tm="100000">
                                          <p:val>
                                            <p:strVal val="#ppt_w"/>
                                          </p:val>
                                        </p:tav>
                                      </p:tavLst>
                                    </p:anim>
                                    <p:anim calcmode="lin" valueType="num">
                                      <p:cBhvr>
                                        <p:cTn id="37" dur="500" fill="hold"/>
                                        <p:tgtEl>
                                          <p:spTgt spid="27"/>
                                        </p:tgtEl>
                                        <p:attrNameLst>
                                          <p:attrName>ppt_h</p:attrName>
                                        </p:attrNameLst>
                                      </p:cBhvr>
                                      <p:tavLst>
                                        <p:tav tm="0">
                                          <p:val>
                                            <p:fltVal val="0"/>
                                          </p:val>
                                        </p:tav>
                                        <p:tav tm="100000">
                                          <p:val>
                                            <p:strVal val="#ppt_h"/>
                                          </p:val>
                                        </p:tav>
                                      </p:tavLst>
                                    </p:anim>
                                    <p:animEffect transition="in" filter="fade">
                                      <p:cBhvr>
                                        <p:cTn id="38" dur="500"/>
                                        <p:tgtEl>
                                          <p:spTgt spid="27"/>
                                        </p:tgtEl>
                                      </p:cBhvr>
                                    </p:animEffect>
                                  </p:childTnLst>
                                </p:cTn>
                              </p:par>
                            </p:childTnLst>
                          </p:cTn>
                        </p:par>
                        <p:par>
                          <p:cTn id="39" fill="hold">
                            <p:stCondLst>
                              <p:cond delay="2500"/>
                            </p:stCondLst>
                            <p:childTnLst>
                              <p:par>
                                <p:cTn id="40" presetID="53" presetClass="entr" presetSubtype="16" fill="hold" nodeType="after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p:cTn id="42" dur="500" fill="hold"/>
                                        <p:tgtEl>
                                          <p:spTgt spid="30"/>
                                        </p:tgtEl>
                                        <p:attrNameLst>
                                          <p:attrName>ppt_w</p:attrName>
                                        </p:attrNameLst>
                                      </p:cBhvr>
                                      <p:tavLst>
                                        <p:tav tm="0">
                                          <p:val>
                                            <p:fltVal val="0"/>
                                          </p:val>
                                        </p:tav>
                                        <p:tav tm="100000">
                                          <p:val>
                                            <p:strVal val="#ppt_w"/>
                                          </p:val>
                                        </p:tav>
                                      </p:tavLst>
                                    </p:anim>
                                    <p:anim calcmode="lin" valueType="num">
                                      <p:cBhvr>
                                        <p:cTn id="43" dur="500" fill="hold"/>
                                        <p:tgtEl>
                                          <p:spTgt spid="30"/>
                                        </p:tgtEl>
                                        <p:attrNameLst>
                                          <p:attrName>ppt_h</p:attrName>
                                        </p:attrNameLst>
                                      </p:cBhvr>
                                      <p:tavLst>
                                        <p:tav tm="0">
                                          <p:val>
                                            <p:fltVal val="0"/>
                                          </p:val>
                                        </p:tav>
                                        <p:tav tm="100000">
                                          <p:val>
                                            <p:strVal val="#ppt_h"/>
                                          </p:val>
                                        </p:tav>
                                      </p:tavLst>
                                    </p:anim>
                                    <p:animEffect transition="in" filter="fade">
                                      <p:cBhvr>
                                        <p:cTn id="44" dur="500"/>
                                        <p:tgtEl>
                                          <p:spTgt spid="30"/>
                                        </p:tgtEl>
                                      </p:cBhvr>
                                    </p:animEffect>
                                  </p:childTnLst>
                                </p:cTn>
                              </p:par>
                            </p:childTnLst>
                          </p:cTn>
                        </p:par>
                        <p:par>
                          <p:cTn id="45" fill="hold">
                            <p:stCondLst>
                              <p:cond delay="3000"/>
                            </p:stCondLst>
                            <p:childTnLst>
                              <p:par>
                                <p:cTn id="46" presetID="53" presetClass="entr" presetSubtype="16" fill="hold" nodeType="afterEffect">
                                  <p:stCondLst>
                                    <p:cond delay="0"/>
                                  </p:stCondLst>
                                  <p:childTnLst>
                                    <p:set>
                                      <p:cBhvr>
                                        <p:cTn id="47" dur="1" fill="hold">
                                          <p:stCondLst>
                                            <p:cond delay="0"/>
                                          </p:stCondLst>
                                        </p:cTn>
                                        <p:tgtEl>
                                          <p:spTgt spid="33"/>
                                        </p:tgtEl>
                                        <p:attrNameLst>
                                          <p:attrName>style.visibility</p:attrName>
                                        </p:attrNameLst>
                                      </p:cBhvr>
                                      <p:to>
                                        <p:strVal val="visible"/>
                                      </p:to>
                                    </p:set>
                                    <p:anim calcmode="lin" valueType="num">
                                      <p:cBhvr>
                                        <p:cTn id="48" dur="500" fill="hold"/>
                                        <p:tgtEl>
                                          <p:spTgt spid="33"/>
                                        </p:tgtEl>
                                        <p:attrNameLst>
                                          <p:attrName>ppt_w</p:attrName>
                                        </p:attrNameLst>
                                      </p:cBhvr>
                                      <p:tavLst>
                                        <p:tav tm="0">
                                          <p:val>
                                            <p:fltVal val="0"/>
                                          </p:val>
                                        </p:tav>
                                        <p:tav tm="100000">
                                          <p:val>
                                            <p:strVal val="#ppt_w"/>
                                          </p:val>
                                        </p:tav>
                                      </p:tavLst>
                                    </p:anim>
                                    <p:anim calcmode="lin" valueType="num">
                                      <p:cBhvr>
                                        <p:cTn id="49" dur="500" fill="hold"/>
                                        <p:tgtEl>
                                          <p:spTgt spid="33"/>
                                        </p:tgtEl>
                                        <p:attrNameLst>
                                          <p:attrName>ppt_h</p:attrName>
                                        </p:attrNameLst>
                                      </p:cBhvr>
                                      <p:tavLst>
                                        <p:tav tm="0">
                                          <p:val>
                                            <p:fltVal val="0"/>
                                          </p:val>
                                        </p:tav>
                                        <p:tav tm="100000">
                                          <p:val>
                                            <p:strVal val="#ppt_h"/>
                                          </p:val>
                                        </p:tav>
                                      </p:tavLst>
                                    </p:anim>
                                    <p:animEffect transition="in" filter="fade">
                                      <p:cBhvr>
                                        <p:cTn id="50" dur="500"/>
                                        <p:tgtEl>
                                          <p:spTgt spid="33"/>
                                        </p:tgtEl>
                                      </p:cBhvr>
                                    </p:animEffect>
                                  </p:childTnLst>
                                </p:cTn>
                              </p:par>
                            </p:childTnLst>
                          </p:cTn>
                        </p:par>
                        <p:par>
                          <p:cTn id="51" fill="hold">
                            <p:stCondLst>
                              <p:cond delay="3500"/>
                            </p:stCondLst>
                            <p:childTnLst>
                              <p:par>
                                <p:cTn id="52" presetID="53" presetClass="entr" presetSubtype="16" fill="hold" nodeType="afterEffect">
                                  <p:stCondLst>
                                    <p:cond delay="0"/>
                                  </p:stCondLst>
                                  <p:childTnLst>
                                    <p:set>
                                      <p:cBhvr>
                                        <p:cTn id="53" dur="1" fill="hold">
                                          <p:stCondLst>
                                            <p:cond delay="0"/>
                                          </p:stCondLst>
                                        </p:cTn>
                                        <p:tgtEl>
                                          <p:spTgt spid="36"/>
                                        </p:tgtEl>
                                        <p:attrNameLst>
                                          <p:attrName>style.visibility</p:attrName>
                                        </p:attrNameLst>
                                      </p:cBhvr>
                                      <p:to>
                                        <p:strVal val="visible"/>
                                      </p:to>
                                    </p:set>
                                    <p:anim calcmode="lin" valueType="num">
                                      <p:cBhvr>
                                        <p:cTn id="54" dur="500" fill="hold"/>
                                        <p:tgtEl>
                                          <p:spTgt spid="36"/>
                                        </p:tgtEl>
                                        <p:attrNameLst>
                                          <p:attrName>ppt_w</p:attrName>
                                        </p:attrNameLst>
                                      </p:cBhvr>
                                      <p:tavLst>
                                        <p:tav tm="0">
                                          <p:val>
                                            <p:fltVal val="0"/>
                                          </p:val>
                                        </p:tav>
                                        <p:tav tm="100000">
                                          <p:val>
                                            <p:strVal val="#ppt_w"/>
                                          </p:val>
                                        </p:tav>
                                      </p:tavLst>
                                    </p:anim>
                                    <p:anim calcmode="lin" valueType="num">
                                      <p:cBhvr>
                                        <p:cTn id="55" dur="500" fill="hold"/>
                                        <p:tgtEl>
                                          <p:spTgt spid="36"/>
                                        </p:tgtEl>
                                        <p:attrNameLst>
                                          <p:attrName>ppt_h</p:attrName>
                                        </p:attrNameLst>
                                      </p:cBhvr>
                                      <p:tavLst>
                                        <p:tav tm="0">
                                          <p:val>
                                            <p:fltVal val="0"/>
                                          </p:val>
                                        </p:tav>
                                        <p:tav tm="100000">
                                          <p:val>
                                            <p:strVal val="#ppt_h"/>
                                          </p:val>
                                        </p:tav>
                                      </p:tavLst>
                                    </p:anim>
                                    <p:animEffect transition="in" filter="fade">
                                      <p:cBhvr>
                                        <p:cTn id="56" dur="500"/>
                                        <p:tgtEl>
                                          <p:spTgt spid="36"/>
                                        </p:tgtEl>
                                      </p:cBhvr>
                                    </p:animEffect>
                                  </p:childTnLst>
                                </p:cTn>
                              </p:par>
                            </p:childTnLst>
                          </p:cTn>
                        </p:par>
                        <p:par>
                          <p:cTn id="57" fill="hold">
                            <p:stCondLst>
                              <p:cond delay="4000"/>
                            </p:stCondLst>
                            <p:childTnLst>
                              <p:par>
                                <p:cTn id="58" presetID="53" presetClass="entr" presetSubtype="16" fill="hold" nodeType="afterEffect">
                                  <p:stCondLst>
                                    <p:cond delay="0"/>
                                  </p:stCondLst>
                                  <p:childTnLst>
                                    <p:set>
                                      <p:cBhvr>
                                        <p:cTn id="59" dur="1" fill="hold">
                                          <p:stCondLst>
                                            <p:cond delay="0"/>
                                          </p:stCondLst>
                                        </p:cTn>
                                        <p:tgtEl>
                                          <p:spTgt spid="5"/>
                                        </p:tgtEl>
                                        <p:attrNameLst>
                                          <p:attrName>style.visibility</p:attrName>
                                        </p:attrNameLst>
                                      </p:cBhvr>
                                      <p:to>
                                        <p:strVal val="visible"/>
                                      </p:to>
                                    </p:set>
                                    <p:anim calcmode="lin" valueType="num">
                                      <p:cBhvr>
                                        <p:cTn id="60" dur="500" fill="hold"/>
                                        <p:tgtEl>
                                          <p:spTgt spid="5"/>
                                        </p:tgtEl>
                                        <p:attrNameLst>
                                          <p:attrName>ppt_w</p:attrName>
                                        </p:attrNameLst>
                                      </p:cBhvr>
                                      <p:tavLst>
                                        <p:tav tm="0">
                                          <p:val>
                                            <p:fltVal val="0"/>
                                          </p:val>
                                        </p:tav>
                                        <p:tav tm="100000">
                                          <p:val>
                                            <p:strVal val="#ppt_w"/>
                                          </p:val>
                                        </p:tav>
                                      </p:tavLst>
                                    </p:anim>
                                    <p:anim calcmode="lin" valueType="num">
                                      <p:cBhvr>
                                        <p:cTn id="61" dur="500" fill="hold"/>
                                        <p:tgtEl>
                                          <p:spTgt spid="5"/>
                                        </p:tgtEl>
                                        <p:attrNameLst>
                                          <p:attrName>ppt_h</p:attrName>
                                        </p:attrNameLst>
                                      </p:cBhvr>
                                      <p:tavLst>
                                        <p:tav tm="0">
                                          <p:val>
                                            <p:fltVal val="0"/>
                                          </p:val>
                                        </p:tav>
                                        <p:tav tm="100000">
                                          <p:val>
                                            <p:strVal val="#ppt_h"/>
                                          </p:val>
                                        </p:tav>
                                      </p:tavLst>
                                    </p:anim>
                                    <p:animEffect transition="in" filter="fade">
                                      <p:cBhvr>
                                        <p:cTn id="6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1" grpId="0" animBg="1"/>
      <p:bldP spid="22" grpId="0" animBg="1"/>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flipH="1" flipV="1">
            <a:off x="-1" y="1275447"/>
            <a:ext cx="9144001" cy="2610957"/>
          </a:xfrm>
          <a:prstGeom prst="rect">
            <a:avLst/>
          </a:pr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250720" y="821354"/>
            <a:ext cx="4718472" cy="3281031"/>
            <a:chOff x="250720" y="821354"/>
            <a:chExt cx="4718472" cy="3281031"/>
          </a:xfrm>
        </p:grpSpPr>
        <p:sp>
          <p:nvSpPr>
            <p:cNvPr id="23" name="等腰三角形 22"/>
            <p:cNvSpPr/>
            <p:nvPr/>
          </p:nvSpPr>
          <p:spPr>
            <a:xfrm flipH="1">
              <a:off x="4124848" y="825785"/>
              <a:ext cx="844344" cy="449663"/>
            </a:xfrm>
            <a:prstGeom prst="triangle">
              <a:avLst>
                <a:gd name="adj" fmla="val 59494"/>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8"/>
            <p:cNvSpPr/>
            <p:nvPr/>
          </p:nvSpPr>
          <p:spPr>
            <a:xfrm flipH="1" flipV="1">
              <a:off x="250720" y="821354"/>
              <a:ext cx="4245079" cy="3281031"/>
            </a:xfrm>
            <a:custGeom>
              <a:avLst/>
              <a:gdLst>
                <a:gd name="connsiteX0" fmla="*/ 0 w 3283112"/>
                <a:gd name="connsiteY0" fmla="*/ 2894069 h 2894069"/>
                <a:gd name="connsiteX1" fmla="*/ 1641556 w 3283112"/>
                <a:gd name="connsiteY1" fmla="*/ 0 h 2894069"/>
                <a:gd name="connsiteX2" fmla="*/ 3283112 w 3283112"/>
                <a:gd name="connsiteY2" fmla="*/ 2894069 h 2894069"/>
                <a:gd name="connsiteX3" fmla="*/ 0 w 3283112"/>
                <a:gd name="connsiteY3" fmla="*/ 2894069 h 2894069"/>
                <a:gd name="connsiteX0-1" fmla="*/ 0 w 3272095"/>
                <a:gd name="connsiteY0-2" fmla="*/ 2938136 h 2938136"/>
                <a:gd name="connsiteX1-3" fmla="*/ 1630539 w 3272095"/>
                <a:gd name="connsiteY1-4" fmla="*/ 0 h 2938136"/>
                <a:gd name="connsiteX2-5" fmla="*/ 3272095 w 3272095"/>
                <a:gd name="connsiteY2-6" fmla="*/ 2894069 h 2938136"/>
                <a:gd name="connsiteX3-7" fmla="*/ 0 w 3272095"/>
                <a:gd name="connsiteY3-8" fmla="*/ 2938136 h 2938136"/>
                <a:gd name="connsiteX0-9" fmla="*/ 0 w 3272095"/>
                <a:gd name="connsiteY0-10" fmla="*/ 2938136 h 2938136"/>
                <a:gd name="connsiteX1-11" fmla="*/ 1668639 w 3272095"/>
                <a:gd name="connsiteY1-12" fmla="*/ 0 h 2938136"/>
                <a:gd name="connsiteX2-13" fmla="*/ 3272095 w 3272095"/>
                <a:gd name="connsiteY2-14" fmla="*/ 2894069 h 2938136"/>
                <a:gd name="connsiteX3-15" fmla="*/ 0 w 3272095"/>
                <a:gd name="connsiteY3-16" fmla="*/ 2938136 h 2938136"/>
              </a:gdLst>
              <a:ahLst/>
              <a:cxnLst>
                <a:cxn ang="0">
                  <a:pos x="connsiteX0-1" y="connsiteY0-2"/>
                </a:cxn>
                <a:cxn ang="0">
                  <a:pos x="connsiteX1-3" y="connsiteY1-4"/>
                </a:cxn>
                <a:cxn ang="0">
                  <a:pos x="connsiteX2-5" y="connsiteY2-6"/>
                </a:cxn>
                <a:cxn ang="0">
                  <a:pos x="connsiteX3-7" y="connsiteY3-8"/>
                </a:cxn>
              </a:cxnLst>
              <a:rect l="l" t="t" r="r" b="b"/>
              <a:pathLst>
                <a:path w="3272095" h="2938136">
                  <a:moveTo>
                    <a:pt x="0" y="2938136"/>
                  </a:moveTo>
                  <a:lnTo>
                    <a:pt x="1668639" y="0"/>
                  </a:lnTo>
                  <a:lnTo>
                    <a:pt x="3272095" y="2894069"/>
                  </a:lnTo>
                  <a:lnTo>
                    <a:pt x="0" y="293813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Noto Serif CJK SC" panose="02020400000000000000" pitchFamily="18" charset="-122"/>
                <a:ea typeface="方正黑体简体" panose="03000509000000000000" pitchFamily="2" charset="-122"/>
                <a:sym typeface="Noto Serif CJK SC" panose="02020400000000000000" pitchFamily="18" charset="-122"/>
              </a:endParaRPr>
            </a:p>
          </p:txBody>
        </p:sp>
      </p:grpSp>
      <p:sp>
        <p:nvSpPr>
          <p:cNvPr id="21" name="任意多边形 20"/>
          <p:cNvSpPr/>
          <p:nvPr/>
        </p:nvSpPr>
        <p:spPr>
          <a:xfrm flipH="1" flipV="1">
            <a:off x="-3" y="864158"/>
            <a:ext cx="1417565" cy="3459290"/>
          </a:xfrm>
          <a:custGeom>
            <a:avLst/>
            <a:gdLst>
              <a:gd name="connsiteX0" fmla="*/ 1254412 w 1465190"/>
              <a:gd name="connsiteY0" fmla="*/ 4029693 h 4029693"/>
              <a:gd name="connsiteX1" fmla="*/ 0 w 1465190"/>
              <a:gd name="connsiteY1" fmla="*/ 1855307 h 4029693"/>
              <a:gd name="connsiteX2" fmla="*/ 965220 w 1465190"/>
              <a:gd name="connsiteY2" fmla="*/ 1173 h 4029693"/>
              <a:gd name="connsiteX3" fmla="*/ 1465190 w 1465190"/>
              <a:gd name="connsiteY3" fmla="*/ 0 h 4029693"/>
              <a:gd name="connsiteX4" fmla="*/ 1465190 w 1465190"/>
              <a:gd name="connsiteY4" fmla="*/ 4029324 h 4029693"/>
              <a:gd name="connsiteX0-1" fmla="*/ 1206787 w 1417565"/>
              <a:gd name="connsiteY0-2" fmla="*/ 4029693 h 4029693"/>
              <a:gd name="connsiteX1-3" fmla="*/ 0 w 1417565"/>
              <a:gd name="connsiteY1-4" fmla="*/ 1778001 h 4029693"/>
              <a:gd name="connsiteX2-5" fmla="*/ 917595 w 1417565"/>
              <a:gd name="connsiteY2-6" fmla="*/ 1173 h 4029693"/>
              <a:gd name="connsiteX3-7" fmla="*/ 1417565 w 1417565"/>
              <a:gd name="connsiteY3-8" fmla="*/ 0 h 4029693"/>
              <a:gd name="connsiteX4-9" fmla="*/ 1417565 w 1417565"/>
              <a:gd name="connsiteY4-10" fmla="*/ 4029324 h 4029693"/>
              <a:gd name="connsiteX5" fmla="*/ 1206787 w 1417565"/>
              <a:gd name="connsiteY5" fmla="*/ 4029693 h 40296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 y="connsiteY5"/>
              </a:cxn>
            </a:cxnLst>
            <a:rect l="l" t="t" r="r" b="b"/>
            <a:pathLst>
              <a:path w="1417565" h="4029693">
                <a:moveTo>
                  <a:pt x="1206787" y="4029693"/>
                </a:moveTo>
                <a:cubicBezTo>
                  <a:pt x="1191913" y="3980776"/>
                  <a:pt x="587" y="1754371"/>
                  <a:pt x="0" y="1778001"/>
                </a:cubicBezTo>
                <a:cubicBezTo>
                  <a:pt x="587" y="1775708"/>
                  <a:pt x="931296" y="17976"/>
                  <a:pt x="917595" y="1173"/>
                </a:cubicBezTo>
                <a:lnTo>
                  <a:pt x="1417565" y="0"/>
                </a:lnTo>
                <a:lnTo>
                  <a:pt x="1417565" y="4029324"/>
                </a:lnTo>
                <a:lnTo>
                  <a:pt x="1206787" y="4029693"/>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latin typeface="Noto Serif CJK SC" panose="02020400000000000000" pitchFamily="18" charset="-122"/>
              <a:ea typeface="方正黑体简体" panose="03000509000000000000" pitchFamily="2" charset="-122"/>
              <a:sym typeface="Noto Serif CJK SC" panose="02020400000000000000" pitchFamily="18" charset="-122"/>
            </a:endParaRPr>
          </a:p>
        </p:txBody>
      </p:sp>
      <p:sp>
        <p:nvSpPr>
          <p:cNvPr id="22" name="等腰三角形 8"/>
          <p:cNvSpPr/>
          <p:nvPr/>
        </p:nvSpPr>
        <p:spPr>
          <a:xfrm flipH="1">
            <a:off x="571707" y="2823821"/>
            <a:ext cx="1794859" cy="1499626"/>
          </a:xfrm>
          <a:custGeom>
            <a:avLst/>
            <a:gdLst>
              <a:gd name="connsiteX0" fmla="*/ 0 w 3283112"/>
              <a:gd name="connsiteY0" fmla="*/ 2894069 h 2894069"/>
              <a:gd name="connsiteX1" fmla="*/ 1641556 w 3283112"/>
              <a:gd name="connsiteY1" fmla="*/ 0 h 2894069"/>
              <a:gd name="connsiteX2" fmla="*/ 3283112 w 3283112"/>
              <a:gd name="connsiteY2" fmla="*/ 2894069 h 2894069"/>
              <a:gd name="connsiteX3" fmla="*/ 0 w 3283112"/>
              <a:gd name="connsiteY3" fmla="*/ 2894069 h 2894069"/>
              <a:gd name="connsiteX0-1" fmla="*/ 0 w 3272095"/>
              <a:gd name="connsiteY0-2" fmla="*/ 2938136 h 2938136"/>
              <a:gd name="connsiteX1-3" fmla="*/ 1630539 w 3272095"/>
              <a:gd name="connsiteY1-4" fmla="*/ 0 h 2938136"/>
              <a:gd name="connsiteX2-5" fmla="*/ 3272095 w 3272095"/>
              <a:gd name="connsiteY2-6" fmla="*/ 2894069 h 2938136"/>
              <a:gd name="connsiteX3-7" fmla="*/ 0 w 3272095"/>
              <a:gd name="connsiteY3-8" fmla="*/ 2938136 h 2938136"/>
              <a:gd name="connsiteX0-9" fmla="*/ 0 w 3272095"/>
              <a:gd name="connsiteY0-10" fmla="*/ 2938136 h 2938136"/>
              <a:gd name="connsiteX1-11" fmla="*/ 1668639 w 3272095"/>
              <a:gd name="connsiteY1-12" fmla="*/ 0 h 2938136"/>
              <a:gd name="connsiteX2-13" fmla="*/ 3272095 w 3272095"/>
              <a:gd name="connsiteY2-14" fmla="*/ 2894069 h 2938136"/>
              <a:gd name="connsiteX3-15" fmla="*/ 0 w 3272095"/>
              <a:gd name="connsiteY3-16" fmla="*/ 2938136 h 2938136"/>
            </a:gdLst>
            <a:ahLst/>
            <a:cxnLst>
              <a:cxn ang="0">
                <a:pos x="connsiteX0-1" y="connsiteY0-2"/>
              </a:cxn>
              <a:cxn ang="0">
                <a:pos x="connsiteX1-3" y="connsiteY1-4"/>
              </a:cxn>
              <a:cxn ang="0">
                <a:pos x="connsiteX2-5" y="connsiteY2-6"/>
              </a:cxn>
              <a:cxn ang="0">
                <a:pos x="connsiteX3-7" y="connsiteY3-8"/>
              </a:cxn>
            </a:cxnLst>
            <a:rect l="l" t="t" r="r" b="b"/>
            <a:pathLst>
              <a:path w="3272095" h="2938136">
                <a:moveTo>
                  <a:pt x="0" y="2938136"/>
                </a:moveTo>
                <a:lnTo>
                  <a:pt x="1668639" y="0"/>
                </a:lnTo>
                <a:lnTo>
                  <a:pt x="3272095" y="2894069"/>
                </a:lnTo>
                <a:lnTo>
                  <a:pt x="0" y="293813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Noto Serif CJK SC" panose="02020400000000000000" pitchFamily="18" charset="-122"/>
              <a:ea typeface="方正黑体简体" panose="03000509000000000000" pitchFamily="2" charset="-122"/>
              <a:sym typeface="Noto Serif CJK SC" panose="02020400000000000000" pitchFamily="18" charset="-122"/>
            </a:endParaRPr>
          </a:p>
        </p:txBody>
      </p:sp>
      <p:sp>
        <p:nvSpPr>
          <p:cNvPr id="39" name="文本框 38"/>
          <p:cNvSpPr txBox="1"/>
          <p:nvPr/>
        </p:nvSpPr>
        <p:spPr>
          <a:xfrm>
            <a:off x="1908810" y="1748155"/>
            <a:ext cx="928370" cy="829945"/>
          </a:xfrm>
          <a:prstGeom prst="rect">
            <a:avLst/>
          </a:prstGeom>
          <a:noFill/>
        </p:spPr>
        <p:txBody>
          <a:bodyPr wrap="square" rtlCol="0">
            <a:spAutoFit/>
          </a:bodyPr>
          <a:lstStyle/>
          <a:p>
            <a:pPr algn="ctr"/>
            <a:r>
              <a:rPr lang="en-US" altLang="zh-CN" sz="4800" dirty="0" smtClean="0">
                <a:solidFill>
                  <a:schemeClr val="accent1"/>
                </a:solidFill>
                <a:latin typeface="微软雅黑" panose="020B0503020204020204" charset="-122"/>
                <a:ea typeface="微软雅黑" panose="020B0503020204020204" charset="-122"/>
              </a:rPr>
              <a:t>06</a:t>
            </a:r>
            <a:endParaRPr lang="en-US" altLang="zh-CN" sz="4800" dirty="0" smtClean="0">
              <a:solidFill>
                <a:schemeClr val="accent1"/>
              </a:solidFill>
              <a:latin typeface="微软雅黑" panose="020B0503020204020204" charset="-122"/>
              <a:ea typeface="微软雅黑" panose="020B0503020204020204" charset="-122"/>
            </a:endParaRPr>
          </a:p>
        </p:txBody>
      </p:sp>
      <p:sp>
        <p:nvSpPr>
          <p:cNvPr id="40" name="标题 5"/>
          <p:cNvSpPr txBox="1"/>
          <p:nvPr>
            <p:custDataLst>
              <p:tags r:id="rId1"/>
            </p:custDataLst>
          </p:nvPr>
        </p:nvSpPr>
        <p:spPr>
          <a:xfrm>
            <a:off x="4248686" y="2087776"/>
            <a:ext cx="3886200" cy="608965"/>
          </a:xfrm>
          <a:prstGeom prst="rect">
            <a:avLst/>
          </a:prstGeom>
          <a:noFill/>
        </p:spPr>
        <p:txBody>
          <a:bodyPr wrap="square" lIns="0" tIns="0" rIns="0" bIns="0" anchor="t" anchorCtr="0">
            <a:spAutoFit/>
          </a:bodyPr>
          <a:lstStyle>
            <a:lvl1pPr algn="ctr">
              <a:lnSpc>
                <a:spcPct val="90000"/>
              </a:lnSpc>
              <a:spcBef>
                <a:spcPct val="0"/>
              </a:spcBef>
              <a:buNone/>
              <a:defRPr sz="4000">
                <a:latin typeface="+mj-lt"/>
                <a:ea typeface="+mj-ea"/>
                <a:cs typeface="+mj-cs"/>
              </a:defRPr>
            </a:lvl1pPr>
          </a:lstStyle>
          <a:p>
            <a:pPr algn="l"/>
            <a:r>
              <a:rPr lang="zh-CN" altLang="en-US" sz="4400"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演示文稿制作</a:t>
            </a:r>
            <a:endParaRPr lang="zh-CN" altLang="en-US" sz="4400"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
        <p:nvSpPr>
          <p:cNvPr id="41" name="文本占位符 6"/>
          <p:cNvSpPr txBox="1"/>
          <p:nvPr>
            <p:custDataLst>
              <p:tags r:id="rId2"/>
            </p:custDataLst>
          </p:nvPr>
        </p:nvSpPr>
        <p:spPr>
          <a:xfrm>
            <a:off x="4338955" y="2735580"/>
            <a:ext cx="3529330" cy="430530"/>
          </a:xfrm>
          <a:prstGeom prst="rect">
            <a:avLst/>
          </a:prstGeom>
          <a:noFill/>
        </p:spPr>
        <p:txBody>
          <a:bodyPr wrap="square" lIns="0" tIns="0" rIns="0" bIns="0" anchor="t" anchorCtr="0">
            <a:spAutoFit/>
          </a:bodyPr>
          <a:lstStyle>
            <a:lvl1pPr indent="0" algn="ctr">
              <a:lnSpc>
                <a:spcPct val="90000"/>
              </a:lnSpc>
              <a:spcBef>
                <a:spcPts val="1000"/>
              </a:spcBef>
              <a:buFont typeface="Arial" panose="020B0604020202020204" pitchFamily="34" charset="0"/>
              <a:buNone/>
              <a:defRPr sz="1600" baseline="0">
                <a:solidFill>
                  <a:schemeClr val="bg1">
                    <a:lumMod val="50000"/>
                  </a:schemeClr>
                </a:solidFill>
              </a:defRPr>
            </a:lvl1pPr>
            <a:lvl2pPr indent="0">
              <a:lnSpc>
                <a:spcPct val="90000"/>
              </a:lnSpc>
              <a:spcBef>
                <a:spcPts val="500"/>
              </a:spcBef>
              <a:buFont typeface="Arial" panose="020B0604020202020204" pitchFamily="34" charset="0"/>
              <a:buNone/>
              <a:defRPr sz="2000">
                <a:solidFill>
                  <a:schemeClr val="tx1">
                    <a:tint val="75000"/>
                  </a:schemeClr>
                </a:solidFill>
              </a:defRPr>
            </a:lvl2pPr>
            <a:lvl3pPr indent="0">
              <a:lnSpc>
                <a:spcPct val="90000"/>
              </a:lnSpc>
              <a:spcBef>
                <a:spcPts val="500"/>
              </a:spcBef>
              <a:buFont typeface="Arial" panose="020B0604020202020204" pitchFamily="34" charset="0"/>
              <a:buNone/>
              <a:defRPr>
                <a:solidFill>
                  <a:schemeClr val="tx1">
                    <a:tint val="75000"/>
                  </a:schemeClr>
                </a:solidFill>
              </a:defRPr>
            </a:lvl3pPr>
            <a:lvl4pPr indent="0">
              <a:lnSpc>
                <a:spcPct val="90000"/>
              </a:lnSpc>
              <a:spcBef>
                <a:spcPts val="500"/>
              </a:spcBef>
              <a:buFont typeface="Arial" panose="020B0604020202020204" pitchFamily="34" charset="0"/>
              <a:buNone/>
              <a:defRPr sz="1600">
                <a:solidFill>
                  <a:schemeClr val="tx1">
                    <a:tint val="75000"/>
                  </a:schemeClr>
                </a:solidFill>
              </a:defRPr>
            </a:lvl4pPr>
            <a:lvl5pPr indent="0">
              <a:lnSpc>
                <a:spcPct val="90000"/>
              </a:lnSpc>
              <a:spcBef>
                <a:spcPts val="500"/>
              </a:spcBef>
              <a:buFont typeface="Arial" panose="020B0604020202020204" pitchFamily="34" charset="0"/>
              <a:buNone/>
              <a:defRPr sz="1600">
                <a:solidFill>
                  <a:schemeClr val="tx1">
                    <a:tint val="75000"/>
                  </a:schemeClr>
                </a:solidFill>
              </a:defRPr>
            </a:lvl5pPr>
            <a:lvl6pPr indent="0">
              <a:lnSpc>
                <a:spcPct val="90000"/>
              </a:lnSpc>
              <a:spcBef>
                <a:spcPts val="500"/>
              </a:spcBef>
              <a:buFont typeface="Arial" panose="020B0604020202020204" pitchFamily="34" charset="0"/>
              <a:buNone/>
              <a:defRPr sz="1600">
                <a:solidFill>
                  <a:schemeClr val="tx1">
                    <a:tint val="75000"/>
                  </a:schemeClr>
                </a:solidFill>
              </a:defRPr>
            </a:lvl6pPr>
            <a:lvl7pPr indent="0">
              <a:lnSpc>
                <a:spcPct val="90000"/>
              </a:lnSpc>
              <a:spcBef>
                <a:spcPts val="500"/>
              </a:spcBef>
              <a:buFont typeface="Arial" panose="020B0604020202020204" pitchFamily="34" charset="0"/>
              <a:buNone/>
              <a:defRPr sz="1600">
                <a:solidFill>
                  <a:schemeClr val="tx1">
                    <a:tint val="75000"/>
                  </a:schemeClr>
                </a:solidFill>
              </a:defRPr>
            </a:lvl7pPr>
            <a:lvl8pPr indent="0">
              <a:lnSpc>
                <a:spcPct val="90000"/>
              </a:lnSpc>
              <a:spcBef>
                <a:spcPts val="500"/>
              </a:spcBef>
              <a:buFont typeface="Arial" panose="020B0604020202020204" pitchFamily="34" charset="0"/>
              <a:buNone/>
              <a:defRPr sz="1600">
                <a:solidFill>
                  <a:schemeClr val="tx1">
                    <a:tint val="75000"/>
                  </a:schemeClr>
                </a:solidFill>
              </a:defRPr>
            </a:lvl8pPr>
            <a:lvl9pPr indent="0">
              <a:lnSpc>
                <a:spcPct val="90000"/>
              </a:lnSpc>
              <a:spcBef>
                <a:spcPts val="500"/>
              </a:spcBef>
              <a:buFont typeface="Arial" panose="020B0604020202020204" pitchFamily="34" charset="0"/>
              <a:buNone/>
              <a:defRPr sz="1600">
                <a:solidFill>
                  <a:schemeClr val="tx1">
                    <a:tint val="75000"/>
                  </a:schemeClr>
                </a:solidFill>
              </a:defRPr>
            </a:lvl9pPr>
          </a:lstStyle>
          <a:p>
            <a:pPr algn="l" fontAlgn="auto">
              <a:lnSpc>
                <a:spcPct val="100000"/>
              </a:lnSpc>
              <a:spcBef>
                <a:spcPts val="0"/>
              </a:spcBef>
              <a:defRPr/>
            </a:pPr>
            <a:r>
              <a:rPr lang="zh-CN" altLang="en-US" sz="1400" kern="0"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任务 1　制作活动宣传演示文稿 </a:t>
            </a:r>
            <a:endParaRPr lang="zh-CN" altLang="en-US" sz="1400" kern="0"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a:p>
            <a:pPr algn="l" fontAlgn="auto">
              <a:lnSpc>
                <a:spcPct val="100000"/>
              </a:lnSpc>
              <a:spcBef>
                <a:spcPts val="0"/>
              </a:spcBef>
              <a:defRPr/>
            </a:pPr>
            <a:r>
              <a:rPr lang="zh-CN" altLang="en-US" sz="1400" kern="0"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rPr>
              <a:t>任务 2　美化活动宣传演示文稿</a:t>
            </a:r>
            <a:endParaRPr lang="zh-CN" altLang="en-US" sz="1400" kern="0" dirty="0">
              <a:solidFill>
                <a:schemeClr val="tx1">
                  <a:lumMod val="75000"/>
                  <a:lumOff val="25000"/>
                </a:schemeClr>
              </a:solidFill>
              <a:latin typeface="字魂35号-经典雅黑" panose="02000000000000000000" pitchFamily="2" charset="-122"/>
              <a:ea typeface="字魂35号-经典雅黑" panose="02000000000000000000" pitchFamily="2"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additive="base">
                                        <p:cTn id="15" dur="500" fill="hold"/>
                                        <p:tgtEl>
                                          <p:spTgt spid="21"/>
                                        </p:tgtEl>
                                        <p:attrNameLst>
                                          <p:attrName>ppt_x</p:attrName>
                                        </p:attrNameLst>
                                      </p:cBhvr>
                                      <p:tavLst>
                                        <p:tav tm="0">
                                          <p:val>
                                            <p:strVal val="0-#ppt_w/2"/>
                                          </p:val>
                                        </p:tav>
                                        <p:tav tm="100000">
                                          <p:val>
                                            <p:strVal val="#ppt_x"/>
                                          </p:val>
                                        </p:tav>
                                      </p:tavLst>
                                    </p:anim>
                                    <p:anim calcmode="lin" valueType="num">
                                      <p:cBhvr additive="base">
                                        <p:cTn id="16" dur="500" fill="hold"/>
                                        <p:tgtEl>
                                          <p:spTgt spid="21"/>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0-#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par>
                          <p:cTn id="21" fill="hold">
                            <p:stCondLst>
                              <p:cond delay="1000"/>
                            </p:stCondLst>
                            <p:childTnLst>
                              <p:par>
                                <p:cTn id="22" presetID="53" presetClass="entr" presetSubtype="16" fill="hold" grpId="0" nodeType="afterEffect">
                                  <p:stCondLst>
                                    <p:cond delay="0"/>
                                  </p:stCondLst>
                                  <p:childTnLst>
                                    <p:set>
                                      <p:cBhvr>
                                        <p:cTn id="23" dur="1" fill="hold">
                                          <p:stCondLst>
                                            <p:cond delay="0"/>
                                          </p:stCondLst>
                                        </p:cTn>
                                        <p:tgtEl>
                                          <p:spTgt spid="39"/>
                                        </p:tgtEl>
                                        <p:attrNameLst>
                                          <p:attrName>style.visibility</p:attrName>
                                        </p:attrNameLst>
                                      </p:cBhvr>
                                      <p:to>
                                        <p:strVal val="visible"/>
                                      </p:to>
                                    </p:set>
                                    <p:anim calcmode="lin" valueType="num">
                                      <p:cBhvr>
                                        <p:cTn id="24" dur="500" fill="hold"/>
                                        <p:tgtEl>
                                          <p:spTgt spid="39"/>
                                        </p:tgtEl>
                                        <p:attrNameLst>
                                          <p:attrName>ppt_w</p:attrName>
                                        </p:attrNameLst>
                                      </p:cBhvr>
                                      <p:tavLst>
                                        <p:tav tm="0">
                                          <p:val>
                                            <p:fltVal val="0"/>
                                          </p:val>
                                        </p:tav>
                                        <p:tav tm="100000">
                                          <p:val>
                                            <p:strVal val="#ppt_w"/>
                                          </p:val>
                                        </p:tav>
                                      </p:tavLst>
                                    </p:anim>
                                    <p:anim calcmode="lin" valueType="num">
                                      <p:cBhvr>
                                        <p:cTn id="25" dur="500" fill="hold"/>
                                        <p:tgtEl>
                                          <p:spTgt spid="39"/>
                                        </p:tgtEl>
                                        <p:attrNameLst>
                                          <p:attrName>ppt_h</p:attrName>
                                        </p:attrNameLst>
                                      </p:cBhvr>
                                      <p:tavLst>
                                        <p:tav tm="0">
                                          <p:val>
                                            <p:fltVal val="0"/>
                                          </p:val>
                                        </p:tav>
                                        <p:tav tm="100000">
                                          <p:val>
                                            <p:strVal val="#ppt_h"/>
                                          </p:val>
                                        </p:tav>
                                      </p:tavLst>
                                    </p:anim>
                                    <p:animEffect transition="in" filter="fade">
                                      <p:cBhvr>
                                        <p:cTn id="26" dur="500"/>
                                        <p:tgtEl>
                                          <p:spTgt spid="39"/>
                                        </p:tgtEl>
                                      </p:cBhvr>
                                    </p:animEffect>
                                  </p:childTnLst>
                                </p:cTn>
                              </p:par>
                            </p:childTnLst>
                          </p:cTn>
                        </p:par>
                        <p:par>
                          <p:cTn id="27" fill="hold">
                            <p:stCondLst>
                              <p:cond delay="1500"/>
                            </p:stCondLst>
                            <p:childTnLst>
                              <p:par>
                                <p:cTn id="28" presetID="2" presetClass="entr" presetSubtype="4" fill="hold" grpId="0" nodeType="afterEffect">
                                  <p:stCondLst>
                                    <p:cond delay="0"/>
                                  </p:stCondLst>
                                  <p:childTnLst>
                                    <p:set>
                                      <p:cBhvr>
                                        <p:cTn id="29" dur="1" fill="hold">
                                          <p:stCondLst>
                                            <p:cond delay="0"/>
                                          </p:stCondLst>
                                        </p:cTn>
                                        <p:tgtEl>
                                          <p:spTgt spid="40"/>
                                        </p:tgtEl>
                                        <p:attrNameLst>
                                          <p:attrName>style.visibility</p:attrName>
                                        </p:attrNameLst>
                                      </p:cBhvr>
                                      <p:to>
                                        <p:strVal val="visible"/>
                                      </p:to>
                                    </p:set>
                                    <p:anim calcmode="lin" valueType="num">
                                      <p:cBhvr additive="base">
                                        <p:cTn id="30" dur="500" fill="hold"/>
                                        <p:tgtEl>
                                          <p:spTgt spid="40"/>
                                        </p:tgtEl>
                                        <p:attrNameLst>
                                          <p:attrName>ppt_x</p:attrName>
                                        </p:attrNameLst>
                                      </p:cBhvr>
                                      <p:tavLst>
                                        <p:tav tm="0">
                                          <p:val>
                                            <p:strVal val="#ppt_x"/>
                                          </p:val>
                                        </p:tav>
                                        <p:tav tm="100000">
                                          <p:val>
                                            <p:strVal val="#ppt_x"/>
                                          </p:val>
                                        </p:tav>
                                      </p:tavLst>
                                    </p:anim>
                                    <p:anim calcmode="lin" valueType="num">
                                      <p:cBhvr additive="base">
                                        <p:cTn id="31" dur="500" fill="hold"/>
                                        <p:tgtEl>
                                          <p:spTgt spid="40"/>
                                        </p:tgtEl>
                                        <p:attrNameLst>
                                          <p:attrName>ppt_y</p:attrName>
                                        </p:attrNameLst>
                                      </p:cBhvr>
                                      <p:tavLst>
                                        <p:tav tm="0">
                                          <p:val>
                                            <p:strVal val="1+#ppt_h/2"/>
                                          </p:val>
                                        </p:tav>
                                        <p:tav tm="100000">
                                          <p:val>
                                            <p:strVal val="#ppt_y"/>
                                          </p:val>
                                        </p:tav>
                                      </p:tavLst>
                                    </p:anim>
                                  </p:childTnLst>
                                </p:cTn>
                              </p:par>
                            </p:childTnLst>
                          </p:cTn>
                        </p:par>
                        <p:par>
                          <p:cTn id="32" fill="hold">
                            <p:stCondLst>
                              <p:cond delay="2000"/>
                            </p:stCondLst>
                            <p:childTnLst>
                              <p:par>
                                <p:cTn id="33" presetID="16" presetClass="entr" presetSubtype="21" fill="hold" grpId="0" nodeType="after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barn(inVertical)">
                                      <p:cBhvr>
                                        <p:cTn id="3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1" grpId="0" animBg="1"/>
      <p:bldP spid="22" grpId="0" animBg="1"/>
      <p:bldP spid="39" grpId="0"/>
      <p:bldP spid="40" grpId="0"/>
      <p:bldP spid="4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custDataLst>
              <p:tags r:id="rId1"/>
            </p:custDataLst>
          </p:nvPr>
        </p:nvPicPr>
        <p:blipFill>
          <a:blip r:embed="rId2"/>
          <a:stretch>
            <a:fillRect/>
          </a:stretch>
        </p:blipFill>
        <p:spPr>
          <a:xfrm>
            <a:off x="0" y="0"/>
            <a:ext cx="9144000" cy="5143499"/>
          </a:xfrm>
          <a:prstGeom prst="rect">
            <a:avLst/>
          </a:prstGeom>
        </p:spPr>
      </p:pic>
      <p:sp>
        <p:nvSpPr>
          <p:cNvPr id="5" name="矩形 4"/>
          <p:cNvSpPr/>
          <p:nvPr>
            <p:custDataLst>
              <p:tags r:id="rId3"/>
            </p:custDataLst>
          </p:nvPr>
        </p:nvSpPr>
        <p:spPr>
          <a:xfrm>
            <a:off x="1038860" y="1442720"/>
            <a:ext cx="7114540" cy="3089275"/>
          </a:xfrm>
          <a:prstGeom prst="rect">
            <a:avLst/>
          </a:prstGeom>
          <a:solidFill>
            <a:srgbClr val="2196F3"/>
          </a:solidFill>
          <a:ln>
            <a:noFill/>
          </a:ln>
        </p:spPr>
        <p:style>
          <a:lnRef idx="2">
            <a:srgbClr val="2196F3">
              <a:shade val="50000"/>
            </a:srgbClr>
          </a:lnRef>
          <a:fillRef idx="1">
            <a:srgbClr val="2196F3"/>
          </a:fillRef>
          <a:effectRef idx="0">
            <a:srgbClr val="2196F3"/>
          </a:effectRef>
          <a:fontRef idx="minor">
            <a:srgbClr val="FFFFFF"/>
          </a:fontRef>
        </p:style>
        <p:txBody>
          <a:bodyPr rtlCol="0" anchor="ctr"/>
          <a:lstStyle/>
          <a:p>
            <a:pPr algn="ctr"/>
            <a:endParaRPr lang="zh-CN" altLang="en-US" sz="1350"/>
          </a:p>
        </p:txBody>
      </p:sp>
      <p:cxnSp>
        <p:nvCxnSpPr>
          <p:cNvPr id="10" name="直线连接符 9"/>
          <p:cNvCxnSpPr/>
          <p:nvPr>
            <p:custDataLst>
              <p:tags r:id="rId4"/>
            </p:custDataLst>
          </p:nvPr>
        </p:nvCxnSpPr>
        <p:spPr>
          <a:xfrm>
            <a:off x="4175812" y="2025821"/>
            <a:ext cx="709243" cy="0"/>
          </a:xfrm>
          <a:prstGeom prst="line">
            <a:avLst/>
          </a:prstGeom>
          <a:ln w="19050">
            <a:solidFill>
              <a:srgbClr val="FFFFFF"/>
            </a:solidFill>
          </a:ln>
        </p:spPr>
        <p:style>
          <a:lnRef idx="1">
            <a:srgbClr val="2196F3"/>
          </a:lnRef>
          <a:fillRef idx="0">
            <a:srgbClr val="2196F3"/>
          </a:fillRef>
          <a:effectRef idx="0">
            <a:srgbClr val="2196F3"/>
          </a:effectRef>
          <a:fontRef idx="minor">
            <a:srgbClr val="222222"/>
          </a:fontRef>
        </p:style>
      </p:cxnSp>
      <p:sp>
        <p:nvSpPr>
          <p:cNvPr id="8" name="矩形 7"/>
          <p:cNvSpPr/>
          <p:nvPr>
            <p:custDataLst>
              <p:tags r:id="rId5"/>
            </p:custDataLst>
          </p:nvPr>
        </p:nvSpPr>
        <p:spPr>
          <a:xfrm>
            <a:off x="1038860" y="1442720"/>
            <a:ext cx="7114540" cy="76200"/>
          </a:xfrm>
          <a:prstGeom prst="rect">
            <a:avLst/>
          </a:prstGeom>
          <a:solidFill>
            <a:srgbClr val="2196F3">
              <a:lumMod val="75000"/>
            </a:srgbClr>
          </a:solidFill>
          <a:ln>
            <a:noFill/>
          </a:ln>
        </p:spPr>
        <p:style>
          <a:lnRef idx="2">
            <a:srgbClr val="2196F3">
              <a:shade val="50000"/>
            </a:srgbClr>
          </a:lnRef>
          <a:fillRef idx="1">
            <a:srgbClr val="2196F3"/>
          </a:fillRef>
          <a:effectRef idx="0">
            <a:srgbClr val="2196F3"/>
          </a:effectRef>
          <a:fontRef idx="minor">
            <a:srgbClr val="FFFFFF"/>
          </a:fontRef>
        </p:style>
        <p:txBody>
          <a:bodyPr rtlCol="0" anchor="ctr"/>
          <a:lstStyle/>
          <a:p>
            <a:pPr algn="ctr"/>
            <a:endParaRPr kumimoji="1" lang="zh-CN" altLang="en-US" sz="1350"/>
          </a:p>
        </p:txBody>
      </p:sp>
      <p:sp>
        <p:nvSpPr>
          <p:cNvPr id="20" name="TextBox 5"/>
          <p:cNvSpPr txBox="1"/>
          <p:nvPr>
            <p:custDataLst>
              <p:tags r:id="rId6"/>
            </p:custDataLst>
          </p:nvPr>
        </p:nvSpPr>
        <p:spPr>
          <a:xfrm>
            <a:off x="3945140" y="1558210"/>
            <a:ext cx="1725410" cy="392415"/>
          </a:xfrm>
          <a:prstGeom prst="rect">
            <a:avLst/>
          </a:prstGeom>
          <a:noFill/>
        </p:spPr>
        <p:txBody>
          <a:bodyPr wrap="square" bIns="0" rtlCol="0" anchor="b" anchorCtr="0">
            <a:normAutofit/>
          </a:bodyPr>
          <a:lstStyle/>
          <a:p>
            <a:pPr>
              <a:lnSpc>
                <a:spcPct val="120000"/>
              </a:lnSpc>
            </a:pPr>
            <a:r>
              <a:rPr lang="zh-CN" altLang="en-US" b="1" spc="300" dirty="0">
                <a:solidFill>
                  <a:srgbClr val="FFFFFF"/>
                </a:solidFill>
                <a:latin typeface="微软雅黑" panose="020B0503020204020204" charset="-122"/>
                <a:ea typeface="微软雅黑" panose="020B0503020204020204" charset="-122"/>
              </a:rPr>
              <a:t>项目导读</a:t>
            </a:r>
            <a:endParaRPr lang="zh-CN" altLang="en-US" b="1" spc="300" dirty="0">
              <a:solidFill>
                <a:srgbClr val="FFFFFF"/>
              </a:solidFill>
              <a:latin typeface="微软雅黑" panose="020B0503020204020204" charset="-122"/>
              <a:ea typeface="微软雅黑" panose="020B0503020204020204" charset="-122"/>
            </a:endParaRPr>
          </a:p>
        </p:txBody>
      </p:sp>
      <p:sp>
        <p:nvSpPr>
          <p:cNvPr id="21" name="文本框 20"/>
          <p:cNvSpPr txBox="1"/>
          <p:nvPr>
            <p:custDataLst>
              <p:tags r:id="rId7"/>
            </p:custDataLst>
          </p:nvPr>
        </p:nvSpPr>
        <p:spPr>
          <a:xfrm>
            <a:off x="1416685" y="2161540"/>
            <a:ext cx="6401435" cy="2060575"/>
          </a:xfrm>
          <a:prstGeom prst="rect">
            <a:avLst/>
          </a:prstGeom>
          <a:noFill/>
        </p:spPr>
        <p:txBody>
          <a:bodyPr wrap="square" tIns="0" rtlCol="0">
            <a:spAutoFit/>
          </a:bodyPr>
          <a:lstStyle>
            <a:defPPr>
              <a:defRPr lang="en-US"/>
            </a:defPPr>
            <a:lvl1pPr marL="342900" indent="-342900">
              <a:lnSpc>
                <a:spcPct val="140000"/>
              </a:lnSpc>
              <a:buFont typeface="Arial" panose="020B0604020202020204" pitchFamily="34" charset="0"/>
              <a:buAutoNum type="arabicPeriod"/>
              <a:defRPr kumimoji="1" sz="1400">
                <a:solidFill>
                  <a:srgbClr val="222222">
                    <a:lumMod val="75000"/>
                    <a:lumOff val="25000"/>
                  </a:srgbClr>
                </a:solidFill>
              </a:defRPr>
            </a:lvl1pPr>
          </a:lstStyle>
          <a:p>
            <a:pPr marL="0" indent="304800" algn="just" fontAlgn="auto">
              <a:lnSpc>
                <a:spcPct val="130000"/>
              </a:lnSpc>
              <a:spcBef>
                <a:spcPts val="0"/>
              </a:spcBef>
              <a:spcAft>
                <a:spcPts val="500"/>
              </a:spcAft>
              <a:buNone/>
              <a:extLst>
                <a:ext uri="{35155182-B16C-46BC-9424-99874614C6A1}">
                  <wpsdc:indentchars xmlns:wpsdc="http://www.wps.cn/officeDocument/2017/drawingmlCustomData" val="200" checksum="2875442453"/>
                </a:ext>
              </a:extLst>
            </a:pPr>
            <a:r>
              <a:rPr lang="zh-CN" altLang="en-US" sz="1050" spc="150" dirty="0">
                <a:solidFill>
                  <a:srgbClr val="FFFFFF"/>
                </a:solidFill>
                <a:latin typeface="微软雅黑" panose="020B0503020204020204" charset="-122"/>
                <a:ea typeface="微软雅黑" panose="020B0503020204020204" charset="-122"/>
              </a:rPr>
              <a:t>随着计算机和多媒体设备的普及，现在的人们越来越多地使用演示文稿进行教学、做汇报、推介产品等。PowerPoint（简称 PPT）就是一个演示文稿制作软件，其演示的方式是幻灯片。</a:t>
            </a:r>
            <a:endParaRPr lang="zh-CN" altLang="en-US" sz="1050" spc="150" dirty="0">
              <a:solidFill>
                <a:srgbClr val="FFFFFF"/>
              </a:solidFill>
              <a:latin typeface="微软雅黑" panose="020B0503020204020204" charset="-122"/>
              <a:ea typeface="微软雅黑" panose="020B0503020204020204" charset="-122"/>
            </a:endParaRPr>
          </a:p>
          <a:p>
            <a:pPr marL="0" indent="304800" algn="just" fontAlgn="auto">
              <a:lnSpc>
                <a:spcPct val="130000"/>
              </a:lnSpc>
              <a:spcBef>
                <a:spcPts val="0"/>
              </a:spcBef>
              <a:spcAft>
                <a:spcPts val="500"/>
              </a:spcAft>
              <a:buNone/>
              <a:extLst>
                <a:ext uri="{35155182-B16C-46BC-9424-99874614C6A1}">
                  <wpsdc:indentchars xmlns:wpsdc="http://www.wps.cn/officeDocument/2017/drawingmlCustomData" val="200" checksum="2875442453"/>
                </a:ext>
              </a:extLst>
            </a:pPr>
            <a:r>
              <a:rPr lang="zh-CN" altLang="en-US" sz="1050" spc="150" dirty="0">
                <a:solidFill>
                  <a:srgbClr val="FFFFFF"/>
                </a:solidFill>
                <a:latin typeface="微软雅黑" panose="020B0503020204020204" charset="-122"/>
                <a:ea typeface="微软雅黑" panose="020B0503020204020204" charset="-122"/>
              </a:rPr>
              <a:t>PowerPoint 和 Word、Excel 等应用软件一样，都是 Microsoft 公司推出的 Office 系列产品之一，主要用于演示文稿的创建，即幻灯片的制作。使用 PowerPoint 能够制作出集文字、图形、图像、声音以及视频剪辑等多媒体元素于一体的演示文稿，把自己所要表达的信息组织在一组图文并茂的画面中，来更好地介绍公司的产品、展示自己的学术成果，具有生动活泼、形象逼真的动画效果，具有很强的感染力。</a:t>
            </a:r>
            <a:endParaRPr lang="zh-CN" altLang="en-US" sz="1050" spc="150" dirty="0">
              <a:solidFill>
                <a:srgbClr val="FFFFFF"/>
              </a:solidFill>
              <a:latin typeface="微软雅黑" panose="020B0503020204020204" charset="-122"/>
              <a:ea typeface="微软雅黑" panose="020B0503020204020204" charset="-122"/>
            </a:endParaRPr>
          </a:p>
          <a:p>
            <a:pPr marL="0" indent="304800" algn="just" fontAlgn="auto">
              <a:lnSpc>
                <a:spcPct val="130000"/>
              </a:lnSpc>
              <a:spcBef>
                <a:spcPts val="0"/>
              </a:spcBef>
              <a:spcAft>
                <a:spcPts val="500"/>
              </a:spcAft>
              <a:buNone/>
              <a:extLst>
                <a:ext uri="{35155182-B16C-46BC-9424-99874614C6A1}">
                  <wpsdc:indentchars xmlns:wpsdc="http://www.wps.cn/officeDocument/2017/drawingmlCustomData" val="200" checksum="2875442453"/>
                </a:ext>
              </a:extLst>
            </a:pPr>
            <a:r>
              <a:rPr lang="zh-CN" altLang="en-US" sz="1050" spc="150" dirty="0">
                <a:solidFill>
                  <a:srgbClr val="FFFFFF"/>
                </a:solidFill>
                <a:latin typeface="微软雅黑" panose="020B0503020204020204" charset="-122"/>
                <a:ea typeface="微软雅黑" panose="020B0503020204020204" charset="-122"/>
              </a:rPr>
              <a:t>本项目将通过两个学习型任务来学习 PowerPoint 演示文稿的制作、编辑、放映方法。</a:t>
            </a:r>
            <a:endParaRPr lang="zh-CN" altLang="en-US" sz="1050" spc="150" dirty="0">
              <a:solidFill>
                <a:srgbClr val="FFFFFF"/>
              </a:solidFill>
              <a:latin typeface="微软雅黑" panose="020B0503020204020204" charset="-122"/>
              <a:ea typeface="微软雅黑" panose="020B0503020204020204" charset="-122"/>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1"/>
          <p:cNvGrpSpPr/>
          <p:nvPr/>
        </p:nvGrpSpPr>
        <p:grpSpPr>
          <a:xfrm>
            <a:off x="840105" y="1176020"/>
            <a:ext cx="2912745" cy="3155315"/>
            <a:chOff x="1417" y="2008"/>
            <a:chExt cx="4587" cy="4969"/>
          </a:xfrm>
        </p:grpSpPr>
        <p:sp>
          <p:nvSpPr>
            <p:cNvPr id="27" name="任意多边形 26"/>
            <p:cNvSpPr/>
            <p:nvPr>
              <p:custDataLst>
                <p:tags r:id="rId1"/>
              </p:custDataLst>
            </p:nvPr>
          </p:nvSpPr>
          <p:spPr bwMode="auto">
            <a:xfrm rot="19150809" flipH="1">
              <a:off x="1987" y="2867"/>
              <a:ext cx="182" cy="357"/>
            </a:xfrm>
            <a:custGeom>
              <a:avLst/>
              <a:gdLst>
                <a:gd name="T0" fmla="*/ 80 w 152"/>
                <a:gd name="T1" fmla="*/ 2 h 410"/>
                <a:gd name="T2" fmla="*/ 80 w 152"/>
                <a:gd name="T3" fmla="*/ 2 h 410"/>
                <a:gd name="T4" fmla="*/ 84 w 152"/>
                <a:gd name="T5" fmla="*/ 10 h 410"/>
                <a:gd name="T6" fmla="*/ 100 w 152"/>
                <a:gd name="T7" fmla="*/ 32 h 410"/>
                <a:gd name="T8" fmla="*/ 118 w 152"/>
                <a:gd name="T9" fmla="*/ 66 h 410"/>
                <a:gd name="T10" fmla="*/ 128 w 152"/>
                <a:gd name="T11" fmla="*/ 88 h 410"/>
                <a:gd name="T12" fmla="*/ 136 w 152"/>
                <a:gd name="T13" fmla="*/ 112 h 410"/>
                <a:gd name="T14" fmla="*/ 144 w 152"/>
                <a:gd name="T15" fmla="*/ 138 h 410"/>
                <a:gd name="T16" fmla="*/ 150 w 152"/>
                <a:gd name="T17" fmla="*/ 168 h 410"/>
                <a:gd name="T18" fmla="*/ 152 w 152"/>
                <a:gd name="T19" fmla="*/ 198 h 410"/>
                <a:gd name="T20" fmla="*/ 152 w 152"/>
                <a:gd name="T21" fmla="*/ 230 h 410"/>
                <a:gd name="T22" fmla="*/ 148 w 152"/>
                <a:gd name="T23" fmla="*/ 264 h 410"/>
                <a:gd name="T24" fmla="*/ 138 w 152"/>
                <a:gd name="T25" fmla="*/ 298 h 410"/>
                <a:gd name="T26" fmla="*/ 124 w 152"/>
                <a:gd name="T27" fmla="*/ 334 h 410"/>
                <a:gd name="T28" fmla="*/ 116 w 152"/>
                <a:gd name="T29" fmla="*/ 352 h 410"/>
                <a:gd name="T30" fmla="*/ 106 w 152"/>
                <a:gd name="T31" fmla="*/ 370 h 410"/>
                <a:gd name="T32" fmla="*/ 106 w 152"/>
                <a:gd name="T33" fmla="*/ 370 h 410"/>
                <a:gd name="T34" fmla="*/ 96 w 152"/>
                <a:gd name="T35" fmla="*/ 386 h 410"/>
                <a:gd name="T36" fmla="*/ 84 w 152"/>
                <a:gd name="T37" fmla="*/ 398 h 410"/>
                <a:gd name="T38" fmla="*/ 74 w 152"/>
                <a:gd name="T39" fmla="*/ 406 h 410"/>
                <a:gd name="T40" fmla="*/ 66 w 152"/>
                <a:gd name="T41" fmla="*/ 408 h 410"/>
                <a:gd name="T42" fmla="*/ 56 w 152"/>
                <a:gd name="T43" fmla="*/ 410 h 410"/>
                <a:gd name="T44" fmla="*/ 48 w 152"/>
                <a:gd name="T45" fmla="*/ 406 h 410"/>
                <a:gd name="T46" fmla="*/ 42 w 152"/>
                <a:gd name="T47" fmla="*/ 400 h 410"/>
                <a:gd name="T48" fmla="*/ 34 w 152"/>
                <a:gd name="T49" fmla="*/ 390 h 410"/>
                <a:gd name="T50" fmla="*/ 28 w 152"/>
                <a:gd name="T51" fmla="*/ 380 h 410"/>
                <a:gd name="T52" fmla="*/ 22 w 152"/>
                <a:gd name="T53" fmla="*/ 366 h 410"/>
                <a:gd name="T54" fmla="*/ 12 w 152"/>
                <a:gd name="T55" fmla="*/ 332 h 410"/>
                <a:gd name="T56" fmla="*/ 6 w 152"/>
                <a:gd name="T57" fmla="*/ 292 h 410"/>
                <a:gd name="T58" fmla="*/ 0 w 152"/>
                <a:gd name="T59" fmla="*/ 250 h 410"/>
                <a:gd name="T60" fmla="*/ 0 w 152"/>
                <a:gd name="T61" fmla="*/ 204 h 410"/>
                <a:gd name="T62" fmla="*/ 0 w 152"/>
                <a:gd name="T63" fmla="*/ 158 h 410"/>
                <a:gd name="T64" fmla="*/ 6 w 152"/>
                <a:gd name="T65" fmla="*/ 114 h 410"/>
                <a:gd name="T66" fmla="*/ 14 w 152"/>
                <a:gd name="T67" fmla="*/ 76 h 410"/>
                <a:gd name="T68" fmla="*/ 18 w 152"/>
                <a:gd name="T69" fmla="*/ 58 h 410"/>
                <a:gd name="T70" fmla="*/ 24 w 152"/>
                <a:gd name="T71" fmla="*/ 42 h 410"/>
                <a:gd name="T72" fmla="*/ 32 w 152"/>
                <a:gd name="T73" fmla="*/ 30 h 410"/>
                <a:gd name="T74" fmla="*/ 38 w 152"/>
                <a:gd name="T75" fmla="*/ 18 h 410"/>
                <a:gd name="T76" fmla="*/ 48 w 152"/>
                <a:gd name="T77" fmla="*/ 10 h 410"/>
                <a:gd name="T78" fmla="*/ 58 w 152"/>
                <a:gd name="T79" fmla="*/ 4 h 410"/>
                <a:gd name="T80" fmla="*/ 68 w 152"/>
                <a:gd name="T81" fmla="*/ 0 h 410"/>
                <a:gd name="T82" fmla="*/ 80 w 152"/>
                <a:gd name="T83" fmla="*/ 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2" h="410">
                  <a:moveTo>
                    <a:pt x="80" y="2"/>
                  </a:moveTo>
                  <a:lnTo>
                    <a:pt x="80" y="2"/>
                  </a:lnTo>
                  <a:lnTo>
                    <a:pt x="84" y="10"/>
                  </a:lnTo>
                  <a:lnTo>
                    <a:pt x="100" y="32"/>
                  </a:lnTo>
                  <a:lnTo>
                    <a:pt x="118" y="66"/>
                  </a:lnTo>
                  <a:lnTo>
                    <a:pt x="128" y="88"/>
                  </a:lnTo>
                  <a:lnTo>
                    <a:pt x="136" y="112"/>
                  </a:lnTo>
                  <a:lnTo>
                    <a:pt x="144" y="138"/>
                  </a:lnTo>
                  <a:lnTo>
                    <a:pt x="150" y="168"/>
                  </a:lnTo>
                  <a:lnTo>
                    <a:pt x="152" y="198"/>
                  </a:lnTo>
                  <a:lnTo>
                    <a:pt x="152" y="230"/>
                  </a:lnTo>
                  <a:lnTo>
                    <a:pt x="148" y="264"/>
                  </a:lnTo>
                  <a:lnTo>
                    <a:pt x="138" y="298"/>
                  </a:lnTo>
                  <a:lnTo>
                    <a:pt x="124" y="334"/>
                  </a:lnTo>
                  <a:lnTo>
                    <a:pt x="116" y="352"/>
                  </a:lnTo>
                  <a:lnTo>
                    <a:pt x="106" y="370"/>
                  </a:lnTo>
                  <a:lnTo>
                    <a:pt x="106" y="370"/>
                  </a:lnTo>
                  <a:lnTo>
                    <a:pt x="96" y="386"/>
                  </a:lnTo>
                  <a:lnTo>
                    <a:pt x="84" y="398"/>
                  </a:lnTo>
                  <a:lnTo>
                    <a:pt x="74" y="406"/>
                  </a:lnTo>
                  <a:lnTo>
                    <a:pt x="66" y="408"/>
                  </a:lnTo>
                  <a:lnTo>
                    <a:pt x="56" y="410"/>
                  </a:lnTo>
                  <a:lnTo>
                    <a:pt x="48" y="406"/>
                  </a:lnTo>
                  <a:lnTo>
                    <a:pt x="42" y="400"/>
                  </a:lnTo>
                  <a:lnTo>
                    <a:pt x="34" y="390"/>
                  </a:lnTo>
                  <a:lnTo>
                    <a:pt x="28" y="380"/>
                  </a:lnTo>
                  <a:lnTo>
                    <a:pt x="22" y="366"/>
                  </a:lnTo>
                  <a:lnTo>
                    <a:pt x="12" y="332"/>
                  </a:lnTo>
                  <a:lnTo>
                    <a:pt x="6" y="292"/>
                  </a:lnTo>
                  <a:lnTo>
                    <a:pt x="0" y="250"/>
                  </a:lnTo>
                  <a:lnTo>
                    <a:pt x="0" y="204"/>
                  </a:lnTo>
                  <a:lnTo>
                    <a:pt x="0" y="158"/>
                  </a:lnTo>
                  <a:lnTo>
                    <a:pt x="6" y="114"/>
                  </a:lnTo>
                  <a:lnTo>
                    <a:pt x="14" y="76"/>
                  </a:lnTo>
                  <a:lnTo>
                    <a:pt x="18" y="58"/>
                  </a:lnTo>
                  <a:lnTo>
                    <a:pt x="24" y="42"/>
                  </a:lnTo>
                  <a:lnTo>
                    <a:pt x="32" y="30"/>
                  </a:lnTo>
                  <a:lnTo>
                    <a:pt x="38" y="18"/>
                  </a:lnTo>
                  <a:lnTo>
                    <a:pt x="48" y="10"/>
                  </a:lnTo>
                  <a:lnTo>
                    <a:pt x="58" y="4"/>
                  </a:lnTo>
                  <a:lnTo>
                    <a:pt x="68" y="0"/>
                  </a:lnTo>
                  <a:lnTo>
                    <a:pt x="80" y="2"/>
                  </a:lnTo>
                  <a:close/>
                </a:path>
              </a:pathLst>
            </a:custGeom>
            <a:solidFill>
              <a:srgbClr val="755243"/>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28" name="任意多边形 27"/>
            <p:cNvSpPr/>
            <p:nvPr>
              <p:custDataLst>
                <p:tags r:id="rId2"/>
              </p:custDataLst>
            </p:nvPr>
          </p:nvSpPr>
          <p:spPr bwMode="auto">
            <a:xfrm>
              <a:off x="4184" y="3512"/>
              <a:ext cx="415" cy="238"/>
            </a:xfrm>
            <a:custGeom>
              <a:avLst/>
              <a:gdLst>
                <a:gd name="T0" fmla="*/ 346 w 346"/>
                <a:gd name="T1" fmla="*/ 126 h 198"/>
                <a:gd name="T2" fmla="*/ 346 w 346"/>
                <a:gd name="T3" fmla="*/ 126 h 198"/>
                <a:gd name="T4" fmla="*/ 296 w 346"/>
                <a:gd name="T5" fmla="*/ 112 h 198"/>
                <a:gd name="T6" fmla="*/ 254 w 346"/>
                <a:gd name="T7" fmla="*/ 102 h 198"/>
                <a:gd name="T8" fmla="*/ 236 w 346"/>
                <a:gd name="T9" fmla="*/ 100 h 198"/>
                <a:gd name="T10" fmla="*/ 224 w 346"/>
                <a:gd name="T11" fmla="*/ 98 h 198"/>
                <a:gd name="T12" fmla="*/ 224 w 346"/>
                <a:gd name="T13" fmla="*/ 98 h 198"/>
                <a:gd name="T14" fmla="*/ 218 w 346"/>
                <a:gd name="T15" fmla="*/ 100 h 198"/>
                <a:gd name="T16" fmla="*/ 212 w 346"/>
                <a:gd name="T17" fmla="*/ 104 h 198"/>
                <a:gd name="T18" fmla="*/ 198 w 346"/>
                <a:gd name="T19" fmla="*/ 116 h 198"/>
                <a:gd name="T20" fmla="*/ 182 w 346"/>
                <a:gd name="T21" fmla="*/ 132 h 198"/>
                <a:gd name="T22" fmla="*/ 166 w 346"/>
                <a:gd name="T23" fmla="*/ 152 h 198"/>
                <a:gd name="T24" fmla="*/ 150 w 346"/>
                <a:gd name="T25" fmla="*/ 170 h 198"/>
                <a:gd name="T26" fmla="*/ 136 w 346"/>
                <a:gd name="T27" fmla="*/ 186 h 198"/>
                <a:gd name="T28" fmla="*/ 122 w 346"/>
                <a:gd name="T29" fmla="*/ 196 h 198"/>
                <a:gd name="T30" fmla="*/ 116 w 346"/>
                <a:gd name="T31" fmla="*/ 198 h 198"/>
                <a:gd name="T32" fmla="*/ 112 w 346"/>
                <a:gd name="T33" fmla="*/ 198 h 198"/>
                <a:gd name="T34" fmla="*/ 112 w 346"/>
                <a:gd name="T35" fmla="*/ 198 h 198"/>
                <a:gd name="T36" fmla="*/ 84 w 346"/>
                <a:gd name="T37" fmla="*/ 192 h 198"/>
                <a:gd name="T38" fmla="*/ 68 w 346"/>
                <a:gd name="T39" fmla="*/ 186 h 198"/>
                <a:gd name="T40" fmla="*/ 50 w 346"/>
                <a:gd name="T41" fmla="*/ 178 h 198"/>
                <a:gd name="T42" fmla="*/ 32 w 346"/>
                <a:gd name="T43" fmla="*/ 170 h 198"/>
                <a:gd name="T44" fmla="*/ 18 w 346"/>
                <a:gd name="T45" fmla="*/ 160 h 198"/>
                <a:gd name="T46" fmla="*/ 12 w 346"/>
                <a:gd name="T47" fmla="*/ 152 h 198"/>
                <a:gd name="T48" fmla="*/ 6 w 346"/>
                <a:gd name="T49" fmla="*/ 146 h 198"/>
                <a:gd name="T50" fmla="*/ 2 w 346"/>
                <a:gd name="T51" fmla="*/ 138 h 198"/>
                <a:gd name="T52" fmla="*/ 0 w 346"/>
                <a:gd name="T53" fmla="*/ 130 h 198"/>
                <a:gd name="T54" fmla="*/ 0 w 346"/>
                <a:gd name="T55" fmla="*/ 130 h 198"/>
                <a:gd name="T56" fmla="*/ 0 w 346"/>
                <a:gd name="T57" fmla="*/ 120 h 198"/>
                <a:gd name="T58" fmla="*/ 2 w 346"/>
                <a:gd name="T59" fmla="*/ 110 h 198"/>
                <a:gd name="T60" fmla="*/ 6 w 346"/>
                <a:gd name="T61" fmla="*/ 100 h 198"/>
                <a:gd name="T62" fmla="*/ 12 w 346"/>
                <a:gd name="T63" fmla="*/ 90 h 198"/>
                <a:gd name="T64" fmla="*/ 28 w 346"/>
                <a:gd name="T65" fmla="*/ 68 h 198"/>
                <a:gd name="T66" fmla="*/ 46 w 346"/>
                <a:gd name="T67" fmla="*/ 48 h 198"/>
                <a:gd name="T68" fmla="*/ 64 w 346"/>
                <a:gd name="T69" fmla="*/ 28 h 198"/>
                <a:gd name="T70" fmla="*/ 80 w 346"/>
                <a:gd name="T71" fmla="*/ 14 h 198"/>
                <a:gd name="T72" fmla="*/ 96 w 346"/>
                <a:gd name="T73" fmla="*/ 0 h 198"/>
                <a:gd name="T74" fmla="*/ 96 w 346"/>
                <a:gd name="T75" fmla="*/ 0 h 198"/>
                <a:gd name="T76" fmla="*/ 130 w 346"/>
                <a:gd name="T77" fmla="*/ 14 h 198"/>
                <a:gd name="T78" fmla="*/ 208 w 346"/>
                <a:gd name="T79" fmla="*/ 48 h 198"/>
                <a:gd name="T80" fmla="*/ 252 w 346"/>
                <a:gd name="T81" fmla="*/ 70 h 198"/>
                <a:gd name="T82" fmla="*/ 292 w 346"/>
                <a:gd name="T83" fmla="*/ 90 h 198"/>
                <a:gd name="T84" fmla="*/ 326 w 346"/>
                <a:gd name="T85" fmla="*/ 110 h 198"/>
                <a:gd name="T86" fmla="*/ 338 w 346"/>
                <a:gd name="T87" fmla="*/ 118 h 198"/>
                <a:gd name="T88" fmla="*/ 346 w 346"/>
                <a:gd name="T89" fmla="*/ 126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6" h="198">
                  <a:moveTo>
                    <a:pt x="346" y="126"/>
                  </a:moveTo>
                  <a:lnTo>
                    <a:pt x="346" y="126"/>
                  </a:lnTo>
                  <a:lnTo>
                    <a:pt x="296" y="112"/>
                  </a:lnTo>
                  <a:lnTo>
                    <a:pt x="254" y="102"/>
                  </a:lnTo>
                  <a:lnTo>
                    <a:pt x="236" y="100"/>
                  </a:lnTo>
                  <a:lnTo>
                    <a:pt x="224" y="98"/>
                  </a:lnTo>
                  <a:lnTo>
                    <a:pt x="224" y="98"/>
                  </a:lnTo>
                  <a:lnTo>
                    <a:pt x="218" y="100"/>
                  </a:lnTo>
                  <a:lnTo>
                    <a:pt x="212" y="104"/>
                  </a:lnTo>
                  <a:lnTo>
                    <a:pt x="198" y="116"/>
                  </a:lnTo>
                  <a:lnTo>
                    <a:pt x="182" y="132"/>
                  </a:lnTo>
                  <a:lnTo>
                    <a:pt x="166" y="152"/>
                  </a:lnTo>
                  <a:lnTo>
                    <a:pt x="150" y="170"/>
                  </a:lnTo>
                  <a:lnTo>
                    <a:pt x="136" y="186"/>
                  </a:lnTo>
                  <a:lnTo>
                    <a:pt x="122" y="196"/>
                  </a:lnTo>
                  <a:lnTo>
                    <a:pt x="116" y="198"/>
                  </a:lnTo>
                  <a:lnTo>
                    <a:pt x="112" y="198"/>
                  </a:lnTo>
                  <a:lnTo>
                    <a:pt x="112" y="198"/>
                  </a:lnTo>
                  <a:lnTo>
                    <a:pt x="84" y="192"/>
                  </a:lnTo>
                  <a:lnTo>
                    <a:pt x="68" y="186"/>
                  </a:lnTo>
                  <a:lnTo>
                    <a:pt x="50" y="178"/>
                  </a:lnTo>
                  <a:lnTo>
                    <a:pt x="32" y="170"/>
                  </a:lnTo>
                  <a:lnTo>
                    <a:pt x="18" y="160"/>
                  </a:lnTo>
                  <a:lnTo>
                    <a:pt x="12" y="152"/>
                  </a:lnTo>
                  <a:lnTo>
                    <a:pt x="6" y="146"/>
                  </a:lnTo>
                  <a:lnTo>
                    <a:pt x="2" y="138"/>
                  </a:lnTo>
                  <a:lnTo>
                    <a:pt x="0" y="130"/>
                  </a:lnTo>
                  <a:lnTo>
                    <a:pt x="0" y="130"/>
                  </a:lnTo>
                  <a:lnTo>
                    <a:pt x="0" y="120"/>
                  </a:lnTo>
                  <a:lnTo>
                    <a:pt x="2" y="110"/>
                  </a:lnTo>
                  <a:lnTo>
                    <a:pt x="6" y="100"/>
                  </a:lnTo>
                  <a:lnTo>
                    <a:pt x="12" y="90"/>
                  </a:lnTo>
                  <a:lnTo>
                    <a:pt x="28" y="68"/>
                  </a:lnTo>
                  <a:lnTo>
                    <a:pt x="46" y="48"/>
                  </a:lnTo>
                  <a:lnTo>
                    <a:pt x="64" y="28"/>
                  </a:lnTo>
                  <a:lnTo>
                    <a:pt x="80" y="14"/>
                  </a:lnTo>
                  <a:lnTo>
                    <a:pt x="96" y="0"/>
                  </a:lnTo>
                  <a:lnTo>
                    <a:pt x="96" y="0"/>
                  </a:lnTo>
                  <a:lnTo>
                    <a:pt x="130" y="14"/>
                  </a:lnTo>
                  <a:lnTo>
                    <a:pt x="208" y="48"/>
                  </a:lnTo>
                  <a:lnTo>
                    <a:pt x="252" y="70"/>
                  </a:lnTo>
                  <a:lnTo>
                    <a:pt x="292" y="90"/>
                  </a:lnTo>
                  <a:lnTo>
                    <a:pt x="326" y="110"/>
                  </a:lnTo>
                  <a:lnTo>
                    <a:pt x="338" y="118"/>
                  </a:lnTo>
                  <a:lnTo>
                    <a:pt x="346" y="126"/>
                  </a:lnTo>
                  <a:close/>
                </a:path>
              </a:pathLst>
            </a:custGeom>
            <a:solidFill>
              <a:srgbClr val="F2CEA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29" name="任意多边形 28"/>
            <p:cNvSpPr/>
            <p:nvPr>
              <p:custDataLst>
                <p:tags r:id="rId3"/>
              </p:custDataLst>
            </p:nvPr>
          </p:nvSpPr>
          <p:spPr bwMode="auto">
            <a:xfrm>
              <a:off x="4184" y="3512"/>
              <a:ext cx="415" cy="238"/>
            </a:xfrm>
            <a:custGeom>
              <a:avLst/>
              <a:gdLst>
                <a:gd name="T0" fmla="*/ 346 w 346"/>
                <a:gd name="T1" fmla="*/ 126 h 198"/>
                <a:gd name="T2" fmla="*/ 346 w 346"/>
                <a:gd name="T3" fmla="*/ 126 h 198"/>
                <a:gd name="T4" fmla="*/ 296 w 346"/>
                <a:gd name="T5" fmla="*/ 112 h 198"/>
                <a:gd name="T6" fmla="*/ 254 w 346"/>
                <a:gd name="T7" fmla="*/ 102 h 198"/>
                <a:gd name="T8" fmla="*/ 236 w 346"/>
                <a:gd name="T9" fmla="*/ 100 h 198"/>
                <a:gd name="T10" fmla="*/ 224 w 346"/>
                <a:gd name="T11" fmla="*/ 98 h 198"/>
                <a:gd name="T12" fmla="*/ 224 w 346"/>
                <a:gd name="T13" fmla="*/ 98 h 198"/>
                <a:gd name="T14" fmla="*/ 218 w 346"/>
                <a:gd name="T15" fmla="*/ 100 h 198"/>
                <a:gd name="T16" fmla="*/ 212 w 346"/>
                <a:gd name="T17" fmla="*/ 104 h 198"/>
                <a:gd name="T18" fmla="*/ 198 w 346"/>
                <a:gd name="T19" fmla="*/ 116 h 198"/>
                <a:gd name="T20" fmla="*/ 182 w 346"/>
                <a:gd name="T21" fmla="*/ 132 h 198"/>
                <a:gd name="T22" fmla="*/ 166 w 346"/>
                <a:gd name="T23" fmla="*/ 152 h 198"/>
                <a:gd name="T24" fmla="*/ 150 w 346"/>
                <a:gd name="T25" fmla="*/ 170 h 198"/>
                <a:gd name="T26" fmla="*/ 136 w 346"/>
                <a:gd name="T27" fmla="*/ 186 h 198"/>
                <a:gd name="T28" fmla="*/ 122 w 346"/>
                <a:gd name="T29" fmla="*/ 196 h 198"/>
                <a:gd name="T30" fmla="*/ 116 w 346"/>
                <a:gd name="T31" fmla="*/ 198 h 198"/>
                <a:gd name="T32" fmla="*/ 112 w 346"/>
                <a:gd name="T33" fmla="*/ 198 h 198"/>
                <a:gd name="T34" fmla="*/ 112 w 346"/>
                <a:gd name="T35" fmla="*/ 198 h 198"/>
                <a:gd name="T36" fmla="*/ 84 w 346"/>
                <a:gd name="T37" fmla="*/ 192 h 198"/>
                <a:gd name="T38" fmla="*/ 68 w 346"/>
                <a:gd name="T39" fmla="*/ 186 h 198"/>
                <a:gd name="T40" fmla="*/ 50 w 346"/>
                <a:gd name="T41" fmla="*/ 178 h 198"/>
                <a:gd name="T42" fmla="*/ 32 w 346"/>
                <a:gd name="T43" fmla="*/ 170 h 198"/>
                <a:gd name="T44" fmla="*/ 18 w 346"/>
                <a:gd name="T45" fmla="*/ 160 h 198"/>
                <a:gd name="T46" fmla="*/ 12 w 346"/>
                <a:gd name="T47" fmla="*/ 152 h 198"/>
                <a:gd name="T48" fmla="*/ 6 w 346"/>
                <a:gd name="T49" fmla="*/ 146 h 198"/>
                <a:gd name="T50" fmla="*/ 2 w 346"/>
                <a:gd name="T51" fmla="*/ 138 h 198"/>
                <a:gd name="T52" fmla="*/ 0 w 346"/>
                <a:gd name="T53" fmla="*/ 130 h 198"/>
                <a:gd name="T54" fmla="*/ 0 w 346"/>
                <a:gd name="T55" fmla="*/ 130 h 198"/>
                <a:gd name="T56" fmla="*/ 0 w 346"/>
                <a:gd name="T57" fmla="*/ 120 h 198"/>
                <a:gd name="T58" fmla="*/ 2 w 346"/>
                <a:gd name="T59" fmla="*/ 110 h 198"/>
                <a:gd name="T60" fmla="*/ 6 w 346"/>
                <a:gd name="T61" fmla="*/ 100 h 198"/>
                <a:gd name="T62" fmla="*/ 12 w 346"/>
                <a:gd name="T63" fmla="*/ 90 h 198"/>
                <a:gd name="T64" fmla="*/ 28 w 346"/>
                <a:gd name="T65" fmla="*/ 68 h 198"/>
                <a:gd name="T66" fmla="*/ 46 w 346"/>
                <a:gd name="T67" fmla="*/ 48 h 198"/>
                <a:gd name="T68" fmla="*/ 64 w 346"/>
                <a:gd name="T69" fmla="*/ 28 h 198"/>
                <a:gd name="T70" fmla="*/ 80 w 346"/>
                <a:gd name="T71" fmla="*/ 14 h 198"/>
                <a:gd name="T72" fmla="*/ 96 w 346"/>
                <a:gd name="T73" fmla="*/ 0 h 198"/>
                <a:gd name="T74" fmla="*/ 96 w 346"/>
                <a:gd name="T75" fmla="*/ 0 h 198"/>
                <a:gd name="T76" fmla="*/ 130 w 346"/>
                <a:gd name="T77" fmla="*/ 14 h 198"/>
                <a:gd name="T78" fmla="*/ 208 w 346"/>
                <a:gd name="T79" fmla="*/ 48 h 198"/>
                <a:gd name="T80" fmla="*/ 252 w 346"/>
                <a:gd name="T81" fmla="*/ 70 h 198"/>
                <a:gd name="T82" fmla="*/ 292 w 346"/>
                <a:gd name="T83" fmla="*/ 90 h 198"/>
                <a:gd name="T84" fmla="*/ 326 w 346"/>
                <a:gd name="T85" fmla="*/ 110 h 198"/>
                <a:gd name="T86" fmla="*/ 338 w 346"/>
                <a:gd name="T87" fmla="*/ 118 h 198"/>
                <a:gd name="T88" fmla="*/ 346 w 346"/>
                <a:gd name="T89" fmla="*/ 126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6" h="198">
                  <a:moveTo>
                    <a:pt x="346" y="126"/>
                  </a:moveTo>
                  <a:lnTo>
                    <a:pt x="346" y="126"/>
                  </a:lnTo>
                  <a:lnTo>
                    <a:pt x="296" y="112"/>
                  </a:lnTo>
                  <a:lnTo>
                    <a:pt x="254" y="102"/>
                  </a:lnTo>
                  <a:lnTo>
                    <a:pt x="236" y="100"/>
                  </a:lnTo>
                  <a:lnTo>
                    <a:pt x="224" y="98"/>
                  </a:lnTo>
                  <a:lnTo>
                    <a:pt x="224" y="98"/>
                  </a:lnTo>
                  <a:lnTo>
                    <a:pt x="218" y="100"/>
                  </a:lnTo>
                  <a:lnTo>
                    <a:pt x="212" y="104"/>
                  </a:lnTo>
                  <a:lnTo>
                    <a:pt x="198" y="116"/>
                  </a:lnTo>
                  <a:lnTo>
                    <a:pt x="182" y="132"/>
                  </a:lnTo>
                  <a:lnTo>
                    <a:pt x="166" y="152"/>
                  </a:lnTo>
                  <a:lnTo>
                    <a:pt x="150" y="170"/>
                  </a:lnTo>
                  <a:lnTo>
                    <a:pt x="136" y="186"/>
                  </a:lnTo>
                  <a:lnTo>
                    <a:pt x="122" y="196"/>
                  </a:lnTo>
                  <a:lnTo>
                    <a:pt x="116" y="198"/>
                  </a:lnTo>
                  <a:lnTo>
                    <a:pt x="112" y="198"/>
                  </a:lnTo>
                  <a:lnTo>
                    <a:pt x="112" y="198"/>
                  </a:lnTo>
                  <a:lnTo>
                    <a:pt x="84" y="192"/>
                  </a:lnTo>
                  <a:lnTo>
                    <a:pt x="68" y="186"/>
                  </a:lnTo>
                  <a:lnTo>
                    <a:pt x="50" y="178"/>
                  </a:lnTo>
                  <a:lnTo>
                    <a:pt x="32" y="170"/>
                  </a:lnTo>
                  <a:lnTo>
                    <a:pt x="18" y="160"/>
                  </a:lnTo>
                  <a:lnTo>
                    <a:pt x="12" y="152"/>
                  </a:lnTo>
                  <a:lnTo>
                    <a:pt x="6" y="146"/>
                  </a:lnTo>
                  <a:lnTo>
                    <a:pt x="2" y="138"/>
                  </a:lnTo>
                  <a:lnTo>
                    <a:pt x="0" y="130"/>
                  </a:lnTo>
                  <a:lnTo>
                    <a:pt x="0" y="130"/>
                  </a:lnTo>
                  <a:lnTo>
                    <a:pt x="0" y="120"/>
                  </a:lnTo>
                  <a:lnTo>
                    <a:pt x="2" y="110"/>
                  </a:lnTo>
                  <a:lnTo>
                    <a:pt x="6" y="100"/>
                  </a:lnTo>
                  <a:lnTo>
                    <a:pt x="12" y="90"/>
                  </a:lnTo>
                  <a:lnTo>
                    <a:pt x="28" y="68"/>
                  </a:lnTo>
                  <a:lnTo>
                    <a:pt x="46" y="48"/>
                  </a:lnTo>
                  <a:lnTo>
                    <a:pt x="64" y="28"/>
                  </a:lnTo>
                  <a:lnTo>
                    <a:pt x="80" y="14"/>
                  </a:lnTo>
                  <a:lnTo>
                    <a:pt x="96" y="0"/>
                  </a:lnTo>
                  <a:lnTo>
                    <a:pt x="96" y="0"/>
                  </a:lnTo>
                  <a:lnTo>
                    <a:pt x="130" y="14"/>
                  </a:lnTo>
                  <a:lnTo>
                    <a:pt x="208" y="48"/>
                  </a:lnTo>
                  <a:lnTo>
                    <a:pt x="252" y="70"/>
                  </a:lnTo>
                  <a:lnTo>
                    <a:pt x="292" y="90"/>
                  </a:lnTo>
                  <a:lnTo>
                    <a:pt x="326" y="110"/>
                  </a:lnTo>
                  <a:lnTo>
                    <a:pt x="338" y="118"/>
                  </a:lnTo>
                  <a:lnTo>
                    <a:pt x="346" y="1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0" name="任意多边形 29"/>
            <p:cNvSpPr/>
            <p:nvPr>
              <p:custDataLst>
                <p:tags r:id="rId4"/>
              </p:custDataLst>
            </p:nvPr>
          </p:nvSpPr>
          <p:spPr bwMode="auto">
            <a:xfrm>
              <a:off x="3920" y="2188"/>
              <a:ext cx="1848" cy="1903"/>
            </a:xfrm>
            <a:custGeom>
              <a:avLst/>
              <a:gdLst>
                <a:gd name="T0" fmla="*/ 0 w 1540"/>
                <a:gd name="T1" fmla="*/ 1526 h 1586"/>
                <a:gd name="T2" fmla="*/ 0 w 1540"/>
                <a:gd name="T3" fmla="*/ 1526 h 1586"/>
                <a:gd name="T4" fmla="*/ 220 w 1540"/>
                <a:gd name="T5" fmla="*/ 1300 h 1586"/>
                <a:gd name="T6" fmla="*/ 712 w 1540"/>
                <a:gd name="T7" fmla="*/ 792 h 1586"/>
                <a:gd name="T8" fmla="*/ 982 w 1540"/>
                <a:gd name="T9" fmla="*/ 518 h 1586"/>
                <a:gd name="T10" fmla="*/ 1226 w 1540"/>
                <a:gd name="T11" fmla="*/ 272 h 1586"/>
                <a:gd name="T12" fmla="*/ 1410 w 1540"/>
                <a:gd name="T13" fmla="*/ 88 h 1586"/>
                <a:gd name="T14" fmla="*/ 1472 w 1540"/>
                <a:gd name="T15" fmla="*/ 30 h 1586"/>
                <a:gd name="T16" fmla="*/ 1506 w 1540"/>
                <a:gd name="T17" fmla="*/ 0 h 1586"/>
                <a:gd name="T18" fmla="*/ 1506 w 1540"/>
                <a:gd name="T19" fmla="*/ 0 h 1586"/>
                <a:gd name="T20" fmla="*/ 1516 w 1540"/>
                <a:gd name="T21" fmla="*/ 10 h 1586"/>
                <a:gd name="T22" fmla="*/ 1540 w 1540"/>
                <a:gd name="T23" fmla="*/ 32 h 1586"/>
                <a:gd name="T24" fmla="*/ 1540 w 1540"/>
                <a:gd name="T25" fmla="*/ 32 h 1586"/>
                <a:gd name="T26" fmla="*/ 854 w 1540"/>
                <a:gd name="T27" fmla="*/ 772 h 1586"/>
                <a:gd name="T28" fmla="*/ 360 w 1540"/>
                <a:gd name="T29" fmla="*/ 1302 h 1586"/>
                <a:gd name="T30" fmla="*/ 182 w 1540"/>
                <a:gd name="T31" fmla="*/ 1492 h 1586"/>
                <a:gd name="T32" fmla="*/ 124 w 1540"/>
                <a:gd name="T33" fmla="*/ 1554 h 1586"/>
                <a:gd name="T34" fmla="*/ 90 w 1540"/>
                <a:gd name="T35" fmla="*/ 1586 h 1586"/>
                <a:gd name="T36" fmla="*/ 90 w 1540"/>
                <a:gd name="T37" fmla="*/ 1586 h 1586"/>
                <a:gd name="T38" fmla="*/ 78 w 1540"/>
                <a:gd name="T39" fmla="*/ 1586 h 1586"/>
                <a:gd name="T40" fmla="*/ 64 w 1540"/>
                <a:gd name="T41" fmla="*/ 1582 h 1586"/>
                <a:gd name="T42" fmla="*/ 50 w 1540"/>
                <a:gd name="T43" fmla="*/ 1578 h 1586"/>
                <a:gd name="T44" fmla="*/ 34 w 1540"/>
                <a:gd name="T45" fmla="*/ 1570 h 1586"/>
                <a:gd name="T46" fmla="*/ 20 w 1540"/>
                <a:gd name="T47" fmla="*/ 1560 h 1586"/>
                <a:gd name="T48" fmla="*/ 14 w 1540"/>
                <a:gd name="T49" fmla="*/ 1552 h 1586"/>
                <a:gd name="T50" fmla="*/ 8 w 1540"/>
                <a:gd name="T51" fmla="*/ 1546 h 1586"/>
                <a:gd name="T52" fmla="*/ 2 w 1540"/>
                <a:gd name="T53" fmla="*/ 1536 h 1586"/>
                <a:gd name="T54" fmla="*/ 0 w 1540"/>
                <a:gd name="T55" fmla="*/ 1526 h 1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40" h="1586">
                  <a:moveTo>
                    <a:pt x="0" y="1526"/>
                  </a:moveTo>
                  <a:lnTo>
                    <a:pt x="0" y="1526"/>
                  </a:lnTo>
                  <a:lnTo>
                    <a:pt x="220" y="1300"/>
                  </a:lnTo>
                  <a:lnTo>
                    <a:pt x="712" y="792"/>
                  </a:lnTo>
                  <a:lnTo>
                    <a:pt x="982" y="518"/>
                  </a:lnTo>
                  <a:lnTo>
                    <a:pt x="1226" y="272"/>
                  </a:lnTo>
                  <a:lnTo>
                    <a:pt x="1410" y="88"/>
                  </a:lnTo>
                  <a:lnTo>
                    <a:pt x="1472" y="30"/>
                  </a:lnTo>
                  <a:lnTo>
                    <a:pt x="1506" y="0"/>
                  </a:lnTo>
                  <a:lnTo>
                    <a:pt x="1506" y="0"/>
                  </a:lnTo>
                  <a:lnTo>
                    <a:pt x="1516" y="10"/>
                  </a:lnTo>
                  <a:lnTo>
                    <a:pt x="1540" y="32"/>
                  </a:lnTo>
                  <a:lnTo>
                    <a:pt x="1540" y="32"/>
                  </a:lnTo>
                  <a:lnTo>
                    <a:pt x="854" y="772"/>
                  </a:lnTo>
                  <a:lnTo>
                    <a:pt x="360" y="1302"/>
                  </a:lnTo>
                  <a:lnTo>
                    <a:pt x="182" y="1492"/>
                  </a:lnTo>
                  <a:lnTo>
                    <a:pt x="124" y="1554"/>
                  </a:lnTo>
                  <a:lnTo>
                    <a:pt x="90" y="1586"/>
                  </a:lnTo>
                  <a:lnTo>
                    <a:pt x="90" y="1586"/>
                  </a:lnTo>
                  <a:lnTo>
                    <a:pt x="78" y="1586"/>
                  </a:lnTo>
                  <a:lnTo>
                    <a:pt x="64" y="1582"/>
                  </a:lnTo>
                  <a:lnTo>
                    <a:pt x="50" y="1578"/>
                  </a:lnTo>
                  <a:lnTo>
                    <a:pt x="34" y="1570"/>
                  </a:lnTo>
                  <a:lnTo>
                    <a:pt x="20" y="1560"/>
                  </a:lnTo>
                  <a:lnTo>
                    <a:pt x="14" y="1552"/>
                  </a:lnTo>
                  <a:lnTo>
                    <a:pt x="8" y="1546"/>
                  </a:lnTo>
                  <a:lnTo>
                    <a:pt x="2" y="1536"/>
                  </a:lnTo>
                  <a:lnTo>
                    <a:pt x="0" y="1526"/>
                  </a:lnTo>
                  <a:close/>
                </a:path>
              </a:pathLst>
            </a:custGeom>
            <a:solidFill>
              <a:srgbClr val="16161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1" name="任意多边形 30"/>
            <p:cNvSpPr/>
            <p:nvPr>
              <p:custDataLst>
                <p:tags r:id="rId5"/>
              </p:custDataLst>
            </p:nvPr>
          </p:nvSpPr>
          <p:spPr bwMode="auto">
            <a:xfrm>
              <a:off x="3920" y="2188"/>
              <a:ext cx="1848" cy="1903"/>
            </a:xfrm>
            <a:custGeom>
              <a:avLst/>
              <a:gdLst>
                <a:gd name="T0" fmla="*/ 0 w 1540"/>
                <a:gd name="T1" fmla="*/ 1526 h 1586"/>
                <a:gd name="T2" fmla="*/ 0 w 1540"/>
                <a:gd name="T3" fmla="*/ 1526 h 1586"/>
                <a:gd name="T4" fmla="*/ 220 w 1540"/>
                <a:gd name="T5" fmla="*/ 1300 h 1586"/>
                <a:gd name="T6" fmla="*/ 712 w 1540"/>
                <a:gd name="T7" fmla="*/ 792 h 1586"/>
                <a:gd name="T8" fmla="*/ 982 w 1540"/>
                <a:gd name="T9" fmla="*/ 518 h 1586"/>
                <a:gd name="T10" fmla="*/ 1226 w 1540"/>
                <a:gd name="T11" fmla="*/ 272 h 1586"/>
                <a:gd name="T12" fmla="*/ 1410 w 1540"/>
                <a:gd name="T13" fmla="*/ 88 h 1586"/>
                <a:gd name="T14" fmla="*/ 1472 w 1540"/>
                <a:gd name="T15" fmla="*/ 30 h 1586"/>
                <a:gd name="T16" fmla="*/ 1506 w 1540"/>
                <a:gd name="T17" fmla="*/ 0 h 1586"/>
                <a:gd name="T18" fmla="*/ 1506 w 1540"/>
                <a:gd name="T19" fmla="*/ 0 h 1586"/>
                <a:gd name="T20" fmla="*/ 1516 w 1540"/>
                <a:gd name="T21" fmla="*/ 10 h 1586"/>
                <a:gd name="T22" fmla="*/ 1540 w 1540"/>
                <a:gd name="T23" fmla="*/ 32 h 1586"/>
                <a:gd name="T24" fmla="*/ 1540 w 1540"/>
                <a:gd name="T25" fmla="*/ 32 h 1586"/>
                <a:gd name="T26" fmla="*/ 854 w 1540"/>
                <a:gd name="T27" fmla="*/ 772 h 1586"/>
                <a:gd name="T28" fmla="*/ 360 w 1540"/>
                <a:gd name="T29" fmla="*/ 1302 h 1586"/>
                <a:gd name="T30" fmla="*/ 182 w 1540"/>
                <a:gd name="T31" fmla="*/ 1492 h 1586"/>
                <a:gd name="T32" fmla="*/ 124 w 1540"/>
                <a:gd name="T33" fmla="*/ 1554 h 1586"/>
                <a:gd name="T34" fmla="*/ 90 w 1540"/>
                <a:gd name="T35" fmla="*/ 1586 h 1586"/>
                <a:gd name="T36" fmla="*/ 90 w 1540"/>
                <a:gd name="T37" fmla="*/ 1586 h 1586"/>
                <a:gd name="T38" fmla="*/ 78 w 1540"/>
                <a:gd name="T39" fmla="*/ 1586 h 1586"/>
                <a:gd name="T40" fmla="*/ 64 w 1540"/>
                <a:gd name="T41" fmla="*/ 1582 h 1586"/>
                <a:gd name="T42" fmla="*/ 50 w 1540"/>
                <a:gd name="T43" fmla="*/ 1578 h 1586"/>
                <a:gd name="T44" fmla="*/ 34 w 1540"/>
                <a:gd name="T45" fmla="*/ 1570 h 1586"/>
                <a:gd name="T46" fmla="*/ 20 w 1540"/>
                <a:gd name="T47" fmla="*/ 1560 h 1586"/>
                <a:gd name="T48" fmla="*/ 14 w 1540"/>
                <a:gd name="T49" fmla="*/ 1552 h 1586"/>
                <a:gd name="T50" fmla="*/ 8 w 1540"/>
                <a:gd name="T51" fmla="*/ 1546 h 1586"/>
                <a:gd name="T52" fmla="*/ 2 w 1540"/>
                <a:gd name="T53" fmla="*/ 1536 h 1586"/>
                <a:gd name="T54" fmla="*/ 0 w 1540"/>
                <a:gd name="T55" fmla="*/ 1526 h 1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40" h="1586">
                  <a:moveTo>
                    <a:pt x="0" y="1526"/>
                  </a:moveTo>
                  <a:lnTo>
                    <a:pt x="0" y="1526"/>
                  </a:lnTo>
                  <a:lnTo>
                    <a:pt x="220" y="1300"/>
                  </a:lnTo>
                  <a:lnTo>
                    <a:pt x="712" y="792"/>
                  </a:lnTo>
                  <a:lnTo>
                    <a:pt x="982" y="518"/>
                  </a:lnTo>
                  <a:lnTo>
                    <a:pt x="1226" y="272"/>
                  </a:lnTo>
                  <a:lnTo>
                    <a:pt x="1410" y="88"/>
                  </a:lnTo>
                  <a:lnTo>
                    <a:pt x="1472" y="30"/>
                  </a:lnTo>
                  <a:lnTo>
                    <a:pt x="1506" y="0"/>
                  </a:lnTo>
                  <a:lnTo>
                    <a:pt x="1506" y="0"/>
                  </a:lnTo>
                  <a:lnTo>
                    <a:pt x="1516" y="10"/>
                  </a:lnTo>
                  <a:lnTo>
                    <a:pt x="1540" y="32"/>
                  </a:lnTo>
                  <a:lnTo>
                    <a:pt x="1540" y="32"/>
                  </a:lnTo>
                  <a:lnTo>
                    <a:pt x="854" y="772"/>
                  </a:lnTo>
                  <a:lnTo>
                    <a:pt x="360" y="1302"/>
                  </a:lnTo>
                  <a:lnTo>
                    <a:pt x="182" y="1492"/>
                  </a:lnTo>
                  <a:lnTo>
                    <a:pt x="124" y="1554"/>
                  </a:lnTo>
                  <a:lnTo>
                    <a:pt x="90" y="1586"/>
                  </a:lnTo>
                  <a:lnTo>
                    <a:pt x="90" y="1586"/>
                  </a:lnTo>
                  <a:lnTo>
                    <a:pt x="78" y="1586"/>
                  </a:lnTo>
                  <a:lnTo>
                    <a:pt x="64" y="1582"/>
                  </a:lnTo>
                  <a:lnTo>
                    <a:pt x="50" y="1578"/>
                  </a:lnTo>
                  <a:lnTo>
                    <a:pt x="34" y="1570"/>
                  </a:lnTo>
                  <a:lnTo>
                    <a:pt x="20" y="1560"/>
                  </a:lnTo>
                  <a:lnTo>
                    <a:pt x="14" y="1552"/>
                  </a:lnTo>
                  <a:lnTo>
                    <a:pt x="8" y="1546"/>
                  </a:lnTo>
                  <a:lnTo>
                    <a:pt x="2" y="1536"/>
                  </a:lnTo>
                  <a:lnTo>
                    <a:pt x="0" y="15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2" name="任意多边形 31"/>
            <p:cNvSpPr/>
            <p:nvPr>
              <p:custDataLst>
                <p:tags r:id="rId6"/>
              </p:custDataLst>
            </p:nvPr>
          </p:nvSpPr>
          <p:spPr bwMode="auto">
            <a:xfrm>
              <a:off x="4491" y="3522"/>
              <a:ext cx="175" cy="146"/>
            </a:xfrm>
            <a:custGeom>
              <a:avLst/>
              <a:gdLst>
                <a:gd name="T0" fmla="*/ 146 w 146"/>
                <a:gd name="T1" fmla="*/ 50 h 122"/>
                <a:gd name="T2" fmla="*/ 146 w 146"/>
                <a:gd name="T3" fmla="*/ 50 h 122"/>
                <a:gd name="T4" fmla="*/ 40 w 146"/>
                <a:gd name="T5" fmla="*/ 2 h 122"/>
                <a:gd name="T6" fmla="*/ 40 w 146"/>
                <a:gd name="T7" fmla="*/ 2 h 122"/>
                <a:gd name="T8" fmla="*/ 36 w 146"/>
                <a:gd name="T9" fmla="*/ 0 h 122"/>
                <a:gd name="T10" fmla="*/ 34 w 146"/>
                <a:gd name="T11" fmla="*/ 2 h 122"/>
                <a:gd name="T12" fmla="*/ 26 w 146"/>
                <a:gd name="T13" fmla="*/ 6 h 122"/>
                <a:gd name="T14" fmla="*/ 18 w 146"/>
                <a:gd name="T15" fmla="*/ 16 h 122"/>
                <a:gd name="T16" fmla="*/ 10 w 146"/>
                <a:gd name="T17" fmla="*/ 28 h 122"/>
                <a:gd name="T18" fmla="*/ 4 w 146"/>
                <a:gd name="T19" fmla="*/ 40 h 122"/>
                <a:gd name="T20" fmla="*/ 0 w 146"/>
                <a:gd name="T21" fmla="*/ 54 h 122"/>
                <a:gd name="T22" fmla="*/ 0 w 146"/>
                <a:gd name="T23" fmla="*/ 66 h 122"/>
                <a:gd name="T24" fmla="*/ 0 w 146"/>
                <a:gd name="T25" fmla="*/ 76 h 122"/>
                <a:gd name="T26" fmla="*/ 0 w 146"/>
                <a:gd name="T27" fmla="*/ 76 h 122"/>
                <a:gd name="T28" fmla="*/ 4 w 146"/>
                <a:gd name="T29" fmla="*/ 80 h 122"/>
                <a:gd name="T30" fmla="*/ 8 w 146"/>
                <a:gd name="T31" fmla="*/ 84 h 122"/>
                <a:gd name="T32" fmla="*/ 20 w 146"/>
                <a:gd name="T33" fmla="*/ 94 h 122"/>
                <a:gd name="T34" fmla="*/ 34 w 146"/>
                <a:gd name="T35" fmla="*/ 100 h 122"/>
                <a:gd name="T36" fmla="*/ 52 w 146"/>
                <a:gd name="T37" fmla="*/ 108 h 122"/>
                <a:gd name="T38" fmla="*/ 86 w 146"/>
                <a:gd name="T39" fmla="*/ 118 h 122"/>
                <a:gd name="T40" fmla="*/ 108 w 146"/>
                <a:gd name="T41" fmla="*/ 122 h 122"/>
                <a:gd name="T42" fmla="*/ 108 w 146"/>
                <a:gd name="T43" fmla="*/ 122 h 122"/>
                <a:gd name="T44" fmla="*/ 110 w 146"/>
                <a:gd name="T45" fmla="*/ 120 h 122"/>
                <a:gd name="T46" fmla="*/ 114 w 146"/>
                <a:gd name="T47" fmla="*/ 118 h 122"/>
                <a:gd name="T48" fmla="*/ 120 w 146"/>
                <a:gd name="T49" fmla="*/ 110 h 122"/>
                <a:gd name="T50" fmla="*/ 126 w 146"/>
                <a:gd name="T51" fmla="*/ 98 h 122"/>
                <a:gd name="T52" fmla="*/ 132 w 146"/>
                <a:gd name="T53" fmla="*/ 86 h 122"/>
                <a:gd name="T54" fmla="*/ 142 w 146"/>
                <a:gd name="T55" fmla="*/ 62 h 122"/>
                <a:gd name="T56" fmla="*/ 146 w 146"/>
                <a:gd name="T57" fmla="*/ 5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122">
                  <a:moveTo>
                    <a:pt x="146" y="50"/>
                  </a:moveTo>
                  <a:lnTo>
                    <a:pt x="146" y="50"/>
                  </a:lnTo>
                  <a:lnTo>
                    <a:pt x="40" y="2"/>
                  </a:lnTo>
                  <a:lnTo>
                    <a:pt x="40" y="2"/>
                  </a:lnTo>
                  <a:lnTo>
                    <a:pt x="36" y="0"/>
                  </a:lnTo>
                  <a:lnTo>
                    <a:pt x="34" y="2"/>
                  </a:lnTo>
                  <a:lnTo>
                    <a:pt x="26" y="6"/>
                  </a:lnTo>
                  <a:lnTo>
                    <a:pt x="18" y="16"/>
                  </a:lnTo>
                  <a:lnTo>
                    <a:pt x="10" y="28"/>
                  </a:lnTo>
                  <a:lnTo>
                    <a:pt x="4" y="40"/>
                  </a:lnTo>
                  <a:lnTo>
                    <a:pt x="0" y="54"/>
                  </a:lnTo>
                  <a:lnTo>
                    <a:pt x="0" y="66"/>
                  </a:lnTo>
                  <a:lnTo>
                    <a:pt x="0" y="76"/>
                  </a:lnTo>
                  <a:lnTo>
                    <a:pt x="0" y="76"/>
                  </a:lnTo>
                  <a:lnTo>
                    <a:pt x="4" y="80"/>
                  </a:lnTo>
                  <a:lnTo>
                    <a:pt x="8" y="84"/>
                  </a:lnTo>
                  <a:lnTo>
                    <a:pt x="20" y="94"/>
                  </a:lnTo>
                  <a:lnTo>
                    <a:pt x="34" y="100"/>
                  </a:lnTo>
                  <a:lnTo>
                    <a:pt x="52" y="108"/>
                  </a:lnTo>
                  <a:lnTo>
                    <a:pt x="86" y="118"/>
                  </a:lnTo>
                  <a:lnTo>
                    <a:pt x="108" y="122"/>
                  </a:lnTo>
                  <a:lnTo>
                    <a:pt x="108" y="122"/>
                  </a:lnTo>
                  <a:lnTo>
                    <a:pt x="110" y="120"/>
                  </a:lnTo>
                  <a:lnTo>
                    <a:pt x="114" y="118"/>
                  </a:lnTo>
                  <a:lnTo>
                    <a:pt x="120" y="110"/>
                  </a:lnTo>
                  <a:lnTo>
                    <a:pt x="126" y="98"/>
                  </a:lnTo>
                  <a:lnTo>
                    <a:pt x="132" y="86"/>
                  </a:lnTo>
                  <a:lnTo>
                    <a:pt x="142" y="62"/>
                  </a:lnTo>
                  <a:lnTo>
                    <a:pt x="146" y="50"/>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3" name="任意多边形 32"/>
            <p:cNvSpPr/>
            <p:nvPr>
              <p:custDataLst>
                <p:tags r:id="rId7"/>
              </p:custDataLst>
            </p:nvPr>
          </p:nvSpPr>
          <p:spPr bwMode="auto">
            <a:xfrm>
              <a:off x="4491" y="3522"/>
              <a:ext cx="175" cy="146"/>
            </a:xfrm>
            <a:custGeom>
              <a:avLst/>
              <a:gdLst>
                <a:gd name="T0" fmla="*/ 146 w 146"/>
                <a:gd name="T1" fmla="*/ 50 h 122"/>
                <a:gd name="T2" fmla="*/ 146 w 146"/>
                <a:gd name="T3" fmla="*/ 50 h 122"/>
                <a:gd name="T4" fmla="*/ 40 w 146"/>
                <a:gd name="T5" fmla="*/ 2 h 122"/>
                <a:gd name="T6" fmla="*/ 40 w 146"/>
                <a:gd name="T7" fmla="*/ 2 h 122"/>
                <a:gd name="T8" fmla="*/ 36 w 146"/>
                <a:gd name="T9" fmla="*/ 0 h 122"/>
                <a:gd name="T10" fmla="*/ 34 w 146"/>
                <a:gd name="T11" fmla="*/ 2 h 122"/>
                <a:gd name="T12" fmla="*/ 26 w 146"/>
                <a:gd name="T13" fmla="*/ 6 h 122"/>
                <a:gd name="T14" fmla="*/ 18 w 146"/>
                <a:gd name="T15" fmla="*/ 16 h 122"/>
                <a:gd name="T16" fmla="*/ 10 w 146"/>
                <a:gd name="T17" fmla="*/ 28 h 122"/>
                <a:gd name="T18" fmla="*/ 4 w 146"/>
                <a:gd name="T19" fmla="*/ 40 h 122"/>
                <a:gd name="T20" fmla="*/ 0 w 146"/>
                <a:gd name="T21" fmla="*/ 54 h 122"/>
                <a:gd name="T22" fmla="*/ 0 w 146"/>
                <a:gd name="T23" fmla="*/ 66 h 122"/>
                <a:gd name="T24" fmla="*/ 0 w 146"/>
                <a:gd name="T25" fmla="*/ 76 h 122"/>
                <a:gd name="T26" fmla="*/ 0 w 146"/>
                <a:gd name="T27" fmla="*/ 76 h 122"/>
                <a:gd name="T28" fmla="*/ 4 w 146"/>
                <a:gd name="T29" fmla="*/ 80 h 122"/>
                <a:gd name="T30" fmla="*/ 8 w 146"/>
                <a:gd name="T31" fmla="*/ 84 h 122"/>
                <a:gd name="T32" fmla="*/ 20 w 146"/>
                <a:gd name="T33" fmla="*/ 94 h 122"/>
                <a:gd name="T34" fmla="*/ 34 w 146"/>
                <a:gd name="T35" fmla="*/ 100 h 122"/>
                <a:gd name="T36" fmla="*/ 52 w 146"/>
                <a:gd name="T37" fmla="*/ 108 h 122"/>
                <a:gd name="T38" fmla="*/ 86 w 146"/>
                <a:gd name="T39" fmla="*/ 118 h 122"/>
                <a:gd name="T40" fmla="*/ 108 w 146"/>
                <a:gd name="T41" fmla="*/ 122 h 122"/>
                <a:gd name="T42" fmla="*/ 108 w 146"/>
                <a:gd name="T43" fmla="*/ 122 h 122"/>
                <a:gd name="T44" fmla="*/ 110 w 146"/>
                <a:gd name="T45" fmla="*/ 120 h 122"/>
                <a:gd name="T46" fmla="*/ 114 w 146"/>
                <a:gd name="T47" fmla="*/ 118 h 122"/>
                <a:gd name="T48" fmla="*/ 120 w 146"/>
                <a:gd name="T49" fmla="*/ 110 h 122"/>
                <a:gd name="T50" fmla="*/ 126 w 146"/>
                <a:gd name="T51" fmla="*/ 98 h 122"/>
                <a:gd name="T52" fmla="*/ 132 w 146"/>
                <a:gd name="T53" fmla="*/ 86 h 122"/>
                <a:gd name="T54" fmla="*/ 142 w 146"/>
                <a:gd name="T55" fmla="*/ 62 h 122"/>
                <a:gd name="T56" fmla="*/ 146 w 146"/>
                <a:gd name="T57" fmla="*/ 5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6" h="122">
                  <a:moveTo>
                    <a:pt x="146" y="50"/>
                  </a:moveTo>
                  <a:lnTo>
                    <a:pt x="146" y="50"/>
                  </a:lnTo>
                  <a:lnTo>
                    <a:pt x="40" y="2"/>
                  </a:lnTo>
                  <a:lnTo>
                    <a:pt x="40" y="2"/>
                  </a:lnTo>
                  <a:lnTo>
                    <a:pt x="36" y="0"/>
                  </a:lnTo>
                  <a:lnTo>
                    <a:pt x="34" y="2"/>
                  </a:lnTo>
                  <a:lnTo>
                    <a:pt x="26" y="6"/>
                  </a:lnTo>
                  <a:lnTo>
                    <a:pt x="18" y="16"/>
                  </a:lnTo>
                  <a:lnTo>
                    <a:pt x="10" y="28"/>
                  </a:lnTo>
                  <a:lnTo>
                    <a:pt x="4" y="40"/>
                  </a:lnTo>
                  <a:lnTo>
                    <a:pt x="0" y="54"/>
                  </a:lnTo>
                  <a:lnTo>
                    <a:pt x="0" y="66"/>
                  </a:lnTo>
                  <a:lnTo>
                    <a:pt x="0" y="76"/>
                  </a:lnTo>
                  <a:lnTo>
                    <a:pt x="0" y="76"/>
                  </a:lnTo>
                  <a:lnTo>
                    <a:pt x="4" y="80"/>
                  </a:lnTo>
                  <a:lnTo>
                    <a:pt x="8" y="84"/>
                  </a:lnTo>
                  <a:lnTo>
                    <a:pt x="20" y="94"/>
                  </a:lnTo>
                  <a:lnTo>
                    <a:pt x="34" y="100"/>
                  </a:lnTo>
                  <a:lnTo>
                    <a:pt x="52" y="108"/>
                  </a:lnTo>
                  <a:lnTo>
                    <a:pt x="86" y="118"/>
                  </a:lnTo>
                  <a:lnTo>
                    <a:pt x="108" y="122"/>
                  </a:lnTo>
                  <a:lnTo>
                    <a:pt x="108" y="122"/>
                  </a:lnTo>
                  <a:lnTo>
                    <a:pt x="110" y="120"/>
                  </a:lnTo>
                  <a:lnTo>
                    <a:pt x="114" y="118"/>
                  </a:lnTo>
                  <a:lnTo>
                    <a:pt x="120" y="110"/>
                  </a:lnTo>
                  <a:lnTo>
                    <a:pt x="126" y="98"/>
                  </a:lnTo>
                  <a:lnTo>
                    <a:pt x="132" y="86"/>
                  </a:lnTo>
                  <a:lnTo>
                    <a:pt x="142" y="62"/>
                  </a:lnTo>
                  <a:lnTo>
                    <a:pt x="146" y="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4" name="任意多边形 33"/>
            <p:cNvSpPr/>
            <p:nvPr>
              <p:custDataLst>
                <p:tags r:id="rId8"/>
              </p:custDataLst>
            </p:nvPr>
          </p:nvSpPr>
          <p:spPr bwMode="auto">
            <a:xfrm>
              <a:off x="4371" y="3611"/>
              <a:ext cx="149" cy="139"/>
            </a:xfrm>
            <a:custGeom>
              <a:avLst/>
              <a:gdLst>
                <a:gd name="T0" fmla="*/ 68 w 124"/>
                <a:gd name="T1" fmla="*/ 16 h 116"/>
                <a:gd name="T2" fmla="*/ 68 w 124"/>
                <a:gd name="T3" fmla="*/ 16 h 116"/>
                <a:gd name="T4" fmla="*/ 78 w 124"/>
                <a:gd name="T5" fmla="*/ 26 h 116"/>
                <a:gd name="T6" fmla="*/ 100 w 124"/>
                <a:gd name="T7" fmla="*/ 50 h 116"/>
                <a:gd name="T8" fmla="*/ 110 w 124"/>
                <a:gd name="T9" fmla="*/ 64 h 116"/>
                <a:gd name="T10" fmla="*/ 120 w 124"/>
                <a:gd name="T11" fmla="*/ 78 h 116"/>
                <a:gd name="T12" fmla="*/ 124 w 124"/>
                <a:gd name="T13" fmla="*/ 92 h 116"/>
                <a:gd name="T14" fmla="*/ 124 w 124"/>
                <a:gd name="T15" fmla="*/ 96 h 116"/>
                <a:gd name="T16" fmla="*/ 122 w 124"/>
                <a:gd name="T17" fmla="*/ 102 h 116"/>
                <a:gd name="T18" fmla="*/ 122 w 124"/>
                <a:gd name="T19" fmla="*/ 102 h 116"/>
                <a:gd name="T20" fmla="*/ 120 w 124"/>
                <a:gd name="T21" fmla="*/ 106 h 116"/>
                <a:gd name="T22" fmla="*/ 116 w 124"/>
                <a:gd name="T23" fmla="*/ 110 h 116"/>
                <a:gd name="T24" fmla="*/ 104 w 124"/>
                <a:gd name="T25" fmla="*/ 114 h 116"/>
                <a:gd name="T26" fmla="*/ 90 w 124"/>
                <a:gd name="T27" fmla="*/ 116 h 116"/>
                <a:gd name="T28" fmla="*/ 74 w 124"/>
                <a:gd name="T29" fmla="*/ 112 h 116"/>
                <a:gd name="T30" fmla="*/ 56 w 124"/>
                <a:gd name="T31" fmla="*/ 106 h 116"/>
                <a:gd name="T32" fmla="*/ 38 w 124"/>
                <a:gd name="T33" fmla="*/ 92 h 116"/>
                <a:gd name="T34" fmla="*/ 30 w 124"/>
                <a:gd name="T35" fmla="*/ 84 h 116"/>
                <a:gd name="T36" fmla="*/ 22 w 124"/>
                <a:gd name="T37" fmla="*/ 74 h 116"/>
                <a:gd name="T38" fmla="*/ 14 w 124"/>
                <a:gd name="T39" fmla="*/ 62 h 116"/>
                <a:gd name="T40" fmla="*/ 8 w 124"/>
                <a:gd name="T41" fmla="*/ 50 h 116"/>
                <a:gd name="T42" fmla="*/ 8 w 124"/>
                <a:gd name="T43" fmla="*/ 50 h 116"/>
                <a:gd name="T44" fmla="*/ 2 w 124"/>
                <a:gd name="T45" fmla="*/ 38 h 116"/>
                <a:gd name="T46" fmla="*/ 0 w 124"/>
                <a:gd name="T47" fmla="*/ 28 h 116"/>
                <a:gd name="T48" fmla="*/ 0 w 124"/>
                <a:gd name="T49" fmla="*/ 18 h 116"/>
                <a:gd name="T50" fmla="*/ 0 w 124"/>
                <a:gd name="T51" fmla="*/ 12 h 116"/>
                <a:gd name="T52" fmla="*/ 4 w 124"/>
                <a:gd name="T53" fmla="*/ 6 h 116"/>
                <a:gd name="T54" fmla="*/ 8 w 124"/>
                <a:gd name="T55" fmla="*/ 2 h 116"/>
                <a:gd name="T56" fmla="*/ 12 w 124"/>
                <a:gd name="T57" fmla="*/ 0 h 116"/>
                <a:gd name="T58" fmla="*/ 18 w 124"/>
                <a:gd name="T59" fmla="*/ 0 h 116"/>
                <a:gd name="T60" fmla="*/ 32 w 124"/>
                <a:gd name="T61" fmla="*/ 0 h 116"/>
                <a:gd name="T62" fmla="*/ 46 w 124"/>
                <a:gd name="T63" fmla="*/ 4 h 116"/>
                <a:gd name="T64" fmla="*/ 58 w 124"/>
                <a:gd name="T65" fmla="*/ 10 h 116"/>
                <a:gd name="T66" fmla="*/ 68 w 124"/>
                <a:gd name="T6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 h="116">
                  <a:moveTo>
                    <a:pt x="68" y="16"/>
                  </a:moveTo>
                  <a:lnTo>
                    <a:pt x="68" y="16"/>
                  </a:lnTo>
                  <a:lnTo>
                    <a:pt x="78" y="26"/>
                  </a:lnTo>
                  <a:lnTo>
                    <a:pt x="100" y="50"/>
                  </a:lnTo>
                  <a:lnTo>
                    <a:pt x="110" y="64"/>
                  </a:lnTo>
                  <a:lnTo>
                    <a:pt x="120" y="78"/>
                  </a:lnTo>
                  <a:lnTo>
                    <a:pt x="124" y="92"/>
                  </a:lnTo>
                  <a:lnTo>
                    <a:pt x="124" y="96"/>
                  </a:lnTo>
                  <a:lnTo>
                    <a:pt x="122" y="102"/>
                  </a:lnTo>
                  <a:lnTo>
                    <a:pt x="122" y="102"/>
                  </a:lnTo>
                  <a:lnTo>
                    <a:pt x="120" y="106"/>
                  </a:lnTo>
                  <a:lnTo>
                    <a:pt x="116" y="110"/>
                  </a:lnTo>
                  <a:lnTo>
                    <a:pt x="104" y="114"/>
                  </a:lnTo>
                  <a:lnTo>
                    <a:pt x="90" y="116"/>
                  </a:lnTo>
                  <a:lnTo>
                    <a:pt x="74" y="112"/>
                  </a:lnTo>
                  <a:lnTo>
                    <a:pt x="56" y="106"/>
                  </a:lnTo>
                  <a:lnTo>
                    <a:pt x="38" y="92"/>
                  </a:lnTo>
                  <a:lnTo>
                    <a:pt x="30" y="84"/>
                  </a:lnTo>
                  <a:lnTo>
                    <a:pt x="22" y="74"/>
                  </a:lnTo>
                  <a:lnTo>
                    <a:pt x="14" y="62"/>
                  </a:lnTo>
                  <a:lnTo>
                    <a:pt x="8" y="50"/>
                  </a:lnTo>
                  <a:lnTo>
                    <a:pt x="8" y="50"/>
                  </a:lnTo>
                  <a:lnTo>
                    <a:pt x="2" y="38"/>
                  </a:lnTo>
                  <a:lnTo>
                    <a:pt x="0" y="28"/>
                  </a:lnTo>
                  <a:lnTo>
                    <a:pt x="0" y="18"/>
                  </a:lnTo>
                  <a:lnTo>
                    <a:pt x="0" y="12"/>
                  </a:lnTo>
                  <a:lnTo>
                    <a:pt x="4" y="6"/>
                  </a:lnTo>
                  <a:lnTo>
                    <a:pt x="8" y="2"/>
                  </a:lnTo>
                  <a:lnTo>
                    <a:pt x="12" y="0"/>
                  </a:lnTo>
                  <a:lnTo>
                    <a:pt x="18" y="0"/>
                  </a:lnTo>
                  <a:lnTo>
                    <a:pt x="32" y="0"/>
                  </a:lnTo>
                  <a:lnTo>
                    <a:pt x="46" y="4"/>
                  </a:lnTo>
                  <a:lnTo>
                    <a:pt x="58" y="10"/>
                  </a:lnTo>
                  <a:lnTo>
                    <a:pt x="68" y="16"/>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5" name="任意多边形 34"/>
            <p:cNvSpPr/>
            <p:nvPr>
              <p:custDataLst>
                <p:tags r:id="rId9"/>
              </p:custDataLst>
            </p:nvPr>
          </p:nvSpPr>
          <p:spPr bwMode="auto">
            <a:xfrm>
              <a:off x="4371" y="3611"/>
              <a:ext cx="149" cy="139"/>
            </a:xfrm>
            <a:custGeom>
              <a:avLst/>
              <a:gdLst>
                <a:gd name="T0" fmla="*/ 68 w 124"/>
                <a:gd name="T1" fmla="*/ 16 h 116"/>
                <a:gd name="T2" fmla="*/ 68 w 124"/>
                <a:gd name="T3" fmla="*/ 16 h 116"/>
                <a:gd name="T4" fmla="*/ 78 w 124"/>
                <a:gd name="T5" fmla="*/ 26 h 116"/>
                <a:gd name="T6" fmla="*/ 100 w 124"/>
                <a:gd name="T7" fmla="*/ 50 h 116"/>
                <a:gd name="T8" fmla="*/ 110 w 124"/>
                <a:gd name="T9" fmla="*/ 64 h 116"/>
                <a:gd name="T10" fmla="*/ 120 w 124"/>
                <a:gd name="T11" fmla="*/ 78 h 116"/>
                <a:gd name="T12" fmla="*/ 124 w 124"/>
                <a:gd name="T13" fmla="*/ 92 h 116"/>
                <a:gd name="T14" fmla="*/ 124 w 124"/>
                <a:gd name="T15" fmla="*/ 96 h 116"/>
                <a:gd name="T16" fmla="*/ 122 w 124"/>
                <a:gd name="T17" fmla="*/ 102 h 116"/>
                <a:gd name="T18" fmla="*/ 122 w 124"/>
                <a:gd name="T19" fmla="*/ 102 h 116"/>
                <a:gd name="T20" fmla="*/ 120 w 124"/>
                <a:gd name="T21" fmla="*/ 106 h 116"/>
                <a:gd name="T22" fmla="*/ 116 w 124"/>
                <a:gd name="T23" fmla="*/ 110 h 116"/>
                <a:gd name="T24" fmla="*/ 104 w 124"/>
                <a:gd name="T25" fmla="*/ 114 h 116"/>
                <a:gd name="T26" fmla="*/ 90 w 124"/>
                <a:gd name="T27" fmla="*/ 116 h 116"/>
                <a:gd name="T28" fmla="*/ 74 w 124"/>
                <a:gd name="T29" fmla="*/ 112 h 116"/>
                <a:gd name="T30" fmla="*/ 56 w 124"/>
                <a:gd name="T31" fmla="*/ 106 h 116"/>
                <a:gd name="T32" fmla="*/ 38 w 124"/>
                <a:gd name="T33" fmla="*/ 92 h 116"/>
                <a:gd name="T34" fmla="*/ 30 w 124"/>
                <a:gd name="T35" fmla="*/ 84 h 116"/>
                <a:gd name="T36" fmla="*/ 22 w 124"/>
                <a:gd name="T37" fmla="*/ 74 h 116"/>
                <a:gd name="T38" fmla="*/ 14 w 124"/>
                <a:gd name="T39" fmla="*/ 62 h 116"/>
                <a:gd name="T40" fmla="*/ 8 w 124"/>
                <a:gd name="T41" fmla="*/ 50 h 116"/>
                <a:gd name="T42" fmla="*/ 8 w 124"/>
                <a:gd name="T43" fmla="*/ 50 h 116"/>
                <a:gd name="T44" fmla="*/ 2 w 124"/>
                <a:gd name="T45" fmla="*/ 38 h 116"/>
                <a:gd name="T46" fmla="*/ 0 w 124"/>
                <a:gd name="T47" fmla="*/ 28 h 116"/>
                <a:gd name="T48" fmla="*/ 0 w 124"/>
                <a:gd name="T49" fmla="*/ 18 h 116"/>
                <a:gd name="T50" fmla="*/ 0 w 124"/>
                <a:gd name="T51" fmla="*/ 12 h 116"/>
                <a:gd name="T52" fmla="*/ 4 w 124"/>
                <a:gd name="T53" fmla="*/ 6 h 116"/>
                <a:gd name="T54" fmla="*/ 8 w 124"/>
                <a:gd name="T55" fmla="*/ 2 h 116"/>
                <a:gd name="T56" fmla="*/ 12 w 124"/>
                <a:gd name="T57" fmla="*/ 0 h 116"/>
                <a:gd name="T58" fmla="*/ 18 w 124"/>
                <a:gd name="T59" fmla="*/ 0 h 116"/>
                <a:gd name="T60" fmla="*/ 32 w 124"/>
                <a:gd name="T61" fmla="*/ 0 h 116"/>
                <a:gd name="T62" fmla="*/ 46 w 124"/>
                <a:gd name="T63" fmla="*/ 4 h 116"/>
                <a:gd name="T64" fmla="*/ 58 w 124"/>
                <a:gd name="T65" fmla="*/ 10 h 116"/>
                <a:gd name="T66" fmla="*/ 68 w 124"/>
                <a:gd name="T67" fmla="*/ 16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4" h="116">
                  <a:moveTo>
                    <a:pt x="68" y="16"/>
                  </a:moveTo>
                  <a:lnTo>
                    <a:pt x="68" y="16"/>
                  </a:lnTo>
                  <a:lnTo>
                    <a:pt x="78" y="26"/>
                  </a:lnTo>
                  <a:lnTo>
                    <a:pt x="100" y="50"/>
                  </a:lnTo>
                  <a:lnTo>
                    <a:pt x="110" y="64"/>
                  </a:lnTo>
                  <a:lnTo>
                    <a:pt x="120" y="78"/>
                  </a:lnTo>
                  <a:lnTo>
                    <a:pt x="124" y="92"/>
                  </a:lnTo>
                  <a:lnTo>
                    <a:pt x="124" y="96"/>
                  </a:lnTo>
                  <a:lnTo>
                    <a:pt x="122" y="102"/>
                  </a:lnTo>
                  <a:lnTo>
                    <a:pt x="122" y="102"/>
                  </a:lnTo>
                  <a:lnTo>
                    <a:pt x="120" y="106"/>
                  </a:lnTo>
                  <a:lnTo>
                    <a:pt x="116" y="110"/>
                  </a:lnTo>
                  <a:lnTo>
                    <a:pt x="104" y="114"/>
                  </a:lnTo>
                  <a:lnTo>
                    <a:pt x="90" y="116"/>
                  </a:lnTo>
                  <a:lnTo>
                    <a:pt x="74" y="112"/>
                  </a:lnTo>
                  <a:lnTo>
                    <a:pt x="56" y="106"/>
                  </a:lnTo>
                  <a:lnTo>
                    <a:pt x="38" y="92"/>
                  </a:lnTo>
                  <a:lnTo>
                    <a:pt x="30" y="84"/>
                  </a:lnTo>
                  <a:lnTo>
                    <a:pt x="22" y="74"/>
                  </a:lnTo>
                  <a:lnTo>
                    <a:pt x="14" y="62"/>
                  </a:lnTo>
                  <a:lnTo>
                    <a:pt x="8" y="50"/>
                  </a:lnTo>
                  <a:lnTo>
                    <a:pt x="8" y="50"/>
                  </a:lnTo>
                  <a:lnTo>
                    <a:pt x="2" y="38"/>
                  </a:lnTo>
                  <a:lnTo>
                    <a:pt x="0" y="28"/>
                  </a:lnTo>
                  <a:lnTo>
                    <a:pt x="0" y="18"/>
                  </a:lnTo>
                  <a:lnTo>
                    <a:pt x="0" y="12"/>
                  </a:lnTo>
                  <a:lnTo>
                    <a:pt x="4" y="6"/>
                  </a:lnTo>
                  <a:lnTo>
                    <a:pt x="8" y="2"/>
                  </a:lnTo>
                  <a:lnTo>
                    <a:pt x="12" y="0"/>
                  </a:lnTo>
                  <a:lnTo>
                    <a:pt x="18" y="0"/>
                  </a:lnTo>
                  <a:lnTo>
                    <a:pt x="32" y="0"/>
                  </a:lnTo>
                  <a:lnTo>
                    <a:pt x="46" y="4"/>
                  </a:lnTo>
                  <a:lnTo>
                    <a:pt x="58" y="10"/>
                  </a:lnTo>
                  <a:lnTo>
                    <a:pt x="68" y="1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6" name="任意多边形 35"/>
            <p:cNvSpPr/>
            <p:nvPr>
              <p:custDataLst>
                <p:tags r:id="rId10"/>
              </p:custDataLst>
            </p:nvPr>
          </p:nvSpPr>
          <p:spPr bwMode="auto">
            <a:xfrm>
              <a:off x="4318" y="3669"/>
              <a:ext cx="127" cy="130"/>
            </a:xfrm>
            <a:custGeom>
              <a:avLst/>
              <a:gdLst>
                <a:gd name="T0" fmla="*/ 20 w 106"/>
                <a:gd name="T1" fmla="*/ 0 h 108"/>
                <a:gd name="T2" fmla="*/ 20 w 106"/>
                <a:gd name="T3" fmla="*/ 0 h 108"/>
                <a:gd name="T4" fmla="*/ 30 w 106"/>
                <a:gd name="T5" fmla="*/ 2 h 108"/>
                <a:gd name="T6" fmla="*/ 44 w 106"/>
                <a:gd name="T7" fmla="*/ 6 h 108"/>
                <a:gd name="T8" fmla="*/ 60 w 106"/>
                <a:gd name="T9" fmla="*/ 14 h 108"/>
                <a:gd name="T10" fmla="*/ 74 w 106"/>
                <a:gd name="T11" fmla="*/ 26 h 108"/>
                <a:gd name="T12" fmla="*/ 86 w 106"/>
                <a:gd name="T13" fmla="*/ 36 h 108"/>
                <a:gd name="T14" fmla="*/ 96 w 106"/>
                <a:gd name="T15" fmla="*/ 48 h 108"/>
                <a:gd name="T16" fmla="*/ 104 w 106"/>
                <a:gd name="T17" fmla="*/ 58 h 108"/>
                <a:gd name="T18" fmla="*/ 106 w 106"/>
                <a:gd name="T19" fmla="*/ 64 h 108"/>
                <a:gd name="T20" fmla="*/ 106 w 106"/>
                <a:gd name="T21" fmla="*/ 68 h 108"/>
                <a:gd name="T22" fmla="*/ 106 w 106"/>
                <a:gd name="T23" fmla="*/ 68 h 108"/>
                <a:gd name="T24" fmla="*/ 104 w 106"/>
                <a:gd name="T25" fmla="*/ 76 h 108"/>
                <a:gd name="T26" fmla="*/ 100 w 106"/>
                <a:gd name="T27" fmla="*/ 86 h 108"/>
                <a:gd name="T28" fmla="*/ 94 w 106"/>
                <a:gd name="T29" fmla="*/ 94 h 108"/>
                <a:gd name="T30" fmla="*/ 88 w 106"/>
                <a:gd name="T31" fmla="*/ 102 h 108"/>
                <a:gd name="T32" fmla="*/ 78 w 106"/>
                <a:gd name="T33" fmla="*/ 106 h 108"/>
                <a:gd name="T34" fmla="*/ 68 w 106"/>
                <a:gd name="T35" fmla="*/ 108 h 108"/>
                <a:gd name="T36" fmla="*/ 56 w 106"/>
                <a:gd name="T37" fmla="*/ 106 h 108"/>
                <a:gd name="T38" fmla="*/ 44 w 106"/>
                <a:gd name="T39" fmla="*/ 100 h 108"/>
                <a:gd name="T40" fmla="*/ 44 w 106"/>
                <a:gd name="T41" fmla="*/ 100 h 108"/>
                <a:gd name="T42" fmla="*/ 30 w 106"/>
                <a:gd name="T43" fmla="*/ 88 h 108"/>
                <a:gd name="T44" fmla="*/ 18 w 106"/>
                <a:gd name="T45" fmla="*/ 74 h 108"/>
                <a:gd name="T46" fmla="*/ 8 w 106"/>
                <a:gd name="T47" fmla="*/ 58 h 108"/>
                <a:gd name="T48" fmla="*/ 2 w 106"/>
                <a:gd name="T49" fmla="*/ 42 h 108"/>
                <a:gd name="T50" fmla="*/ 0 w 106"/>
                <a:gd name="T51" fmla="*/ 26 h 108"/>
                <a:gd name="T52" fmla="*/ 0 w 106"/>
                <a:gd name="T53" fmla="*/ 18 h 108"/>
                <a:gd name="T54" fmla="*/ 0 w 106"/>
                <a:gd name="T55" fmla="*/ 12 h 108"/>
                <a:gd name="T56" fmla="*/ 4 w 106"/>
                <a:gd name="T57" fmla="*/ 8 h 108"/>
                <a:gd name="T58" fmla="*/ 8 w 106"/>
                <a:gd name="T59" fmla="*/ 4 h 108"/>
                <a:gd name="T60" fmla="*/ 12 w 106"/>
                <a:gd name="T61" fmla="*/ 0 h 108"/>
                <a:gd name="T62" fmla="*/ 20 w 106"/>
                <a:gd name="T63"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 h="108">
                  <a:moveTo>
                    <a:pt x="20" y="0"/>
                  </a:moveTo>
                  <a:lnTo>
                    <a:pt x="20" y="0"/>
                  </a:lnTo>
                  <a:lnTo>
                    <a:pt x="30" y="2"/>
                  </a:lnTo>
                  <a:lnTo>
                    <a:pt x="44" y="6"/>
                  </a:lnTo>
                  <a:lnTo>
                    <a:pt x="60" y="14"/>
                  </a:lnTo>
                  <a:lnTo>
                    <a:pt x="74" y="26"/>
                  </a:lnTo>
                  <a:lnTo>
                    <a:pt x="86" y="36"/>
                  </a:lnTo>
                  <a:lnTo>
                    <a:pt x="96" y="48"/>
                  </a:lnTo>
                  <a:lnTo>
                    <a:pt x="104" y="58"/>
                  </a:lnTo>
                  <a:lnTo>
                    <a:pt x="106" y="64"/>
                  </a:lnTo>
                  <a:lnTo>
                    <a:pt x="106" y="68"/>
                  </a:lnTo>
                  <a:lnTo>
                    <a:pt x="106" y="68"/>
                  </a:lnTo>
                  <a:lnTo>
                    <a:pt x="104" y="76"/>
                  </a:lnTo>
                  <a:lnTo>
                    <a:pt x="100" y="86"/>
                  </a:lnTo>
                  <a:lnTo>
                    <a:pt x="94" y="94"/>
                  </a:lnTo>
                  <a:lnTo>
                    <a:pt x="88" y="102"/>
                  </a:lnTo>
                  <a:lnTo>
                    <a:pt x="78" y="106"/>
                  </a:lnTo>
                  <a:lnTo>
                    <a:pt x="68" y="108"/>
                  </a:lnTo>
                  <a:lnTo>
                    <a:pt x="56" y="106"/>
                  </a:lnTo>
                  <a:lnTo>
                    <a:pt x="44" y="100"/>
                  </a:lnTo>
                  <a:lnTo>
                    <a:pt x="44" y="100"/>
                  </a:lnTo>
                  <a:lnTo>
                    <a:pt x="30" y="88"/>
                  </a:lnTo>
                  <a:lnTo>
                    <a:pt x="18" y="74"/>
                  </a:lnTo>
                  <a:lnTo>
                    <a:pt x="8" y="58"/>
                  </a:lnTo>
                  <a:lnTo>
                    <a:pt x="2" y="42"/>
                  </a:lnTo>
                  <a:lnTo>
                    <a:pt x="0" y="26"/>
                  </a:lnTo>
                  <a:lnTo>
                    <a:pt x="0" y="18"/>
                  </a:lnTo>
                  <a:lnTo>
                    <a:pt x="0" y="12"/>
                  </a:lnTo>
                  <a:lnTo>
                    <a:pt x="4" y="8"/>
                  </a:lnTo>
                  <a:lnTo>
                    <a:pt x="8" y="4"/>
                  </a:lnTo>
                  <a:lnTo>
                    <a:pt x="12" y="0"/>
                  </a:lnTo>
                  <a:lnTo>
                    <a:pt x="20" y="0"/>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7" name="任意多边形 36"/>
            <p:cNvSpPr/>
            <p:nvPr>
              <p:custDataLst>
                <p:tags r:id="rId11"/>
              </p:custDataLst>
            </p:nvPr>
          </p:nvSpPr>
          <p:spPr bwMode="auto">
            <a:xfrm>
              <a:off x="4318" y="3669"/>
              <a:ext cx="127" cy="130"/>
            </a:xfrm>
            <a:custGeom>
              <a:avLst/>
              <a:gdLst>
                <a:gd name="T0" fmla="*/ 20 w 106"/>
                <a:gd name="T1" fmla="*/ 0 h 108"/>
                <a:gd name="T2" fmla="*/ 20 w 106"/>
                <a:gd name="T3" fmla="*/ 0 h 108"/>
                <a:gd name="T4" fmla="*/ 30 w 106"/>
                <a:gd name="T5" fmla="*/ 2 h 108"/>
                <a:gd name="T6" fmla="*/ 44 w 106"/>
                <a:gd name="T7" fmla="*/ 6 h 108"/>
                <a:gd name="T8" fmla="*/ 60 w 106"/>
                <a:gd name="T9" fmla="*/ 14 h 108"/>
                <a:gd name="T10" fmla="*/ 74 w 106"/>
                <a:gd name="T11" fmla="*/ 26 h 108"/>
                <a:gd name="T12" fmla="*/ 86 w 106"/>
                <a:gd name="T13" fmla="*/ 36 h 108"/>
                <a:gd name="T14" fmla="*/ 96 w 106"/>
                <a:gd name="T15" fmla="*/ 48 h 108"/>
                <a:gd name="T16" fmla="*/ 104 w 106"/>
                <a:gd name="T17" fmla="*/ 58 h 108"/>
                <a:gd name="T18" fmla="*/ 106 w 106"/>
                <a:gd name="T19" fmla="*/ 64 h 108"/>
                <a:gd name="T20" fmla="*/ 106 w 106"/>
                <a:gd name="T21" fmla="*/ 68 h 108"/>
                <a:gd name="T22" fmla="*/ 106 w 106"/>
                <a:gd name="T23" fmla="*/ 68 h 108"/>
                <a:gd name="T24" fmla="*/ 104 w 106"/>
                <a:gd name="T25" fmla="*/ 76 h 108"/>
                <a:gd name="T26" fmla="*/ 100 w 106"/>
                <a:gd name="T27" fmla="*/ 86 h 108"/>
                <a:gd name="T28" fmla="*/ 94 w 106"/>
                <a:gd name="T29" fmla="*/ 94 h 108"/>
                <a:gd name="T30" fmla="*/ 88 w 106"/>
                <a:gd name="T31" fmla="*/ 102 h 108"/>
                <a:gd name="T32" fmla="*/ 78 w 106"/>
                <a:gd name="T33" fmla="*/ 106 h 108"/>
                <a:gd name="T34" fmla="*/ 68 w 106"/>
                <a:gd name="T35" fmla="*/ 108 h 108"/>
                <a:gd name="T36" fmla="*/ 56 w 106"/>
                <a:gd name="T37" fmla="*/ 106 h 108"/>
                <a:gd name="T38" fmla="*/ 44 w 106"/>
                <a:gd name="T39" fmla="*/ 100 h 108"/>
                <a:gd name="T40" fmla="*/ 44 w 106"/>
                <a:gd name="T41" fmla="*/ 100 h 108"/>
                <a:gd name="T42" fmla="*/ 30 w 106"/>
                <a:gd name="T43" fmla="*/ 88 h 108"/>
                <a:gd name="T44" fmla="*/ 18 w 106"/>
                <a:gd name="T45" fmla="*/ 74 h 108"/>
                <a:gd name="T46" fmla="*/ 8 w 106"/>
                <a:gd name="T47" fmla="*/ 58 h 108"/>
                <a:gd name="T48" fmla="*/ 2 w 106"/>
                <a:gd name="T49" fmla="*/ 42 h 108"/>
                <a:gd name="T50" fmla="*/ 0 w 106"/>
                <a:gd name="T51" fmla="*/ 26 h 108"/>
                <a:gd name="T52" fmla="*/ 0 w 106"/>
                <a:gd name="T53" fmla="*/ 18 h 108"/>
                <a:gd name="T54" fmla="*/ 0 w 106"/>
                <a:gd name="T55" fmla="*/ 12 h 108"/>
                <a:gd name="T56" fmla="*/ 4 w 106"/>
                <a:gd name="T57" fmla="*/ 8 h 108"/>
                <a:gd name="T58" fmla="*/ 8 w 106"/>
                <a:gd name="T59" fmla="*/ 4 h 108"/>
                <a:gd name="T60" fmla="*/ 12 w 106"/>
                <a:gd name="T61" fmla="*/ 0 h 108"/>
                <a:gd name="T62" fmla="*/ 20 w 106"/>
                <a:gd name="T63" fmla="*/ 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 h="108">
                  <a:moveTo>
                    <a:pt x="20" y="0"/>
                  </a:moveTo>
                  <a:lnTo>
                    <a:pt x="20" y="0"/>
                  </a:lnTo>
                  <a:lnTo>
                    <a:pt x="30" y="2"/>
                  </a:lnTo>
                  <a:lnTo>
                    <a:pt x="44" y="6"/>
                  </a:lnTo>
                  <a:lnTo>
                    <a:pt x="60" y="14"/>
                  </a:lnTo>
                  <a:lnTo>
                    <a:pt x="74" y="26"/>
                  </a:lnTo>
                  <a:lnTo>
                    <a:pt x="86" y="36"/>
                  </a:lnTo>
                  <a:lnTo>
                    <a:pt x="96" y="48"/>
                  </a:lnTo>
                  <a:lnTo>
                    <a:pt x="104" y="58"/>
                  </a:lnTo>
                  <a:lnTo>
                    <a:pt x="106" y="64"/>
                  </a:lnTo>
                  <a:lnTo>
                    <a:pt x="106" y="68"/>
                  </a:lnTo>
                  <a:lnTo>
                    <a:pt x="106" y="68"/>
                  </a:lnTo>
                  <a:lnTo>
                    <a:pt x="104" y="76"/>
                  </a:lnTo>
                  <a:lnTo>
                    <a:pt x="100" y="86"/>
                  </a:lnTo>
                  <a:lnTo>
                    <a:pt x="94" y="94"/>
                  </a:lnTo>
                  <a:lnTo>
                    <a:pt x="88" y="102"/>
                  </a:lnTo>
                  <a:lnTo>
                    <a:pt x="78" y="106"/>
                  </a:lnTo>
                  <a:lnTo>
                    <a:pt x="68" y="108"/>
                  </a:lnTo>
                  <a:lnTo>
                    <a:pt x="56" y="106"/>
                  </a:lnTo>
                  <a:lnTo>
                    <a:pt x="44" y="100"/>
                  </a:lnTo>
                  <a:lnTo>
                    <a:pt x="44" y="100"/>
                  </a:lnTo>
                  <a:lnTo>
                    <a:pt x="30" y="88"/>
                  </a:lnTo>
                  <a:lnTo>
                    <a:pt x="18" y="74"/>
                  </a:lnTo>
                  <a:lnTo>
                    <a:pt x="8" y="58"/>
                  </a:lnTo>
                  <a:lnTo>
                    <a:pt x="2" y="42"/>
                  </a:lnTo>
                  <a:lnTo>
                    <a:pt x="0" y="26"/>
                  </a:lnTo>
                  <a:lnTo>
                    <a:pt x="0" y="18"/>
                  </a:lnTo>
                  <a:lnTo>
                    <a:pt x="0" y="12"/>
                  </a:lnTo>
                  <a:lnTo>
                    <a:pt x="4" y="8"/>
                  </a:lnTo>
                  <a:lnTo>
                    <a:pt x="8" y="4"/>
                  </a:lnTo>
                  <a:lnTo>
                    <a:pt x="12" y="0"/>
                  </a:lnTo>
                  <a:lnTo>
                    <a:pt x="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8" name="任意多边形 37"/>
            <p:cNvSpPr/>
            <p:nvPr>
              <p:custDataLst>
                <p:tags r:id="rId12"/>
              </p:custDataLst>
            </p:nvPr>
          </p:nvSpPr>
          <p:spPr bwMode="auto">
            <a:xfrm>
              <a:off x="4160" y="3455"/>
              <a:ext cx="331" cy="216"/>
            </a:xfrm>
            <a:custGeom>
              <a:avLst/>
              <a:gdLst>
                <a:gd name="T0" fmla="*/ 4 w 276"/>
                <a:gd name="T1" fmla="*/ 114 h 180"/>
                <a:gd name="T2" fmla="*/ 4 w 276"/>
                <a:gd name="T3" fmla="*/ 114 h 180"/>
                <a:gd name="T4" fmla="*/ 14 w 276"/>
                <a:gd name="T5" fmla="*/ 98 h 180"/>
                <a:gd name="T6" fmla="*/ 36 w 276"/>
                <a:gd name="T7" fmla="*/ 62 h 180"/>
                <a:gd name="T8" fmla="*/ 50 w 276"/>
                <a:gd name="T9" fmla="*/ 42 h 180"/>
                <a:gd name="T10" fmla="*/ 64 w 276"/>
                <a:gd name="T11" fmla="*/ 24 h 180"/>
                <a:gd name="T12" fmla="*/ 78 w 276"/>
                <a:gd name="T13" fmla="*/ 8 h 180"/>
                <a:gd name="T14" fmla="*/ 88 w 276"/>
                <a:gd name="T15" fmla="*/ 0 h 180"/>
                <a:gd name="T16" fmla="*/ 88 w 276"/>
                <a:gd name="T17" fmla="*/ 0 h 180"/>
                <a:gd name="T18" fmla="*/ 94 w 276"/>
                <a:gd name="T19" fmla="*/ 0 h 180"/>
                <a:gd name="T20" fmla="*/ 102 w 276"/>
                <a:gd name="T21" fmla="*/ 2 h 180"/>
                <a:gd name="T22" fmla="*/ 122 w 276"/>
                <a:gd name="T23" fmla="*/ 10 h 180"/>
                <a:gd name="T24" fmla="*/ 146 w 276"/>
                <a:gd name="T25" fmla="*/ 22 h 180"/>
                <a:gd name="T26" fmla="*/ 174 w 276"/>
                <a:gd name="T27" fmla="*/ 40 h 180"/>
                <a:gd name="T28" fmla="*/ 228 w 276"/>
                <a:gd name="T29" fmla="*/ 72 h 180"/>
                <a:gd name="T30" fmla="*/ 250 w 276"/>
                <a:gd name="T31" fmla="*/ 82 h 180"/>
                <a:gd name="T32" fmla="*/ 258 w 276"/>
                <a:gd name="T33" fmla="*/ 86 h 180"/>
                <a:gd name="T34" fmla="*/ 266 w 276"/>
                <a:gd name="T35" fmla="*/ 86 h 180"/>
                <a:gd name="T36" fmla="*/ 266 w 276"/>
                <a:gd name="T37" fmla="*/ 86 h 180"/>
                <a:gd name="T38" fmla="*/ 272 w 276"/>
                <a:gd name="T39" fmla="*/ 88 h 180"/>
                <a:gd name="T40" fmla="*/ 276 w 276"/>
                <a:gd name="T41" fmla="*/ 90 h 180"/>
                <a:gd name="T42" fmla="*/ 276 w 276"/>
                <a:gd name="T43" fmla="*/ 92 h 180"/>
                <a:gd name="T44" fmla="*/ 276 w 276"/>
                <a:gd name="T45" fmla="*/ 96 h 180"/>
                <a:gd name="T46" fmla="*/ 272 w 276"/>
                <a:gd name="T47" fmla="*/ 104 h 180"/>
                <a:gd name="T48" fmla="*/ 262 w 276"/>
                <a:gd name="T49" fmla="*/ 112 h 180"/>
                <a:gd name="T50" fmla="*/ 250 w 276"/>
                <a:gd name="T51" fmla="*/ 122 h 180"/>
                <a:gd name="T52" fmla="*/ 236 w 276"/>
                <a:gd name="T53" fmla="*/ 128 h 180"/>
                <a:gd name="T54" fmla="*/ 220 w 276"/>
                <a:gd name="T55" fmla="*/ 132 h 180"/>
                <a:gd name="T56" fmla="*/ 212 w 276"/>
                <a:gd name="T57" fmla="*/ 134 h 180"/>
                <a:gd name="T58" fmla="*/ 206 w 276"/>
                <a:gd name="T59" fmla="*/ 132 h 180"/>
                <a:gd name="T60" fmla="*/ 206 w 276"/>
                <a:gd name="T61" fmla="*/ 132 h 180"/>
                <a:gd name="T62" fmla="*/ 192 w 276"/>
                <a:gd name="T63" fmla="*/ 128 h 180"/>
                <a:gd name="T64" fmla="*/ 178 w 276"/>
                <a:gd name="T65" fmla="*/ 122 h 180"/>
                <a:gd name="T66" fmla="*/ 150 w 276"/>
                <a:gd name="T67" fmla="*/ 106 h 180"/>
                <a:gd name="T68" fmla="*/ 128 w 276"/>
                <a:gd name="T69" fmla="*/ 92 h 180"/>
                <a:gd name="T70" fmla="*/ 118 w 276"/>
                <a:gd name="T71" fmla="*/ 86 h 180"/>
                <a:gd name="T72" fmla="*/ 118 w 276"/>
                <a:gd name="T73" fmla="*/ 86 h 180"/>
                <a:gd name="T74" fmla="*/ 118 w 276"/>
                <a:gd name="T75" fmla="*/ 98 h 180"/>
                <a:gd name="T76" fmla="*/ 118 w 276"/>
                <a:gd name="T77" fmla="*/ 110 h 180"/>
                <a:gd name="T78" fmla="*/ 114 w 276"/>
                <a:gd name="T79" fmla="*/ 126 h 180"/>
                <a:gd name="T80" fmla="*/ 106 w 276"/>
                <a:gd name="T81" fmla="*/ 142 h 180"/>
                <a:gd name="T82" fmla="*/ 102 w 276"/>
                <a:gd name="T83" fmla="*/ 148 h 180"/>
                <a:gd name="T84" fmla="*/ 94 w 276"/>
                <a:gd name="T85" fmla="*/ 156 h 180"/>
                <a:gd name="T86" fmla="*/ 86 w 276"/>
                <a:gd name="T87" fmla="*/ 162 h 180"/>
                <a:gd name="T88" fmla="*/ 78 w 276"/>
                <a:gd name="T89" fmla="*/ 168 h 180"/>
                <a:gd name="T90" fmla="*/ 66 w 276"/>
                <a:gd name="T91" fmla="*/ 174 h 180"/>
                <a:gd name="T92" fmla="*/ 54 w 276"/>
                <a:gd name="T93" fmla="*/ 178 h 180"/>
                <a:gd name="T94" fmla="*/ 54 w 276"/>
                <a:gd name="T95" fmla="*/ 178 h 180"/>
                <a:gd name="T96" fmla="*/ 42 w 276"/>
                <a:gd name="T97" fmla="*/ 180 h 180"/>
                <a:gd name="T98" fmla="*/ 30 w 276"/>
                <a:gd name="T99" fmla="*/ 180 h 180"/>
                <a:gd name="T100" fmla="*/ 22 w 276"/>
                <a:gd name="T101" fmla="*/ 178 h 180"/>
                <a:gd name="T102" fmla="*/ 16 w 276"/>
                <a:gd name="T103" fmla="*/ 176 h 180"/>
                <a:gd name="T104" fmla="*/ 10 w 276"/>
                <a:gd name="T105" fmla="*/ 170 h 180"/>
                <a:gd name="T106" fmla="*/ 6 w 276"/>
                <a:gd name="T107" fmla="*/ 166 h 180"/>
                <a:gd name="T108" fmla="*/ 4 w 276"/>
                <a:gd name="T109" fmla="*/ 160 h 180"/>
                <a:gd name="T110" fmla="*/ 2 w 276"/>
                <a:gd name="T111" fmla="*/ 152 h 180"/>
                <a:gd name="T112" fmla="*/ 0 w 276"/>
                <a:gd name="T113" fmla="*/ 138 h 180"/>
                <a:gd name="T114" fmla="*/ 2 w 276"/>
                <a:gd name="T115" fmla="*/ 126 h 180"/>
                <a:gd name="T116" fmla="*/ 4 w 276"/>
                <a:gd name="T117" fmla="*/ 11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6" h="180">
                  <a:moveTo>
                    <a:pt x="4" y="114"/>
                  </a:moveTo>
                  <a:lnTo>
                    <a:pt x="4" y="114"/>
                  </a:lnTo>
                  <a:lnTo>
                    <a:pt x="14" y="98"/>
                  </a:lnTo>
                  <a:lnTo>
                    <a:pt x="36" y="62"/>
                  </a:lnTo>
                  <a:lnTo>
                    <a:pt x="50" y="42"/>
                  </a:lnTo>
                  <a:lnTo>
                    <a:pt x="64" y="24"/>
                  </a:lnTo>
                  <a:lnTo>
                    <a:pt x="78" y="8"/>
                  </a:lnTo>
                  <a:lnTo>
                    <a:pt x="88" y="0"/>
                  </a:lnTo>
                  <a:lnTo>
                    <a:pt x="88" y="0"/>
                  </a:lnTo>
                  <a:lnTo>
                    <a:pt x="94" y="0"/>
                  </a:lnTo>
                  <a:lnTo>
                    <a:pt x="102" y="2"/>
                  </a:lnTo>
                  <a:lnTo>
                    <a:pt x="122" y="10"/>
                  </a:lnTo>
                  <a:lnTo>
                    <a:pt x="146" y="22"/>
                  </a:lnTo>
                  <a:lnTo>
                    <a:pt x="174" y="40"/>
                  </a:lnTo>
                  <a:lnTo>
                    <a:pt x="228" y="72"/>
                  </a:lnTo>
                  <a:lnTo>
                    <a:pt x="250" y="82"/>
                  </a:lnTo>
                  <a:lnTo>
                    <a:pt x="258" y="86"/>
                  </a:lnTo>
                  <a:lnTo>
                    <a:pt x="266" y="86"/>
                  </a:lnTo>
                  <a:lnTo>
                    <a:pt x="266" y="86"/>
                  </a:lnTo>
                  <a:lnTo>
                    <a:pt x="272" y="88"/>
                  </a:lnTo>
                  <a:lnTo>
                    <a:pt x="276" y="90"/>
                  </a:lnTo>
                  <a:lnTo>
                    <a:pt x="276" y="92"/>
                  </a:lnTo>
                  <a:lnTo>
                    <a:pt x="276" y="96"/>
                  </a:lnTo>
                  <a:lnTo>
                    <a:pt x="272" y="104"/>
                  </a:lnTo>
                  <a:lnTo>
                    <a:pt x="262" y="112"/>
                  </a:lnTo>
                  <a:lnTo>
                    <a:pt x="250" y="122"/>
                  </a:lnTo>
                  <a:lnTo>
                    <a:pt x="236" y="128"/>
                  </a:lnTo>
                  <a:lnTo>
                    <a:pt x="220" y="132"/>
                  </a:lnTo>
                  <a:lnTo>
                    <a:pt x="212" y="134"/>
                  </a:lnTo>
                  <a:lnTo>
                    <a:pt x="206" y="132"/>
                  </a:lnTo>
                  <a:lnTo>
                    <a:pt x="206" y="132"/>
                  </a:lnTo>
                  <a:lnTo>
                    <a:pt x="192" y="128"/>
                  </a:lnTo>
                  <a:lnTo>
                    <a:pt x="178" y="122"/>
                  </a:lnTo>
                  <a:lnTo>
                    <a:pt x="150" y="106"/>
                  </a:lnTo>
                  <a:lnTo>
                    <a:pt x="128" y="92"/>
                  </a:lnTo>
                  <a:lnTo>
                    <a:pt x="118" y="86"/>
                  </a:lnTo>
                  <a:lnTo>
                    <a:pt x="118" y="86"/>
                  </a:lnTo>
                  <a:lnTo>
                    <a:pt x="118" y="98"/>
                  </a:lnTo>
                  <a:lnTo>
                    <a:pt x="118" y="110"/>
                  </a:lnTo>
                  <a:lnTo>
                    <a:pt x="114" y="126"/>
                  </a:lnTo>
                  <a:lnTo>
                    <a:pt x="106" y="142"/>
                  </a:lnTo>
                  <a:lnTo>
                    <a:pt x="102" y="148"/>
                  </a:lnTo>
                  <a:lnTo>
                    <a:pt x="94" y="156"/>
                  </a:lnTo>
                  <a:lnTo>
                    <a:pt x="86" y="162"/>
                  </a:lnTo>
                  <a:lnTo>
                    <a:pt x="78" y="168"/>
                  </a:lnTo>
                  <a:lnTo>
                    <a:pt x="66" y="174"/>
                  </a:lnTo>
                  <a:lnTo>
                    <a:pt x="54" y="178"/>
                  </a:lnTo>
                  <a:lnTo>
                    <a:pt x="54" y="178"/>
                  </a:lnTo>
                  <a:lnTo>
                    <a:pt x="42" y="180"/>
                  </a:lnTo>
                  <a:lnTo>
                    <a:pt x="30" y="180"/>
                  </a:lnTo>
                  <a:lnTo>
                    <a:pt x="22" y="178"/>
                  </a:lnTo>
                  <a:lnTo>
                    <a:pt x="16" y="176"/>
                  </a:lnTo>
                  <a:lnTo>
                    <a:pt x="10" y="170"/>
                  </a:lnTo>
                  <a:lnTo>
                    <a:pt x="6" y="166"/>
                  </a:lnTo>
                  <a:lnTo>
                    <a:pt x="4" y="160"/>
                  </a:lnTo>
                  <a:lnTo>
                    <a:pt x="2" y="152"/>
                  </a:lnTo>
                  <a:lnTo>
                    <a:pt x="0" y="138"/>
                  </a:lnTo>
                  <a:lnTo>
                    <a:pt x="2" y="126"/>
                  </a:lnTo>
                  <a:lnTo>
                    <a:pt x="4" y="114"/>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39" name="任意多边形 38"/>
            <p:cNvSpPr/>
            <p:nvPr>
              <p:custDataLst>
                <p:tags r:id="rId13"/>
              </p:custDataLst>
            </p:nvPr>
          </p:nvSpPr>
          <p:spPr bwMode="auto">
            <a:xfrm>
              <a:off x="4160" y="3455"/>
              <a:ext cx="331" cy="216"/>
            </a:xfrm>
            <a:custGeom>
              <a:avLst/>
              <a:gdLst>
                <a:gd name="T0" fmla="*/ 4 w 276"/>
                <a:gd name="T1" fmla="*/ 114 h 180"/>
                <a:gd name="T2" fmla="*/ 4 w 276"/>
                <a:gd name="T3" fmla="*/ 114 h 180"/>
                <a:gd name="T4" fmla="*/ 14 w 276"/>
                <a:gd name="T5" fmla="*/ 98 h 180"/>
                <a:gd name="T6" fmla="*/ 36 w 276"/>
                <a:gd name="T7" fmla="*/ 62 h 180"/>
                <a:gd name="T8" fmla="*/ 50 w 276"/>
                <a:gd name="T9" fmla="*/ 42 h 180"/>
                <a:gd name="T10" fmla="*/ 64 w 276"/>
                <a:gd name="T11" fmla="*/ 24 h 180"/>
                <a:gd name="T12" fmla="*/ 78 w 276"/>
                <a:gd name="T13" fmla="*/ 8 h 180"/>
                <a:gd name="T14" fmla="*/ 88 w 276"/>
                <a:gd name="T15" fmla="*/ 0 h 180"/>
                <a:gd name="T16" fmla="*/ 88 w 276"/>
                <a:gd name="T17" fmla="*/ 0 h 180"/>
                <a:gd name="T18" fmla="*/ 94 w 276"/>
                <a:gd name="T19" fmla="*/ 0 h 180"/>
                <a:gd name="T20" fmla="*/ 102 w 276"/>
                <a:gd name="T21" fmla="*/ 2 h 180"/>
                <a:gd name="T22" fmla="*/ 122 w 276"/>
                <a:gd name="T23" fmla="*/ 10 h 180"/>
                <a:gd name="T24" fmla="*/ 146 w 276"/>
                <a:gd name="T25" fmla="*/ 22 h 180"/>
                <a:gd name="T26" fmla="*/ 174 w 276"/>
                <a:gd name="T27" fmla="*/ 40 h 180"/>
                <a:gd name="T28" fmla="*/ 228 w 276"/>
                <a:gd name="T29" fmla="*/ 72 h 180"/>
                <a:gd name="T30" fmla="*/ 250 w 276"/>
                <a:gd name="T31" fmla="*/ 82 h 180"/>
                <a:gd name="T32" fmla="*/ 258 w 276"/>
                <a:gd name="T33" fmla="*/ 86 h 180"/>
                <a:gd name="T34" fmla="*/ 266 w 276"/>
                <a:gd name="T35" fmla="*/ 86 h 180"/>
                <a:gd name="T36" fmla="*/ 266 w 276"/>
                <a:gd name="T37" fmla="*/ 86 h 180"/>
                <a:gd name="T38" fmla="*/ 272 w 276"/>
                <a:gd name="T39" fmla="*/ 88 h 180"/>
                <a:gd name="T40" fmla="*/ 276 w 276"/>
                <a:gd name="T41" fmla="*/ 90 h 180"/>
                <a:gd name="T42" fmla="*/ 276 w 276"/>
                <a:gd name="T43" fmla="*/ 92 h 180"/>
                <a:gd name="T44" fmla="*/ 276 w 276"/>
                <a:gd name="T45" fmla="*/ 96 h 180"/>
                <a:gd name="T46" fmla="*/ 272 w 276"/>
                <a:gd name="T47" fmla="*/ 104 h 180"/>
                <a:gd name="T48" fmla="*/ 262 w 276"/>
                <a:gd name="T49" fmla="*/ 112 h 180"/>
                <a:gd name="T50" fmla="*/ 250 w 276"/>
                <a:gd name="T51" fmla="*/ 122 h 180"/>
                <a:gd name="T52" fmla="*/ 236 w 276"/>
                <a:gd name="T53" fmla="*/ 128 h 180"/>
                <a:gd name="T54" fmla="*/ 220 w 276"/>
                <a:gd name="T55" fmla="*/ 132 h 180"/>
                <a:gd name="T56" fmla="*/ 212 w 276"/>
                <a:gd name="T57" fmla="*/ 134 h 180"/>
                <a:gd name="T58" fmla="*/ 206 w 276"/>
                <a:gd name="T59" fmla="*/ 132 h 180"/>
                <a:gd name="T60" fmla="*/ 206 w 276"/>
                <a:gd name="T61" fmla="*/ 132 h 180"/>
                <a:gd name="T62" fmla="*/ 192 w 276"/>
                <a:gd name="T63" fmla="*/ 128 h 180"/>
                <a:gd name="T64" fmla="*/ 178 w 276"/>
                <a:gd name="T65" fmla="*/ 122 h 180"/>
                <a:gd name="T66" fmla="*/ 150 w 276"/>
                <a:gd name="T67" fmla="*/ 106 h 180"/>
                <a:gd name="T68" fmla="*/ 128 w 276"/>
                <a:gd name="T69" fmla="*/ 92 h 180"/>
                <a:gd name="T70" fmla="*/ 118 w 276"/>
                <a:gd name="T71" fmla="*/ 86 h 180"/>
                <a:gd name="T72" fmla="*/ 118 w 276"/>
                <a:gd name="T73" fmla="*/ 86 h 180"/>
                <a:gd name="T74" fmla="*/ 118 w 276"/>
                <a:gd name="T75" fmla="*/ 98 h 180"/>
                <a:gd name="T76" fmla="*/ 118 w 276"/>
                <a:gd name="T77" fmla="*/ 110 h 180"/>
                <a:gd name="T78" fmla="*/ 114 w 276"/>
                <a:gd name="T79" fmla="*/ 126 h 180"/>
                <a:gd name="T80" fmla="*/ 106 w 276"/>
                <a:gd name="T81" fmla="*/ 142 h 180"/>
                <a:gd name="T82" fmla="*/ 102 w 276"/>
                <a:gd name="T83" fmla="*/ 148 h 180"/>
                <a:gd name="T84" fmla="*/ 94 w 276"/>
                <a:gd name="T85" fmla="*/ 156 h 180"/>
                <a:gd name="T86" fmla="*/ 86 w 276"/>
                <a:gd name="T87" fmla="*/ 162 h 180"/>
                <a:gd name="T88" fmla="*/ 78 w 276"/>
                <a:gd name="T89" fmla="*/ 168 h 180"/>
                <a:gd name="T90" fmla="*/ 66 w 276"/>
                <a:gd name="T91" fmla="*/ 174 h 180"/>
                <a:gd name="T92" fmla="*/ 54 w 276"/>
                <a:gd name="T93" fmla="*/ 178 h 180"/>
                <a:gd name="T94" fmla="*/ 54 w 276"/>
                <a:gd name="T95" fmla="*/ 178 h 180"/>
                <a:gd name="T96" fmla="*/ 42 w 276"/>
                <a:gd name="T97" fmla="*/ 180 h 180"/>
                <a:gd name="T98" fmla="*/ 30 w 276"/>
                <a:gd name="T99" fmla="*/ 180 h 180"/>
                <a:gd name="T100" fmla="*/ 22 w 276"/>
                <a:gd name="T101" fmla="*/ 178 h 180"/>
                <a:gd name="T102" fmla="*/ 16 w 276"/>
                <a:gd name="T103" fmla="*/ 176 h 180"/>
                <a:gd name="T104" fmla="*/ 10 w 276"/>
                <a:gd name="T105" fmla="*/ 170 h 180"/>
                <a:gd name="T106" fmla="*/ 6 w 276"/>
                <a:gd name="T107" fmla="*/ 166 h 180"/>
                <a:gd name="T108" fmla="*/ 4 w 276"/>
                <a:gd name="T109" fmla="*/ 160 h 180"/>
                <a:gd name="T110" fmla="*/ 2 w 276"/>
                <a:gd name="T111" fmla="*/ 152 h 180"/>
                <a:gd name="T112" fmla="*/ 0 w 276"/>
                <a:gd name="T113" fmla="*/ 138 h 180"/>
                <a:gd name="T114" fmla="*/ 2 w 276"/>
                <a:gd name="T115" fmla="*/ 126 h 180"/>
                <a:gd name="T116" fmla="*/ 4 w 276"/>
                <a:gd name="T117" fmla="*/ 114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76" h="180">
                  <a:moveTo>
                    <a:pt x="4" y="114"/>
                  </a:moveTo>
                  <a:lnTo>
                    <a:pt x="4" y="114"/>
                  </a:lnTo>
                  <a:lnTo>
                    <a:pt x="14" y="98"/>
                  </a:lnTo>
                  <a:lnTo>
                    <a:pt x="36" y="62"/>
                  </a:lnTo>
                  <a:lnTo>
                    <a:pt x="50" y="42"/>
                  </a:lnTo>
                  <a:lnTo>
                    <a:pt x="64" y="24"/>
                  </a:lnTo>
                  <a:lnTo>
                    <a:pt x="78" y="8"/>
                  </a:lnTo>
                  <a:lnTo>
                    <a:pt x="88" y="0"/>
                  </a:lnTo>
                  <a:lnTo>
                    <a:pt x="88" y="0"/>
                  </a:lnTo>
                  <a:lnTo>
                    <a:pt x="94" y="0"/>
                  </a:lnTo>
                  <a:lnTo>
                    <a:pt x="102" y="2"/>
                  </a:lnTo>
                  <a:lnTo>
                    <a:pt x="122" y="10"/>
                  </a:lnTo>
                  <a:lnTo>
                    <a:pt x="146" y="22"/>
                  </a:lnTo>
                  <a:lnTo>
                    <a:pt x="174" y="40"/>
                  </a:lnTo>
                  <a:lnTo>
                    <a:pt x="228" y="72"/>
                  </a:lnTo>
                  <a:lnTo>
                    <a:pt x="250" y="82"/>
                  </a:lnTo>
                  <a:lnTo>
                    <a:pt x="258" y="86"/>
                  </a:lnTo>
                  <a:lnTo>
                    <a:pt x="266" y="86"/>
                  </a:lnTo>
                  <a:lnTo>
                    <a:pt x="266" y="86"/>
                  </a:lnTo>
                  <a:lnTo>
                    <a:pt x="272" y="88"/>
                  </a:lnTo>
                  <a:lnTo>
                    <a:pt x="276" y="90"/>
                  </a:lnTo>
                  <a:lnTo>
                    <a:pt x="276" y="92"/>
                  </a:lnTo>
                  <a:lnTo>
                    <a:pt x="276" y="96"/>
                  </a:lnTo>
                  <a:lnTo>
                    <a:pt x="272" y="104"/>
                  </a:lnTo>
                  <a:lnTo>
                    <a:pt x="262" y="112"/>
                  </a:lnTo>
                  <a:lnTo>
                    <a:pt x="250" y="122"/>
                  </a:lnTo>
                  <a:lnTo>
                    <a:pt x="236" y="128"/>
                  </a:lnTo>
                  <a:lnTo>
                    <a:pt x="220" y="132"/>
                  </a:lnTo>
                  <a:lnTo>
                    <a:pt x="212" y="134"/>
                  </a:lnTo>
                  <a:lnTo>
                    <a:pt x="206" y="132"/>
                  </a:lnTo>
                  <a:lnTo>
                    <a:pt x="206" y="132"/>
                  </a:lnTo>
                  <a:lnTo>
                    <a:pt x="192" y="128"/>
                  </a:lnTo>
                  <a:lnTo>
                    <a:pt x="178" y="122"/>
                  </a:lnTo>
                  <a:lnTo>
                    <a:pt x="150" y="106"/>
                  </a:lnTo>
                  <a:lnTo>
                    <a:pt x="128" y="92"/>
                  </a:lnTo>
                  <a:lnTo>
                    <a:pt x="118" y="86"/>
                  </a:lnTo>
                  <a:lnTo>
                    <a:pt x="118" y="86"/>
                  </a:lnTo>
                  <a:lnTo>
                    <a:pt x="118" y="98"/>
                  </a:lnTo>
                  <a:lnTo>
                    <a:pt x="118" y="110"/>
                  </a:lnTo>
                  <a:lnTo>
                    <a:pt x="114" y="126"/>
                  </a:lnTo>
                  <a:lnTo>
                    <a:pt x="106" y="142"/>
                  </a:lnTo>
                  <a:lnTo>
                    <a:pt x="102" y="148"/>
                  </a:lnTo>
                  <a:lnTo>
                    <a:pt x="94" y="156"/>
                  </a:lnTo>
                  <a:lnTo>
                    <a:pt x="86" y="162"/>
                  </a:lnTo>
                  <a:lnTo>
                    <a:pt x="78" y="168"/>
                  </a:lnTo>
                  <a:lnTo>
                    <a:pt x="66" y="174"/>
                  </a:lnTo>
                  <a:lnTo>
                    <a:pt x="54" y="178"/>
                  </a:lnTo>
                  <a:lnTo>
                    <a:pt x="54" y="178"/>
                  </a:lnTo>
                  <a:lnTo>
                    <a:pt x="42" y="180"/>
                  </a:lnTo>
                  <a:lnTo>
                    <a:pt x="30" y="180"/>
                  </a:lnTo>
                  <a:lnTo>
                    <a:pt x="22" y="178"/>
                  </a:lnTo>
                  <a:lnTo>
                    <a:pt x="16" y="176"/>
                  </a:lnTo>
                  <a:lnTo>
                    <a:pt x="10" y="170"/>
                  </a:lnTo>
                  <a:lnTo>
                    <a:pt x="6" y="166"/>
                  </a:lnTo>
                  <a:lnTo>
                    <a:pt x="4" y="160"/>
                  </a:lnTo>
                  <a:lnTo>
                    <a:pt x="2" y="152"/>
                  </a:lnTo>
                  <a:lnTo>
                    <a:pt x="0" y="138"/>
                  </a:lnTo>
                  <a:lnTo>
                    <a:pt x="2" y="126"/>
                  </a:lnTo>
                  <a:lnTo>
                    <a:pt x="4" y="11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0" name="任意多边形 39"/>
            <p:cNvSpPr/>
            <p:nvPr>
              <p:custDataLst>
                <p:tags r:id="rId14"/>
              </p:custDataLst>
            </p:nvPr>
          </p:nvSpPr>
          <p:spPr bwMode="auto">
            <a:xfrm>
              <a:off x="2643" y="3376"/>
              <a:ext cx="1606" cy="511"/>
            </a:xfrm>
            <a:custGeom>
              <a:avLst/>
              <a:gdLst>
                <a:gd name="T0" fmla="*/ 42 w 1338"/>
                <a:gd name="T1" fmla="*/ 0 h 426"/>
                <a:gd name="T2" fmla="*/ 54 w 1338"/>
                <a:gd name="T3" fmla="*/ 2 h 426"/>
                <a:gd name="T4" fmla="*/ 158 w 1338"/>
                <a:gd name="T5" fmla="*/ 62 h 426"/>
                <a:gd name="T6" fmla="*/ 276 w 1338"/>
                <a:gd name="T7" fmla="*/ 124 h 426"/>
                <a:gd name="T8" fmla="*/ 386 w 1338"/>
                <a:gd name="T9" fmla="*/ 172 h 426"/>
                <a:gd name="T10" fmla="*/ 468 w 1338"/>
                <a:gd name="T11" fmla="*/ 202 h 426"/>
                <a:gd name="T12" fmla="*/ 556 w 1338"/>
                <a:gd name="T13" fmla="*/ 228 h 426"/>
                <a:gd name="T14" fmla="*/ 652 w 1338"/>
                <a:gd name="T15" fmla="*/ 248 h 426"/>
                <a:gd name="T16" fmla="*/ 752 w 1338"/>
                <a:gd name="T17" fmla="*/ 260 h 426"/>
                <a:gd name="T18" fmla="*/ 858 w 1338"/>
                <a:gd name="T19" fmla="*/ 262 h 426"/>
                <a:gd name="T20" fmla="*/ 968 w 1338"/>
                <a:gd name="T21" fmla="*/ 254 h 426"/>
                <a:gd name="T22" fmla="*/ 1082 w 1338"/>
                <a:gd name="T23" fmla="*/ 232 h 426"/>
                <a:gd name="T24" fmla="*/ 1198 w 1338"/>
                <a:gd name="T25" fmla="*/ 196 h 426"/>
                <a:gd name="T26" fmla="*/ 1258 w 1338"/>
                <a:gd name="T27" fmla="*/ 172 h 426"/>
                <a:gd name="T28" fmla="*/ 1278 w 1338"/>
                <a:gd name="T29" fmla="*/ 188 h 426"/>
                <a:gd name="T30" fmla="*/ 1304 w 1338"/>
                <a:gd name="T31" fmla="*/ 220 h 426"/>
                <a:gd name="T32" fmla="*/ 1328 w 1338"/>
                <a:gd name="T33" fmla="*/ 268 h 426"/>
                <a:gd name="T34" fmla="*/ 1338 w 1338"/>
                <a:gd name="T35" fmla="*/ 298 h 426"/>
                <a:gd name="T36" fmla="*/ 1272 w 1338"/>
                <a:gd name="T37" fmla="*/ 328 h 426"/>
                <a:gd name="T38" fmla="*/ 1166 w 1338"/>
                <a:gd name="T39" fmla="*/ 364 h 426"/>
                <a:gd name="T40" fmla="*/ 1018 w 1338"/>
                <a:gd name="T41" fmla="*/ 402 h 426"/>
                <a:gd name="T42" fmla="*/ 934 w 1338"/>
                <a:gd name="T43" fmla="*/ 416 h 426"/>
                <a:gd name="T44" fmla="*/ 840 w 1338"/>
                <a:gd name="T45" fmla="*/ 424 h 426"/>
                <a:gd name="T46" fmla="*/ 742 w 1338"/>
                <a:gd name="T47" fmla="*/ 426 h 426"/>
                <a:gd name="T48" fmla="*/ 640 w 1338"/>
                <a:gd name="T49" fmla="*/ 420 h 426"/>
                <a:gd name="T50" fmla="*/ 534 w 1338"/>
                <a:gd name="T51" fmla="*/ 402 h 426"/>
                <a:gd name="T52" fmla="*/ 426 w 1338"/>
                <a:gd name="T53" fmla="*/ 374 h 426"/>
                <a:gd name="T54" fmla="*/ 316 w 1338"/>
                <a:gd name="T55" fmla="*/ 330 h 426"/>
                <a:gd name="T56" fmla="*/ 206 w 1338"/>
                <a:gd name="T57" fmla="*/ 274 h 426"/>
                <a:gd name="T58" fmla="*/ 98 w 1338"/>
                <a:gd name="T59" fmla="*/ 198 h 426"/>
                <a:gd name="T60" fmla="*/ 72 w 1338"/>
                <a:gd name="T61" fmla="*/ 172 h 426"/>
                <a:gd name="T62" fmla="*/ 26 w 1338"/>
                <a:gd name="T63" fmla="*/ 112 h 426"/>
                <a:gd name="T64" fmla="*/ 8 w 1338"/>
                <a:gd name="T65" fmla="*/ 78 h 426"/>
                <a:gd name="T66" fmla="*/ 0 w 1338"/>
                <a:gd name="T67" fmla="*/ 44 h 426"/>
                <a:gd name="T68" fmla="*/ 2 w 1338"/>
                <a:gd name="T69" fmla="*/ 30 h 426"/>
                <a:gd name="T70" fmla="*/ 10 w 1338"/>
                <a:gd name="T71" fmla="*/ 18 h 426"/>
                <a:gd name="T72" fmla="*/ 22 w 1338"/>
                <a:gd name="T73" fmla="*/ 8 h 426"/>
                <a:gd name="T74" fmla="*/ 42 w 1338"/>
                <a:gd name="T75"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8" h="426">
                  <a:moveTo>
                    <a:pt x="42" y="0"/>
                  </a:moveTo>
                  <a:lnTo>
                    <a:pt x="42" y="0"/>
                  </a:lnTo>
                  <a:lnTo>
                    <a:pt x="46" y="0"/>
                  </a:lnTo>
                  <a:lnTo>
                    <a:pt x="54" y="2"/>
                  </a:lnTo>
                  <a:lnTo>
                    <a:pt x="78" y="16"/>
                  </a:lnTo>
                  <a:lnTo>
                    <a:pt x="158" y="62"/>
                  </a:lnTo>
                  <a:lnTo>
                    <a:pt x="212" y="92"/>
                  </a:lnTo>
                  <a:lnTo>
                    <a:pt x="276" y="124"/>
                  </a:lnTo>
                  <a:lnTo>
                    <a:pt x="346" y="156"/>
                  </a:lnTo>
                  <a:lnTo>
                    <a:pt x="386" y="172"/>
                  </a:lnTo>
                  <a:lnTo>
                    <a:pt x="426" y="188"/>
                  </a:lnTo>
                  <a:lnTo>
                    <a:pt x="468" y="202"/>
                  </a:lnTo>
                  <a:lnTo>
                    <a:pt x="512" y="216"/>
                  </a:lnTo>
                  <a:lnTo>
                    <a:pt x="556" y="228"/>
                  </a:lnTo>
                  <a:lnTo>
                    <a:pt x="604" y="238"/>
                  </a:lnTo>
                  <a:lnTo>
                    <a:pt x="652" y="248"/>
                  </a:lnTo>
                  <a:lnTo>
                    <a:pt x="702" y="254"/>
                  </a:lnTo>
                  <a:lnTo>
                    <a:pt x="752" y="260"/>
                  </a:lnTo>
                  <a:lnTo>
                    <a:pt x="804" y="262"/>
                  </a:lnTo>
                  <a:lnTo>
                    <a:pt x="858" y="262"/>
                  </a:lnTo>
                  <a:lnTo>
                    <a:pt x="912" y="260"/>
                  </a:lnTo>
                  <a:lnTo>
                    <a:pt x="968" y="254"/>
                  </a:lnTo>
                  <a:lnTo>
                    <a:pt x="1024" y="246"/>
                  </a:lnTo>
                  <a:lnTo>
                    <a:pt x="1082" y="232"/>
                  </a:lnTo>
                  <a:lnTo>
                    <a:pt x="1140" y="216"/>
                  </a:lnTo>
                  <a:lnTo>
                    <a:pt x="1198" y="196"/>
                  </a:lnTo>
                  <a:lnTo>
                    <a:pt x="1258" y="172"/>
                  </a:lnTo>
                  <a:lnTo>
                    <a:pt x="1258" y="172"/>
                  </a:lnTo>
                  <a:lnTo>
                    <a:pt x="1268" y="180"/>
                  </a:lnTo>
                  <a:lnTo>
                    <a:pt x="1278" y="188"/>
                  </a:lnTo>
                  <a:lnTo>
                    <a:pt x="1290" y="202"/>
                  </a:lnTo>
                  <a:lnTo>
                    <a:pt x="1304" y="220"/>
                  </a:lnTo>
                  <a:lnTo>
                    <a:pt x="1316" y="242"/>
                  </a:lnTo>
                  <a:lnTo>
                    <a:pt x="1328" y="268"/>
                  </a:lnTo>
                  <a:lnTo>
                    <a:pt x="1338" y="298"/>
                  </a:lnTo>
                  <a:lnTo>
                    <a:pt x="1338" y="298"/>
                  </a:lnTo>
                  <a:lnTo>
                    <a:pt x="1308" y="312"/>
                  </a:lnTo>
                  <a:lnTo>
                    <a:pt x="1272" y="328"/>
                  </a:lnTo>
                  <a:lnTo>
                    <a:pt x="1224" y="346"/>
                  </a:lnTo>
                  <a:lnTo>
                    <a:pt x="1166" y="364"/>
                  </a:lnTo>
                  <a:lnTo>
                    <a:pt x="1096" y="384"/>
                  </a:lnTo>
                  <a:lnTo>
                    <a:pt x="1018" y="402"/>
                  </a:lnTo>
                  <a:lnTo>
                    <a:pt x="976" y="408"/>
                  </a:lnTo>
                  <a:lnTo>
                    <a:pt x="934" y="416"/>
                  </a:lnTo>
                  <a:lnTo>
                    <a:pt x="888" y="420"/>
                  </a:lnTo>
                  <a:lnTo>
                    <a:pt x="840" y="424"/>
                  </a:lnTo>
                  <a:lnTo>
                    <a:pt x="792" y="426"/>
                  </a:lnTo>
                  <a:lnTo>
                    <a:pt x="742" y="426"/>
                  </a:lnTo>
                  <a:lnTo>
                    <a:pt x="692" y="424"/>
                  </a:lnTo>
                  <a:lnTo>
                    <a:pt x="640" y="420"/>
                  </a:lnTo>
                  <a:lnTo>
                    <a:pt x="588" y="412"/>
                  </a:lnTo>
                  <a:lnTo>
                    <a:pt x="534" y="402"/>
                  </a:lnTo>
                  <a:lnTo>
                    <a:pt x="480" y="390"/>
                  </a:lnTo>
                  <a:lnTo>
                    <a:pt x="426" y="374"/>
                  </a:lnTo>
                  <a:lnTo>
                    <a:pt x="370" y="354"/>
                  </a:lnTo>
                  <a:lnTo>
                    <a:pt x="316" y="330"/>
                  </a:lnTo>
                  <a:lnTo>
                    <a:pt x="262" y="304"/>
                  </a:lnTo>
                  <a:lnTo>
                    <a:pt x="206" y="274"/>
                  </a:lnTo>
                  <a:lnTo>
                    <a:pt x="152" y="238"/>
                  </a:lnTo>
                  <a:lnTo>
                    <a:pt x="98" y="198"/>
                  </a:lnTo>
                  <a:lnTo>
                    <a:pt x="98" y="198"/>
                  </a:lnTo>
                  <a:lnTo>
                    <a:pt x="72" y="172"/>
                  </a:lnTo>
                  <a:lnTo>
                    <a:pt x="48" y="144"/>
                  </a:lnTo>
                  <a:lnTo>
                    <a:pt x="26" y="112"/>
                  </a:lnTo>
                  <a:lnTo>
                    <a:pt x="16" y="94"/>
                  </a:lnTo>
                  <a:lnTo>
                    <a:pt x="8" y="78"/>
                  </a:lnTo>
                  <a:lnTo>
                    <a:pt x="2" y="60"/>
                  </a:lnTo>
                  <a:lnTo>
                    <a:pt x="0" y="44"/>
                  </a:lnTo>
                  <a:lnTo>
                    <a:pt x="0" y="38"/>
                  </a:lnTo>
                  <a:lnTo>
                    <a:pt x="2" y="30"/>
                  </a:lnTo>
                  <a:lnTo>
                    <a:pt x="6" y="24"/>
                  </a:lnTo>
                  <a:lnTo>
                    <a:pt x="10" y="18"/>
                  </a:lnTo>
                  <a:lnTo>
                    <a:pt x="16" y="12"/>
                  </a:lnTo>
                  <a:lnTo>
                    <a:pt x="22" y="8"/>
                  </a:lnTo>
                  <a:lnTo>
                    <a:pt x="32" y="2"/>
                  </a:lnTo>
                  <a:lnTo>
                    <a:pt x="42" y="0"/>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1" name="任意多边形 40"/>
            <p:cNvSpPr/>
            <p:nvPr>
              <p:custDataLst>
                <p:tags r:id="rId15"/>
              </p:custDataLst>
            </p:nvPr>
          </p:nvSpPr>
          <p:spPr bwMode="auto">
            <a:xfrm>
              <a:off x="2643" y="3376"/>
              <a:ext cx="1606" cy="511"/>
            </a:xfrm>
            <a:custGeom>
              <a:avLst/>
              <a:gdLst>
                <a:gd name="T0" fmla="*/ 42 w 1338"/>
                <a:gd name="T1" fmla="*/ 0 h 426"/>
                <a:gd name="T2" fmla="*/ 54 w 1338"/>
                <a:gd name="T3" fmla="*/ 2 h 426"/>
                <a:gd name="T4" fmla="*/ 158 w 1338"/>
                <a:gd name="T5" fmla="*/ 62 h 426"/>
                <a:gd name="T6" fmla="*/ 276 w 1338"/>
                <a:gd name="T7" fmla="*/ 124 h 426"/>
                <a:gd name="T8" fmla="*/ 386 w 1338"/>
                <a:gd name="T9" fmla="*/ 172 h 426"/>
                <a:gd name="T10" fmla="*/ 468 w 1338"/>
                <a:gd name="T11" fmla="*/ 202 h 426"/>
                <a:gd name="T12" fmla="*/ 556 w 1338"/>
                <a:gd name="T13" fmla="*/ 228 h 426"/>
                <a:gd name="T14" fmla="*/ 652 w 1338"/>
                <a:gd name="T15" fmla="*/ 248 h 426"/>
                <a:gd name="T16" fmla="*/ 752 w 1338"/>
                <a:gd name="T17" fmla="*/ 260 h 426"/>
                <a:gd name="T18" fmla="*/ 858 w 1338"/>
                <a:gd name="T19" fmla="*/ 262 h 426"/>
                <a:gd name="T20" fmla="*/ 968 w 1338"/>
                <a:gd name="T21" fmla="*/ 254 h 426"/>
                <a:gd name="T22" fmla="*/ 1082 w 1338"/>
                <a:gd name="T23" fmla="*/ 232 h 426"/>
                <a:gd name="T24" fmla="*/ 1198 w 1338"/>
                <a:gd name="T25" fmla="*/ 196 h 426"/>
                <a:gd name="T26" fmla="*/ 1258 w 1338"/>
                <a:gd name="T27" fmla="*/ 172 h 426"/>
                <a:gd name="T28" fmla="*/ 1278 w 1338"/>
                <a:gd name="T29" fmla="*/ 188 h 426"/>
                <a:gd name="T30" fmla="*/ 1304 w 1338"/>
                <a:gd name="T31" fmla="*/ 220 h 426"/>
                <a:gd name="T32" fmla="*/ 1328 w 1338"/>
                <a:gd name="T33" fmla="*/ 268 h 426"/>
                <a:gd name="T34" fmla="*/ 1338 w 1338"/>
                <a:gd name="T35" fmla="*/ 298 h 426"/>
                <a:gd name="T36" fmla="*/ 1272 w 1338"/>
                <a:gd name="T37" fmla="*/ 328 h 426"/>
                <a:gd name="T38" fmla="*/ 1166 w 1338"/>
                <a:gd name="T39" fmla="*/ 364 h 426"/>
                <a:gd name="T40" fmla="*/ 1018 w 1338"/>
                <a:gd name="T41" fmla="*/ 402 h 426"/>
                <a:gd name="T42" fmla="*/ 934 w 1338"/>
                <a:gd name="T43" fmla="*/ 416 h 426"/>
                <a:gd name="T44" fmla="*/ 840 w 1338"/>
                <a:gd name="T45" fmla="*/ 424 h 426"/>
                <a:gd name="T46" fmla="*/ 742 w 1338"/>
                <a:gd name="T47" fmla="*/ 426 h 426"/>
                <a:gd name="T48" fmla="*/ 640 w 1338"/>
                <a:gd name="T49" fmla="*/ 420 h 426"/>
                <a:gd name="T50" fmla="*/ 534 w 1338"/>
                <a:gd name="T51" fmla="*/ 402 h 426"/>
                <a:gd name="T52" fmla="*/ 426 w 1338"/>
                <a:gd name="T53" fmla="*/ 374 h 426"/>
                <a:gd name="T54" fmla="*/ 316 w 1338"/>
                <a:gd name="T55" fmla="*/ 330 h 426"/>
                <a:gd name="T56" fmla="*/ 206 w 1338"/>
                <a:gd name="T57" fmla="*/ 274 h 426"/>
                <a:gd name="T58" fmla="*/ 98 w 1338"/>
                <a:gd name="T59" fmla="*/ 198 h 426"/>
                <a:gd name="T60" fmla="*/ 72 w 1338"/>
                <a:gd name="T61" fmla="*/ 172 h 426"/>
                <a:gd name="T62" fmla="*/ 26 w 1338"/>
                <a:gd name="T63" fmla="*/ 112 h 426"/>
                <a:gd name="T64" fmla="*/ 8 w 1338"/>
                <a:gd name="T65" fmla="*/ 78 h 426"/>
                <a:gd name="T66" fmla="*/ 0 w 1338"/>
                <a:gd name="T67" fmla="*/ 44 h 426"/>
                <a:gd name="T68" fmla="*/ 2 w 1338"/>
                <a:gd name="T69" fmla="*/ 30 h 426"/>
                <a:gd name="T70" fmla="*/ 10 w 1338"/>
                <a:gd name="T71" fmla="*/ 18 h 426"/>
                <a:gd name="T72" fmla="*/ 22 w 1338"/>
                <a:gd name="T73" fmla="*/ 8 h 426"/>
                <a:gd name="T74" fmla="*/ 42 w 1338"/>
                <a:gd name="T75" fmla="*/ 0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38" h="426">
                  <a:moveTo>
                    <a:pt x="42" y="0"/>
                  </a:moveTo>
                  <a:lnTo>
                    <a:pt x="42" y="0"/>
                  </a:lnTo>
                  <a:lnTo>
                    <a:pt x="46" y="0"/>
                  </a:lnTo>
                  <a:lnTo>
                    <a:pt x="54" y="2"/>
                  </a:lnTo>
                  <a:lnTo>
                    <a:pt x="78" y="16"/>
                  </a:lnTo>
                  <a:lnTo>
                    <a:pt x="158" y="62"/>
                  </a:lnTo>
                  <a:lnTo>
                    <a:pt x="212" y="92"/>
                  </a:lnTo>
                  <a:lnTo>
                    <a:pt x="276" y="124"/>
                  </a:lnTo>
                  <a:lnTo>
                    <a:pt x="346" y="156"/>
                  </a:lnTo>
                  <a:lnTo>
                    <a:pt x="386" y="172"/>
                  </a:lnTo>
                  <a:lnTo>
                    <a:pt x="426" y="188"/>
                  </a:lnTo>
                  <a:lnTo>
                    <a:pt x="468" y="202"/>
                  </a:lnTo>
                  <a:lnTo>
                    <a:pt x="512" y="216"/>
                  </a:lnTo>
                  <a:lnTo>
                    <a:pt x="556" y="228"/>
                  </a:lnTo>
                  <a:lnTo>
                    <a:pt x="604" y="238"/>
                  </a:lnTo>
                  <a:lnTo>
                    <a:pt x="652" y="248"/>
                  </a:lnTo>
                  <a:lnTo>
                    <a:pt x="702" y="254"/>
                  </a:lnTo>
                  <a:lnTo>
                    <a:pt x="752" y="260"/>
                  </a:lnTo>
                  <a:lnTo>
                    <a:pt x="804" y="262"/>
                  </a:lnTo>
                  <a:lnTo>
                    <a:pt x="858" y="262"/>
                  </a:lnTo>
                  <a:lnTo>
                    <a:pt x="912" y="260"/>
                  </a:lnTo>
                  <a:lnTo>
                    <a:pt x="968" y="254"/>
                  </a:lnTo>
                  <a:lnTo>
                    <a:pt x="1024" y="246"/>
                  </a:lnTo>
                  <a:lnTo>
                    <a:pt x="1082" y="232"/>
                  </a:lnTo>
                  <a:lnTo>
                    <a:pt x="1140" y="216"/>
                  </a:lnTo>
                  <a:lnTo>
                    <a:pt x="1198" y="196"/>
                  </a:lnTo>
                  <a:lnTo>
                    <a:pt x="1258" y="172"/>
                  </a:lnTo>
                  <a:lnTo>
                    <a:pt x="1258" y="172"/>
                  </a:lnTo>
                  <a:lnTo>
                    <a:pt x="1268" y="180"/>
                  </a:lnTo>
                  <a:lnTo>
                    <a:pt x="1278" y="188"/>
                  </a:lnTo>
                  <a:lnTo>
                    <a:pt x="1290" y="202"/>
                  </a:lnTo>
                  <a:lnTo>
                    <a:pt x="1304" y="220"/>
                  </a:lnTo>
                  <a:lnTo>
                    <a:pt x="1316" y="242"/>
                  </a:lnTo>
                  <a:lnTo>
                    <a:pt x="1328" y="268"/>
                  </a:lnTo>
                  <a:lnTo>
                    <a:pt x="1338" y="298"/>
                  </a:lnTo>
                  <a:lnTo>
                    <a:pt x="1338" y="298"/>
                  </a:lnTo>
                  <a:lnTo>
                    <a:pt x="1308" y="312"/>
                  </a:lnTo>
                  <a:lnTo>
                    <a:pt x="1272" y="328"/>
                  </a:lnTo>
                  <a:lnTo>
                    <a:pt x="1224" y="346"/>
                  </a:lnTo>
                  <a:lnTo>
                    <a:pt x="1166" y="364"/>
                  </a:lnTo>
                  <a:lnTo>
                    <a:pt x="1096" y="384"/>
                  </a:lnTo>
                  <a:lnTo>
                    <a:pt x="1018" y="402"/>
                  </a:lnTo>
                  <a:lnTo>
                    <a:pt x="976" y="408"/>
                  </a:lnTo>
                  <a:lnTo>
                    <a:pt x="934" y="416"/>
                  </a:lnTo>
                  <a:lnTo>
                    <a:pt x="888" y="420"/>
                  </a:lnTo>
                  <a:lnTo>
                    <a:pt x="840" y="424"/>
                  </a:lnTo>
                  <a:lnTo>
                    <a:pt x="792" y="426"/>
                  </a:lnTo>
                  <a:lnTo>
                    <a:pt x="742" y="426"/>
                  </a:lnTo>
                  <a:lnTo>
                    <a:pt x="692" y="424"/>
                  </a:lnTo>
                  <a:lnTo>
                    <a:pt x="640" y="420"/>
                  </a:lnTo>
                  <a:lnTo>
                    <a:pt x="588" y="412"/>
                  </a:lnTo>
                  <a:lnTo>
                    <a:pt x="534" y="402"/>
                  </a:lnTo>
                  <a:lnTo>
                    <a:pt x="480" y="390"/>
                  </a:lnTo>
                  <a:lnTo>
                    <a:pt x="426" y="374"/>
                  </a:lnTo>
                  <a:lnTo>
                    <a:pt x="370" y="354"/>
                  </a:lnTo>
                  <a:lnTo>
                    <a:pt x="316" y="330"/>
                  </a:lnTo>
                  <a:lnTo>
                    <a:pt x="262" y="304"/>
                  </a:lnTo>
                  <a:lnTo>
                    <a:pt x="206" y="274"/>
                  </a:lnTo>
                  <a:lnTo>
                    <a:pt x="152" y="238"/>
                  </a:lnTo>
                  <a:lnTo>
                    <a:pt x="98" y="198"/>
                  </a:lnTo>
                  <a:lnTo>
                    <a:pt x="98" y="198"/>
                  </a:lnTo>
                  <a:lnTo>
                    <a:pt x="72" y="172"/>
                  </a:lnTo>
                  <a:lnTo>
                    <a:pt x="48" y="144"/>
                  </a:lnTo>
                  <a:lnTo>
                    <a:pt x="26" y="112"/>
                  </a:lnTo>
                  <a:lnTo>
                    <a:pt x="16" y="94"/>
                  </a:lnTo>
                  <a:lnTo>
                    <a:pt x="8" y="78"/>
                  </a:lnTo>
                  <a:lnTo>
                    <a:pt x="2" y="60"/>
                  </a:lnTo>
                  <a:lnTo>
                    <a:pt x="0" y="44"/>
                  </a:lnTo>
                  <a:lnTo>
                    <a:pt x="0" y="38"/>
                  </a:lnTo>
                  <a:lnTo>
                    <a:pt x="2" y="30"/>
                  </a:lnTo>
                  <a:lnTo>
                    <a:pt x="6" y="24"/>
                  </a:lnTo>
                  <a:lnTo>
                    <a:pt x="10" y="18"/>
                  </a:lnTo>
                  <a:lnTo>
                    <a:pt x="16" y="12"/>
                  </a:lnTo>
                  <a:lnTo>
                    <a:pt x="22" y="8"/>
                  </a:lnTo>
                  <a:lnTo>
                    <a:pt x="32" y="2"/>
                  </a:lnTo>
                  <a:lnTo>
                    <a:pt x="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2" name="任意多边形 41"/>
            <p:cNvSpPr/>
            <p:nvPr>
              <p:custDataLst>
                <p:tags r:id="rId16"/>
              </p:custDataLst>
            </p:nvPr>
          </p:nvSpPr>
          <p:spPr bwMode="auto">
            <a:xfrm>
              <a:off x="2550" y="2188"/>
              <a:ext cx="182" cy="492"/>
            </a:xfrm>
            <a:custGeom>
              <a:avLst/>
              <a:gdLst>
                <a:gd name="T0" fmla="*/ 80 w 152"/>
                <a:gd name="T1" fmla="*/ 2 h 410"/>
                <a:gd name="T2" fmla="*/ 80 w 152"/>
                <a:gd name="T3" fmla="*/ 2 h 410"/>
                <a:gd name="T4" fmla="*/ 84 w 152"/>
                <a:gd name="T5" fmla="*/ 10 h 410"/>
                <a:gd name="T6" fmla="*/ 100 w 152"/>
                <a:gd name="T7" fmla="*/ 32 h 410"/>
                <a:gd name="T8" fmla="*/ 118 w 152"/>
                <a:gd name="T9" fmla="*/ 66 h 410"/>
                <a:gd name="T10" fmla="*/ 128 w 152"/>
                <a:gd name="T11" fmla="*/ 88 h 410"/>
                <a:gd name="T12" fmla="*/ 136 w 152"/>
                <a:gd name="T13" fmla="*/ 112 h 410"/>
                <a:gd name="T14" fmla="*/ 144 w 152"/>
                <a:gd name="T15" fmla="*/ 138 h 410"/>
                <a:gd name="T16" fmla="*/ 150 w 152"/>
                <a:gd name="T17" fmla="*/ 168 h 410"/>
                <a:gd name="T18" fmla="*/ 152 w 152"/>
                <a:gd name="T19" fmla="*/ 198 h 410"/>
                <a:gd name="T20" fmla="*/ 152 w 152"/>
                <a:gd name="T21" fmla="*/ 230 h 410"/>
                <a:gd name="T22" fmla="*/ 148 w 152"/>
                <a:gd name="T23" fmla="*/ 264 h 410"/>
                <a:gd name="T24" fmla="*/ 138 w 152"/>
                <a:gd name="T25" fmla="*/ 298 h 410"/>
                <a:gd name="T26" fmla="*/ 124 w 152"/>
                <a:gd name="T27" fmla="*/ 334 h 410"/>
                <a:gd name="T28" fmla="*/ 116 w 152"/>
                <a:gd name="T29" fmla="*/ 352 h 410"/>
                <a:gd name="T30" fmla="*/ 106 w 152"/>
                <a:gd name="T31" fmla="*/ 370 h 410"/>
                <a:gd name="T32" fmla="*/ 106 w 152"/>
                <a:gd name="T33" fmla="*/ 370 h 410"/>
                <a:gd name="T34" fmla="*/ 96 w 152"/>
                <a:gd name="T35" fmla="*/ 386 h 410"/>
                <a:gd name="T36" fmla="*/ 84 w 152"/>
                <a:gd name="T37" fmla="*/ 398 h 410"/>
                <a:gd name="T38" fmla="*/ 74 w 152"/>
                <a:gd name="T39" fmla="*/ 406 h 410"/>
                <a:gd name="T40" fmla="*/ 66 w 152"/>
                <a:gd name="T41" fmla="*/ 408 h 410"/>
                <a:gd name="T42" fmla="*/ 56 w 152"/>
                <a:gd name="T43" fmla="*/ 410 h 410"/>
                <a:gd name="T44" fmla="*/ 48 w 152"/>
                <a:gd name="T45" fmla="*/ 406 h 410"/>
                <a:gd name="T46" fmla="*/ 42 w 152"/>
                <a:gd name="T47" fmla="*/ 400 h 410"/>
                <a:gd name="T48" fmla="*/ 34 w 152"/>
                <a:gd name="T49" fmla="*/ 390 h 410"/>
                <a:gd name="T50" fmla="*/ 28 w 152"/>
                <a:gd name="T51" fmla="*/ 380 h 410"/>
                <a:gd name="T52" fmla="*/ 22 w 152"/>
                <a:gd name="T53" fmla="*/ 366 h 410"/>
                <a:gd name="T54" fmla="*/ 12 w 152"/>
                <a:gd name="T55" fmla="*/ 332 h 410"/>
                <a:gd name="T56" fmla="*/ 6 w 152"/>
                <a:gd name="T57" fmla="*/ 292 h 410"/>
                <a:gd name="T58" fmla="*/ 0 w 152"/>
                <a:gd name="T59" fmla="*/ 250 h 410"/>
                <a:gd name="T60" fmla="*/ 0 w 152"/>
                <a:gd name="T61" fmla="*/ 204 h 410"/>
                <a:gd name="T62" fmla="*/ 0 w 152"/>
                <a:gd name="T63" fmla="*/ 158 h 410"/>
                <a:gd name="T64" fmla="*/ 6 w 152"/>
                <a:gd name="T65" fmla="*/ 114 h 410"/>
                <a:gd name="T66" fmla="*/ 14 w 152"/>
                <a:gd name="T67" fmla="*/ 76 h 410"/>
                <a:gd name="T68" fmla="*/ 18 w 152"/>
                <a:gd name="T69" fmla="*/ 58 h 410"/>
                <a:gd name="T70" fmla="*/ 24 w 152"/>
                <a:gd name="T71" fmla="*/ 42 h 410"/>
                <a:gd name="T72" fmla="*/ 32 w 152"/>
                <a:gd name="T73" fmla="*/ 30 h 410"/>
                <a:gd name="T74" fmla="*/ 38 w 152"/>
                <a:gd name="T75" fmla="*/ 18 h 410"/>
                <a:gd name="T76" fmla="*/ 48 w 152"/>
                <a:gd name="T77" fmla="*/ 10 h 410"/>
                <a:gd name="T78" fmla="*/ 58 w 152"/>
                <a:gd name="T79" fmla="*/ 4 h 410"/>
                <a:gd name="T80" fmla="*/ 68 w 152"/>
                <a:gd name="T81" fmla="*/ 0 h 410"/>
                <a:gd name="T82" fmla="*/ 80 w 152"/>
                <a:gd name="T83" fmla="*/ 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2" h="410">
                  <a:moveTo>
                    <a:pt x="80" y="2"/>
                  </a:moveTo>
                  <a:lnTo>
                    <a:pt x="80" y="2"/>
                  </a:lnTo>
                  <a:lnTo>
                    <a:pt x="84" y="10"/>
                  </a:lnTo>
                  <a:lnTo>
                    <a:pt x="100" y="32"/>
                  </a:lnTo>
                  <a:lnTo>
                    <a:pt x="118" y="66"/>
                  </a:lnTo>
                  <a:lnTo>
                    <a:pt x="128" y="88"/>
                  </a:lnTo>
                  <a:lnTo>
                    <a:pt x="136" y="112"/>
                  </a:lnTo>
                  <a:lnTo>
                    <a:pt x="144" y="138"/>
                  </a:lnTo>
                  <a:lnTo>
                    <a:pt x="150" y="168"/>
                  </a:lnTo>
                  <a:lnTo>
                    <a:pt x="152" y="198"/>
                  </a:lnTo>
                  <a:lnTo>
                    <a:pt x="152" y="230"/>
                  </a:lnTo>
                  <a:lnTo>
                    <a:pt x="148" y="264"/>
                  </a:lnTo>
                  <a:lnTo>
                    <a:pt x="138" y="298"/>
                  </a:lnTo>
                  <a:lnTo>
                    <a:pt x="124" y="334"/>
                  </a:lnTo>
                  <a:lnTo>
                    <a:pt x="116" y="352"/>
                  </a:lnTo>
                  <a:lnTo>
                    <a:pt x="106" y="370"/>
                  </a:lnTo>
                  <a:lnTo>
                    <a:pt x="106" y="370"/>
                  </a:lnTo>
                  <a:lnTo>
                    <a:pt x="96" y="386"/>
                  </a:lnTo>
                  <a:lnTo>
                    <a:pt x="84" y="398"/>
                  </a:lnTo>
                  <a:lnTo>
                    <a:pt x="74" y="406"/>
                  </a:lnTo>
                  <a:lnTo>
                    <a:pt x="66" y="408"/>
                  </a:lnTo>
                  <a:lnTo>
                    <a:pt x="56" y="410"/>
                  </a:lnTo>
                  <a:lnTo>
                    <a:pt x="48" y="406"/>
                  </a:lnTo>
                  <a:lnTo>
                    <a:pt x="42" y="400"/>
                  </a:lnTo>
                  <a:lnTo>
                    <a:pt x="34" y="390"/>
                  </a:lnTo>
                  <a:lnTo>
                    <a:pt x="28" y="380"/>
                  </a:lnTo>
                  <a:lnTo>
                    <a:pt x="22" y="366"/>
                  </a:lnTo>
                  <a:lnTo>
                    <a:pt x="12" y="332"/>
                  </a:lnTo>
                  <a:lnTo>
                    <a:pt x="6" y="292"/>
                  </a:lnTo>
                  <a:lnTo>
                    <a:pt x="0" y="250"/>
                  </a:lnTo>
                  <a:lnTo>
                    <a:pt x="0" y="204"/>
                  </a:lnTo>
                  <a:lnTo>
                    <a:pt x="0" y="158"/>
                  </a:lnTo>
                  <a:lnTo>
                    <a:pt x="6" y="114"/>
                  </a:lnTo>
                  <a:lnTo>
                    <a:pt x="14" y="76"/>
                  </a:lnTo>
                  <a:lnTo>
                    <a:pt x="18" y="58"/>
                  </a:lnTo>
                  <a:lnTo>
                    <a:pt x="24" y="42"/>
                  </a:lnTo>
                  <a:lnTo>
                    <a:pt x="32" y="30"/>
                  </a:lnTo>
                  <a:lnTo>
                    <a:pt x="38" y="18"/>
                  </a:lnTo>
                  <a:lnTo>
                    <a:pt x="48" y="10"/>
                  </a:lnTo>
                  <a:lnTo>
                    <a:pt x="58" y="4"/>
                  </a:lnTo>
                  <a:lnTo>
                    <a:pt x="68" y="0"/>
                  </a:lnTo>
                  <a:lnTo>
                    <a:pt x="80" y="2"/>
                  </a:lnTo>
                  <a:close/>
                </a:path>
              </a:pathLst>
            </a:custGeom>
            <a:solidFill>
              <a:srgbClr val="755243"/>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43" name="任意多边形 42"/>
            <p:cNvSpPr/>
            <p:nvPr>
              <p:custDataLst>
                <p:tags r:id="rId17"/>
              </p:custDataLst>
            </p:nvPr>
          </p:nvSpPr>
          <p:spPr bwMode="auto">
            <a:xfrm>
              <a:off x="2550" y="2188"/>
              <a:ext cx="182" cy="492"/>
            </a:xfrm>
            <a:custGeom>
              <a:avLst/>
              <a:gdLst>
                <a:gd name="T0" fmla="*/ 80 w 152"/>
                <a:gd name="T1" fmla="*/ 2 h 410"/>
                <a:gd name="T2" fmla="*/ 80 w 152"/>
                <a:gd name="T3" fmla="*/ 2 h 410"/>
                <a:gd name="T4" fmla="*/ 84 w 152"/>
                <a:gd name="T5" fmla="*/ 10 h 410"/>
                <a:gd name="T6" fmla="*/ 100 w 152"/>
                <a:gd name="T7" fmla="*/ 32 h 410"/>
                <a:gd name="T8" fmla="*/ 118 w 152"/>
                <a:gd name="T9" fmla="*/ 66 h 410"/>
                <a:gd name="T10" fmla="*/ 128 w 152"/>
                <a:gd name="T11" fmla="*/ 88 h 410"/>
                <a:gd name="T12" fmla="*/ 136 w 152"/>
                <a:gd name="T13" fmla="*/ 112 h 410"/>
                <a:gd name="T14" fmla="*/ 144 w 152"/>
                <a:gd name="T15" fmla="*/ 138 h 410"/>
                <a:gd name="T16" fmla="*/ 150 w 152"/>
                <a:gd name="T17" fmla="*/ 168 h 410"/>
                <a:gd name="T18" fmla="*/ 152 w 152"/>
                <a:gd name="T19" fmla="*/ 198 h 410"/>
                <a:gd name="T20" fmla="*/ 152 w 152"/>
                <a:gd name="T21" fmla="*/ 230 h 410"/>
                <a:gd name="T22" fmla="*/ 148 w 152"/>
                <a:gd name="T23" fmla="*/ 264 h 410"/>
                <a:gd name="T24" fmla="*/ 138 w 152"/>
                <a:gd name="T25" fmla="*/ 298 h 410"/>
                <a:gd name="T26" fmla="*/ 124 w 152"/>
                <a:gd name="T27" fmla="*/ 334 h 410"/>
                <a:gd name="T28" fmla="*/ 116 w 152"/>
                <a:gd name="T29" fmla="*/ 352 h 410"/>
                <a:gd name="T30" fmla="*/ 106 w 152"/>
                <a:gd name="T31" fmla="*/ 370 h 410"/>
                <a:gd name="T32" fmla="*/ 106 w 152"/>
                <a:gd name="T33" fmla="*/ 370 h 410"/>
                <a:gd name="T34" fmla="*/ 96 w 152"/>
                <a:gd name="T35" fmla="*/ 386 h 410"/>
                <a:gd name="T36" fmla="*/ 84 w 152"/>
                <a:gd name="T37" fmla="*/ 398 h 410"/>
                <a:gd name="T38" fmla="*/ 74 w 152"/>
                <a:gd name="T39" fmla="*/ 406 h 410"/>
                <a:gd name="T40" fmla="*/ 66 w 152"/>
                <a:gd name="T41" fmla="*/ 408 h 410"/>
                <a:gd name="T42" fmla="*/ 56 w 152"/>
                <a:gd name="T43" fmla="*/ 410 h 410"/>
                <a:gd name="T44" fmla="*/ 48 w 152"/>
                <a:gd name="T45" fmla="*/ 406 h 410"/>
                <a:gd name="T46" fmla="*/ 42 w 152"/>
                <a:gd name="T47" fmla="*/ 400 h 410"/>
                <a:gd name="T48" fmla="*/ 34 w 152"/>
                <a:gd name="T49" fmla="*/ 390 h 410"/>
                <a:gd name="T50" fmla="*/ 28 w 152"/>
                <a:gd name="T51" fmla="*/ 380 h 410"/>
                <a:gd name="T52" fmla="*/ 22 w 152"/>
                <a:gd name="T53" fmla="*/ 366 h 410"/>
                <a:gd name="T54" fmla="*/ 12 w 152"/>
                <a:gd name="T55" fmla="*/ 332 h 410"/>
                <a:gd name="T56" fmla="*/ 6 w 152"/>
                <a:gd name="T57" fmla="*/ 292 h 410"/>
                <a:gd name="T58" fmla="*/ 0 w 152"/>
                <a:gd name="T59" fmla="*/ 250 h 410"/>
                <a:gd name="T60" fmla="*/ 0 w 152"/>
                <a:gd name="T61" fmla="*/ 204 h 410"/>
                <a:gd name="T62" fmla="*/ 0 w 152"/>
                <a:gd name="T63" fmla="*/ 158 h 410"/>
                <a:gd name="T64" fmla="*/ 6 w 152"/>
                <a:gd name="T65" fmla="*/ 114 h 410"/>
                <a:gd name="T66" fmla="*/ 14 w 152"/>
                <a:gd name="T67" fmla="*/ 76 h 410"/>
                <a:gd name="T68" fmla="*/ 18 w 152"/>
                <a:gd name="T69" fmla="*/ 58 h 410"/>
                <a:gd name="T70" fmla="*/ 24 w 152"/>
                <a:gd name="T71" fmla="*/ 42 h 410"/>
                <a:gd name="T72" fmla="*/ 32 w 152"/>
                <a:gd name="T73" fmla="*/ 30 h 410"/>
                <a:gd name="T74" fmla="*/ 38 w 152"/>
                <a:gd name="T75" fmla="*/ 18 h 410"/>
                <a:gd name="T76" fmla="*/ 48 w 152"/>
                <a:gd name="T77" fmla="*/ 10 h 410"/>
                <a:gd name="T78" fmla="*/ 58 w 152"/>
                <a:gd name="T79" fmla="*/ 4 h 410"/>
                <a:gd name="T80" fmla="*/ 68 w 152"/>
                <a:gd name="T81" fmla="*/ 0 h 410"/>
                <a:gd name="T82" fmla="*/ 80 w 152"/>
                <a:gd name="T83" fmla="*/ 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2" h="410">
                  <a:moveTo>
                    <a:pt x="80" y="2"/>
                  </a:moveTo>
                  <a:lnTo>
                    <a:pt x="80" y="2"/>
                  </a:lnTo>
                  <a:lnTo>
                    <a:pt x="84" y="10"/>
                  </a:lnTo>
                  <a:lnTo>
                    <a:pt x="100" y="32"/>
                  </a:lnTo>
                  <a:lnTo>
                    <a:pt x="118" y="66"/>
                  </a:lnTo>
                  <a:lnTo>
                    <a:pt x="128" y="88"/>
                  </a:lnTo>
                  <a:lnTo>
                    <a:pt x="136" y="112"/>
                  </a:lnTo>
                  <a:lnTo>
                    <a:pt x="144" y="138"/>
                  </a:lnTo>
                  <a:lnTo>
                    <a:pt x="150" y="168"/>
                  </a:lnTo>
                  <a:lnTo>
                    <a:pt x="152" y="198"/>
                  </a:lnTo>
                  <a:lnTo>
                    <a:pt x="152" y="230"/>
                  </a:lnTo>
                  <a:lnTo>
                    <a:pt x="148" y="264"/>
                  </a:lnTo>
                  <a:lnTo>
                    <a:pt x="138" y="298"/>
                  </a:lnTo>
                  <a:lnTo>
                    <a:pt x="124" y="334"/>
                  </a:lnTo>
                  <a:lnTo>
                    <a:pt x="116" y="352"/>
                  </a:lnTo>
                  <a:lnTo>
                    <a:pt x="106" y="370"/>
                  </a:lnTo>
                  <a:lnTo>
                    <a:pt x="106" y="370"/>
                  </a:lnTo>
                  <a:lnTo>
                    <a:pt x="96" y="386"/>
                  </a:lnTo>
                  <a:lnTo>
                    <a:pt x="84" y="398"/>
                  </a:lnTo>
                  <a:lnTo>
                    <a:pt x="74" y="406"/>
                  </a:lnTo>
                  <a:lnTo>
                    <a:pt x="66" y="408"/>
                  </a:lnTo>
                  <a:lnTo>
                    <a:pt x="56" y="410"/>
                  </a:lnTo>
                  <a:lnTo>
                    <a:pt x="48" y="406"/>
                  </a:lnTo>
                  <a:lnTo>
                    <a:pt x="42" y="400"/>
                  </a:lnTo>
                  <a:lnTo>
                    <a:pt x="34" y="390"/>
                  </a:lnTo>
                  <a:lnTo>
                    <a:pt x="28" y="380"/>
                  </a:lnTo>
                  <a:lnTo>
                    <a:pt x="22" y="366"/>
                  </a:lnTo>
                  <a:lnTo>
                    <a:pt x="12" y="332"/>
                  </a:lnTo>
                  <a:lnTo>
                    <a:pt x="6" y="292"/>
                  </a:lnTo>
                  <a:lnTo>
                    <a:pt x="0" y="250"/>
                  </a:lnTo>
                  <a:lnTo>
                    <a:pt x="0" y="204"/>
                  </a:lnTo>
                  <a:lnTo>
                    <a:pt x="0" y="158"/>
                  </a:lnTo>
                  <a:lnTo>
                    <a:pt x="6" y="114"/>
                  </a:lnTo>
                  <a:lnTo>
                    <a:pt x="14" y="76"/>
                  </a:lnTo>
                  <a:lnTo>
                    <a:pt x="18" y="58"/>
                  </a:lnTo>
                  <a:lnTo>
                    <a:pt x="24" y="42"/>
                  </a:lnTo>
                  <a:lnTo>
                    <a:pt x="32" y="30"/>
                  </a:lnTo>
                  <a:lnTo>
                    <a:pt x="38" y="18"/>
                  </a:lnTo>
                  <a:lnTo>
                    <a:pt x="48" y="10"/>
                  </a:lnTo>
                  <a:lnTo>
                    <a:pt x="58" y="4"/>
                  </a:lnTo>
                  <a:lnTo>
                    <a:pt x="68" y="0"/>
                  </a:lnTo>
                  <a:lnTo>
                    <a:pt x="80" y="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4" name="任意多边形 43"/>
            <p:cNvSpPr/>
            <p:nvPr>
              <p:custDataLst>
                <p:tags r:id="rId18"/>
              </p:custDataLst>
            </p:nvPr>
          </p:nvSpPr>
          <p:spPr bwMode="auto">
            <a:xfrm>
              <a:off x="1949" y="2128"/>
              <a:ext cx="809" cy="1123"/>
            </a:xfrm>
            <a:custGeom>
              <a:avLst/>
              <a:gdLst>
                <a:gd name="T0" fmla="*/ 556 w 674"/>
                <a:gd name="T1" fmla="*/ 106 h 936"/>
                <a:gd name="T2" fmla="*/ 598 w 674"/>
                <a:gd name="T3" fmla="*/ 256 h 936"/>
                <a:gd name="T4" fmla="*/ 646 w 674"/>
                <a:gd name="T5" fmla="*/ 458 h 936"/>
                <a:gd name="T6" fmla="*/ 664 w 674"/>
                <a:gd name="T7" fmla="*/ 564 h 936"/>
                <a:gd name="T8" fmla="*/ 674 w 674"/>
                <a:gd name="T9" fmla="*/ 664 h 936"/>
                <a:gd name="T10" fmla="*/ 672 w 674"/>
                <a:gd name="T11" fmla="*/ 750 h 936"/>
                <a:gd name="T12" fmla="*/ 670 w 674"/>
                <a:gd name="T13" fmla="*/ 768 h 936"/>
                <a:gd name="T14" fmla="*/ 656 w 674"/>
                <a:gd name="T15" fmla="*/ 802 h 936"/>
                <a:gd name="T16" fmla="*/ 638 w 674"/>
                <a:gd name="T17" fmla="*/ 832 h 936"/>
                <a:gd name="T18" fmla="*/ 612 w 674"/>
                <a:gd name="T19" fmla="*/ 858 h 936"/>
                <a:gd name="T20" fmla="*/ 580 w 674"/>
                <a:gd name="T21" fmla="*/ 880 h 936"/>
                <a:gd name="T22" fmla="*/ 526 w 674"/>
                <a:gd name="T23" fmla="*/ 906 h 936"/>
                <a:gd name="T24" fmla="*/ 444 w 674"/>
                <a:gd name="T25" fmla="*/ 928 h 936"/>
                <a:gd name="T26" fmla="*/ 360 w 674"/>
                <a:gd name="T27" fmla="*/ 936 h 936"/>
                <a:gd name="T28" fmla="*/ 280 w 674"/>
                <a:gd name="T29" fmla="*/ 934 h 936"/>
                <a:gd name="T30" fmla="*/ 214 w 674"/>
                <a:gd name="T31" fmla="*/ 920 h 936"/>
                <a:gd name="T32" fmla="*/ 178 w 674"/>
                <a:gd name="T33" fmla="*/ 904 h 936"/>
                <a:gd name="T34" fmla="*/ 170 w 674"/>
                <a:gd name="T35" fmla="*/ 896 h 936"/>
                <a:gd name="T36" fmla="*/ 138 w 674"/>
                <a:gd name="T37" fmla="*/ 860 h 936"/>
                <a:gd name="T38" fmla="*/ 110 w 674"/>
                <a:gd name="T39" fmla="*/ 810 h 936"/>
                <a:gd name="T40" fmla="*/ 84 w 674"/>
                <a:gd name="T41" fmla="*/ 750 h 936"/>
                <a:gd name="T42" fmla="*/ 46 w 674"/>
                <a:gd name="T43" fmla="*/ 632 h 936"/>
                <a:gd name="T44" fmla="*/ 22 w 674"/>
                <a:gd name="T45" fmla="*/ 540 h 936"/>
                <a:gd name="T46" fmla="*/ 12 w 674"/>
                <a:gd name="T47" fmla="*/ 482 h 936"/>
                <a:gd name="T48" fmla="*/ 0 w 674"/>
                <a:gd name="T49" fmla="*/ 348 h 936"/>
                <a:gd name="T50" fmla="*/ 0 w 674"/>
                <a:gd name="T51" fmla="*/ 272 h 936"/>
                <a:gd name="T52" fmla="*/ 8 w 674"/>
                <a:gd name="T53" fmla="*/ 198 h 936"/>
                <a:gd name="T54" fmla="*/ 28 w 674"/>
                <a:gd name="T55" fmla="*/ 134 h 936"/>
                <a:gd name="T56" fmla="*/ 42 w 674"/>
                <a:gd name="T57" fmla="*/ 110 h 936"/>
                <a:gd name="T58" fmla="*/ 60 w 674"/>
                <a:gd name="T59" fmla="*/ 90 h 936"/>
                <a:gd name="T60" fmla="*/ 82 w 674"/>
                <a:gd name="T61" fmla="*/ 72 h 936"/>
                <a:gd name="T62" fmla="*/ 140 w 674"/>
                <a:gd name="T63" fmla="*/ 42 h 936"/>
                <a:gd name="T64" fmla="*/ 208 w 674"/>
                <a:gd name="T65" fmla="*/ 20 h 936"/>
                <a:gd name="T66" fmla="*/ 282 w 674"/>
                <a:gd name="T67" fmla="*/ 4 h 936"/>
                <a:gd name="T68" fmla="*/ 356 w 674"/>
                <a:gd name="T69" fmla="*/ 0 h 936"/>
                <a:gd name="T70" fmla="*/ 428 w 674"/>
                <a:gd name="T71" fmla="*/ 10 h 936"/>
                <a:gd name="T72" fmla="*/ 476 w 674"/>
                <a:gd name="T73" fmla="*/ 26 h 936"/>
                <a:gd name="T74" fmla="*/ 504 w 674"/>
                <a:gd name="T75" fmla="*/ 42 h 936"/>
                <a:gd name="T76" fmla="*/ 528 w 674"/>
                <a:gd name="T77" fmla="*/ 64 h 936"/>
                <a:gd name="T78" fmla="*/ 548 w 674"/>
                <a:gd name="T79" fmla="*/ 9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4" h="936">
                  <a:moveTo>
                    <a:pt x="556" y="106"/>
                  </a:moveTo>
                  <a:lnTo>
                    <a:pt x="556" y="106"/>
                  </a:lnTo>
                  <a:lnTo>
                    <a:pt x="578" y="178"/>
                  </a:lnTo>
                  <a:lnTo>
                    <a:pt x="598" y="256"/>
                  </a:lnTo>
                  <a:lnTo>
                    <a:pt x="622" y="352"/>
                  </a:lnTo>
                  <a:lnTo>
                    <a:pt x="646" y="458"/>
                  </a:lnTo>
                  <a:lnTo>
                    <a:pt x="656" y="510"/>
                  </a:lnTo>
                  <a:lnTo>
                    <a:pt x="664" y="564"/>
                  </a:lnTo>
                  <a:lnTo>
                    <a:pt x="670" y="616"/>
                  </a:lnTo>
                  <a:lnTo>
                    <a:pt x="674" y="664"/>
                  </a:lnTo>
                  <a:lnTo>
                    <a:pt x="674" y="710"/>
                  </a:lnTo>
                  <a:lnTo>
                    <a:pt x="672" y="750"/>
                  </a:lnTo>
                  <a:lnTo>
                    <a:pt x="672" y="750"/>
                  </a:lnTo>
                  <a:lnTo>
                    <a:pt x="670" y="768"/>
                  </a:lnTo>
                  <a:lnTo>
                    <a:pt x="664" y="786"/>
                  </a:lnTo>
                  <a:lnTo>
                    <a:pt x="656" y="802"/>
                  </a:lnTo>
                  <a:lnTo>
                    <a:pt x="648" y="818"/>
                  </a:lnTo>
                  <a:lnTo>
                    <a:pt x="638" y="832"/>
                  </a:lnTo>
                  <a:lnTo>
                    <a:pt x="624" y="846"/>
                  </a:lnTo>
                  <a:lnTo>
                    <a:pt x="612" y="858"/>
                  </a:lnTo>
                  <a:lnTo>
                    <a:pt x="596" y="870"/>
                  </a:lnTo>
                  <a:lnTo>
                    <a:pt x="580" y="880"/>
                  </a:lnTo>
                  <a:lnTo>
                    <a:pt x="562" y="890"/>
                  </a:lnTo>
                  <a:lnTo>
                    <a:pt x="526" y="906"/>
                  </a:lnTo>
                  <a:lnTo>
                    <a:pt x="486" y="918"/>
                  </a:lnTo>
                  <a:lnTo>
                    <a:pt x="444" y="928"/>
                  </a:lnTo>
                  <a:lnTo>
                    <a:pt x="402" y="934"/>
                  </a:lnTo>
                  <a:lnTo>
                    <a:pt x="360" y="936"/>
                  </a:lnTo>
                  <a:lnTo>
                    <a:pt x="320" y="936"/>
                  </a:lnTo>
                  <a:lnTo>
                    <a:pt x="280" y="934"/>
                  </a:lnTo>
                  <a:lnTo>
                    <a:pt x="246" y="928"/>
                  </a:lnTo>
                  <a:lnTo>
                    <a:pt x="214" y="920"/>
                  </a:lnTo>
                  <a:lnTo>
                    <a:pt x="188" y="910"/>
                  </a:lnTo>
                  <a:lnTo>
                    <a:pt x="178" y="904"/>
                  </a:lnTo>
                  <a:lnTo>
                    <a:pt x="170" y="896"/>
                  </a:lnTo>
                  <a:lnTo>
                    <a:pt x="170" y="896"/>
                  </a:lnTo>
                  <a:lnTo>
                    <a:pt x="154" y="880"/>
                  </a:lnTo>
                  <a:lnTo>
                    <a:pt x="138" y="860"/>
                  </a:lnTo>
                  <a:lnTo>
                    <a:pt x="124" y="836"/>
                  </a:lnTo>
                  <a:lnTo>
                    <a:pt x="110" y="810"/>
                  </a:lnTo>
                  <a:lnTo>
                    <a:pt x="96" y="780"/>
                  </a:lnTo>
                  <a:lnTo>
                    <a:pt x="84" y="750"/>
                  </a:lnTo>
                  <a:lnTo>
                    <a:pt x="64" y="690"/>
                  </a:lnTo>
                  <a:lnTo>
                    <a:pt x="46" y="632"/>
                  </a:lnTo>
                  <a:lnTo>
                    <a:pt x="34" y="586"/>
                  </a:lnTo>
                  <a:lnTo>
                    <a:pt x="22" y="540"/>
                  </a:lnTo>
                  <a:lnTo>
                    <a:pt x="22" y="540"/>
                  </a:lnTo>
                  <a:lnTo>
                    <a:pt x="12" y="482"/>
                  </a:lnTo>
                  <a:lnTo>
                    <a:pt x="6" y="422"/>
                  </a:lnTo>
                  <a:lnTo>
                    <a:pt x="0" y="348"/>
                  </a:lnTo>
                  <a:lnTo>
                    <a:pt x="0" y="310"/>
                  </a:lnTo>
                  <a:lnTo>
                    <a:pt x="0" y="272"/>
                  </a:lnTo>
                  <a:lnTo>
                    <a:pt x="4" y="234"/>
                  </a:lnTo>
                  <a:lnTo>
                    <a:pt x="8" y="198"/>
                  </a:lnTo>
                  <a:lnTo>
                    <a:pt x="16" y="164"/>
                  </a:lnTo>
                  <a:lnTo>
                    <a:pt x="28" y="134"/>
                  </a:lnTo>
                  <a:lnTo>
                    <a:pt x="34" y="122"/>
                  </a:lnTo>
                  <a:lnTo>
                    <a:pt x="42" y="110"/>
                  </a:lnTo>
                  <a:lnTo>
                    <a:pt x="50" y="98"/>
                  </a:lnTo>
                  <a:lnTo>
                    <a:pt x="60" y="90"/>
                  </a:lnTo>
                  <a:lnTo>
                    <a:pt x="60" y="90"/>
                  </a:lnTo>
                  <a:lnTo>
                    <a:pt x="82" y="72"/>
                  </a:lnTo>
                  <a:lnTo>
                    <a:pt x="110" y="58"/>
                  </a:lnTo>
                  <a:lnTo>
                    <a:pt x="140" y="42"/>
                  </a:lnTo>
                  <a:lnTo>
                    <a:pt x="172" y="30"/>
                  </a:lnTo>
                  <a:lnTo>
                    <a:pt x="208" y="20"/>
                  </a:lnTo>
                  <a:lnTo>
                    <a:pt x="244" y="10"/>
                  </a:lnTo>
                  <a:lnTo>
                    <a:pt x="282" y="4"/>
                  </a:lnTo>
                  <a:lnTo>
                    <a:pt x="320" y="0"/>
                  </a:lnTo>
                  <a:lnTo>
                    <a:pt x="356" y="0"/>
                  </a:lnTo>
                  <a:lnTo>
                    <a:pt x="394" y="2"/>
                  </a:lnTo>
                  <a:lnTo>
                    <a:pt x="428" y="10"/>
                  </a:lnTo>
                  <a:lnTo>
                    <a:pt x="460" y="20"/>
                  </a:lnTo>
                  <a:lnTo>
                    <a:pt x="476" y="26"/>
                  </a:lnTo>
                  <a:lnTo>
                    <a:pt x="490" y="34"/>
                  </a:lnTo>
                  <a:lnTo>
                    <a:pt x="504" y="42"/>
                  </a:lnTo>
                  <a:lnTo>
                    <a:pt x="516" y="54"/>
                  </a:lnTo>
                  <a:lnTo>
                    <a:pt x="528" y="64"/>
                  </a:lnTo>
                  <a:lnTo>
                    <a:pt x="538" y="76"/>
                  </a:lnTo>
                  <a:lnTo>
                    <a:pt x="548" y="90"/>
                  </a:lnTo>
                  <a:lnTo>
                    <a:pt x="556" y="106"/>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5" name="任意多边形 44"/>
            <p:cNvSpPr/>
            <p:nvPr>
              <p:custDataLst>
                <p:tags r:id="rId19"/>
              </p:custDataLst>
            </p:nvPr>
          </p:nvSpPr>
          <p:spPr bwMode="auto">
            <a:xfrm>
              <a:off x="1949" y="2128"/>
              <a:ext cx="809" cy="1123"/>
            </a:xfrm>
            <a:custGeom>
              <a:avLst/>
              <a:gdLst>
                <a:gd name="T0" fmla="*/ 556 w 674"/>
                <a:gd name="T1" fmla="*/ 106 h 936"/>
                <a:gd name="T2" fmla="*/ 598 w 674"/>
                <a:gd name="T3" fmla="*/ 256 h 936"/>
                <a:gd name="T4" fmla="*/ 646 w 674"/>
                <a:gd name="T5" fmla="*/ 458 h 936"/>
                <a:gd name="T6" fmla="*/ 664 w 674"/>
                <a:gd name="T7" fmla="*/ 564 h 936"/>
                <a:gd name="T8" fmla="*/ 674 w 674"/>
                <a:gd name="T9" fmla="*/ 664 h 936"/>
                <a:gd name="T10" fmla="*/ 672 w 674"/>
                <a:gd name="T11" fmla="*/ 750 h 936"/>
                <a:gd name="T12" fmla="*/ 670 w 674"/>
                <a:gd name="T13" fmla="*/ 768 h 936"/>
                <a:gd name="T14" fmla="*/ 656 w 674"/>
                <a:gd name="T15" fmla="*/ 802 h 936"/>
                <a:gd name="T16" fmla="*/ 638 w 674"/>
                <a:gd name="T17" fmla="*/ 832 h 936"/>
                <a:gd name="T18" fmla="*/ 612 w 674"/>
                <a:gd name="T19" fmla="*/ 858 h 936"/>
                <a:gd name="T20" fmla="*/ 580 w 674"/>
                <a:gd name="T21" fmla="*/ 880 h 936"/>
                <a:gd name="T22" fmla="*/ 526 w 674"/>
                <a:gd name="T23" fmla="*/ 906 h 936"/>
                <a:gd name="T24" fmla="*/ 444 w 674"/>
                <a:gd name="T25" fmla="*/ 928 h 936"/>
                <a:gd name="T26" fmla="*/ 360 w 674"/>
                <a:gd name="T27" fmla="*/ 936 h 936"/>
                <a:gd name="T28" fmla="*/ 280 w 674"/>
                <a:gd name="T29" fmla="*/ 934 h 936"/>
                <a:gd name="T30" fmla="*/ 214 w 674"/>
                <a:gd name="T31" fmla="*/ 920 h 936"/>
                <a:gd name="T32" fmla="*/ 178 w 674"/>
                <a:gd name="T33" fmla="*/ 904 h 936"/>
                <a:gd name="T34" fmla="*/ 170 w 674"/>
                <a:gd name="T35" fmla="*/ 896 h 936"/>
                <a:gd name="T36" fmla="*/ 138 w 674"/>
                <a:gd name="T37" fmla="*/ 860 h 936"/>
                <a:gd name="T38" fmla="*/ 110 w 674"/>
                <a:gd name="T39" fmla="*/ 810 h 936"/>
                <a:gd name="T40" fmla="*/ 84 w 674"/>
                <a:gd name="T41" fmla="*/ 750 h 936"/>
                <a:gd name="T42" fmla="*/ 46 w 674"/>
                <a:gd name="T43" fmla="*/ 632 h 936"/>
                <a:gd name="T44" fmla="*/ 22 w 674"/>
                <a:gd name="T45" fmla="*/ 540 h 936"/>
                <a:gd name="T46" fmla="*/ 12 w 674"/>
                <a:gd name="T47" fmla="*/ 482 h 936"/>
                <a:gd name="T48" fmla="*/ 0 w 674"/>
                <a:gd name="T49" fmla="*/ 348 h 936"/>
                <a:gd name="T50" fmla="*/ 0 w 674"/>
                <a:gd name="T51" fmla="*/ 272 h 936"/>
                <a:gd name="T52" fmla="*/ 8 w 674"/>
                <a:gd name="T53" fmla="*/ 198 h 936"/>
                <a:gd name="T54" fmla="*/ 28 w 674"/>
                <a:gd name="T55" fmla="*/ 134 h 936"/>
                <a:gd name="T56" fmla="*/ 42 w 674"/>
                <a:gd name="T57" fmla="*/ 110 h 936"/>
                <a:gd name="T58" fmla="*/ 60 w 674"/>
                <a:gd name="T59" fmla="*/ 90 h 936"/>
                <a:gd name="T60" fmla="*/ 82 w 674"/>
                <a:gd name="T61" fmla="*/ 72 h 936"/>
                <a:gd name="T62" fmla="*/ 140 w 674"/>
                <a:gd name="T63" fmla="*/ 42 h 936"/>
                <a:gd name="T64" fmla="*/ 208 w 674"/>
                <a:gd name="T65" fmla="*/ 20 h 936"/>
                <a:gd name="T66" fmla="*/ 282 w 674"/>
                <a:gd name="T67" fmla="*/ 4 h 936"/>
                <a:gd name="T68" fmla="*/ 356 w 674"/>
                <a:gd name="T69" fmla="*/ 0 h 936"/>
                <a:gd name="T70" fmla="*/ 428 w 674"/>
                <a:gd name="T71" fmla="*/ 10 h 936"/>
                <a:gd name="T72" fmla="*/ 476 w 674"/>
                <a:gd name="T73" fmla="*/ 26 h 936"/>
                <a:gd name="T74" fmla="*/ 504 w 674"/>
                <a:gd name="T75" fmla="*/ 42 h 936"/>
                <a:gd name="T76" fmla="*/ 528 w 674"/>
                <a:gd name="T77" fmla="*/ 64 h 936"/>
                <a:gd name="T78" fmla="*/ 548 w 674"/>
                <a:gd name="T79" fmla="*/ 90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4" h="936">
                  <a:moveTo>
                    <a:pt x="556" y="106"/>
                  </a:moveTo>
                  <a:lnTo>
                    <a:pt x="556" y="106"/>
                  </a:lnTo>
                  <a:lnTo>
                    <a:pt x="578" y="178"/>
                  </a:lnTo>
                  <a:lnTo>
                    <a:pt x="598" y="256"/>
                  </a:lnTo>
                  <a:lnTo>
                    <a:pt x="622" y="352"/>
                  </a:lnTo>
                  <a:lnTo>
                    <a:pt x="646" y="458"/>
                  </a:lnTo>
                  <a:lnTo>
                    <a:pt x="656" y="510"/>
                  </a:lnTo>
                  <a:lnTo>
                    <a:pt x="664" y="564"/>
                  </a:lnTo>
                  <a:lnTo>
                    <a:pt x="670" y="616"/>
                  </a:lnTo>
                  <a:lnTo>
                    <a:pt x="674" y="664"/>
                  </a:lnTo>
                  <a:lnTo>
                    <a:pt x="674" y="710"/>
                  </a:lnTo>
                  <a:lnTo>
                    <a:pt x="672" y="750"/>
                  </a:lnTo>
                  <a:lnTo>
                    <a:pt x="672" y="750"/>
                  </a:lnTo>
                  <a:lnTo>
                    <a:pt x="670" y="768"/>
                  </a:lnTo>
                  <a:lnTo>
                    <a:pt x="664" y="786"/>
                  </a:lnTo>
                  <a:lnTo>
                    <a:pt x="656" y="802"/>
                  </a:lnTo>
                  <a:lnTo>
                    <a:pt x="648" y="818"/>
                  </a:lnTo>
                  <a:lnTo>
                    <a:pt x="638" y="832"/>
                  </a:lnTo>
                  <a:lnTo>
                    <a:pt x="624" y="846"/>
                  </a:lnTo>
                  <a:lnTo>
                    <a:pt x="612" y="858"/>
                  </a:lnTo>
                  <a:lnTo>
                    <a:pt x="596" y="870"/>
                  </a:lnTo>
                  <a:lnTo>
                    <a:pt x="580" y="880"/>
                  </a:lnTo>
                  <a:lnTo>
                    <a:pt x="562" y="890"/>
                  </a:lnTo>
                  <a:lnTo>
                    <a:pt x="526" y="906"/>
                  </a:lnTo>
                  <a:lnTo>
                    <a:pt x="486" y="918"/>
                  </a:lnTo>
                  <a:lnTo>
                    <a:pt x="444" y="928"/>
                  </a:lnTo>
                  <a:lnTo>
                    <a:pt x="402" y="934"/>
                  </a:lnTo>
                  <a:lnTo>
                    <a:pt x="360" y="936"/>
                  </a:lnTo>
                  <a:lnTo>
                    <a:pt x="320" y="936"/>
                  </a:lnTo>
                  <a:lnTo>
                    <a:pt x="280" y="934"/>
                  </a:lnTo>
                  <a:lnTo>
                    <a:pt x="246" y="928"/>
                  </a:lnTo>
                  <a:lnTo>
                    <a:pt x="214" y="920"/>
                  </a:lnTo>
                  <a:lnTo>
                    <a:pt x="188" y="910"/>
                  </a:lnTo>
                  <a:lnTo>
                    <a:pt x="178" y="904"/>
                  </a:lnTo>
                  <a:lnTo>
                    <a:pt x="170" y="896"/>
                  </a:lnTo>
                  <a:lnTo>
                    <a:pt x="170" y="896"/>
                  </a:lnTo>
                  <a:lnTo>
                    <a:pt x="154" y="880"/>
                  </a:lnTo>
                  <a:lnTo>
                    <a:pt x="138" y="860"/>
                  </a:lnTo>
                  <a:lnTo>
                    <a:pt x="124" y="836"/>
                  </a:lnTo>
                  <a:lnTo>
                    <a:pt x="110" y="810"/>
                  </a:lnTo>
                  <a:lnTo>
                    <a:pt x="96" y="780"/>
                  </a:lnTo>
                  <a:lnTo>
                    <a:pt x="84" y="750"/>
                  </a:lnTo>
                  <a:lnTo>
                    <a:pt x="64" y="690"/>
                  </a:lnTo>
                  <a:lnTo>
                    <a:pt x="46" y="632"/>
                  </a:lnTo>
                  <a:lnTo>
                    <a:pt x="34" y="586"/>
                  </a:lnTo>
                  <a:lnTo>
                    <a:pt x="22" y="540"/>
                  </a:lnTo>
                  <a:lnTo>
                    <a:pt x="22" y="540"/>
                  </a:lnTo>
                  <a:lnTo>
                    <a:pt x="12" y="482"/>
                  </a:lnTo>
                  <a:lnTo>
                    <a:pt x="6" y="422"/>
                  </a:lnTo>
                  <a:lnTo>
                    <a:pt x="0" y="348"/>
                  </a:lnTo>
                  <a:lnTo>
                    <a:pt x="0" y="310"/>
                  </a:lnTo>
                  <a:lnTo>
                    <a:pt x="0" y="272"/>
                  </a:lnTo>
                  <a:lnTo>
                    <a:pt x="4" y="234"/>
                  </a:lnTo>
                  <a:lnTo>
                    <a:pt x="8" y="198"/>
                  </a:lnTo>
                  <a:lnTo>
                    <a:pt x="16" y="164"/>
                  </a:lnTo>
                  <a:lnTo>
                    <a:pt x="28" y="134"/>
                  </a:lnTo>
                  <a:lnTo>
                    <a:pt x="34" y="122"/>
                  </a:lnTo>
                  <a:lnTo>
                    <a:pt x="42" y="110"/>
                  </a:lnTo>
                  <a:lnTo>
                    <a:pt x="50" y="98"/>
                  </a:lnTo>
                  <a:lnTo>
                    <a:pt x="60" y="90"/>
                  </a:lnTo>
                  <a:lnTo>
                    <a:pt x="60" y="90"/>
                  </a:lnTo>
                  <a:lnTo>
                    <a:pt x="82" y="72"/>
                  </a:lnTo>
                  <a:lnTo>
                    <a:pt x="110" y="58"/>
                  </a:lnTo>
                  <a:lnTo>
                    <a:pt x="140" y="42"/>
                  </a:lnTo>
                  <a:lnTo>
                    <a:pt x="172" y="30"/>
                  </a:lnTo>
                  <a:lnTo>
                    <a:pt x="208" y="20"/>
                  </a:lnTo>
                  <a:lnTo>
                    <a:pt x="244" y="10"/>
                  </a:lnTo>
                  <a:lnTo>
                    <a:pt x="282" y="4"/>
                  </a:lnTo>
                  <a:lnTo>
                    <a:pt x="320" y="0"/>
                  </a:lnTo>
                  <a:lnTo>
                    <a:pt x="356" y="0"/>
                  </a:lnTo>
                  <a:lnTo>
                    <a:pt x="394" y="2"/>
                  </a:lnTo>
                  <a:lnTo>
                    <a:pt x="428" y="10"/>
                  </a:lnTo>
                  <a:lnTo>
                    <a:pt x="460" y="20"/>
                  </a:lnTo>
                  <a:lnTo>
                    <a:pt x="476" y="26"/>
                  </a:lnTo>
                  <a:lnTo>
                    <a:pt x="490" y="34"/>
                  </a:lnTo>
                  <a:lnTo>
                    <a:pt x="504" y="42"/>
                  </a:lnTo>
                  <a:lnTo>
                    <a:pt x="516" y="54"/>
                  </a:lnTo>
                  <a:lnTo>
                    <a:pt x="528" y="64"/>
                  </a:lnTo>
                  <a:lnTo>
                    <a:pt x="538" y="76"/>
                  </a:lnTo>
                  <a:lnTo>
                    <a:pt x="548" y="90"/>
                  </a:lnTo>
                  <a:lnTo>
                    <a:pt x="556" y="10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6" name="任意多边形 45"/>
            <p:cNvSpPr/>
            <p:nvPr>
              <p:custDataLst>
                <p:tags r:id="rId20"/>
              </p:custDataLst>
            </p:nvPr>
          </p:nvSpPr>
          <p:spPr bwMode="auto">
            <a:xfrm>
              <a:off x="1825" y="2814"/>
              <a:ext cx="276" cy="288"/>
            </a:xfrm>
            <a:custGeom>
              <a:avLst/>
              <a:gdLst>
                <a:gd name="T0" fmla="*/ 172 w 230"/>
                <a:gd name="T1" fmla="*/ 50 h 240"/>
                <a:gd name="T2" fmla="*/ 172 w 230"/>
                <a:gd name="T3" fmla="*/ 50 h 240"/>
                <a:gd name="T4" fmla="*/ 160 w 230"/>
                <a:gd name="T5" fmla="*/ 38 h 240"/>
                <a:gd name="T6" fmla="*/ 144 w 230"/>
                <a:gd name="T7" fmla="*/ 28 h 240"/>
                <a:gd name="T8" fmla="*/ 126 w 230"/>
                <a:gd name="T9" fmla="*/ 16 h 240"/>
                <a:gd name="T10" fmla="*/ 102 w 230"/>
                <a:gd name="T11" fmla="*/ 6 h 240"/>
                <a:gd name="T12" fmla="*/ 90 w 230"/>
                <a:gd name="T13" fmla="*/ 4 h 240"/>
                <a:gd name="T14" fmla="*/ 78 w 230"/>
                <a:gd name="T15" fmla="*/ 2 h 240"/>
                <a:gd name="T16" fmla="*/ 66 w 230"/>
                <a:gd name="T17" fmla="*/ 0 h 240"/>
                <a:gd name="T18" fmla="*/ 52 w 230"/>
                <a:gd name="T19" fmla="*/ 2 h 240"/>
                <a:gd name="T20" fmla="*/ 38 w 230"/>
                <a:gd name="T21" fmla="*/ 6 h 240"/>
                <a:gd name="T22" fmla="*/ 26 w 230"/>
                <a:gd name="T23" fmla="*/ 12 h 240"/>
                <a:gd name="T24" fmla="*/ 26 w 230"/>
                <a:gd name="T25" fmla="*/ 12 h 240"/>
                <a:gd name="T26" fmla="*/ 18 w 230"/>
                <a:gd name="T27" fmla="*/ 18 h 240"/>
                <a:gd name="T28" fmla="*/ 14 w 230"/>
                <a:gd name="T29" fmla="*/ 24 h 240"/>
                <a:gd name="T30" fmla="*/ 10 w 230"/>
                <a:gd name="T31" fmla="*/ 30 h 240"/>
                <a:gd name="T32" fmla="*/ 6 w 230"/>
                <a:gd name="T33" fmla="*/ 38 h 240"/>
                <a:gd name="T34" fmla="*/ 2 w 230"/>
                <a:gd name="T35" fmla="*/ 56 h 240"/>
                <a:gd name="T36" fmla="*/ 0 w 230"/>
                <a:gd name="T37" fmla="*/ 76 h 240"/>
                <a:gd name="T38" fmla="*/ 4 w 230"/>
                <a:gd name="T39" fmla="*/ 98 h 240"/>
                <a:gd name="T40" fmla="*/ 10 w 230"/>
                <a:gd name="T41" fmla="*/ 122 h 240"/>
                <a:gd name="T42" fmla="*/ 18 w 230"/>
                <a:gd name="T43" fmla="*/ 144 h 240"/>
                <a:gd name="T44" fmla="*/ 30 w 230"/>
                <a:gd name="T45" fmla="*/ 166 h 240"/>
                <a:gd name="T46" fmla="*/ 44 w 230"/>
                <a:gd name="T47" fmla="*/ 188 h 240"/>
                <a:gd name="T48" fmla="*/ 60 w 230"/>
                <a:gd name="T49" fmla="*/ 206 h 240"/>
                <a:gd name="T50" fmla="*/ 80 w 230"/>
                <a:gd name="T51" fmla="*/ 222 h 240"/>
                <a:gd name="T52" fmla="*/ 90 w 230"/>
                <a:gd name="T53" fmla="*/ 228 h 240"/>
                <a:gd name="T54" fmla="*/ 100 w 230"/>
                <a:gd name="T55" fmla="*/ 234 h 240"/>
                <a:gd name="T56" fmla="*/ 112 w 230"/>
                <a:gd name="T57" fmla="*/ 236 h 240"/>
                <a:gd name="T58" fmla="*/ 124 w 230"/>
                <a:gd name="T59" fmla="*/ 240 h 240"/>
                <a:gd name="T60" fmla="*/ 136 w 230"/>
                <a:gd name="T61" fmla="*/ 240 h 240"/>
                <a:gd name="T62" fmla="*/ 150 w 230"/>
                <a:gd name="T63" fmla="*/ 240 h 240"/>
                <a:gd name="T64" fmla="*/ 164 w 230"/>
                <a:gd name="T65" fmla="*/ 238 h 240"/>
                <a:gd name="T66" fmla="*/ 178 w 230"/>
                <a:gd name="T67" fmla="*/ 234 h 240"/>
                <a:gd name="T68" fmla="*/ 192 w 230"/>
                <a:gd name="T69" fmla="*/ 228 h 240"/>
                <a:gd name="T70" fmla="*/ 206 w 230"/>
                <a:gd name="T71" fmla="*/ 220 h 240"/>
                <a:gd name="T72" fmla="*/ 206 w 230"/>
                <a:gd name="T73" fmla="*/ 220 h 240"/>
                <a:gd name="T74" fmla="*/ 216 w 230"/>
                <a:gd name="T75" fmla="*/ 212 h 240"/>
                <a:gd name="T76" fmla="*/ 224 w 230"/>
                <a:gd name="T77" fmla="*/ 202 h 240"/>
                <a:gd name="T78" fmla="*/ 228 w 230"/>
                <a:gd name="T79" fmla="*/ 190 h 240"/>
                <a:gd name="T80" fmla="*/ 230 w 230"/>
                <a:gd name="T81" fmla="*/ 178 h 240"/>
                <a:gd name="T82" fmla="*/ 228 w 230"/>
                <a:gd name="T83" fmla="*/ 164 h 240"/>
                <a:gd name="T84" fmla="*/ 224 w 230"/>
                <a:gd name="T85" fmla="*/ 150 h 240"/>
                <a:gd name="T86" fmla="*/ 220 w 230"/>
                <a:gd name="T87" fmla="*/ 134 h 240"/>
                <a:gd name="T88" fmla="*/ 214 w 230"/>
                <a:gd name="T89" fmla="*/ 120 h 240"/>
                <a:gd name="T90" fmla="*/ 200 w 230"/>
                <a:gd name="T91" fmla="*/ 94 h 240"/>
                <a:gd name="T92" fmla="*/ 186 w 230"/>
                <a:gd name="T93" fmla="*/ 70 h 240"/>
                <a:gd name="T94" fmla="*/ 172 w 230"/>
                <a:gd name="T95" fmla="*/ 5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0" h="240">
                  <a:moveTo>
                    <a:pt x="172" y="50"/>
                  </a:moveTo>
                  <a:lnTo>
                    <a:pt x="172" y="50"/>
                  </a:lnTo>
                  <a:lnTo>
                    <a:pt x="160" y="38"/>
                  </a:lnTo>
                  <a:lnTo>
                    <a:pt x="144" y="28"/>
                  </a:lnTo>
                  <a:lnTo>
                    <a:pt x="126" y="16"/>
                  </a:lnTo>
                  <a:lnTo>
                    <a:pt x="102" y="6"/>
                  </a:lnTo>
                  <a:lnTo>
                    <a:pt x="90" y="4"/>
                  </a:lnTo>
                  <a:lnTo>
                    <a:pt x="78" y="2"/>
                  </a:lnTo>
                  <a:lnTo>
                    <a:pt x="66" y="0"/>
                  </a:lnTo>
                  <a:lnTo>
                    <a:pt x="52" y="2"/>
                  </a:lnTo>
                  <a:lnTo>
                    <a:pt x="38" y="6"/>
                  </a:lnTo>
                  <a:lnTo>
                    <a:pt x="26" y="12"/>
                  </a:lnTo>
                  <a:lnTo>
                    <a:pt x="26" y="12"/>
                  </a:lnTo>
                  <a:lnTo>
                    <a:pt x="18" y="18"/>
                  </a:lnTo>
                  <a:lnTo>
                    <a:pt x="14" y="24"/>
                  </a:lnTo>
                  <a:lnTo>
                    <a:pt x="10" y="30"/>
                  </a:lnTo>
                  <a:lnTo>
                    <a:pt x="6" y="38"/>
                  </a:lnTo>
                  <a:lnTo>
                    <a:pt x="2" y="56"/>
                  </a:lnTo>
                  <a:lnTo>
                    <a:pt x="0" y="76"/>
                  </a:lnTo>
                  <a:lnTo>
                    <a:pt x="4" y="98"/>
                  </a:lnTo>
                  <a:lnTo>
                    <a:pt x="10" y="122"/>
                  </a:lnTo>
                  <a:lnTo>
                    <a:pt x="18" y="144"/>
                  </a:lnTo>
                  <a:lnTo>
                    <a:pt x="30" y="166"/>
                  </a:lnTo>
                  <a:lnTo>
                    <a:pt x="44" y="188"/>
                  </a:lnTo>
                  <a:lnTo>
                    <a:pt x="60" y="206"/>
                  </a:lnTo>
                  <a:lnTo>
                    <a:pt x="80" y="222"/>
                  </a:lnTo>
                  <a:lnTo>
                    <a:pt x="90" y="228"/>
                  </a:lnTo>
                  <a:lnTo>
                    <a:pt x="100" y="234"/>
                  </a:lnTo>
                  <a:lnTo>
                    <a:pt x="112" y="236"/>
                  </a:lnTo>
                  <a:lnTo>
                    <a:pt x="124" y="240"/>
                  </a:lnTo>
                  <a:lnTo>
                    <a:pt x="136" y="240"/>
                  </a:lnTo>
                  <a:lnTo>
                    <a:pt x="150" y="240"/>
                  </a:lnTo>
                  <a:lnTo>
                    <a:pt x="164" y="238"/>
                  </a:lnTo>
                  <a:lnTo>
                    <a:pt x="178" y="234"/>
                  </a:lnTo>
                  <a:lnTo>
                    <a:pt x="192" y="228"/>
                  </a:lnTo>
                  <a:lnTo>
                    <a:pt x="206" y="220"/>
                  </a:lnTo>
                  <a:lnTo>
                    <a:pt x="206" y="220"/>
                  </a:lnTo>
                  <a:lnTo>
                    <a:pt x="216" y="212"/>
                  </a:lnTo>
                  <a:lnTo>
                    <a:pt x="224" y="202"/>
                  </a:lnTo>
                  <a:lnTo>
                    <a:pt x="228" y="190"/>
                  </a:lnTo>
                  <a:lnTo>
                    <a:pt x="230" y="178"/>
                  </a:lnTo>
                  <a:lnTo>
                    <a:pt x="228" y="164"/>
                  </a:lnTo>
                  <a:lnTo>
                    <a:pt x="224" y="150"/>
                  </a:lnTo>
                  <a:lnTo>
                    <a:pt x="220" y="134"/>
                  </a:lnTo>
                  <a:lnTo>
                    <a:pt x="214" y="120"/>
                  </a:lnTo>
                  <a:lnTo>
                    <a:pt x="200" y="94"/>
                  </a:lnTo>
                  <a:lnTo>
                    <a:pt x="186" y="70"/>
                  </a:lnTo>
                  <a:lnTo>
                    <a:pt x="172" y="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7" name="任意多边形 46"/>
            <p:cNvSpPr/>
            <p:nvPr>
              <p:custDataLst>
                <p:tags r:id="rId21"/>
              </p:custDataLst>
            </p:nvPr>
          </p:nvSpPr>
          <p:spPr bwMode="auto">
            <a:xfrm>
              <a:off x="2523" y="2526"/>
              <a:ext cx="154" cy="211"/>
            </a:xfrm>
            <a:custGeom>
              <a:avLst/>
              <a:gdLst>
                <a:gd name="T0" fmla="*/ 8 w 128"/>
                <a:gd name="T1" fmla="*/ 0 h 176"/>
                <a:gd name="T2" fmla="*/ 8 w 128"/>
                <a:gd name="T3" fmla="*/ 0 h 176"/>
                <a:gd name="T4" fmla="*/ 6 w 128"/>
                <a:gd name="T5" fmla="*/ 14 h 176"/>
                <a:gd name="T6" fmla="*/ 2 w 128"/>
                <a:gd name="T7" fmla="*/ 48 h 176"/>
                <a:gd name="T8" fmla="*/ 0 w 128"/>
                <a:gd name="T9" fmla="*/ 68 h 176"/>
                <a:gd name="T10" fmla="*/ 0 w 128"/>
                <a:gd name="T11" fmla="*/ 86 h 176"/>
                <a:gd name="T12" fmla="*/ 2 w 128"/>
                <a:gd name="T13" fmla="*/ 104 h 176"/>
                <a:gd name="T14" fmla="*/ 4 w 128"/>
                <a:gd name="T15" fmla="*/ 110 h 176"/>
                <a:gd name="T16" fmla="*/ 8 w 128"/>
                <a:gd name="T17" fmla="*/ 116 h 176"/>
                <a:gd name="T18" fmla="*/ 8 w 128"/>
                <a:gd name="T19" fmla="*/ 116 h 176"/>
                <a:gd name="T20" fmla="*/ 12 w 128"/>
                <a:gd name="T21" fmla="*/ 120 h 176"/>
                <a:gd name="T22" fmla="*/ 16 w 128"/>
                <a:gd name="T23" fmla="*/ 122 h 176"/>
                <a:gd name="T24" fmla="*/ 22 w 128"/>
                <a:gd name="T25" fmla="*/ 122 h 176"/>
                <a:gd name="T26" fmla="*/ 28 w 128"/>
                <a:gd name="T27" fmla="*/ 122 h 176"/>
                <a:gd name="T28" fmla="*/ 44 w 128"/>
                <a:gd name="T29" fmla="*/ 118 h 176"/>
                <a:gd name="T30" fmla="*/ 58 w 128"/>
                <a:gd name="T31" fmla="*/ 114 h 176"/>
                <a:gd name="T32" fmla="*/ 74 w 128"/>
                <a:gd name="T33" fmla="*/ 110 h 176"/>
                <a:gd name="T34" fmla="*/ 86 w 128"/>
                <a:gd name="T35" fmla="*/ 108 h 176"/>
                <a:gd name="T36" fmla="*/ 92 w 128"/>
                <a:gd name="T37" fmla="*/ 108 h 176"/>
                <a:gd name="T38" fmla="*/ 96 w 128"/>
                <a:gd name="T39" fmla="*/ 108 h 176"/>
                <a:gd name="T40" fmla="*/ 100 w 128"/>
                <a:gd name="T41" fmla="*/ 110 h 176"/>
                <a:gd name="T42" fmla="*/ 102 w 128"/>
                <a:gd name="T43" fmla="*/ 116 h 176"/>
                <a:gd name="T44" fmla="*/ 102 w 128"/>
                <a:gd name="T45" fmla="*/ 116 h 176"/>
                <a:gd name="T46" fmla="*/ 102 w 128"/>
                <a:gd name="T47" fmla="*/ 126 h 176"/>
                <a:gd name="T48" fmla="*/ 102 w 128"/>
                <a:gd name="T49" fmla="*/ 134 h 176"/>
                <a:gd name="T50" fmla="*/ 100 w 128"/>
                <a:gd name="T51" fmla="*/ 144 h 176"/>
                <a:gd name="T52" fmla="*/ 96 w 128"/>
                <a:gd name="T53" fmla="*/ 152 h 176"/>
                <a:gd name="T54" fmla="*/ 88 w 128"/>
                <a:gd name="T55" fmla="*/ 160 h 176"/>
                <a:gd name="T56" fmla="*/ 74 w 128"/>
                <a:gd name="T57" fmla="*/ 166 h 176"/>
                <a:gd name="T58" fmla="*/ 58 w 128"/>
                <a:gd name="T59" fmla="*/ 172 h 176"/>
                <a:gd name="T60" fmla="*/ 38 w 128"/>
                <a:gd name="T61" fmla="*/ 176 h 176"/>
                <a:gd name="T62" fmla="*/ 38 w 128"/>
                <a:gd name="T63" fmla="*/ 176 h 176"/>
                <a:gd name="T64" fmla="*/ 52 w 128"/>
                <a:gd name="T65" fmla="*/ 174 h 176"/>
                <a:gd name="T66" fmla="*/ 66 w 128"/>
                <a:gd name="T67" fmla="*/ 172 h 176"/>
                <a:gd name="T68" fmla="*/ 82 w 128"/>
                <a:gd name="T69" fmla="*/ 170 h 176"/>
                <a:gd name="T70" fmla="*/ 100 w 128"/>
                <a:gd name="T71" fmla="*/ 166 h 176"/>
                <a:gd name="T72" fmla="*/ 114 w 128"/>
                <a:gd name="T73" fmla="*/ 158 h 176"/>
                <a:gd name="T74" fmla="*/ 120 w 128"/>
                <a:gd name="T75" fmla="*/ 154 h 176"/>
                <a:gd name="T76" fmla="*/ 124 w 128"/>
                <a:gd name="T77" fmla="*/ 148 h 176"/>
                <a:gd name="T78" fmla="*/ 126 w 128"/>
                <a:gd name="T79" fmla="*/ 144 h 176"/>
                <a:gd name="T80" fmla="*/ 128 w 128"/>
                <a:gd name="T81" fmla="*/ 136 h 176"/>
                <a:gd name="T82" fmla="*/ 128 w 128"/>
                <a:gd name="T83" fmla="*/ 136 h 176"/>
                <a:gd name="T84" fmla="*/ 126 w 128"/>
                <a:gd name="T85" fmla="*/ 118 h 176"/>
                <a:gd name="T86" fmla="*/ 122 w 128"/>
                <a:gd name="T87" fmla="*/ 102 h 176"/>
                <a:gd name="T88" fmla="*/ 118 w 128"/>
                <a:gd name="T89" fmla="*/ 96 h 176"/>
                <a:gd name="T90" fmla="*/ 114 w 128"/>
                <a:gd name="T91" fmla="*/ 92 h 176"/>
                <a:gd name="T92" fmla="*/ 110 w 128"/>
                <a:gd name="T93" fmla="*/ 88 h 176"/>
                <a:gd name="T94" fmla="*/ 104 w 128"/>
                <a:gd name="T95" fmla="*/ 86 h 176"/>
                <a:gd name="T96" fmla="*/ 92 w 128"/>
                <a:gd name="T97" fmla="*/ 84 h 176"/>
                <a:gd name="T98" fmla="*/ 76 w 128"/>
                <a:gd name="T99" fmla="*/ 86 h 176"/>
                <a:gd name="T100" fmla="*/ 60 w 128"/>
                <a:gd name="T101" fmla="*/ 90 h 176"/>
                <a:gd name="T102" fmla="*/ 42 w 128"/>
                <a:gd name="T103" fmla="*/ 98 h 176"/>
                <a:gd name="T104" fmla="*/ 42 w 128"/>
                <a:gd name="T105" fmla="*/ 98 h 176"/>
                <a:gd name="T106" fmla="*/ 36 w 128"/>
                <a:gd name="T107" fmla="*/ 100 h 176"/>
                <a:gd name="T108" fmla="*/ 32 w 128"/>
                <a:gd name="T109" fmla="*/ 100 h 176"/>
                <a:gd name="T110" fmla="*/ 26 w 128"/>
                <a:gd name="T111" fmla="*/ 100 h 176"/>
                <a:gd name="T112" fmla="*/ 22 w 128"/>
                <a:gd name="T113" fmla="*/ 96 h 176"/>
                <a:gd name="T114" fmla="*/ 16 w 128"/>
                <a:gd name="T115" fmla="*/ 88 h 176"/>
                <a:gd name="T116" fmla="*/ 12 w 128"/>
                <a:gd name="T117" fmla="*/ 74 h 176"/>
                <a:gd name="T118" fmla="*/ 10 w 128"/>
                <a:gd name="T119" fmla="*/ 58 h 176"/>
                <a:gd name="T120" fmla="*/ 8 w 128"/>
                <a:gd name="T121" fmla="*/ 38 h 176"/>
                <a:gd name="T122" fmla="*/ 8 w 128"/>
                <a:gd name="T123"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 h="176">
                  <a:moveTo>
                    <a:pt x="8" y="0"/>
                  </a:moveTo>
                  <a:lnTo>
                    <a:pt x="8" y="0"/>
                  </a:lnTo>
                  <a:lnTo>
                    <a:pt x="6" y="14"/>
                  </a:lnTo>
                  <a:lnTo>
                    <a:pt x="2" y="48"/>
                  </a:lnTo>
                  <a:lnTo>
                    <a:pt x="0" y="68"/>
                  </a:lnTo>
                  <a:lnTo>
                    <a:pt x="0" y="86"/>
                  </a:lnTo>
                  <a:lnTo>
                    <a:pt x="2" y="104"/>
                  </a:lnTo>
                  <a:lnTo>
                    <a:pt x="4" y="110"/>
                  </a:lnTo>
                  <a:lnTo>
                    <a:pt x="8" y="116"/>
                  </a:lnTo>
                  <a:lnTo>
                    <a:pt x="8" y="116"/>
                  </a:lnTo>
                  <a:lnTo>
                    <a:pt x="12" y="120"/>
                  </a:lnTo>
                  <a:lnTo>
                    <a:pt x="16" y="122"/>
                  </a:lnTo>
                  <a:lnTo>
                    <a:pt x="22" y="122"/>
                  </a:lnTo>
                  <a:lnTo>
                    <a:pt x="28" y="122"/>
                  </a:lnTo>
                  <a:lnTo>
                    <a:pt x="44" y="118"/>
                  </a:lnTo>
                  <a:lnTo>
                    <a:pt x="58" y="114"/>
                  </a:lnTo>
                  <a:lnTo>
                    <a:pt x="74" y="110"/>
                  </a:lnTo>
                  <a:lnTo>
                    <a:pt x="86" y="108"/>
                  </a:lnTo>
                  <a:lnTo>
                    <a:pt x="92" y="108"/>
                  </a:lnTo>
                  <a:lnTo>
                    <a:pt x="96" y="108"/>
                  </a:lnTo>
                  <a:lnTo>
                    <a:pt x="100" y="110"/>
                  </a:lnTo>
                  <a:lnTo>
                    <a:pt x="102" y="116"/>
                  </a:lnTo>
                  <a:lnTo>
                    <a:pt x="102" y="116"/>
                  </a:lnTo>
                  <a:lnTo>
                    <a:pt x="102" y="126"/>
                  </a:lnTo>
                  <a:lnTo>
                    <a:pt x="102" y="134"/>
                  </a:lnTo>
                  <a:lnTo>
                    <a:pt x="100" y="144"/>
                  </a:lnTo>
                  <a:lnTo>
                    <a:pt x="96" y="152"/>
                  </a:lnTo>
                  <a:lnTo>
                    <a:pt x="88" y="160"/>
                  </a:lnTo>
                  <a:lnTo>
                    <a:pt x="74" y="166"/>
                  </a:lnTo>
                  <a:lnTo>
                    <a:pt x="58" y="172"/>
                  </a:lnTo>
                  <a:lnTo>
                    <a:pt x="38" y="176"/>
                  </a:lnTo>
                  <a:lnTo>
                    <a:pt x="38" y="176"/>
                  </a:lnTo>
                  <a:lnTo>
                    <a:pt x="52" y="174"/>
                  </a:lnTo>
                  <a:lnTo>
                    <a:pt x="66" y="172"/>
                  </a:lnTo>
                  <a:lnTo>
                    <a:pt x="82" y="170"/>
                  </a:lnTo>
                  <a:lnTo>
                    <a:pt x="100" y="166"/>
                  </a:lnTo>
                  <a:lnTo>
                    <a:pt x="114" y="158"/>
                  </a:lnTo>
                  <a:lnTo>
                    <a:pt x="120" y="154"/>
                  </a:lnTo>
                  <a:lnTo>
                    <a:pt x="124" y="148"/>
                  </a:lnTo>
                  <a:lnTo>
                    <a:pt x="126" y="144"/>
                  </a:lnTo>
                  <a:lnTo>
                    <a:pt x="128" y="136"/>
                  </a:lnTo>
                  <a:lnTo>
                    <a:pt x="128" y="136"/>
                  </a:lnTo>
                  <a:lnTo>
                    <a:pt x="126" y="118"/>
                  </a:lnTo>
                  <a:lnTo>
                    <a:pt x="122" y="102"/>
                  </a:lnTo>
                  <a:lnTo>
                    <a:pt x="118" y="96"/>
                  </a:lnTo>
                  <a:lnTo>
                    <a:pt x="114" y="92"/>
                  </a:lnTo>
                  <a:lnTo>
                    <a:pt x="110" y="88"/>
                  </a:lnTo>
                  <a:lnTo>
                    <a:pt x="104" y="86"/>
                  </a:lnTo>
                  <a:lnTo>
                    <a:pt x="92" y="84"/>
                  </a:lnTo>
                  <a:lnTo>
                    <a:pt x="76" y="86"/>
                  </a:lnTo>
                  <a:lnTo>
                    <a:pt x="60" y="90"/>
                  </a:lnTo>
                  <a:lnTo>
                    <a:pt x="42" y="98"/>
                  </a:lnTo>
                  <a:lnTo>
                    <a:pt x="42" y="98"/>
                  </a:lnTo>
                  <a:lnTo>
                    <a:pt x="36" y="100"/>
                  </a:lnTo>
                  <a:lnTo>
                    <a:pt x="32" y="100"/>
                  </a:lnTo>
                  <a:lnTo>
                    <a:pt x="26" y="100"/>
                  </a:lnTo>
                  <a:lnTo>
                    <a:pt x="22" y="96"/>
                  </a:lnTo>
                  <a:lnTo>
                    <a:pt x="16" y="88"/>
                  </a:lnTo>
                  <a:lnTo>
                    <a:pt x="12" y="74"/>
                  </a:lnTo>
                  <a:lnTo>
                    <a:pt x="10" y="58"/>
                  </a:lnTo>
                  <a:lnTo>
                    <a:pt x="8" y="38"/>
                  </a:lnTo>
                  <a:lnTo>
                    <a:pt x="8" y="0"/>
                  </a:lnTo>
                  <a:close/>
                </a:path>
              </a:pathLst>
            </a:custGeom>
            <a:solidFill>
              <a:srgbClr val="CB8F5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8" name="任意多边形 47"/>
            <p:cNvSpPr/>
            <p:nvPr>
              <p:custDataLst>
                <p:tags r:id="rId22"/>
              </p:custDataLst>
            </p:nvPr>
          </p:nvSpPr>
          <p:spPr bwMode="auto">
            <a:xfrm>
              <a:off x="2523" y="2526"/>
              <a:ext cx="154" cy="211"/>
            </a:xfrm>
            <a:custGeom>
              <a:avLst/>
              <a:gdLst>
                <a:gd name="T0" fmla="*/ 8 w 128"/>
                <a:gd name="T1" fmla="*/ 0 h 176"/>
                <a:gd name="T2" fmla="*/ 8 w 128"/>
                <a:gd name="T3" fmla="*/ 0 h 176"/>
                <a:gd name="T4" fmla="*/ 6 w 128"/>
                <a:gd name="T5" fmla="*/ 14 h 176"/>
                <a:gd name="T6" fmla="*/ 2 w 128"/>
                <a:gd name="T7" fmla="*/ 48 h 176"/>
                <a:gd name="T8" fmla="*/ 0 w 128"/>
                <a:gd name="T9" fmla="*/ 68 h 176"/>
                <a:gd name="T10" fmla="*/ 0 w 128"/>
                <a:gd name="T11" fmla="*/ 86 h 176"/>
                <a:gd name="T12" fmla="*/ 2 w 128"/>
                <a:gd name="T13" fmla="*/ 104 h 176"/>
                <a:gd name="T14" fmla="*/ 4 w 128"/>
                <a:gd name="T15" fmla="*/ 110 h 176"/>
                <a:gd name="T16" fmla="*/ 8 w 128"/>
                <a:gd name="T17" fmla="*/ 116 h 176"/>
                <a:gd name="T18" fmla="*/ 8 w 128"/>
                <a:gd name="T19" fmla="*/ 116 h 176"/>
                <a:gd name="T20" fmla="*/ 12 w 128"/>
                <a:gd name="T21" fmla="*/ 120 h 176"/>
                <a:gd name="T22" fmla="*/ 16 w 128"/>
                <a:gd name="T23" fmla="*/ 122 h 176"/>
                <a:gd name="T24" fmla="*/ 22 w 128"/>
                <a:gd name="T25" fmla="*/ 122 h 176"/>
                <a:gd name="T26" fmla="*/ 28 w 128"/>
                <a:gd name="T27" fmla="*/ 122 h 176"/>
                <a:gd name="T28" fmla="*/ 44 w 128"/>
                <a:gd name="T29" fmla="*/ 118 h 176"/>
                <a:gd name="T30" fmla="*/ 58 w 128"/>
                <a:gd name="T31" fmla="*/ 114 h 176"/>
                <a:gd name="T32" fmla="*/ 74 w 128"/>
                <a:gd name="T33" fmla="*/ 110 h 176"/>
                <a:gd name="T34" fmla="*/ 86 w 128"/>
                <a:gd name="T35" fmla="*/ 108 h 176"/>
                <a:gd name="T36" fmla="*/ 92 w 128"/>
                <a:gd name="T37" fmla="*/ 108 h 176"/>
                <a:gd name="T38" fmla="*/ 96 w 128"/>
                <a:gd name="T39" fmla="*/ 108 h 176"/>
                <a:gd name="T40" fmla="*/ 100 w 128"/>
                <a:gd name="T41" fmla="*/ 110 h 176"/>
                <a:gd name="T42" fmla="*/ 102 w 128"/>
                <a:gd name="T43" fmla="*/ 116 h 176"/>
                <a:gd name="T44" fmla="*/ 102 w 128"/>
                <a:gd name="T45" fmla="*/ 116 h 176"/>
                <a:gd name="T46" fmla="*/ 102 w 128"/>
                <a:gd name="T47" fmla="*/ 126 h 176"/>
                <a:gd name="T48" fmla="*/ 102 w 128"/>
                <a:gd name="T49" fmla="*/ 134 h 176"/>
                <a:gd name="T50" fmla="*/ 100 w 128"/>
                <a:gd name="T51" fmla="*/ 144 h 176"/>
                <a:gd name="T52" fmla="*/ 96 w 128"/>
                <a:gd name="T53" fmla="*/ 152 h 176"/>
                <a:gd name="T54" fmla="*/ 88 w 128"/>
                <a:gd name="T55" fmla="*/ 160 h 176"/>
                <a:gd name="T56" fmla="*/ 74 w 128"/>
                <a:gd name="T57" fmla="*/ 166 h 176"/>
                <a:gd name="T58" fmla="*/ 58 w 128"/>
                <a:gd name="T59" fmla="*/ 172 h 176"/>
                <a:gd name="T60" fmla="*/ 38 w 128"/>
                <a:gd name="T61" fmla="*/ 176 h 176"/>
                <a:gd name="T62" fmla="*/ 38 w 128"/>
                <a:gd name="T63" fmla="*/ 176 h 176"/>
                <a:gd name="T64" fmla="*/ 52 w 128"/>
                <a:gd name="T65" fmla="*/ 174 h 176"/>
                <a:gd name="T66" fmla="*/ 66 w 128"/>
                <a:gd name="T67" fmla="*/ 172 h 176"/>
                <a:gd name="T68" fmla="*/ 82 w 128"/>
                <a:gd name="T69" fmla="*/ 170 h 176"/>
                <a:gd name="T70" fmla="*/ 100 w 128"/>
                <a:gd name="T71" fmla="*/ 166 h 176"/>
                <a:gd name="T72" fmla="*/ 114 w 128"/>
                <a:gd name="T73" fmla="*/ 158 h 176"/>
                <a:gd name="T74" fmla="*/ 120 w 128"/>
                <a:gd name="T75" fmla="*/ 154 h 176"/>
                <a:gd name="T76" fmla="*/ 124 w 128"/>
                <a:gd name="T77" fmla="*/ 148 h 176"/>
                <a:gd name="T78" fmla="*/ 126 w 128"/>
                <a:gd name="T79" fmla="*/ 144 h 176"/>
                <a:gd name="T80" fmla="*/ 128 w 128"/>
                <a:gd name="T81" fmla="*/ 136 h 176"/>
                <a:gd name="T82" fmla="*/ 128 w 128"/>
                <a:gd name="T83" fmla="*/ 136 h 176"/>
                <a:gd name="T84" fmla="*/ 126 w 128"/>
                <a:gd name="T85" fmla="*/ 118 h 176"/>
                <a:gd name="T86" fmla="*/ 122 w 128"/>
                <a:gd name="T87" fmla="*/ 102 h 176"/>
                <a:gd name="T88" fmla="*/ 118 w 128"/>
                <a:gd name="T89" fmla="*/ 96 h 176"/>
                <a:gd name="T90" fmla="*/ 114 w 128"/>
                <a:gd name="T91" fmla="*/ 92 h 176"/>
                <a:gd name="T92" fmla="*/ 110 w 128"/>
                <a:gd name="T93" fmla="*/ 88 h 176"/>
                <a:gd name="T94" fmla="*/ 104 w 128"/>
                <a:gd name="T95" fmla="*/ 86 h 176"/>
                <a:gd name="T96" fmla="*/ 92 w 128"/>
                <a:gd name="T97" fmla="*/ 84 h 176"/>
                <a:gd name="T98" fmla="*/ 76 w 128"/>
                <a:gd name="T99" fmla="*/ 86 h 176"/>
                <a:gd name="T100" fmla="*/ 60 w 128"/>
                <a:gd name="T101" fmla="*/ 90 h 176"/>
                <a:gd name="T102" fmla="*/ 42 w 128"/>
                <a:gd name="T103" fmla="*/ 98 h 176"/>
                <a:gd name="T104" fmla="*/ 42 w 128"/>
                <a:gd name="T105" fmla="*/ 98 h 176"/>
                <a:gd name="T106" fmla="*/ 36 w 128"/>
                <a:gd name="T107" fmla="*/ 100 h 176"/>
                <a:gd name="T108" fmla="*/ 32 w 128"/>
                <a:gd name="T109" fmla="*/ 100 h 176"/>
                <a:gd name="T110" fmla="*/ 26 w 128"/>
                <a:gd name="T111" fmla="*/ 100 h 176"/>
                <a:gd name="T112" fmla="*/ 22 w 128"/>
                <a:gd name="T113" fmla="*/ 96 h 176"/>
                <a:gd name="T114" fmla="*/ 16 w 128"/>
                <a:gd name="T115" fmla="*/ 88 h 176"/>
                <a:gd name="T116" fmla="*/ 12 w 128"/>
                <a:gd name="T117" fmla="*/ 74 h 176"/>
                <a:gd name="T118" fmla="*/ 10 w 128"/>
                <a:gd name="T119" fmla="*/ 58 h 176"/>
                <a:gd name="T120" fmla="*/ 8 w 128"/>
                <a:gd name="T121" fmla="*/ 38 h 176"/>
                <a:gd name="T122" fmla="*/ 8 w 128"/>
                <a:gd name="T123"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 h="176">
                  <a:moveTo>
                    <a:pt x="8" y="0"/>
                  </a:moveTo>
                  <a:lnTo>
                    <a:pt x="8" y="0"/>
                  </a:lnTo>
                  <a:lnTo>
                    <a:pt x="6" y="14"/>
                  </a:lnTo>
                  <a:lnTo>
                    <a:pt x="2" y="48"/>
                  </a:lnTo>
                  <a:lnTo>
                    <a:pt x="0" y="68"/>
                  </a:lnTo>
                  <a:lnTo>
                    <a:pt x="0" y="86"/>
                  </a:lnTo>
                  <a:lnTo>
                    <a:pt x="2" y="104"/>
                  </a:lnTo>
                  <a:lnTo>
                    <a:pt x="4" y="110"/>
                  </a:lnTo>
                  <a:lnTo>
                    <a:pt x="8" y="116"/>
                  </a:lnTo>
                  <a:lnTo>
                    <a:pt x="8" y="116"/>
                  </a:lnTo>
                  <a:lnTo>
                    <a:pt x="12" y="120"/>
                  </a:lnTo>
                  <a:lnTo>
                    <a:pt x="16" y="122"/>
                  </a:lnTo>
                  <a:lnTo>
                    <a:pt x="22" y="122"/>
                  </a:lnTo>
                  <a:lnTo>
                    <a:pt x="28" y="122"/>
                  </a:lnTo>
                  <a:lnTo>
                    <a:pt x="44" y="118"/>
                  </a:lnTo>
                  <a:lnTo>
                    <a:pt x="58" y="114"/>
                  </a:lnTo>
                  <a:lnTo>
                    <a:pt x="74" y="110"/>
                  </a:lnTo>
                  <a:lnTo>
                    <a:pt x="86" y="108"/>
                  </a:lnTo>
                  <a:lnTo>
                    <a:pt x="92" y="108"/>
                  </a:lnTo>
                  <a:lnTo>
                    <a:pt x="96" y="108"/>
                  </a:lnTo>
                  <a:lnTo>
                    <a:pt x="100" y="110"/>
                  </a:lnTo>
                  <a:lnTo>
                    <a:pt x="102" y="116"/>
                  </a:lnTo>
                  <a:lnTo>
                    <a:pt x="102" y="116"/>
                  </a:lnTo>
                  <a:lnTo>
                    <a:pt x="102" y="126"/>
                  </a:lnTo>
                  <a:lnTo>
                    <a:pt x="102" y="134"/>
                  </a:lnTo>
                  <a:lnTo>
                    <a:pt x="100" y="144"/>
                  </a:lnTo>
                  <a:lnTo>
                    <a:pt x="96" y="152"/>
                  </a:lnTo>
                  <a:lnTo>
                    <a:pt x="88" y="160"/>
                  </a:lnTo>
                  <a:lnTo>
                    <a:pt x="74" y="166"/>
                  </a:lnTo>
                  <a:lnTo>
                    <a:pt x="58" y="172"/>
                  </a:lnTo>
                  <a:lnTo>
                    <a:pt x="38" y="176"/>
                  </a:lnTo>
                  <a:lnTo>
                    <a:pt x="38" y="176"/>
                  </a:lnTo>
                  <a:lnTo>
                    <a:pt x="52" y="174"/>
                  </a:lnTo>
                  <a:lnTo>
                    <a:pt x="66" y="172"/>
                  </a:lnTo>
                  <a:lnTo>
                    <a:pt x="82" y="170"/>
                  </a:lnTo>
                  <a:lnTo>
                    <a:pt x="100" y="166"/>
                  </a:lnTo>
                  <a:lnTo>
                    <a:pt x="114" y="158"/>
                  </a:lnTo>
                  <a:lnTo>
                    <a:pt x="120" y="154"/>
                  </a:lnTo>
                  <a:lnTo>
                    <a:pt x="124" y="148"/>
                  </a:lnTo>
                  <a:lnTo>
                    <a:pt x="126" y="144"/>
                  </a:lnTo>
                  <a:lnTo>
                    <a:pt x="128" y="136"/>
                  </a:lnTo>
                  <a:lnTo>
                    <a:pt x="128" y="136"/>
                  </a:lnTo>
                  <a:lnTo>
                    <a:pt x="126" y="118"/>
                  </a:lnTo>
                  <a:lnTo>
                    <a:pt x="122" y="102"/>
                  </a:lnTo>
                  <a:lnTo>
                    <a:pt x="118" y="96"/>
                  </a:lnTo>
                  <a:lnTo>
                    <a:pt x="114" y="92"/>
                  </a:lnTo>
                  <a:lnTo>
                    <a:pt x="110" y="88"/>
                  </a:lnTo>
                  <a:lnTo>
                    <a:pt x="104" y="86"/>
                  </a:lnTo>
                  <a:lnTo>
                    <a:pt x="92" y="84"/>
                  </a:lnTo>
                  <a:lnTo>
                    <a:pt x="76" y="86"/>
                  </a:lnTo>
                  <a:lnTo>
                    <a:pt x="60" y="90"/>
                  </a:lnTo>
                  <a:lnTo>
                    <a:pt x="42" y="98"/>
                  </a:lnTo>
                  <a:lnTo>
                    <a:pt x="42" y="98"/>
                  </a:lnTo>
                  <a:lnTo>
                    <a:pt x="36" y="100"/>
                  </a:lnTo>
                  <a:lnTo>
                    <a:pt x="32" y="100"/>
                  </a:lnTo>
                  <a:lnTo>
                    <a:pt x="26" y="100"/>
                  </a:lnTo>
                  <a:lnTo>
                    <a:pt x="22" y="96"/>
                  </a:lnTo>
                  <a:lnTo>
                    <a:pt x="16" y="88"/>
                  </a:lnTo>
                  <a:lnTo>
                    <a:pt x="12" y="74"/>
                  </a:lnTo>
                  <a:lnTo>
                    <a:pt x="10" y="58"/>
                  </a:lnTo>
                  <a:lnTo>
                    <a:pt x="8" y="3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49" name="任意多边形 48"/>
            <p:cNvSpPr/>
            <p:nvPr>
              <p:custDataLst>
                <p:tags r:id="rId23"/>
              </p:custDataLst>
            </p:nvPr>
          </p:nvSpPr>
          <p:spPr bwMode="auto">
            <a:xfrm>
              <a:off x="2317" y="2569"/>
              <a:ext cx="65" cy="94"/>
            </a:xfrm>
            <a:custGeom>
              <a:avLst/>
              <a:gdLst>
                <a:gd name="T0" fmla="*/ 54 w 54"/>
                <a:gd name="T1" fmla="*/ 34 h 78"/>
                <a:gd name="T2" fmla="*/ 54 w 54"/>
                <a:gd name="T3" fmla="*/ 34 h 78"/>
                <a:gd name="T4" fmla="*/ 54 w 54"/>
                <a:gd name="T5" fmla="*/ 50 h 78"/>
                <a:gd name="T6" fmla="*/ 52 w 54"/>
                <a:gd name="T7" fmla="*/ 64 h 78"/>
                <a:gd name="T8" fmla="*/ 48 w 54"/>
                <a:gd name="T9" fmla="*/ 68 h 78"/>
                <a:gd name="T10" fmla="*/ 46 w 54"/>
                <a:gd name="T11" fmla="*/ 74 h 78"/>
                <a:gd name="T12" fmla="*/ 40 w 54"/>
                <a:gd name="T13" fmla="*/ 76 h 78"/>
                <a:gd name="T14" fmla="*/ 36 w 54"/>
                <a:gd name="T15" fmla="*/ 78 h 78"/>
                <a:gd name="T16" fmla="*/ 36 w 54"/>
                <a:gd name="T17" fmla="*/ 78 h 78"/>
                <a:gd name="T18" fmla="*/ 30 w 54"/>
                <a:gd name="T19" fmla="*/ 78 h 78"/>
                <a:gd name="T20" fmla="*/ 24 w 54"/>
                <a:gd name="T21" fmla="*/ 78 h 78"/>
                <a:gd name="T22" fmla="*/ 20 w 54"/>
                <a:gd name="T23" fmla="*/ 74 h 78"/>
                <a:gd name="T24" fmla="*/ 14 w 54"/>
                <a:gd name="T25" fmla="*/ 70 h 78"/>
                <a:gd name="T26" fmla="*/ 6 w 54"/>
                <a:gd name="T27" fmla="*/ 60 h 78"/>
                <a:gd name="T28" fmla="*/ 2 w 54"/>
                <a:gd name="T29" fmla="*/ 44 h 78"/>
                <a:gd name="T30" fmla="*/ 2 w 54"/>
                <a:gd name="T31" fmla="*/ 44 h 78"/>
                <a:gd name="T32" fmla="*/ 0 w 54"/>
                <a:gd name="T33" fmla="*/ 28 h 78"/>
                <a:gd name="T34" fmla="*/ 4 w 54"/>
                <a:gd name="T35" fmla="*/ 16 h 78"/>
                <a:gd name="T36" fmla="*/ 6 w 54"/>
                <a:gd name="T37" fmla="*/ 10 h 78"/>
                <a:gd name="T38" fmla="*/ 10 w 54"/>
                <a:gd name="T39" fmla="*/ 6 h 78"/>
                <a:gd name="T40" fmla="*/ 14 w 54"/>
                <a:gd name="T41" fmla="*/ 2 h 78"/>
                <a:gd name="T42" fmla="*/ 20 w 54"/>
                <a:gd name="T43" fmla="*/ 0 h 78"/>
                <a:gd name="T44" fmla="*/ 20 w 54"/>
                <a:gd name="T45" fmla="*/ 0 h 78"/>
                <a:gd name="T46" fmla="*/ 26 w 54"/>
                <a:gd name="T47" fmla="*/ 0 h 78"/>
                <a:gd name="T48" fmla="*/ 30 w 54"/>
                <a:gd name="T49" fmla="*/ 0 h 78"/>
                <a:gd name="T50" fmla="*/ 36 w 54"/>
                <a:gd name="T51" fmla="*/ 4 h 78"/>
                <a:gd name="T52" fmla="*/ 40 w 54"/>
                <a:gd name="T53" fmla="*/ 8 h 78"/>
                <a:gd name="T54" fmla="*/ 48 w 54"/>
                <a:gd name="T55" fmla="*/ 20 h 78"/>
                <a:gd name="T56" fmla="*/ 54 w 54"/>
                <a:gd name="T57" fmla="*/ 3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4" h="78">
                  <a:moveTo>
                    <a:pt x="54" y="34"/>
                  </a:moveTo>
                  <a:lnTo>
                    <a:pt x="54" y="34"/>
                  </a:lnTo>
                  <a:lnTo>
                    <a:pt x="54" y="50"/>
                  </a:lnTo>
                  <a:lnTo>
                    <a:pt x="52" y="64"/>
                  </a:lnTo>
                  <a:lnTo>
                    <a:pt x="48" y="68"/>
                  </a:lnTo>
                  <a:lnTo>
                    <a:pt x="46" y="74"/>
                  </a:lnTo>
                  <a:lnTo>
                    <a:pt x="40" y="76"/>
                  </a:lnTo>
                  <a:lnTo>
                    <a:pt x="36" y="78"/>
                  </a:lnTo>
                  <a:lnTo>
                    <a:pt x="36" y="78"/>
                  </a:lnTo>
                  <a:lnTo>
                    <a:pt x="30" y="78"/>
                  </a:lnTo>
                  <a:lnTo>
                    <a:pt x="24" y="78"/>
                  </a:lnTo>
                  <a:lnTo>
                    <a:pt x="20" y="74"/>
                  </a:lnTo>
                  <a:lnTo>
                    <a:pt x="14" y="70"/>
                  </a:lnTo>
                  <a:lnTo>
                    <a:pt x="6" y="60"/>
                  </a:lnTo>
                  <a:lnTo>
                    <a:pt x="2" y="44"/>
                  </a:lnTo>
                  <a:lnTo>
                    <a:pt x="2" y="44"/>
                  </a:lnTo>
                  <a:lnTo>
                    <a:pt x="0" y="28"/>
                  </a:lnTo>
                  <a:lnTo>
                    <a:pt x="4" y="16"/>
                  </a:lnTo>
                  <a:lnTo>
                    <a:pt x="6" y="10"/>
                  </a:lnTo>
                  <a:lnTo>
                    <a:pt x="10" y="6"/>
                  </a:lnTo>
                  <a:lnTo>
                    <a:pt x="14" y="2"/>
                  </a:lnTo>
                  <a:lnTo>
                    <a:pt x="20" y="0"/>
                  </a:lnTo>
                  <a:lnTo>
                    <a:pt x="20" y="0"/>
                  </a:lnTo>
                  <a:lnTo>
                    <a:pt x="26" y="0"/>
                  </a:lnTo>
                  <a:lnTo>
                    <a:pt x="30" y="0"/>
                  </a:lnTo>
                  <a:lnTo>
                    <a:pt x="36" y="4"/>
                  </a:lnTo>
                  <a:lnTo>
                    <a:pt x="40" y="8"/>
                  </a:lnTo>
                  <a:lnTo>
                    <a:pt x="48" y="20"/>
                  </a:lnTo>
                  <a:lnTo>
                    <a:pt x="54" y="3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0" name="任意多边形 49"/>
            <p:cNvSpPr/>
            <p:nvPr>
              <p:custDataLst>
                <p:tags r:id="rId24"/>
              </p:custDataLst>
            </p:nvPr>
          </p:nvSpPr>
          <p:spPr bwMode="auto">
            <a:xfrm>
              <a:off x="2593" y="2526"/>
              <a:ext cx="60" cy="84"/>
            </a:xfrm>
            <a:custGeom>
              <a:avLst/>
              <a:gdLst>
                <a:gd name="T0" fmla="*/ 48 w 50"/>
                <a:gd name="T1" fmla="*/ 30 h 70"/>
                <a:gd name="T2" fmla="*/ 48 w 50"/>
                <a:gd name="T3" fmla="*/ 30 h 70"/>
                <a:gd name="T4" fmla="*/ 50 w 50"/>
                <a:gd name="T5" fmla="*/ 44 h 70"/>
                <a:gd name="T6" fmla="*/ 46 w 50"/>
                <a:gd name="T7" fmla="*/ 58 h 70"/>
                <a:gd name="T8" fmla="*/ 40 w 50"/>
                <a:gd name="T9" fmla="*/ 66 h 70"/>
                <a:gd name="T10" fmla="*/ 36 w 50"/>
                <a:gd name="T11" fmla="*/ 68 h 70"/>
                <a:gd name="T12" fmla="*/ 32 w 50"/>
                <a:gd name="T13" fmla="*/ 70 h 70"/>
                <a:gd name="T14" fmla="*/ 32 w 50"/>
                <a:gd name="T15" fmla="*/ 70 h 70"/>
                <a:gd name="T16" fmla="*/ 28 w 50"/>
                <a:gd name="T17" fmla="*/ 70 h 70"/>
                <a:gd name="T18" fmla="*/ 22 w 50"/>
                <a:gd name="T19" fmla="*/ 70 h 70"/>
                <a:gd name="T20" fmla="*/ 14 w 50"/>
                <a:gd name="T21" fmla="*/ 64 h 70"/>
                <a:gd name="T22" fmla="*/ 6 w 50"/>
                <a:gd name="T23" fmla="*/ 54 h 70"/>
                <a:gd name="T24" fmla="*/ 2 w 50"/>
                <a:gd name="T25" fmla="*/ 40 h 70"/>
                <a:gd name="T26" fmla="*/ 2 w 50"/>
                <a:gd name="T27" fmla="*/ 40 h 70"/>
                <a:gd name="T28" fmla="*/ 0 w 50"/>
                <a:gd name="T29" fmla="*/ 26 h 70"/>
                <a:gd name="T30" fmla="*/ 4 w 50"/>
                <a:gd name="T31" fmla="*/ 14 h 70"/>
                <a:gd name="T32" fmla="*/ 10 w 50"/>
                <a:gd name="T33" fmla="*/ 6 h 70"/>
                <a:gd name="T34" fmla="*/ 14 w 50"/>
                <a:gd name="T35" fmla="*/ 2 h 70"/>
                <a:gd name="T36" fmla="*/ 18 w 50"/>
                <a:gd name="T37" fmla="*/ 0 h 70"/>
                <a:gd name="T38" fmla="*/ 18 w 50"/>
                <a:gd name="T39" fmla="*/ 0 h 70"/>
                <a:gd name="T40" fmla="*/ 22 w 50"/>
                <a:gd name="T41" fmla="*/ 0 h 70"/>
                <a:gd name="T42" fmla="*/ 28 w 50"/>
                <a:gd name="T43" fmla="*/ 2 h 70"/>
                <a:gd name="T44" fmla="*/ 36 w 50"/>
                <a:gd name="T45" fmla="*/ 8 h 70"/>
                <a:gd name="T46" fmla="*/ 44 w 50"/>
                <a:gd name="T47" fmla="*/ 18 h 70"/>
                <a:gd name="T48" fmla="*/ 48 w 50"/>
                <a:gd name="T49" fmla="*/ 3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0" h="70">
                  <a:moveTo>
                    <a:pt x="48" y="30"/>
                  </a:moveTo>
                  <a:lnTo>
                    <a:pt x="48" y="30"/>
                  </a:lnTo>
                  <a:lnTo>
                    <a:pt x="50" y="44"/>
                  </a:lnTo>
                  <a:lnTo>
                    <a:pt x="46" y="58"/>
                  </a:lnTo>
                  <a:lnTo>
                    <a:pt x="40" y="66"/>
                  </a:lnTo>
                  <a:lnTo>
                    <a:pt x="36" y="68"/>
                  </a:lnTo>
                  <a:lnTo>
                    <a:pt x="32" y="70"/>
                  </a:lnTo>
                  <a:lnTo>
                    <a:pt x="32" y="70"/>
                  </a:lnTo>
                  <a:lnTo>
                    <a:pt x="28" y="70"/>
                  </a:lnTo>
                  <a:lnTo>
                    <a:pt x="22" y="70"/>
                  </a:lnTo>
                  <a:lnTo>
                    <a:pt x="14" y="64"/>
                  </a:lnTo>
                  <a:lnTo>
                    <a:pt x="6" y="54"/>
                  </a:lnTo>
                  <a:lnTo>
                    <a:pt x="2" y="40"/>
                  </a:lnTo>
                  <a:lnTo>
                    <a:pt x="2" y="40"/>
                  </a:lnTo>
                  <a:lnTo>
                    <a:pt x="0" y="26"/>
                  </a:lnTo>
                  <a:lnTo>
                    <a:pt x="4" y="14"/>
                  </a:lnTo>
                  <a:lnTo>
                    <a:pt x="10" y="6"/>
                  </a:lnTo>
                  <a:lnTo>
                    <a:pt x="14" y="2"/>
                  </a:lnTo>
                  <a:lnTo>
                    <a:pt x="18" y="0"/>
                  </a:lnTo>
                  <a:lnTo>
                    <a:pt x="18" y="0"/>
                  </a:lnTo>
                  <a:lnTo>
                    <a:pt x="22" y="0"/>
                  </a:lnTo>
                  <a:lnTo>
                    <a:pt x="28" y="2"/>
                  </a:lnTo>
                  <a:lnTo>
                    <a:pt x="36" y="8"/>
                  </a:lnTo>
                  <a:lnTo>
                    <a:pt x="44" y="18"/>
                  </a:lnTo>
                  <a:lnTo>
                    <a:pt x="48" y="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1" name="任意多边形 50"/>
            <p:cNvSpPr/>
            <p:nvPr>
              <p:custDataLst>
                <p:tags r:id="rId25"/>
              </p:custDataLst>
            </p:nvPr>
          </p:nvSpPr>
          <p:spPr bwMode="auto">
            <a:xfrm>
              <a:off x="2235" y="3040"/>
              <a:ext cx="322" cy="134"/>
            </a:xfrm>
            <a:custGeom>
              <a:avLst/>
              <a:gdLst>
                <a:gd name="T0" fmla="*/ 0 w 268"/>
                <a:gd name="T1" fmla="*/ 4 h 112"/>
                <a:gd name="T2" fmla="*/ 0 w 268"/>
                <a:gd name="T3" fmla="*/ 4 h 112"/>
                <a:gd name="T4" fmla="*/ 18 w 268"/>
                <a:gd name="T5" fmla="*/ 26 h 112"/>
                <a:gd name="T6" fmla="*/ 40 w 268"/>
                <a:gd name="T7" fmla="*/ 48 h 112"/>
                <a:gd name="T8" fmla="*/ 62 w 268"/>
                <a:gd name="T9" fmla="*/ 66 h 112"/>
                <a:gd name="T10" fmla="*/ 86 w 268"/>
                <a:gd name="T11" fmla="*/ 84 h 112"/>
                <a:gd name="T12" fmla="*/ 114 w 268"/>
                <a:gd name="T13" fmla="*/ 98 h 112"/>
                <a:gd name="T14" fmla="*/ 128 w 268"/>
                <a:gd name="T15" fmla="*/ 102 h 112"/>
                <a:gd name="T16" fmla="*/ 142 w 268"/>
                <a:gd name="T17" fmla="*/ 108 h 112"/>
                <a:gd name="T18" fmla="*/ 156 w 268"/>
                <a:gd name="T19" fmla="*/ 110 h 112"/>
                <a:gd name="T20" fmla="*/ 170 w 268"/>
                <a:gd name="T21" fmla="*/ 112 h 112"/>
                <a:gd name="T22" fmla="*/ 186 w 268"/>
                <a:gd name="T23" fmla="*/ 112 h 112"/>
                <a:gd name="T24" fmla="*/ 202 w 268"/>
                <a:gd name="T25" fmla="*/ 110 h 112"/>
                <a:gd name="T26" fmla="*/ 202 w 268"/>
                <a:gd name="T27" fmla="*/ 110 h 112"/>
                <a:gd name="T28" fmla="*/ 222 w 268"/>
                <a:gd name="T29" fmla="*/ 106 h 112"/>
                <a:gd name="T30" fmla="*/ 238 w 268"/>
                <a:gd name="T31" fmla="*/ 98 h 112"/>
                <a:gd name="T32" fmla="*/ 254 w 268"/>
                <a:gd name="T33" fmla="*/ 90 h 112"/>
                <a:gd name="T34" fmla="*/ 268 w 268"/>
                <a:gd name="T35" fmla="*/ 78 h 112"/>
                <a:gd name="T36" fmla="*/ 268 w 268"/>
                <a:gd name="T37" fmla="*/ 78 h 112"/>
                <a:gd name="T38" fmla="*/ 256 w 268"/>
                <a:gd name="T39" fmla="*/ 62 h 112"/>
                <a:gd name="T40" fmla="*/ 240 w 268"/>
                <a:gd name="T41" fmla="*/ 50 h 112"/>
                <a:gd name="T42" fmla="*/ 224 w 268"/>
                <a:gd name="T43" fmla="*/ 38 h 112"/>
                <a:gd name="T44" fmla="*/ 208 w 268"/>
                <a:gd name="T45" fmla="*/ 28 h 112"/>
                <a:gd name="T46" fmla="*/ 190 w 268"/>
                <a:gd name="T47" fmla="*/ 20 h 112"/>
                <a:gd name="T48" fmla="*/ 172 w 268"/>
                <a:gd name="T49" fmla="*/ 14 h 112"/>
                <a:gd name="T50" fmla="*/ 154 w 268"/>
                <a:gd name="T51" fmla="*/ 8 h 112"/>
                <a:gd name="T52" fmla="*/ 134 w 268"/>
                <a:gd name="T53" fmla="*/ 4 h 112"/>
                <a:gd name="T54" fmla="*/ 98 w 268"/>
                <a:gd name="T55" fmla="*/ 0 h 112"/>
                <a:gd name="T56" fmla="*/ 62 w 268"/>
                <a:gd name="T57" fmla="*/ 0 h 112"/>
                <a:gd name="T58" fmla="*/ 28 w 268"/>
                <a:gd name="T59" fmla="*/ 2 h 112"/>
                <a:gd name="T60" fmla="*/ 0 w 268"/>
                <a:gd name="T61" fmla="*/ 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8" h="112">
                  <a:moveTo>
                    <a:pt x="0" y="4"/>
                  </a:moveTo>
                  <a:lnTo>
                    <a:pt x="0" y="4"/>
                  </a:lnTo>
                  <a:lnTo>
                    <a:pt x="18" y="26"/>
                  </a:lnTo>
                  <a:lnTo>
                    <a:pt x="40" y="48"/>
                  </a:lnTo>
                  <a:lnTo>
                    <a:pt x="62" y="66"/>
                  </a:lnTo>
                  <a:lnTo>
                    <a:pt x="86" y="84"/>
                  </a:lnTo>
                  <a:lnTo>
                    <a:pt x="114" y="98"/>
                  </a:lnTo>
                  <a:lnTo>
                    <a:pt x="128" y="102"/>
                  </a:lnTo>
                  <a:lnTo>
                    <a:pt x="142" y="108"/>
                  </a:lnTo>
                  <a:lnTo>
                    <a:pt x="156" y="110"/>
                  </a:lnTo>
                  <a:lnTo>
                    <a:pt x="170" y="112"/>
                  </a:lnTo>
                  <a:lnTo>
                    <a:pt x="186" y="112"/>
                  </a:lnTo>
                  <a:lnTo>
                    <a:pt x="202" y="110"/>
                  </a:lnTo>
                  <a:lnTo>
                    <a:pt x="202" y="110"/>
                  </a:lnTo>
                  <a:lnTo>
                    <a:pt x="222" y="106"/>
                  </a:lnTo>
                  <a:lnTo>
                    <a:pt x="238" y="98"/>
                  </a:lnTo>
                  <a:lnTo>
                    <a:pt x="254" y="90"/>
                  </a:lnTo>
                  <a:lnTo>
                    <a:pt x="268" y="78"/>
                  </a:lnTo>
                  <a:lnTo>
                    <a:pt x="268" y="78"/>
                  </a:lnTo>
                  <a:lnTo>
                    <a:pt x="256" y="62"/>
                  </a:lnTo>
                  <a:lnTo>
                    <a:pt x="240" y="50"/>
                  </a:lnTo>
                  <a:lnTo>
                    <a:pt x="224" y="38"/>
                  </a:lnTo>
                  <a:lnTo>
                    <a:pt x="208" y="28"/>
                  </a:lnTo>
                  <a:lnTo>
                    <a:pt x="190" y="20"/>
                  </a:lnTo>
                  <a:lnTo>
                    <a:pt x="172" y="14"/>
                  </a:lnTo>
                  <a:lnTo>
                    <a:pt x="154" y="8"/>
                  </a:lnTo>
                  <a:lnTo>
                    <a:pt x="134" y="4"/>
                  </a:lnTo>
                  <a:lnTo>
                    <a:pt x="98" y="0"/>
                  </a:lnTo>
                  <a:lnTo>
                    <a:pt x="62" y="0"/>
                  </a:lnTo>
                  <a:lnTo>
                    <a:pt x="28" y="2"/>
                  </a:lnTo>
                  <a:lnTo>
                    <a:pt x="0" y="4"/>
                  </a:lnTo>
                  <a:close/>
                </a:path>
              </a:pathLst>
            </a:custGeom>
            <a:solidFill>
              <a:srgbClr val="DA908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2" name="任意多边形 51"/>
            <p:cNvSpPr/>
            <p:nvPr>
              <p:custDataLst>
                <p:tags r:id="rId26"/>
              </p:custDataLst>
            </p:nvPr>
          </p:nvSpPr>
          <p:spPr bwMode="auto">
            <a:xfrm>
              <a:off x="2235" y="3040"/>
              <a:ext cx="322" cy="134"/>
            </a:xfrm>
            <a:custGeom>
              <a:avLst/>
              <a:gdLst>
                <a:gd name="T0" fmla="*/ 0 w 268"/>
                <a:gd name="T1" fmla="*/ 4 h 112"/>
                <a:gd name="T2" fmla="*/ 0 w 268"/>
                <a:gd name="T3" fmla="*/ 4 h 112"/>
                <a:gd name="T4" fmla="*/ 18 w 268"/>
                <a:gd name="T5" fmla="*/ 26 h 112"/>
                <a:gd name="T6" fmla="*/ 40 w 268"/>
                <a:gd name="T7" fmla="*/ 48 h 112"/>
                <a:gd name="T8" fmla="*/ 62 w 268"/>
                <a:gd name="T9" fmla="*/ 66 h 112"/>
                <a:gd name="T10" fmla="*/ 86 w 268"/>
                <a:gd name="T11" fmla="*/ 84 h 112"/>
                <a:gd name="T12" fmla="*/ 114 w 268"/>
                <a:gd name="T13" fmla="*/ 98 h 112"/>
                <a:gd name="T14" fmla="*/ 128 w 268"/>
                <a:gd name="T15" fmla="*/ 102 h 112"/>
                <a:gd name="T16" fmla="*/ 142 w 268"/>
                <a:gd name="T17" fmla="*/ 108 h 112"/>
                <a:gd name="T18" fmla="*/ 156 w 268"/>
                <a:gd name="T19" fmla="*/ 110 h 112"/>
                <a:gd name="T20" fmla="*/ 170 w 268"/>
                <a:gd name="T21" fmla="*/ 112 h 112"/>
                <a:gd name="T22" fmla="*/ 186 w 268"/>
                <a:gd name="T23" fmla="*/ 112 h 112"/>
                <a:gd name="T24" fmla="*/ 202 w 268"/>
                <a:gd name="T25" fmla="*/ 110 h 112"/>
                <a:gd name="T26" fmla="*/ 202 w 268"/>
                <a:gd name="T27" fmla="*/ 110 h 112"/>
                <a:gd name="T28" fmla="*/ 222 w 268"/>
                <a:gd name="T29" fmla="*/ 106 h 112"/>
                <a:gd name="T30" fmla="*/ 238 w 268"/>
                <a:gd name="T31" fmla="*/ 98 h 112"/>
                <a:gd name="T32" fmla="*/ 254 w 268"/>
                <a:gd name="T33" fmla="*/ 90 h 112"/>
                <a:gd name="T34" fmla="*/ 268 w 268"/>
                <a:gd name="T35" fmla="*/ 78 h 112"/>
                <a:gd name="T36" fmla="*/ 268 w 268"/>
                <a:gd name="T37" fmla="*/ 78 h 112"/>
                <a:gd name="T38" fmla="*/ 256 w 268"/>
                <a:gd name="T39" fmla="*/ 62 h 112"/>
                <a:gd name="T40" fmla="*/ 240 w 268"/>
                <a:gd name="T41" fmla="*/ 50 h 112"/>
                <a:gd name="T42" fmla="*/ 224 w 268"/>
                <a:gd name="T43" fmla="*/ 38 h 112"/>
                <a:gd name="T44" fmla="*/ 208 w 268"/>
                <a:gd name="T45" fmla="*/ 28 h 112"/>
                <a:gd name="T46" fmla="*/ 190 w 268"/>
                <a:gd name="T47" fmla="*/ 20 h 112"/>
                <a:gd name="T48" fmla="*/ 172 w 268"/>
                <a:gd name="T49" fmla="*/ 14 h 112"/>
                <a:gd name="T50" fmla="*/ 154 w 268"/>
                <a:gd name="T51" fmla="*/ 8 h 112"/>
                <a:gd name="T52" fmla="*/ 134 w 268"/>
                <a:gd name="T53" fmla="*/ 4 h 112"/>
                <a:gd name="T54" fmla="*/ 98 w 268"/>
                <a:gd name="T55" fmla="*/ 0 h 112"/>
                <a:gd name="T56" fmla="*/ 62 w 268"/>
                <a:gd name="T57" fmla="*/ 0 h 112"/>
                <a:gd name="T58" fmla="*/ 28 w 268"/>
                <a:gd name="T59" fmla="*/ 2 h 112"/>
                <a:gd name="T60" fmla="*/ 0 w 268"/>
                <a:gd name="T61" fmla="*/ 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8" h="112">
                  <a:moveTo>
                    <a:pt x="0" y="4"/>
                  </a:moveTo>
                  <a:lnTo>
                    <a:pt x="0" y="4"/>
                  </a:lnTo>
                  <a:lnTo>
                    <a:pt x="18" y="26"/>
                  </a:lnTo>
                  <a:lnTo>
                    <a:pt x="40" y="48"/>
                  </a:lnTo>
                  <a:lnTo>
                    <a:pt x="62" y="66"/>
                  </a:lnTo>
                  <a:lnTo>
                    <a:pt x="86" y="84"/>
                  </a:lnTo>
                  <a:lnTo>
                    <a:pt x="114" y="98"/>
                  </a:lnTo>
                  <a:lnTo>
                    <a:pt x="128" y="102"/>
                  </a:lnTo>
                  <a:lnTo>
                    <a:pt x="142" y="108"/>
                  </a:lnTo>
                  <a:lnTo>
                    <a:pt x="156" y="110"/>
                  </a:lnTo>
                  <a:lnTo>
                    <a:pt x="170" y="112"/>
                  </a:lnTo>
                  <a:lnTo>
                    <a:pt x="186" y="112"/>
                  </a:lnTo>
                  <a:lnTo>
                    <a:pt x="202" y="110"/>
                  </a:lnTo>
                  <a:lnTo>
                    <a:pt x="202" y="110"/>
                  </a:lnTo>
                  <a:lnTo>
                    <a:pt x="222" y="106"/>
                  </a:lnTo>
                  <a:lnTo>
                    <a:pt x="238" y="98"/>
                  </a:lnTo>
                  <a:lnTo>
                    <a:pt x="254" y="90"/>
                  </a:lnTo>
                  <a:lnTo>
                    <a:pt x="268" y="78"/>
                  </a:lnTo>
                  <a:lnTo>
                    <a:pt x="268" y="78"/>
                  </a:lnTo>
                  <a:lnTo>
                    <a:pt x="256" y="62"/>
                  </a:lnTo>
                  <a:lnTo>
                    <a:pt x="240" y="50"/>
                  </a:lnTo>
                  <a:lnTo>
                    <a:pt x="224" y="38"/>
                  </a:lnTo>
                  <a:lnTo>
                    <a:pt x="208" y="28"/>
                  </a:lnTo>
                  <a:lnTo>
                    <a:pt x="190" y="20"/>
                  </a:lnTo>
                  <a:lnTo>
                    <a:pt x="172" y="14"/>
                  </a:lnTo>
                  <a:lnTo>
                    <a:pt x="154" y="8"/>
                  </a:lnTo>
                  <a:lnTo>
                    <a:pt x="134" y="4"/>
                  </a:lnTo>
                  <a:lnTo>
                    <a:pt x="98" y="0"/>
                  </a:lnTo>
                  <a:lnTo>
                    <a:pt x="62" y="0"/>
                  </a:lnTo>
                  <a:lnTo>
                    <a:pt x="28" y="2"/>
                  </a:lnTo>
                  <a:lnTo>
                    <a:pt x="0"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3" name="任意多边形 52"/>
            <p:cNvSpPr/>
            <p:nvPr>
              <p:custDataLst>
                <p:tags r:id="rId27"/>
              </p:custDataLst>
            </p:nvPr>
          </p:nvSpPr>
          <p:spPr bwMode="auto">
            <a:xfrm>
              <a:off x="2154" y="2814"/>
              <a:ext cx="490" cy="319"/>
            </a:xfrm>
            <a:custGeom>
              <a:avLst/>
              <a:gdLst>
                <a:gd name="T0" fmla="*/ 408 w 408"/>
                <a:gd name="T1" fmla="*/ 0 h 266"/>
                <a:gd name="T2" fmla="*/ 408 w 408"/>
                <a:gd name="T3" fmla="*/ 0 h 266"/>
                <a:gd name="T4" fmla="*/ 378 w 408"/>
                <a:gd name="T5" fmla="*/ 2 h 266"/>
                <a:gd name="T6" fmla="*/ 346 w 408"/>
                <a:gd name="T7" fmla="*/ 4 h 266"/>
                <a:gd name="T8" fmla="*/ 312 w 408"/>
                <a:gd name="T9" fmla="*/ 8 h 266"/>
                <a:gd name="T10" fmla="*/ 278 w 408"/>
                <a:gd name="T11" fmla="*/ 14 h 266"/>
                <a:gd name="T12" fmla="*/ 210 w 408"/>
                <a:gd name="T13" fmla="*/ 28 h 266"/>
                <a:gd name="T14" fmla="*/ 144 w 408"/>
                <a:gd name="T15" fmla="*/ 44 h 266"/>
                <a:gd name="T16" fmla="*/ 86 w 408"/>
                <a:gd name="T17" fmla="*/ 60 h 266"/>
                <a:gd name="T18" fmla="*/ 40 w 408"/>
                <a:gd name="T19" fmla="*/ 74 h 266"/>
                <a:gd name="T20" fmla="*/ 0 w 408"/>
                <a:gd name="T21" fmla="*/ 88 h 266"/>
                <a:gd name="T22" fmla="*/ 0 w 408"/>
                <a:gd name="T23" fmla="*/ 88 h 266"/>
                <a:gd name="T24" fmla="*/ 16 w 408"/>
                <a:gd name="T25" fmla="*/ 120 h 266"/>
                <a:gd name="T26" fmla="*/ 38 w 408"/>
                <a:gd name="T27" fmla="*/ 154 h 266"/>
                <a:gd name="T28" fmla="*/ 68 w 408"/>
                <a:gd name="T29" fmla="*/ 192 h 266"/>
                <a:gd name="T30" fmla="*/ 68 w 408"/>
                <a:gd name="T31" fmla="*/ 192 h 266"/>
                <a:gd name="T32" fmla="*/ 96 w 408"/>
                <a:gd name="T33" fmla="*/ 190 h 266"/>
                <a:gd name="T34" fmla="*/ 130 w 408"/>
                <a:gd name="T35" fmla="*/ 188 h 266"/>
                <a:gd name="T36" fmla="*/ 166 w 408"/>
                <a:gd name="T37" fmla="*/ 188 h 266"/>
                <a:gd name="T38" fmla="*/ 202 w 408"/>
                <a:gd name="T39" fmla="*/ 192 h 266"/>
                <a:gd name="T40" fmla="*/ 222 w 408"/>
                <a:gd name="T41" fmla="*/ 196 h 266"/>
                <a:gd name="T42" fmla="*/ 240 w 408"/>
                <a:gd name="T43" fmla="*/ 202 h 266"/>
                <a:gd name="T44" fmla="*/ 258 w 408"/>
                <a:gd name="T45" fmla="*/ 208 h 266"/>
                <a:gd name="T46" fmla="*/ 276 w 408"/>
                <a:gd name="T47" fmla="*/ 216 h 266"/>
                <a:gd name="T48" fmla="*/ 292 w 408"/>
                <a:gd name="T49" fmla="*/ 226 h 266"/>
                <a:gd name="T50" fmla="*/ 308 w 408"/>
                <a:gd name="T51" fmla="*/ 238 h 266"/>
                <a:gd name="T52" fmla="*/ 324 w 408"/>
                <a:gd name="T53" fmla="*/ 250 h 266"/>
                <a:gd name="T54" fmla="*/ 336 w 408"/>
                <a:gd name="T55" fmla="*/ 266 h 266"/>
                <a:gd name="T56" fmla="*/ 336 w 408"/>
                <a:gd name="T57" fmla="*/ 266 h 266"/>
                <a:gd name="T58" fmla="*/ 352 w 408"/>
                <a:gd name="T59" fmla="*/ 250 h 266"/>
                <a:gd name="T60" fmla="*/ 364 w 408"/>
                <a:gd name="T61" fmla="*/ 232 h 266"/>
                <a:gd name="T62" fmla="*/ 374 w 408"/>
                <a:gd name="T63" fmla="*/ 212 h 266"/>
                <a:gd name="T64" fmla="*/ 384 w 408"/>
                <a:gd name="T65" fmla="*/ 192 h 266"/>
                <a:gd name="T66" fmla="*/ 390 w 408"/>
                <a:gd name="T67" fmla="*/ 170 h 266"/>
                <a:gd name="T68" fmla="*/ 396 w 408"/>
                <a:gd name="T69" fmla="*/ 148 h 266"/>
                <a:gd name="T70" fmla="*/ 404 w 408"/>
                <a:gd name="T71" fmla="*/ 104 h 266"/>
                <a:gd name="T72" fmla="*/ 408 w 408"/>
                <a:gd name="T73" fmla="*/ 64 h 266"/>
                <a:gd name="T74" fmla="*/ 408 w 408"/>
                <a:gd name="T75" fmla="*/ 32 h 266"/>
                <a:gd name="T76" fmla="*/ 408 w 408"/>
                <a:gd name="T7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8" h="266">
                  <a:moveTo>
                    <a:pt x="408" y="0"/>
                  </a:moveTo>
                  <a:lnTo>
                    <a:pt x="408" y="0"/>
                  </a:lnTo>
                  <a:lnTo>
                    <a:pt x="378" y="2"/>
                  </a:lnTo>
                  <a:lnTo>
                    <a:pt x="346" y="4"/>
                  </a:lnTo>
                  <a:lnTo>
                    <a:pt x="312" y="8"/>
                  </a:lnTo>
                  <a:lnTo>
                    <a:pt x="278" y="14"/>
                  </a:lnTo>
                  <a:lnTo>
                    <a:pt x="210" y="28"/>
                  </a:lnTo>
                  <a:lnTo>
                    <a:pt x="144" y="44"/>
                  </a:lnTo>
                  <a:lnTo>
                    <a:pt x="86" y="60"/>
                  </a:lnTo>
                  <a:lnTo>
                    <a:pt x="40" y="74"/>
                  </a:lnTo>
                  <a:lnTo>
                    <a:pt x="0" y="88"/>
                  </a:lnTo>
                  <a:lnTo>
                    <a:pt x="0" y="88"/>
                  </a:lnTo>
                  <a:lnTo>
                    <a:pt x="16" y="120"/>
                  </a:lnTo>
                  <a:lnTo>
                    <a:pt x="38" y="154"/>
                  </a:lnTo>
                  <a:lnTo>
                    <a:pt x="68" y="192"/>
                  </a:lnTo>
                  <a:lnTo>
                    <a:pt x="68" y="192"/>
                  </a:lnTo>
                  <a:lnTo>
                    <a:pt x="96" y="190"/>
                  </a:lnTo>
                  <a:lnTo>
                    <a:pt x="130" y="188"/>
                  </a:lnTo>
                  <a:lnTo>
                    <a:pt x="166" y="188"/>
                  </a:lnTo>
                  <a:lnTo>
                    <a:pt x="202" y="192"/>
                  </a:lnTo>
                  <a:lnTo>
                    <a:pt x="222" y="196"/>
                  </a:lnTo>
                  <a:lnTo>
                    <a:pt x="240" y="202"/>
                  </a:lnTo>
                  <a:lnTo>
                    <a:pt x="258" y="208"/>
                  </a:lnTo>
                  <a:lnTo>
                    <a:pt x="276" y="216"/>
                  </a:lnTo>
                  <a:lnTo>
                    <a:pt x="292" y="226"/>
                  </a:lnTo>
                  <a:lnTo>
                    <a:pt x="308" y="238"/>
                  </a:lnTo>
                  <a:lnTo>
                    <a:pt x="324" y="250"/>
                  </a:lnTo>
                  <a:lnTo>
                    <a:pt x="336" y="266"/>
                  </a:lnTo>
                  <a:lnTo>
                    <a:pt x="336" y="266"/>
                  </a:lnTo>
                  <a:lnTo>
                    <a:pt x="352" y="250"/>
                  </a:lnTo>
                  <a:lnTo>
                    <a:pt x="364" y="232"/>
                  </a:lnTo>
                  <a:lnTo>
                    <a:pt x="374" y="212"/>
                  </a:lnTo>
                  <a:lnTo>
                    <a:pt x="384" y="192"/>
                  </a:lnTo>
                  <a:lnTo>
                    <a:pt x="390" y="170"/>
                  </a:lnTo>
                  <a:lnTo>
                    <a:pt x="396" y="148"/>
                  </a:lnTo>
                  <a:lnTo>
                    <a:pt x="404" y="104"/>
                  </a:lnTo>
                  <a:lnTo>
                    <a:pt x="408" y="64"/>
                  </a:lnTo>
                  <a:lnTo>
                    <a:pt x="408" y="32"/>
                  </a:lnTo>
                  <a:lnTo>
                    <a:pt x="408" y="0"/>
                  </a:lnTo>
                  <a:close/>
                </a:path>
              </a:pathLst>
            </a:custGeom>
            <a:solidFill>
              <a:srgbClr val="7635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4" name="任意多边形 53"/>
            <p:cNvSpPr/>
            <p:nvPr>
              <p:custDataLst>
                <p:tags r:id="rId28"/>
              </p:custDataLst>
            </p:nvPr>
          </p:nvSpPr>
          <p:spPr bwMode="auto">
            <a:xfrm>
              <a:off x="2154" y="2814"/>
              <a:ext cx="490" cy="319"/>
            </a:xfrm>
            <a:custGeom>
              <a:avLst/>
              <a:gdLst>
                <a:gd name="T0" fmla="*/ 408 w 408"/>
                <a:gd name="T1" fmla="*/ 0 h 266"/>
                <a:gd name="T2" fmla="*/ 408 w 408"/>
                <a:gd name="T3" fmla="*/ 0 h 266"/>
                <a:gd name="T4" fmla="*/ 378 w 408"/>
                <a:gd name="T5" fmla="*/ 2 h 266"/>
                <a:gd name="T6" fmla="*/ 346 w 408"/>
                <a:gd name="T7" fmla="*/ 4 h 266"/>
                <a:gd name="T8" fmla="*/ 312 w 408"/>
                <a:gd name="T9" fmla="*/ 8 h 266"/>
                <a:gd name="T10" fmla="*/ 278 w 408"/>
                <a:gd name="T11" fmla="*/ 14 h 266"/>
                <a:gd name="T12" fmla="*/ 210 w 408"/>
                <a:gd name="T13" fmla="*/ 28 h 266"/>
                <a:gd name="T14" fmla="*/ 144 w 408"/>
                <a:gd name="T15" fmla="*/ 44 h 266"/>
                <a:gd name="T16" fmla="*/ 86 w 408"/>
                <a:gd name="T17" fmla="*/ 60 h 266"/>
                <a:gd name="T18" fmla="*/ 40 w 408"/>
                <a:gd name="T19" fmla="*/ 74 h 266"/>
                <a:gd name="T20" fmla="*/ 0 w 408"/>
                <a:gd name="T21" fmla="*/ 88 h 266"/>
                <a:gd name="T22" fmla="*/ 0 w 408"/>
                <a:gd name="T23" fmla="*/ 88 h 266"/>
                <a:gd name="T24" fmla="*/ 16 w 408"/>
                <a:gd name="T25" fmla="*/ 120 h 266"/>
                <a:gd name="T26" fmla="*/ 38 w 408"/>
                <a:gd name="T27" fmla="*/ 154 h 266"/>
                <a:gd name="T28" fmla="*/ 68 w 408"/>
                <a:gd name="T29" fmla="*/ 192 h 266"/>
                <a:gd name="T30" fmla="*/ 68 w 408"/>
                <a:gd name="T31" fmla="*/ 192 h 266"/>
                <a:gd name="T32" fmla="*/ 96 w 408"/>
                <a:gd name="T33" fmla="*/ 190 h 266"/>
                <a:gd name="T34" fmla="*/ 130 w 408"/>
                <a:gd name="T35" fmla="*/ 188 h 266"/>
                <a:gd name="T36" fmla="*/ 166 w 408"/>
                <a:gd name="T37" fmla="*/ 188 h 266"/>
                <a:gd name="T38" fmla="*/ 202 w 408"/>
                <a:gd name="T39" fmla="*/ 192 h 266"/>
                <a:gd name="T40" fmla="*/ 222 w 408"/>
                <a:gd name="T41" fmla="*/ 196 h 266"/>
                <a:gd name="T42" fmla="*/ 240 w 408"/>
                <a:gd name="T43" fmla="*/ 202 h 266"/>
                <a:gd name="T44" fmla="*/ 258 w 408"/>
                <a:gd name="T45" fmla="*/ 208 h 266"/>
                <a:gd name="T46" fmla="*/ 276 w 408"/>
                <a:gd name="T47" fmla="*/ 216 h 266"/>
                <a:gd name="T48" fmla="*/ 292 w 408"/>
                <a:gd name="T49" fmla="*/ 226 h 266"/>
                <a:gd name="T50" fmla="*/ 308 w 408"/>
                <a:gd name="T51" fmla="*/ 238 h 266"/>
                <a:gd name="T52" fmla="*/ 324 w 408"/>
                <a:gd name="T53" fmla="*/ 250 h 266"/>
                <a:gd name="T54" fmla="*/ 336 w 408"/>
                <a:gd name="T55" fmla="*/ 266 h 266"/>
                <a:gd name="T56" fmla="*/ 336 w 408"/>
                <a:gd name="T57" fmla="*/ 266 h 266"/>
                <a:gd name="T58" fmla="*/ 352 w 408"/>
                <a:gd name="T59" fmla="*/ 250 h 266"/>
                <a:gd name="T60" fmla="*/ 364 w 408"/>
                <a:gd name="T61" fmla="*/ 232 h 266"/>
                <a:gd name="T62" fmla="*/ 374 w 408"/>
                <a:gd name="T63" fmla="*/ 212 h 266"/>
                <a:gd name="T64" fmla="*/ 384 w 408"/>
                <a:gd name="T65" fmla="*/ 192 h 266"/>
                <a:gd name="T66" fmla="*/ 390 w 408"/>
                <a:gd name="T67" fmla="*/ 170 h 266"/>
                <a:gd name="T68" fmla="*/ 396 w 408"/>
                <a:gd name="T69" fmla="*/ 148 h 266"/>
                <a:gd name="T70" fmla="*/ 404 w 408"/>
                <a:gd name="T71" fmla="*/ 104 h 266"/>
                <a:gd name="T72" fmla="*/ 408 w 408"/>
                <a:gd name="T73" fmla="*/ 64 h 266"/>
                <a:gd name="T74" fmla="*/ 408 w 408"/>
                <a:gd name="T75" fmla="*/ 32 h 266"/>
                <a:gd name="T76" fmla="*/ 408 w 408"/>
                <a:gd name="T7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8" h="266">
                  <a:moveTo>
                    <a:pt x="408" y="0"/>
                  </a:moveTo>
                  <a:lnTo>
                    <a:pt x="408" y="0"/>
                  </a:lnTo>
                  <a:lnTo>
                    <a:pt x="378" y="2"/>
                  </a:lnTo>
                  <a:lnTo>
                    <a:pt x="346" y="4"/>
                  </a:lnTo>
                  <a:lnTo>
                    <a:pt x="312" y="8"/>
                  </a:lnTo>
                  <a:lnTo>
                    <a:pt x="278" y="14"/>
                  </a:lnTo>
                  <a:lnTo>
                    <a:pt x="210" y="28"/>
                  </a:lnTo>
                  <a:lnTo>
                    <a:pt x="144" y="44"/>
                  </a:lnTo>
                  <a:lnTo>
                    <a:pt x="86" y="60"/>
                  </a:lnTo>
                  <a:lnTo>
                    <a:pt x="40" y="74"/>
                  </a:lnTo>
                  <a:lnTo>
                    <a:pt x="0" y="88"/>
                  </a:lnTo>
                  <a:lnTo>
                    <a:pt x="0" y="88"/>
                  </a:lnTo>
                  <a:lnTo>
                    <a:pt x="16" y="120"/>
                  </a:lnTo>
                  <a:lnTo>
                    <a:pt x="38" y="154"/>
                  </a:lnTo>
                  <a:lnTo>
                    <a:pt x="68" y="192"/>
                  </a:lnTo>
                  <a:lnTo>
                    <a:pt x="68" y="192"/>
                  </a:lnTo>
                  <a:lnTo>
                    <a:pt x="96" y="190"/>
                  </a:lnTo>
                  <a:lnTo>
                    <a:pt x="130" y="188"/>
                  </a:lnTo>
                  <a:lnTo>
                    <a:pt x="166" y="188"/>
                  </a:lnTo>
                  <a:lnTo>
                    <a:pt x="202" y="192"/>
                  </a:lnTo>
                  <a:lnTo>
                    <a:pt x="222" y="196"/>
                  </a:lnTo>
                  <a:lnTo>
                    <a:pt x="240" y="202"/>
                  </a:lnTo>
                  <a:lnTo>
                    <a:pt x="258" y="208"/>
                  </a:lnTo>
                  <a:lnTo>
                    <a:pt x="276" y="216"/>
                  </a:lnTo>
                  <a:lnTo>
                    <a:pt x="292" y="226"/>
                  </a:lnTo>
                  <a:lnTo>
                    <a:pt x="308" y="238"/>
                  </a:lnTo>
                  <a:lnTo>
                    <a:pt x="324" y="250"/>
                  </a:lnTo>
                  <a:lnTo>
                    <a:pt x="336" y="266"/>
                  </a:lnTo>
                  <a:lnTo>
                    <a:pt x="336" y="266"/>
                  </a:lnTo>
                  <a:lnTo>
                    <a:pt x="352" y="250"/>
                  </a:lnTo>
                  <a:lnTo>
                    <a:pt x="364" y="232"/>
                  </a:lnTo>
                  <a:lnTo>
                    <a:pt x="374" y="212"/>
                  </a:lnTo>
                  <a:lnTo>
                    <a:pt x="384" y="192"/>
                  </a:lnTo>
                  <a:lnTo>
                    <a:pt x="390" y="170"/>
                  </a:lnTo>
                  <a:lnTo>
                    <a:pt x="396" y="148"/>
                  </a:lnTo>
                  <a:lnTo>
                    <a:pt x="404" y="104"/>
                  </a:lnTo>
                  <a:lnTo>
                    <a:pt x="408" y="64"/>
                  </a:lnTo>
                  <a:lnTo>
                    <a:pt x="408" y="32"/>
                  </a:lnTo>
                  <a:lnTo>
                    <a:pt x="40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5" name="任意多边形 54"/>
            <p:cNvSpPr/>
            <p:nvPr>
              <p:custDataLst>
                <p:tags r:id="rId29"/>
              </p:custDataLst>
            </p:nvPr>
          </p:nvSpPr>
          <p:spPr bwMode="auto">
            <a:xfrm>
              <a:off x="2235" y="2440"/>
              <a:ext cx="149" cy="65"/>
            </a:xfrm>
            <a:custGeom>
              <a:avLst/>
              <a:gdLst>
                <a:gd name="T0" fmla="*/ 0 w 124"/>
                <a:gd name="T1" fmla="*/ 54 h 54"/>
                <a:gd name="T2" fmla="*/ 0 w 124"/>
                <a:gd name="T3" fmla="*/ 54 h 54"/>
                <a:gd name="T4" fmla="*/ 10 w 124"/>
                <a:gd name="T5" fmla="*/ 48 h 54"/>
                <a:gd name="T6" fmla="*/ 22 w 124"/>
                <a:gd name="T7" fmla="*/ 40 h 54"/>
                <a:gd name="T8" fmla="*/ 38 w 124"/>
                <a:gd name="T9" fmla="*/ 32 h 54"/>
                <a:gd name="T10" fmla="*/ 56 w 124"/>
                <a:gd name="T11" fmla="*/ 24 h 54"/>
                <a:gd name="T12" fmla="*/ 78 w 124"/>
                <a:gd name="T13" fmla="*/ 16 h 54"/>
                <a:gd name="T14" fmla="*/ 100 w 124"/>
                <a:gd name="T15" fmla="*/ 12 h 54"/>
                <a:gd name="T16" fmla="*/ 112 w 124"/>
                <a:gd name="T17" fmla="*/ 12 h 54"/>
                <a:gd name="T18" fmla="*/ 124 w 124"/>
                <a:gd name="T19" fmla="*/ 14 h 54"/>
                <a:gd name="T20" fmla="*/ 124 w 124"/>
                <a:gd name="T21" fmla="*/ 14 h 54"/>
                <a:gd name="T22" fmla="*/ 110 w 124"/>
                <a:gd name="T23" fmla="*/ 8 h 54"/>
                <a:gd name="T24" fmla="*/ 94 w 124"/>
                <a:gd name="T25" fmla="*/ 2 h 54"/>
                <a:gd name="T26" fmla="*/ 76 w 124"/>
                <a:gd name="T27" fmla="*/ 0 h 54"/>
                <a:gd name="T28" fmla="*/ 66 w 124"/>
                <a:gd name="T29" fmla="*/ 0 h 54"/>
                <a:gd name="T30" fmla="*/ 56 w 124"/>
                <a:gd name="T31" fmla="*/ 2 h 54"/>
                <a:gd name="T32" fmla="*/ 44 w 124"/>
                <a:gd name="T33" fmla="*/ 6 h 54"/>
                <a:gd name="T34" fmla="*/ 34 w 124"/>
                <a:gd name="T35" fmla="*/ 10 h 54"/>
                <a:gd name="T36" fmla="*/ 24 w 124"/>
                <a:gd name="T37" fmla="*/ 18 h 54"/>
                <a:gd name="T38" fmla="*/ 16 w 124"/>
                <a:gd name="T39" fmla="*/ 26 h 54"/>
                <a:gd name="T40" fmla="*/ 6 w 124"/>
                <a:gd name="T41" fmla="*/ 40 h 54"/>
                <a:gd name="T42" fmla="*/ 0 w 124"/>
                <a:gd name="T43"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4" h="54">
                  <a:moveTo>
                    <a:pt x="0" y="54"/>
                  </a:moveTo>
                  <a:lnTo>
                    <a:pt x="0" y="54"/>
                  </a:lnTo>
                  <a:lnTo>
                    <a:pt x="10" y="48"/>
                  </a:lnTo>
                  <a:lnTo>
                    <a:pt x="22" y="40"/>
                  </a:lnTo>
                  <a:lnTo>
                    <a:pt x="38" y="32"/>
                  </a:lnTo>
                  <a:lnTo>
                    <a:pt x="56" y="24"/>
                  </a:lnTo>
                  <a:lnTo>
                    <a:pt x="78" y="16"/>
                  </a:lnTo>
                  <a:lnTo>
                    <a:pt x="100" y="12"/>
                  </a:lnTo>
                  <a:lnTo>
                    <a:pt x="112" y="12"/>
                  </a:lnTo>
                  <a:lnTo>
                    <a:pt x="124" y="14"/>
                  </a:lnTo>
                  <a:lnTo>
                    <a:pt x="124" y="14"/>
                  </a:lnTo>
                  <a:lnTo>
                    <a:pt x="110" y="8"/>
                  </a:lnTo>
                  <a:lnTo>
                    <a:pt x="94" y="2"/>
                  </a:lnTo>
                  <a:lnTo>
                    <a:pt x="76" y="0"/>
                  </a:lnTo>
                  <a:lnTo>
                    <a:pt x="66" y="0"/>
                  </a:lnTo>
                  <a:lnTo>
                    <a:pt x="56" y="2"/>
                  </a:lnTo>
                  <a:lnTo>
                    <a:pt x="44" y="6"/>
                  </a:lnTo>
                  <a:lnTo>
                    <a:pt x="34" y="10"/>
                  </a:lnTo>
                  <a:lnTo>
                    <a:pt x="24" y="18"/>
                  </a:lnTo>
                  <a:lnTo>
                    <a:pt x="16" y="26"/>
                  </a:lnTo>
                  <a:lnTo>
                    <a:pt x="6" y="40"/>
                  </a:lnTo>
                  <a:lnTo>
                    <a:pt x="0" y="54"/>
                  </a:lnTo>
                  <a:close/>
                </a:path>
              </a:pathLst>
            </a:custGeom>
            <a:solidFill>
              <a:srgbClr val="755243"/>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56" name="任意多边形 55"/>
            <p:cNvSpPr/>
            <p:nvPr>
              <p:custDataLst>
                <p:tags r:id="rId30"/>
              </p:custDataLst>
            </p:nvPr>
          </p:nvSpPr>
          <p:spPr bwMode="auto">
            <a:xfrm>
              <a:off x="2235" y="2440"/>
              <a:ext cx="149" cy="65"/>
            </a:xfrm>
            <a:custGeom>
              <a:avLst/>
              <a:gdLst>
                <a:gd name="T0" fmla="*/ 0 w 124"/>
                <a:gd name="T1" fmla="*/ 54 h 54"/>
                <a:gd name="T2" fmla="*/ 0 w 124"/>
                <a:gd name="T3" fmla="*/ 54 h 54"/>
                <a:gd name="T4" fmla="*/ 10 w 124"/>
                <a:gd name="T5" fmla="*/ 48 h 54"/>
                <a:gd name="T6" fmla="*/ 22 w 124"/>
                <a:gd name="T7" fmla="*/ 40 h 54"/>
                <a:gd name="T8" fmla="*/ 38 w 124"/>
                <a:gd name="T9" fmla="*/ 32 h 54"/>
                <a:gd name="T10" fmla="*/ 56 w 124"/>
                <a:gd name="T11" fmla="*/ 24 h 54"/>
                <a:gd name="T12" fmla="*/ 78 w 124"/>
                <a:gd name="T13" fmla="*/ 16 h 54"/>
                <a:gd name="T14" fmla="*/ 100 w 124"/>
                <a:gd name="T15" fmla="*/ 12 h 54"/>
                <a:gd name="T16" fmla="*/ 112 w 124"/>
                <a:gd name="T17" fmla="*/ 12 h 54"/>
                <a:gd name="T18" fmla="*/ 124 w 124"/>
                <a:gd name="T19" fmla="*/ 14 h 54"/>
                <a:gd name="T20" fmla="*/ 124 w 124"/>
                <a:gd name="T21" fmla="*/ 14 h 54"/>
                <a:gd name="T22" fmla="*/ 110 w 124"/>
                <a:gd name="T23" fmla="*/ 8 h 54"/>
                <a:gd name="T24" fmla="*/ 94 w 124"/>
                <a:gd name="T25" fmla="*/ 2 h 54"/>
                <a:gd name="T26" fmla="*/ 76 w 124"/>
                <a:gd name="T27" fmla="*/ 0 h 54"/>
                <a:gd name="T28" fmla="*/ 66 w 124"/>
                <a:gd name="T29" fmla="*/ 0 h 54"/>
                <a:gd name="T30" fmla="*/ 56 w 124"/>
                <a:gd name="T31" fmla="*/ 2 h 54"/>
                <a:gd name="T32" fmla="*/ 44 w 124"/>
                <a:gd name="T33" fmla="*/ 6 h 54"/>
                <a:gd name="T34" fmla="*/ 34 w 124"/>
                <a:gd name="T35" fmla="*/ 10 h 54"/>
                <a:gd name="T36" fmla="*/ 24 w 124"/>
                <a:gd name="T37" fmla="*/ 18 h 54"/>
                <a:gd name="T38" fmla="*/ 16 w 124"/>
                <a:gd name="T39" fmla="*/ 26 h 54"/>
                <a:gd name="T40" fmla="*/ 6 w 124"/>
                <a:gd name="T41" fmla="*/ 40 h 54"/>
                <a:gd name="T42" fmla="*/ 0 w 124"/>
                <a:gd name="T43"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4" h="54">
                  <a:moveTo>
                    <a:pt x="0" y="54"/>
                  </a:moveTo>
                  <a:lnTo>
                    <a:pt x="0" y="54"/>
                  </a:lnTo>
                  <a:lnTo>
                    <a:pt x="10" y="48"/>
                  </a:lnTo>
                  <a:lnTo>
                    <a:pt x="22" y="40"/>
                  </a:lnTo>
                  <a:lnTo>
                    <a:pt x="38" y="32"/>
                  </a:lnTo>
                  <a:lnTo>
                    <a:pt x="56" y="24"/>
                  </a:lnTo>
                  <a:lnTo>
                    <a:pt x="78" y="16"/>
                  </a:lnTo>
                  <a:lnTo>
                    <a:pt x="100" y="12"/>
                  </a:lnTo>
                  <a:lnTo>
                    <a:pt x="112" y="12"/>
                  </a:lnTo>
                  <a:lnTo>
                    <a:pt x="124" y="14"/>
                  </a:lnTo>
                  <a:lnTo>
                    <a:pt x="124" y="14"/>
                  </a:lnTo>
                  <a:lnTo>
                    <a:pt x="110" y="8"/>
                  </a:lnTo>
                  <a:lnTo>
                    <a:pt x="94" y="2"/>
                  </a:lnTo>
                  <a:lnTo>
                    <a:pt x="76" y="0"/>
                  </a:lnTo>
                  <a:lnTo>
                    <a:pt x="66" y="0"/>
                  </a:lnTo>
                  <a:lnTo>
                    <a:pt x="56" y="2"/>
                  </a:lnTo>
                  <a:lnTo>
                    <a:pt x="44" y="6"/>
                  </a:lnTo>
                  <a:lnTo>
                    <a:pt x="34" y="10"/>
                  </a:lnTo>
                  <a:lnTo>
                    <a:pt x="24" y="18"/>
                  </a:lnTo>
                  <a:lnTo>
                    <a:pt x="16" y="26"/>
                  </a:lnTo>
                  <a:lnTo>
                    <a:pt x="6" y="40"/>
                  </a:lnTo>
                  <a:lnTo>
                    <a:pt x="0" y="5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7" name="任意多边形 56"/>
            <p:cNvSpPr/>
            <p:nvPr>
              <p:custDataLst>
                <p:tags r:id="rId31"/>
              </p:custDataLst>
            </p:nvPr>
          </p:nvSpPr>
          <p:spPr bwMode="auto">
            <a:xfrm>
              <a:off x="2523" y="2404"/>
              <a:ext cx="122" cy="36"/>
            </a:xfrm>
            <a:custGeom>
              <a:avLst/>
              <a:gdLst>
                <a:gd name="T0" fmla="*/ 0 w 102"/>
                <a:gd name="T1" fmla="*/ 30 h 30"/>
                <a:gd name="T2" fmla="*/ 0 w 102"/>
                <a:gd name="T3" fmla="*/ 30 h 30"/>
                <a:gd name="T4" fmla="*/ 12 w 102"/>
                <a:gd name="T5" fmla="*/ 26 h 30"/>
                <a:gd name="T6" fmla="*/ 40 w 102"/>
                <a:gd name="T7" fmla="*/ 20 h 30"/>
                <a:gd name="T8" fmla="*/ 58 w 102"/>
                <a:gd name="T9" fmla="*/ 20 h 30"/>
                <a:gd name="T10" fmla="*/ 74 w 102"/>
                <a:gd name="T11" fmla="*/ 20 h 30"/>
                <a:gd name="T12" fmla="*/ 88 w 102"/>
                <a:gd name="T13" fmla="*/ 22 h 30"/>
                <a:gd name="T14" fmla="*/ 96 w 102"/>
                <a:gd name="T15" fmla="*/ 26 h 30"/>
                <a:gd name="T16" fmla="*/ 102 w 102"/>
                <a:gd name="T17" fmla="*/ 30 h 30"/>
                <a:gd name="T18" fmla="*/ 102 w 102"/>
                <a:gd name="T19" fmla="*/ 30 h 30"/>
                <a:gd name="T20" fmla="*/ 92 w 102"/>
                <a:gd name="T21" fmla="*/ 20 h 30"/>
                <a:gd name="T22" fmla="*/ 80 w 102"/>
                <a:gd name="T23" fmla="*/ 12 h 30"/>
                <a:gd name="T24" fmla="*/ 66 w 102"/>
                <a:gd name="T25" fmla="*/ 6 h 30"/>
                <a:gd name="T26" fmla="*/ 58 w 102"/>
                <a:gd name="T27" fmla="*/ 2 h 30"/>
                <a:gd name="T28" fmla="*/ 50 w 102"/>
                <a:gd name="T29" fmla="*/ 2 h 30"/>
                <a:gd name="T30" fmla="*/ 42 w 102"/>
                <a:gd name="T31" fmla="*/ 0 h 30"/>
                <a:gd name="T32" fmla="*/ 34 w 102"/>
                <a:gd name="T33" fmla="*/ 2 h 30"/>
                <a:gd name="T34" fmla="*/ 24 w 102"/>
                <a:gd name="T35" fmla="*/ 6 h 30"/>
                <a:gd name="T36" fmla="*/ 16 w 102"/>
                <a:gd name="T37" fmla="*/ 12 h 30"/>
                <a:gd name="T38" fmla="*/ 8 w 102"/>
                <a:gd name="T39" fmla="*/ 20 h 30"/>
                <a:gd name="T40" fmla="*/ 0 w 102"/>
                <a:gd name="T4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30">
                  <a:moveTo>
                    <a:pt x="0" y="30"/>
                  </a:moveTo>
                  <a:lnTo>
                    <a:pt x="0" y="30"/>
                  </a:lnTo>
                  <a:lnTo>
                    <a:pt x="12" y="26"/>
                  </a:lnTo>
                  <a:lnTo>
                    <a:pt x="40" y="20"/>
                  </a:lnTo>
                  <a:lnTo>
                    <a:pt x="58" y="20"/>
                  </a:lnTo>
                  <a:lnTo>
                    <a:pt x="74" y="20"/>
                  </a:lnTo>
                  <a:lnTo>
                    <a:pt x="88" y="22"/>
                  </a:lnTo>
                  <a:lnTo>
                    <a:pt x="96" y="26"/>
                  </a:lnTo>
                  <a:lnTo>
                    <a:pt x="102" y="30"/>
                  </a:lnTo>
                  <a:lnTo>
                    <a:pt x="102" y="30"/>
                  </a:lnTo>
                  <a:lnTo>
                    <a:pt x="92" y="20"/>
                  </a:lnTo>
                  <a:lnTo>
                    <a:pt x="80" y="12"/>
                  </a:lnTo>
                  <a:lnTo>
                    <a:pt x="66" y="6"/>
                  </a:lnTo>
                  <a:lnTo>
                    <a:pt x="58" y="2"/>
                  </a:lnTo>
                  <a:lnTo>
                    <a:pt x="50" y="2"/>
                  </a:lnTo>
                  <a:lnTo>
                    <a:pt x="42" y="0"/>
                  </a:lnTo>
                  <a:lnTo>
                    <a:pt x="34" y="2"/>
                  </a:lnTo>
                  <a:lnTo>
                    <a:pt x="24" y="6"/>
                  </a:lnTo>
                  <a:lnTo>
                    <a:pt x="16" y="12"/>
                  </a:lnTo>
                  <a:lnTo>
                    <a:pt x="8" y="20"/>
                  </a:lnTo>
                  <a:lnTo>
                    <a:pt x="0" y="30"/>
                  </a:lnTo>
                  <a:close/>
                </a:path>
              </a:pathLst>
            </a:custGeom>
            <a:solidFill>
              <a:srgbClr val="755243"/>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58" name="任意多边形 57"/>
            <p:cNvSpPr/>
            <p:nvPr>
              <p:custDataLst>
                <p:tags r:id="rId32"/>
              </p:custDataLst>
            </p:nvPr>
          </p:nvSpPr>
          <p:spPr bwMode="auto">
            <a:xfrm>
              <a:off x="2523" y="2404"/>
              <a:ext cx="122" cy="36"/>
            </a:xfrm>
            <a:custGeom>
              <a:avLst/>
              <a:gdLst>
                <a:gd name="T0" fmla="*/ 0 w 102"/>
                <a:gd name="T1" fmla="*/ 30 h 30"/>
                <a:gd name="T2" fmla="*/ 0 w 102"/>
                <a:gd name="T3" fmla="*/ 30 h 30"/>
                <a:gd name="T4" fmla="*/ 12 w 102"/>
                <a:gd name="T5" fmla="*/ 26 h 30"/>
                <a:gd name="T6" fmla="*/ 40 w 102"/>
                <a:gd name="T7" fmla="*/ 20 h 30"/>
                <a:gd name="T8" fmla="*/ 58 w 102"/>
                <a:gd name="T9" fmla="*/ 20 h 30"/>
                <a:gd name="T10" fmla="*/ 74 w 102"/>
                <a:gd name="T11" fmla="*/ 20 h 30"/>
                <a:gd name="T12" fmla="*/ 88 w 102"/>
                <a:gd name="T13" fmla="*/ 22 h 30"/>
                <a:gd name="T14" fmla="*/ 96 w 102"/>
                <a:gd name="T15" fmla="*/ 26 h 30"/>
                <a:gd name="T16" fmla="*/ 102 w 102"/>
                <a:gd name="T17" fmla="*/ 30 h 30"/>
                <a:gd name="T18" fmla="*/ 102 w 102"/>
                <a:gd name="T19" fmla="*/ 30 h 30"/>
                <a:gd name="T20" fmla="*/ 92 w 102"/>
                <a:gd name="T21" fmla="*/ 20 h 30"/>
                <a:gd name="T22" fmla="*/ 80 w 102"/>
                <a:gd name="T23" fmla="*/ 12 h 30"/>
                <a:gd name="T24" fmla="*/ 66 w 102"/>
                <a:gd name="T25" fmla="*/ 6 h 30"/>
                <a:gd name="T26" fmla="*/ 58 w 102"/>
                <a:gd name="T27" fmla="*/ 2 h 30"/>
                <a:gd name="T28" fmla="*/ 50 w 102"/>
                <a:gd name="T29" fmla="*/ 2 h 30"/>
                <a:gd name="T30" fmla="*/ 42 w 102"/>
                <a:gd name="T31" fmla="*/ 0 h 30"/>
                <a:gd name="T32" fmla="*/ 34 w 102"/>
                <a:gd name="T33" fmla="*/ 2 h 30"/>
                <a:gd name="T34" fmla="*/ 24 w 102"/>
                <a:gd name="T35" fmla="*/ 6 h 30"/>
                <a:gd name="T36" fmla="*/ 16 w 102"/>
                <a:gd name="T37" fmla="*/ 12 h 30"/>
                <a:gd name="T38" fmla="*/ 8 w 102"/>
                <a:gd name="T39" fmla="*/ 20 h 30"/>
                <a:gd name="T40" fmla="*/ 0 w 102"/>
                <a:gd name="T41"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30">
                  <a:moveTo>
                    <a:pt x="0" y="30"/>
                  </a:moveTo>
                  <a:lnTo>
                    <a:pt x="0" y="30"/>
                  </a:lnTo>
                  <a:lnTo>
                    <a:pt x="12" y="26"/>
                  </a:lnTo>
                  <a:lnTo>
                    <a:pt x="40" y="20"/>
                  </a:lnTo>
                  <a:lnTo>
                    <a:pt x="58" y="20"/>
                  </a:lnTo>
                  <a:lnTo>
                    <a:pt x="74" y="20"/>
                  </a:lnTo>
                  <a:lnTo>
                    <a:pt x="88" y="22"/>
                  </a:lnTo>
                  <a:lnTo>
                    <a:pt x="96" y="26"/>
                  </a:lnTo>
                  <a:lnTo>
                    <a:pt x="102" y="30"/>
                  </a:lnTo>
                  <a:lnTo>
                    <a:pt x="102" y="30"/>
                  </a:lnTo>
                  <a:lnTo>
                    <a:pt x="92" y="20"/>
                  </a:lnTo>
                  <a:lnTo>
                    <a:pt x="80" y="12"/>
                  </a:lnTo>
                  <a:lnTo>
                    <a:pt x="66" y="6"/>
                  </a:lnTo>
                  <a:lnTo>
                    <a:pt x="58" y="2"/>
                  </a:lnTo>
                  <a:lnTo>
                    <a:pt x="50" y="2"/>
                  </a:lnTo>
                  <a:lnTo>
                    <a:pt x="42" y="0"/>
                  </a:lnTo>
                  <a:lnTo>
                    <a:pt x="34" y="2"/>
                  </a:lnTo>
                  <a:lnTo>
                    <a:pt x="24" y="6"/>
                  </a:lnTo>
                  <a:lnTo>
                    <a:pt x="16" y="12"/>
                  </a:lnTo>
                  <a:lnTo>
                    <a:pt x="8" y="20"/>
                  </a:lnTo>
                  <a:lnTo>
                    <a:pt x="0" y="3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59" name="任意多边形 58"/>
            <p:cNvSpPr/>
            <p:nvPr>
              <p:custDataLst>
                <p:tags r:id="rId33"/>
              </p:custDataLst>
            </p:nvPr>
          </p:nvSpPr>
          <p:spPr bwMode="auto">
            <a:xfrm>
              <a:off x="2818" y="6654"/>
              <a:ext cx="490" cy="278"/>
            </a:xfrm>
            <a:custGeom>
              <a:avLst/>
              <a:gdLst>
                <a:gd name="T0" fmla="*/ 188 w 408"/>
                <a:gd name="T1" fmla="*/ 26 h 232"/>
                <a:gd name="T2" fmla="*/ 188 w 408"/>
                <a:gd name="T3" fmla="*/ 26 h 232"/>
                <a:gd name="T4" fmla="*/ 192 w 408"/>
                <a:gd name="T5" fmla="*/ 38 h 232"/>
                <a:gd name="T6" fmla="*/ 204 w 408"/>
                <a:gd name="T7" fmla="*/ 64 h 232"/>
                <a:gd name="T8" fmla="*/ 214 w 408"/>
                <a:gd name="T9" fmla="*/ 78 h 232"/>
                <a:gd name="T10" fmla="*/ 224 w 408"/>
                <a:gd name="T11" fmla="*/ 92 h 232"/>
                <a:gd name="T12" fmla="*/ 234 w 408"/>
                <a:gd name="T13" fmla="*/ 102 h 232"/>
                <a:gd name="T14" fmla="*/ 240 w 408"/>
                <a:gd name="T15" fmla="*/ 108 h 232"/>
                <a:gd name="T16" fmla="*/ 248 w 408"/>
                <a:gd name="T17" fmla="*/ 110 h 232"/>
                <a:gd name="T18" fmla="*/ 248 w 408"/>
                <a:gd name="T19" fmla="*/ 110 h 232"/>
                <a:gd name="T20" fmla="*/ 262 w 408"/>
                <a:gd name="T21" fmla="*/ 114 h 232"/>
                <a:gd name="T22" fmla="*/ 280 w 408"/>
                <a:gd name="T23" fmla="*/ 116 h 232"/>
                <a:gd name="T24" fmla="*/ 322 w 408"/>
                <a:gd name="T25" fmla="*/ 120 h 232"/>
                <a:gd name="T26" fmla="*/ 344 w 408"/>
                <a:gd name="T27" fmla="*/ 122 h 232"/>
                <a:gd name="T28" fmla="*/ 364 w 408"/>
                <a:gd name="T29" fmla="*/ 124 h 232"/>
                <a:gd name="T30" fmla="*/ 382 w 408"/>
                <a:gd name="T31" fmla="*/ 130 h 232"/>
                <a:gd name="T32" fmla="*/ 396 w 408"/>
                <a:gd name="T33" fmla="*/ 138 h 232"/>
                <a:gd name="T34" fmla="*/ 396 w 408"/>
                <a:gd name="T35" fmla="*/ 138 h 232"/>
                <a:gd name="T36" fmla="*/ 400 w 408"/>
                <a:gd name="T37" fmla="*/ 142 h 232"/>
                <a:gd name="T38" fmla="*/ 404 w 408"/>
                <a:gd name="T39" fmla="*/ 148 h 232"/>
                <a:gd name="T40" fmla="*/ 408 w 408"/>
                <a:gd name="T41" fmla="*/ 160 h 232"/>
                <a:gd name="T42" fmla="*/ 408 w 408"/>
                <a:gd name="T43" fmla="*/ 172 h 232"/>
                <a:gd name="T44" fmla="*/ 406 w 408"/>
                <a:gd name="T45" fmla="*/ 184 h 232"/>
                <a:gd name="T46" fmla="*/ 404 w 408"/>
                <a:gd name="T47" fmla="*/ 196 h 232"/>
                <a:gd name="T48" fmla="*/ 400 w 408"/>
                <a:gd name="T49" fmla="*/ 206 h 232"/>
                <a:gd name="T50" fmla="*/ 396 w 408"/>
                <a:gd name="T51" fmla="*/ 214 h 232"/>
                <a:gd name="T52" fmla="*/ 396 w 408"/>
                <a:gd name="T53" fmla="*/ 214 h 232"/>
                <a:gd name="T54" fmla="*/ 346 w 408"/>
                <a:gd name="T55" fmla="*/ 220 h 232"/>
                <a:gd name="T56" fmla="*/ 292 w 408"/>
                <a:gd name="T57" fmla="*/ 224 h 232"/>
                <a:gd name="T58" fmla="*/ 230 w 408"/>
                <a:gd name="T59" fmla="*/ 228 h 232"/>
                <a:gd name="T60" fmla="*/ 164 w 408"/>
                <a:gd name="T61" fmla="*/ 232 h 232"/>
                <a:gd name="T62" fmla="*/ 102 w 408"/>
                <a:gd name="T63" fmla="*/ 230 h 232"/>
                <a:gd name="T64" fmla="*/ 74 w 408"/>
                <a:gd name="T65" fmla="*/ 228 h 232"/>
                <a:gd name="T66" fmla="*/ 48 w 408"/>
                <a:gd name="T67" fmla="*/ 226 h 232"/>
                <a:gd name="T68" fmla="*/ 28 w 408"/>
                <a:gd name="T69" fmla="*/ 220 h 232"/>
                <a:gd name="T70" fmla="*/ 12 w 408"/>
                <a:gd name="T71" fmla="*/ 214 h 232"/>
                <a:gd name="T72" fmla="*/ 12 w 408"/>
                <a:gd name="T73" fmla="*/ 214 h 232"/>
                <a:gd name="T74" fmla="*/ 8 w 408"/>
                <a:gd name="T75" fmla="*/ 192 h 232"/>
                <a:gd name="T76" fmla="*/ 2 w 408"/>
                <a:gd name="T77" fmla="*/ 142 h 232"/>
                <a:gd name="T78" fmla="*/ 0 w 408"/>
                <a:gd name="T79" fmla="*/ 112 h 232"/>
                <a:gd name="T80" fmla="*/ 0 w 408"/>
                <a:gd name="T81" fmla="*/ 80 h 232"/>
                <a:gd name="T82" fmla="*/ 4 w 408"/>
                <a:gd name="T83" fmla="*/ 52 h 232"/>
                <a:gd name="T84" fmla="*/ 8 w 408"/>
                <a:gd name="T85" fmla="*/ 38 h 232"/>
                <a:gd name="T86" fmla="*/ 12 w 408"/>
                <a:gd name="T87" fmla="*/ 26 h 232"/>
                <a:gd name="T88" fmla="*/ 12 w 408"/>
                <a:gd name="T89" fmla="*/ 26 h 232"/>
                <a:gd name="T90" fmla="*/ 18 w 408"/>
                <a:gd name="T91" fmla="*/ 16 h 232"/>
                <a:gd name="T92" fmla="*/ 28 w 408"/>
                <a:gd name="T93" fmla="*/ 8 h 232"/>
                <a:gd name="T94" fmla="*/ 38 w 408"/>
                <a:gd name="T95" fmla="*/ 4 h 232"/>
                <a:gd name="T96" fmla="*/ 52 w 408"/>
                <a:gd name="T97" fmla="*/ 0 h 232"/>
                <a:gd name="T98" fmla="*/ 66 w 408"/>
                <a:gd name="T99" fmla="*/ 0 h 232"/>
                <a:gd name="T100" fmla="*/ 80 w 408"/>
                <a:gd name="T101" fmla="*/ 0 h 232"/>
                <a:gd name="T102" fmla="*/ 110 w 408"/>
                <a:gd name="T103" fmla="*/ 4 h 232"/>
                <a:gd name="T104" fmla="*/ 140 w 408"/>
                <a:gd name="T105" fmla="*/ 10 h 232"/>
                <a:gd name="T106" fmla="*/ 164 w 408"/>
                <a:gd name="T107" fmla="*/ 18 h 232"/>
                <a:gd name="T108" fmla="*/ 188 w 408"/>
                <a:gd name="T109" fmla="*/ 2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32">
                  <a:moveTo>
                    <a:pt x="188" y="26"/>
                  </a:moveTo>
                  <a:lnTo>
                    <a:pt x="188" y="26"/>
                  </a:lnTo>
                  <a:lnTo>
                    <a:pt x="192" y="38"/>
                  </a:lnTo>
                  <a:lnTo>
                    <a:pt x="204" y="64"/>
                  </a:lnTo>
                  <a:lnTo>
                    <a:pt x="214" y="78"/>
                  </a:lnTo>
                  <a:lnTo>
                    <a:pt x="224" y="92"/>
                  </a:lnTo>
                  <a:lnTo>
                    <a:pt x="234" y="102"/>
                  </a:lnTo>
                  <a:lnTo>
                    <a:pt x="240" y="108"/>
                  </a:lnTo>
                  <a:lnTo>
                    <a:pt x="248" y="110"/>
                  </a:lnTo>
                  <a:lnTo>
                    <a:pt x="248" y="110"/>
                  </a:lnTo>
                  <a:lnTo>
                    <a:pt x="262" y="114"/>
                  </a:lnTo>
                  <a:lnTo>
                    <a:pt x="280" y="116"/>
                  </a:lnTo>
                  <a:lnTo>
                    <a:pt x="322" y="120"/>
                  </a:lnTo>
                  <a:lnTo>
                    <a:pt x="344" y="122"/>
                  </a:lnTo>
                  <a:lnTo>
                    <a:pt x="364" y="124"/>
                  </a:lnTo>
                  <a:lnTo>
                    <a:pt x="382" y="130"/>
                  </a:lnTo>
                  <a:lnTo>
                    <a:pt x="396" y="138"/>
                  </a:lnTo>
                  <a:lnTo>
                    <a:pt x="396" y="138"/>
                  </a:lnTo>
                  <a:lnTo>
                    <a:pt x="400" y="142"/>
                  </a:lnTo>
                  <a:lnTo>
                    <a:pt x="404" y="148"/>
                  </a:lnTo>
                  <a:lnTo>
                    <a:pt x="408" y="160"/>
                  </a:lnTo>
                  <a:lnTo>
                    <a:pt x="408" y="172"/>
                  </a:lnTo>
                  <a:lnTo>
                    <a:pt x="406" y="184"/>
                  </a:lnTo>
                  <a:lnTo>
                    <a:pt x="404" y="196"/>
                  </a:lnTo>
                  <a:lnTo>
                    <a:pt x="400" y="206"/>
                  </a:lnTo>
                  <a:lnTo>
                    <a:pt x="396" y="214"/>
                  </a:lnTo>
                  <a:lnTo>
                    <a:pt x="396" y="214"/>
                  </a:lnTo>
                  <a:lnTo>
                    <a:pt x="346" y="220"/>
                  </a:lnTo>
                  <a:lnTo>
                    <a:pt x="292" y="224"/>
                  </a:lnTo>
                  <a:lnTo>
                    <a:pt x="230" y="228"/>
                  </a:lnTo>
                  <a:lnTo>
                    <a:pt x="164" y="232"/>
                  </a:lnTo>
                  <a:lnTo>
                    <a:pt x="102" y="230"/>
                  </a:lnTo>
                  <a:lnTo>
                    <a:pt x="74" y="228"/>
                  </a:lnTo>
                  <a:lnTo>
                    <a:pt x="48" y="226"/>
                  </a:lnTo>
                  <a:lnTo>
                    <a:pt x="28" y="220"/>
                  </a:lnTo>
                  <a:lnTo>
                    <a:pt x="12" y="214"/>
                  </a:lnTo>
                  <a:lnTo>
                    <a:pt x="12" y="214"/>
                  </a:lnTo>
                  <a:lnTo>
                    <a:pt x="8" y="192"/>
                  </a:lnTo>
                  <a:lnTo>
                    <a:pt x="2" y="142"/>
                  </a:lnTo>
                  <a:lnTo>
                    <a:pt x="0" y="112"/>
                  </a:lnTo>
                  <a:lnTo>
                    <a:pt x="0" y="80"/>
                  </a:lnTo>
                  <a:lnTo>
                    <a:pt x="4" y="52"/>
                  </a:lnTo>
                  <a:lnTo>
                    <a:pt x="8" y="38"/>
                  </a:lnTo>
                  <a:lnTo>
                    <a:pt x="12" y="26"/>
                  </a:lnTo>
                  <a:lnTo>
                    <a:pt x="12" y="26"/>
                  </a:lnTo>
                  <a:lnTo>
                    <a:pt x="18" y="16"/>
                  </a:lnTo>
                  <a:lnTo>
                    <a:pt x="28" y="8"/>
                  </a:lnTo>
                  <a:lnTo>
                    <a:pt x="38" y="4"/>
                  </a:lnTo>
                  <a:lnTo>
                    <a:pt x="52" y="0"/>
                  </a:lnTo>
                  <a:lnTo>
                    <a:pt x="66" y="0"/>
                  </a:lnTo>
                  <a:lnTo>
                    <a:pt x="80" y="0"/>
                  </a:lnTo>
                  <a:lnTo>
                    <a:pt x="110" y="4"/>
                  </a:lnTo>
                  <a:lnTo>
                    <a:pt x="140" y="10"/>
                  </a:lnTo>
                  <a:lnTo>
                    <a:pt x="164" y="18"/>
                  </a:lnTo>
                  <a:lnTo>
                    <a:pt x="188" y="26"/>
                  </a:lnTo>
                  <a:close/>
                </a:path>
              </a:pathLst>
            </a:custGeom>
            <a:solidFill>
              <a:srgbClr val="291E1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0" name="任意多边形 59"/>
            <p:cNvSpPr/>
            <p:nvPr>
              <p:custDataLst>
                <p:tags r:id="rId34"/>
              </p:custDataLst>
            </p:nvPr>
          </p:nvSpPr>
          <p:spPr bwMode="auto">
            <a:xfrm>
              <a:off x="2818" y="6654"/>
              <a:ext cx="490" cy="278"/>
            </a:xfrm>
            <a:custGeom>
              <a:avLst/>
              <a:gdLst>
                <a:gd name="T0" fmla="*/ 188 w 408"/>
                <a:gd name="T1" fmla="*/ 26 h 232"/>
                <a:gd name="T2" fmla="*/ 188 w 408"/>
                <a:gd name="T3" fmla="*/ 26 h 232"/>
                <a:gd name="T4" fmla="*/ 192 w 408"/>
                <a:gd name="T5" fmla="*/ 38 h 232"/>
                <a:gd name="T6" fmla="*/ 204 w 408"/>
                <a:gd name="T7" fmla="*/ 64 h 232"/>
                <a:gd name="T8" fmla="*/ 214 w 408"/>
                <a:gd name="T9" fmla="*/ 78 h 232"/>
                <a:gd name="T10" fmla="*/ 224 w 408"/>
                <a:gd name="T11" fmla="*/ 92 h 232"/>
                <a:gd name="T12" fmla="*/ 234 w 408"/>
                <a:gd name="T13" fmla="*/ 102 h 232"/>
                <a:gd name="T14" fmla="*/ 240 w 408"/>
                <a:gd name="T15" fmla="*/ 108 h 232"/>
                <a:gd name="T16" fmla="*/ 248 w 408"/>
                <a:gd name="T17" fmla="*/ 110 h 232"/>
                <a:gd name="T18" fmla="*/ 248 w 408"/>
                <a:gd name="T19" fmla="*/ 110 h 232"/>
                <a:gd name="T20" fmla="*/ 262 w 408"/>
                <a:gd name="T21" fmla="*/ 114 h 232"/>
                <a:gd name="T22" fmla="*/ 280 w 408"/>
                <a:gd name="T23" fmla="*/ 116 h 232"/>
                <a:gd name="T24" fmla="*/ 322 w 408"/>
                <a:gd name="T25" fmla="*/ 120 h 232"/>
                <a:gd name="T26" fmla="*/ 344 w 408"/>
                <a:gd name="T27" fmla="*/ 122 h 232"/>
                <a:gd name="T28" fmla="*/ 364 w 408"/>
                <a:gd name="T29" fmla="*/ 124 h 232"/>
                <a:gd name="T30" fmla="*/ 382 w 408"/>
                <a:gd name="T31" fmla="*/ 130 h 232"/>
                <a:gd name="T32" fmla="*/ 396 w 408"/>
                <a:gd name="T33" fmla="*/ 138 h 232"/>
                <a:gd name="T34" fmla="*/ 396 w 408"/>
                <a:gd name="T35" fmla="*/ 138 h 232"/>
                <a:gd name="T36" fmla="*/ 400 w 408"/>
                <a:gd name="T37" fmla="*/ 142 h 232"/>
                <a:gd name="T38" fmla="*/ 404 w 408"/>
                <a:gd name="T39" fmla="*/ 148 h 232"/>
                <a:gd name="T40" fmla="*/ 408 w 408"/>
                <a:gd name="T41" fmla="*/ 160 h 232"/>
                <a:gd name="T42" fmla="*/ 408 w 408"/>
                <a:gd name="T43" fmla="*/ 172 h 232"/>
                <a:gd name="T44" fmla="*/ 406 w 408"/>
                <a:gd name="T45" fmla="*/ 184 h 232"/>
                <a:gd name="T46" fmla="*/ 404 w 408"/>
                <a:gd name="T47" fmla="*/ 196 h 232"/>
                <a:gd name="T48" fmla="*/ 400 w 408"/>
                <a:gd name="T49" fmla="*/ 206 h 232"/>
                <a:gd name="T50" fmla="*/ 396 w 408"/>
                <a:gd name="T51" fmla="*/ 214 h 232"/>
                <a:gd name="T52" fmla="*/ 396 w 408"/>
                <a:gd name="T53" fmla="*/ 214 h 232"/>
                <a:gd name="T54" fmla="*/ 346 w 408"/>
                <a:gd name="T55" fmla="*/ 220 h 232"/>
                <a:gd name="T56" fmla="*/ 292 w 408"/>
                <a:gd name="T57" fmla="*/ 224 h 232"/>
                <a:gd name="T58" fmla="*/ 230 w 408"/>
                <a:gd name="T59" fmla="*/ 228 h 232"/>
                <a:gd name="T60" fmla="*/ 164 w 408"/>
                <a:gd name="T61" fmla="*/ 232 h 232"/>
                <a:gd name="T62" fmla="*/ 102 w 408"/>
                <a:gd name="T63" fmla="*/ 230 h 232"/>
                <a:gd name="T64" fmla="*/ 74 w 408"/>
                <a:gd name="T65" fmla="*/ 228 h 232"/>
                <a:gd name="T66" fmla="*/ 48 w 408"/>
                <a:gd name="T67" fmla="*/ 226 h 232"/>
                <a:gd name="T68" fmla="*/ 28 w 408"/>
                <a:gd name="T69" fmla="*/ 220 h 232"/>
                <a:gd name="T70" fmla="*/ 12 w 408"/>
                <a:gd name="T71" fmla="*/ 214 h 232"/>
                <a:gd name="T72" fmla="*/ 12 w 408"/>
                <a:gd name="T73" fmla="*/ 214 h 232"/>
                <a:gd name="T74" fmla="*/ 8 w 408"/>
                <a:gd name="T75" fmla="*/ 192 h 232"/>
                <a:gd name="T76" fmla="*/ 2 w 408"/>
                <a:gd name="T77" fmla="*/ 142 h 232"/>
                <a:gd name="T78" fmla="*/ 0 w 408"/>
                <a:gd name="T79" fmla="*/ 112 h 232"/>
                <a:gd name="T80" fmla="*/ 0 w 408"/>
                <a:gd name="T81" fmla="*/ 80 h 232"/>
                <a:gd name="T82" fmla="*/ 4 w 408"/>
                <a:gd name="T83" fmla="*/ 52 h 232"/>
                <a:gd name="T84" fmla="*/ 8 w 408"/>
                <a:gd name="T85" fmla="*/ 38 h 232"/>
                <a:gd name="T86" fmla="*/ 12 w 408"/>
                <a:gd name="T87" fmla="*/ 26 h 232"/>
                <a:gd name="T88" fmla="*/ 12 w 408"/>
                <a:gd name="T89" fmla="*/ 26 h 232"/>
                <a:gd name="T90" fmla="*/ 18 w 408"/>
                <a:gd name="T91" fmla="*/ 16 h 232"/>
                <a:gd name="T92" fmla="*/ 28 w 408"/>
                <a:gd name="T93" fmla="*/ 8 h 232"/>
                <a:gd name="T94" fmla="*/ 38 w 408"/>
                <a:gd name="T95" fmla="*/ 4 h 232"/>
                <a:gd name="T96" fmla="*/ 52 w 408"/>
                <a:gd name="T97" fmla="*/ 0 h 232"/>
                <a:gd name="T98" fmla="*/ 66 w 408"/>
                <a:gd name="T99" fmla="*/ 0 h 232"/>
                <a:gd name="T100" fmla="*/ 80 w 408"/>
                <a:gd name="T101" fmla="*/ 0 h 232"/>
                <a:gd name="T102" fmla="*/ 110 w 408"/>
                <a:gd name="T103" fmla="*/ 4 h 232"/>
                <a:gd name="T104" fmla="*/ 140 w 408"/>
                <a:gd name="T105" fmla="*/ 10 h 232"/>
                <a:gd name="T106" fmla="*/ 164 w 408"/>
                <a:gd name="T107" fmla="*/ 18 h 232"/>
                <a:gd name="T108" fmla="*/ 188 w 408"/>
                <a:gd name="T109" fmla="*/ 26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32">
                  <a:moveTo>
                    <a:pt x="188" y="26"/>
                  </a:moveTo>
                  <a:lnTo>
                    <a:pt x="188" y="26"/>
                  </a:lnTo>
                  <a:lnTo>
                    <a:pt x="192" y="38"/>
                  </a:lnTo>
                  <a:lnTo>
                    <a:pt x="204" y="64"/>
                  </a:lnTo>
                  <a:lnTo>
                    <a:pt x="214" y="78"/>
                  </a:lnTo>
                  <a:lnTo>
                    <a:pt x="224" y="92"/>
                  </a:lnTo>
                  <a:lnTo>
                    <a:pt x="234" y="102"/>
                  </a:lnTo>
                  <a:lnTo>
                    <a:pt x="240" y="108"/>
                  </a:lnTo>
                  <a:lnTo>
                    <a:pt x="248" y="110"/>
                  </a:lnTo>
                  <a:lnTo>
                    <a:pt x="248" y="110"/>
                  </a:lnTo>
                  <a:lnTo>
                    <a:pt x="262" y="114"/>
                  </a:lnTo>
                  <a:lnTo>
                    <a:pt x="280" y="116"/>
                  </a:lnTo>
                  <a:lnTo>
                    <a:pt x="322" y="120"/>
                  </a:lnTo>
                  <a:lnTo>
                    <a:pt x="344" y="122"/>
                  </a:lnTo>
                  <a:lnTo>
                    <a:pt x="364" y="124"/>
                  </a:lnTo>
                  <a:lnTo>
                    <a:pt x="382" y="130"/>
                  </a:lnTo>
                  <a:lnTo>
                    <a:pt x="396" y="138"/>
                  </a:lnTo>
                  <a:lnTo>
                    <a:pt x="396" y="138"/>
                  </a:lnTo>
                  <a:lnTo>
                    <a:pt x="400" y="142"/>
                  </a:lnTo>
                  <a:lnTo>
                    <a:pt x="404" y="148"/>
                  </a:lnTo>
                  <a:lnTo>
                    <a:pt x="408" y="160"/>
                  </a:lnTo>
                  <a:lnTo>
                    <a:pt x="408" y="172"/>
                  </a:lnTo>
                  <a:lnTo>
                    <a:pt x="406" y="184"/>
                  </a:lnTo>
                  <a:lnTo>
                    <a:pt x="404" y="196"/>
                  </a:lnTo>
                  <a:lnTo>
                    <a:pt x="400" y="206"/>
                  </a:lnTo>
                  <a:lnTo>
                    <a:pt x="396" y="214"/>
                  </a:lnTo>
                  <a:lnTo>
                    <a:pt x="396" y="214"/>
                  </a:lnTo>
                  <a:lnTo>
                    <a:pt x="346" y="220"/>
                  </a:lnTo>
                  <a:lnTo>
                    <a:pt x="292" y="224"/>
                  </a:lnTo>
                  <a:lnTo>
                    <a:pt x="230" y="228"/>
                  </a:lnTo>
                  <a:lnTo>
                    <a:pt x="164" y="232"/>
                  </a:lnTo>
                  <a:lnTo>
                    <a:pt x="102" y="230"/>
                  </a:lnTo>
                  <a:lnTo>
                    <a:pt x="74" y="228"/>
                  </a:lnTo>
                  <a:lnTo>
                    <a:pt x="48" y="226"/>
                  </a:lnTo>
                  <a:lnTo>
                    <a:pt x="28" y="220"/>
                  </a:lnTo>
                  <a:lnTo>
                    <a:pt x="12" y="214"/>
                  </a:lnTo>
                  <a:lnTo>
                    <a:pt x="12" y="214"/>
                  </a:lnTo>
                  <a:lnTo>
                    <a:pt x="8" y="192"/>
                  </a:lnTo>
                  <a:lnTo>
                    <a:pt x="2" y="142"/>
                  </a:lnTo>
                  <a:lnTo>
                    <a:pt x="0" y="112"/>
                  </a:lnTo>
                  <a:lnTo>
                    <a:pt x="0" y="80"/>
                  </a:lnTo>
                  <a:lnTo>
                    <a:pt x="4" y="52"/>
                  </a:lnTo>
                  <a:lnTo>
                    <a:pt x="8" y="38"/>
                  </a:lnTo>
                  <a:lnTo>
                    <a:pt x="12" y="26"/>
                  </a:lnTo>
                  <a:lnTo>
                    <a:pt x="12" y="26"/>
                  </a:lnTo>
                  <a:lnTo>
                    <a:pt x="18" y="16"/>
                  </a:lnTo>
                  <a:lnTo>
                    <a:pt x="28" y="8"/>
                  </a:lnTo>
                  <a:lnTo>
                    <a:pt x="38" y="4"/>
                  </a:lnTo>
                  <a:lnTo>
                    <a:pt x="52" y="0"/>
                  </a:lnTo>
                  <a:lnTo>
                    <a:pt x="66" y="0"/>
                  </a:lnTo>
                  <a:lnTo>
                    <a:pt x="80" y="0"/>
                  </a:lnTo>
                  <a:lnTo>
                    <a:pt x="110" y="4"/>
                  </a:lnTo>
                  <a:lnTo>
                    <a:pt x="140" y="10"/>
                  </a:lnTo>
                  <a:lnTo>
                    <a:pt x="164" y="18"/>
                  </a:lnTo>
                  <a:lnTo>
                    <a:pt x="188"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1" name="任意多边形 60"/>
            <p:cNvSpPr/>
            <p:nvPr>
              <p:custDataLst>
                <p:tags r:id="rId35"/>
              </p:custDataLst>
            </p:nvPr>
          </p:nvSpPr>
          <p:spPr bwMode="auto">
            <a:xfrm>
              <a:off x="2564" y="6685"/>
              <a:ext cx="490" cy="293"/>
            </a:xfrm>
            <a:custGeom>
              <a:avLst/>
              <a:gdLst>
                <a:gd name="T0" fmla="*/ 224 w 408"/>
                <a:gd name="T1" fmla="*/ 20 h 244"/>
                <a:gd name="T2" fmla="*/ 224 w 408"/>
                <a:gd name="T3" fmla="*/ 20 h 244"/>
                <a:gd name="T4" fmla="*/ 226 w 408"/>
                <a:gd name="T5" fmla="*/ 32 h 244"/>
                <a:gd name="T6" fmla="*/ 228 w 408"/>
                <a:gd name="T7" fmla="*/ 46 h 244"/>
                <a:gd name="T8" fmla="*/ 232 w 408"/>
                <a:gd name="T9" fmla="*/ 60 h 244"/>
                <a:gd name="T10" fmla="*/ 240 w 408"/>
                <a:gd name="T11" fmla="*/ 76 h 244"/>
                <a:gd name="T12" fmla="*/ 250 w 408"/>
                <a:gd name="T13" fmla="*/ 92 h 244"/>
                <a:gd name="T14" fmla="*/ 258 w 408"/>
                <a:gd name="T15" fmla="*/ 100 h 244"/>
                <a:gd name="T16" fmla="*/ 266 w 408"/>
                <a:gd name="T17" fmla="*/ 106 h 244"/>
                <a:gd name="T18" fmla="*/ 274 w 408"/>
                <a:gd name="T19" fmla="*/ 112 h 244"/>
                <a:gd name="T20" fmla="*/ 284 w 408"/>
                <a:gd name="T21" fmla="*/ 118 h 244"/>
                <a:gd name="T22" fmla="*/ 284 w 408"/>
                <a:gd name="T23" fmla="*/ 118 h 244"/>
                <a:gd name="T24" fmla="*/ 314 w 408"/>
                <a:gd name="T25" fmla="*/ 128 h 244"/>
                <a:gd name="T26" fmla="*/ 346 w 408"/>
                <a:gd name="T27" fmla="*/ 138 h 244"/>
                <a:gd name="T28" fmla="*/ 378 w 408"/>
                <a:gd name="T29" fmla="*/ 148 h 244"/>
                <a:gd name="T30" fmla="*/ 390 w 408"/>
                <a:gd name="T31" fmla="*/ 154 h 244"/>
                <a:gd name="T32" fmla="*/ 400 w 408"/>
                <a:gd name="T33" fmla="*/ 162 h 244"/>
                <a:gd name="T34" fmla="*/ 400 w 408"/>
                <a:gd name="T35" fmla="*/ 162 h 244"/>
                <a:gd name="T36" fmla="*/ 406 w 408"/>
                <a:gd name="T37" fmla="*/ 166 h 244"/>
                <a:gd name="T38" fmla="*/ 408 w 408"/>
                <a:gd name="T39" fmla="*/ 172 h 244"/>
                <a:gd name="T40" fmla="*/ 408 w 408"/>
                <a:gd name="T41" fmla="*/ 178 h 244"/>
                <a:gd name="T42" fmla="*/ 408 w 408"/>
                <a:gd name="T43" fmla="*/ 184 h 244"/>
                <a:gd name="T44" fmla="*/ 404 w 408"/>
                <a:gd name="T45" fmla="*/ 200 h 244"/>
                <a:gd name="T46" fmla="*/ 400 w 408"/>
                <a:gd name="T47" fmla="*/ 218 h 244"/>
                <a:gd name="T48" fmla="*/ 400 w 408"/>
                <a:gd name="T49" fmla="*/ 218 h 244"/>
                <a:gd name="T50" fmla="*/ 400 w 408"/>
                <a:gd name="T51" fmla="*/ 222 h 244"/>
                <a:gd name="T52" fmla="*/ 396 w 408"/>
                <a:gd name="T53" fmla="*/ 228 h 244"/>
                <a:gd name="T54" fmla="*/ 392 w 408"/>
                <a:gd name="T55" fmla="*/ 232 h 244"/>
                <a:gd name="T56" fmla="*/ 386 w 408"/>
                <a:gd name="T57" fmla="*/ 236 h 244"/>
                <a:gd name="T58" fmla="*/ 368 w 408"/>
                <a:gd name="T59" fmla="*/ 240 h 244"/>
                <a:gd name="T60" fmla="*/ 346 w 408"/>
                <a:gd name="T61" fmla="*/ 244 h 244"/>
                <a:gd name="T62" fmla="*/ 320 w 408"/>
                <a:gd name="T63" fmla="*/ 244 h 244"/>
                <a:gd name="T64" fmla="*/ 292 w 408"/>
                <a:gd name="T65" fmla="*/ 244 h 244"/>
                <a:gd name="T66" fmla="*/ 260 w 408"/>
                <a:gd name="T67" fmla="*/ 242 h 244"/>
                <a:gd name="T68" fmla="*/ 226 w 408"/>
                <a:gd name="T69" fmla="*/ 238 h 244"/>
                <a:gd name="T70" fmla="*/ 158 w 408"/>
                <a:gd name="T71" fmla="*/ 226 h 244"/>
                <a:gd name="T72" fmla="*/ 94 w 408"/>
                <a:gd name="T73" fmla="*/ 214 h 244"/>
                <a:gd name="T74" fmla="*/ 38 w 408"/>
                <a:gd name="T75" fmla="*/ 200 h 244"/>
                <a:gd name="T76" fmla="*/ 0 w 408"/>
                <a:gd name="T77" fmla="*/ 188 h 244"/>
                <a:gd name="T78" fmla="*/ 0 w 408"/>
                <a:gd name="T79" fmla="*/ 188 h 244"/>
                <a:gd name="T80" fmla="*/ 2 w 408"/>
                <a:gd name="T81" fmla="*/ 122 h 244"/>
                <a:gd name="T82" fmla="*/ 8 w 408"/>
                <a:gd name="T83" fmla="*/ 66 h 244"/>
                <a:gd name="T84" fmla="*/ 12 w 408"/>
                <a:gd name="T85" fmla="*/ 40 h 244"/>
                <a:gd name="T86" fmla="*/ 18 w 408"/>
                <a:gd name="T87" fmla="*/ 20 h 244"/>
                <a:gd name="T88" fmla="*/ 18 w 408"/>
                <a:gd name="T89" fmla="*/ 20 h 244"/>
                <a:gd name="T90" fmla="*/ 22 w 408"/>
                <a:gd name="T91" fmla="*/ 12 h 244"/>
                <a:gd name="T92" fmla="*/ 30 w 408"/>
                <a:gd name="T93" fmla="*/ 8 h 244"/>
                <a:gd name="T94" fmla="*/ 42 w 408"/>
                <a:gd name="T95" fmla="*/ 4 h 244"/>
                <a:gd name="T96" fmla="*/ 56 w 408"/>
                <a:gd name="T97" fmla="*/ 0 h 244"/>
                <a:gd name="T98" fmla="*/ 72 w 408"/>
                <a:gd name="T99" fmla="*/ 0 h 244"/>
                <a:gd name="T100" fmla="*/ 90 w 408"/>
                <a:gd name="T101" fmla="*/ 0 h 244"/>
                <a:gd name="T102" fmla="*/ 126 w 408"/>
                <a:gd name="T103" fmla="*/ 4 h 244"/>
                <a:gd name="T104" fmla="*/ 162 w 408"/>
                <a:gd name="T105" fmla="*/ 8 h 244"/>
                <a:gd name="T106" fmla="*/ 194 w 408"/>
                <a:gd name="T107" fmla="*/ 14 h 244"/>
                <a:gd name="T108" fmla="*/ 224 w 408"/>
                <a:gd name="T109" fmla="*/ 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44">
                  <a:moveTo>
                    <a:pt x="224" y="20"/>
                  </a:moveTo>
                  <a:lnTo>
                    <a:pt x="224" y="20"/>
                  </a:lnTo>
                  <a:lnTo>
                    <a:pt x="226" y="32"/>
                  </a:lnTo>
                  <a:lnTo>
                    <a:pt x="228" y="46"/>
                  </a:lnTo>
                  <a:lnTo>
                    <a:pt x="232" y="60"/>
                  </a:lnTo>
                  <a:lnTo>
                    <a:pt x="240" y="76"/>
                  </a:lnTo>
                  <a:lnTo>
                    <a:pt x="250" y="92"/>
                  </a:lnTo>
                  <a:lnTo>
                    <a:pt x="258" y="100"/>
                  </a:lnTo>
                  <a:lnTo>
                    <a:pt x="266" y="106"/>
                  </a:lnTo>
                  <a:lnTo>
                    <a:pt x="274" y="112"/>
                  </a:lnTo>
                  <a:lnTo>
                    <a:pt x="284" y="118"/>
                  </a:lnTo>
                  <a:lnTo>
                    <a:pt x="284" y="118"/>
                  </a:lnTo>
                  <a:lnTo>
                    <a:pt x="314" y="128"/>
                  </a:lnTo>
                  <a:lnTo>
                    <a:pt x="346" y="138"/>
                  </a:lnTo>
                  <a:lnTo>
                    <a:pt x="378" y="148"/>
                  </a:lnTo>
                  <a:lnTo>
                    <a:pt x="390" y="154"/>
                  </a:lnTo>
                  <a:lnTo>
                    <a:pt x="400" y="162"/>
                  </a:lnTo>
                  <a:lnTo>
                    <a:pt x="400" y="162"/>
                  </a:lnTo>
                  <a:lnTo>
                    <a:pt x="406" y="166"/>
                  </a:lnTo>
                  <a:lnTo>
                    <a:pt x="408" y="172"/>
                  </a:lnTo>
                  <a:lnTo>
                    <a:pt x="408" y="178"/>
                  </a:lnTo>
                  <a:lnTo>
                    <a:pt x="408" y="184"/>
                  </a:lnTo>
                  <a:lnTo>
                    <a:pt x="404" y="200"/>
                  </a:lnTo>
                  <a:lnTo>
                    <a:pt x="400" y="218"/>
                  </a:lnTo>
                  <a:lnTo>
                    <a:pt x="400" y="218"/>
                  </a:lnTo>
                  <a:lnTo>
                    <a:pt x="400" y="222"/>
                  </a:lnTo>
                  <a:lnTo>
                    <a:pt x="396" y="228"/>
                  </a:lnTo>
                  <a:lnTo>
                    <a:pt x="392" y="232"/>
                  </a:lnTo>
                  <a:lnTo>
                    <a:pt x="386" y="236"/>
                  </a:lnTo>
                  <a:lnTo>
                    <a:pt x="368" y="240"/>
                  </a:lnTo>
                  <a:lnTo>
                    <a:pt x="346" y="244"/>
                  </a:lnTo>
                  <a:lnTo>
                    <a:pt x="320" y="244"/>
                  </a:lnTo>
                  <a:lnTo>
                    <a:pt x="292" y="244"/>
                  </a:lnTo>
                  <a:lnTo>
                    <a:pt x="260" y="242"/>
                  </a:lnTo>
                  <a:lnTo>
                    <a:pt x="226" y="238"/>
                  </a:lnTo>
                  <a:lnTo>
                    <a:pt x="158" y="226"/>
                  </a:lnTo>
                  <a:lnTo>
                    <a:pt x="94" y="214"/>
                  </a:lnTo>
                  <a:lnTo>
                    <a:pt x="38" y="200"/>
                  </a:lnTo>
                  <a:lnTo>
                    <a:pt x="0" y="188"/>
                  </a:lnTo>
                  <a:lnTo>
                    <a:pt x="0" y="188"/>
                  </a:lnTo>
                  <a:lnTo>
                    <a:pt x="2" y="122"/>
                  </a:lnTo>
                  <a:lnTo>
                    <a:pt x="8" y="66"/>
                  </a:lnTo>
                  <a:lnTo>
                    <a:pt x="12" y="40"/>
                  </a:lnTo>
                  <a:lnTo>
                    <a:pt x="18" y="20"/>
                  </a:lnTo>
                  <a:lnTo>
                    <a:pt x="18" y="20"/>
                  </a:lnTo>
                  <a:lnTo>
                    <a:pt x="22" y="12"/>
                  </a:lnTo>
                  <a:lnTo>
                    <a:pt x="30" y="8"/>
                  </a:lnTo>
                  <a:lnTo>
                    <a:pt x="42" y="4"/>
                  </a:lnTo>
                  <a:lnTo>
                    <a:pt x="56" y="0"/>
                  </a:lnTo>
                  <a:lnTo>
                    <a:pt x="72" y="0"/>
                  </a:lnTo>
                  <a:lnTo>
                    <a:pt x="90" y="0"/>
                  </a:lnTo>
                  <a:lnTo>
                    <a:pt x="126" y="4"/>
                  </a:lnTo>
                  <a:lnTo>
                    <a:pt x="162" y="8"/>
                  </a:lnTo>
                  <a:lnTo>
                    <a:pt x="194" y="14"/>
                  </a:lnTo>
                  <a:lnTo>
                    <a:pt x="224" y="20"/>
                  </a:lnTo>
                  <a:close/>
                </a:path>
              </a:pathLst>
            </a:custGeom>
            <a:solidFill>
              <a:srgbClr val="382C1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2" name="任意多边形 61"/>
            <p:cNvSpPr/>
            <p:nvPr>
              <p:custDataLst>
                <p:tags r:id="rId36"/>
              </p:custDataLst>
            </p:nvPr>
          </p:nvSpPr>
          <p:spPr bwMode="auto">
            <a:xfrm>
              <a:off x="2564" y="6685"/>
              <a:ext cx="490" cy="293"/>
            </a:xfrm>
            <a:custGeom>
              <a:avLst/>
              <a:gdLst>
                <a:gd name="T0" fmla="*/ 224 w 408"/>
                <a:gd name="T1" fmla="*/ 20 h 244"/>
                <a:gd name="T2" fmla="*/ 224 w 408"/>
                <a:gd name="T3" fmla="*/ 20 h 244"/>
                <a:gd name="T4" fmla="*/ 226 w 408"/>
                <a:gd name="T5" fmla="*/ 32 h 244"/>
                <a:gd name="T6" fmla="*/ 228 w 408"/>
                <a:gd name="T7" fmla="*/ 46 h 244"/>
                <a:gd name="T8" fmla="*/ 232 w 408"/>
                <a:gd name="T9" fmla="*/ 60 h 244"/>
                <a:gd name="T10" fmla="*/ 240 w 408"/>
                <a:gd name="T11" fmla="*/ 76 h 244"/>
                <a:gd name="T12" fmla="*/ 250 w 408"/>
                <a:gd name="T13" fmla="*/ 92 h 244"/>
                <a:gd name="T14" fmla="*/ 258 w 408"/>
                <a:gd name="T15" fmla="*/ 100 h 244"/>
                <a:gd name="T16" fmla="*/ 266 w 408"/>
                <a:gd name="T17" fmla="*/ 106 h 244"/>
                <a:gd name="T18" fmla="*/ 274 w 408"/>
                <a:gd name="T19" fmla="*/ 112 h 244"/>
                <a:gd name="T20" fmla="*/ 284 w 408"/>
                <a:gd name="T21" fmla="*/ 118 h 244"/>
                <a:gd name="T22" fmla="*/ 284 w 408"/>
                <a:gd name="T23" fmla="*/ 118 h 244"/>
                <a:gd name="T24" fmla="*/ 314 w 408"/>
                <a:gd name="T25" fmla="*/ 128 h 244"/>
                <a:gd name="T26" fmla="*/ 346 w 408"/>
                <a:gd name="T27" fmla="*/ 138 h 244"/>
                <a:gd name="T28" fmla="*/ 378 w 408"/>
                <a:gd name="T29" fmla="*/ 148 h 244"/>
                <a:gd name="T30" fmla="*/ 390 w 408"/>
                <a:gd name="T31" fmla="*/ 154 h 244"/>
                <a:gd name="T32" fmla="*/ 400 w 408"/>
                <a:gd name="T33" fmla="*/ 162 h 244"/>
                <a:gd name="T34" fmla="*/ 400 w 408"/>
                <a:gd name="T35" fmla="*/ 162 h 244"/>
                <a:gd name="T36" fmla="*/ 406 w 408"/>
                <a:gd name="T37" fmla="*/ 166 h 244"/>
                <a:gd name="T38" fmla="*/ 408 w 408"/>
                <a:gd name="T39" fmla="*/ 172 h 244"/>
                <a:gd name="T40" fmla="*/ 408 w 408"/>
                <a:gd name="T41" fmla="*/ 178 h 244"/>
                <a:gd name="T42" fmla="*/ 408 w 408"/>
                <a:gd name="T43" fmla="*/ 184 h 244"/>
                <a:gd name="T44" fmla="*/ 404 w 408"/>
                <a:gd name="T45" fmla="*/ 200 h 244"/>
                <a:gd name="T46" fmla="*/ 400 w 408"/>
                <a:gd name="T47" fmla="*/ 218 h 244"/>
                <a:gd name="T48" fmla="*/ 400 w 408"/>
                <a:gd name="T49" fmla="*/ 218 h 244"/>
                <a:gd name="T50" fmla="*/ 400 w 408"/>
                <a:gd name="T51" fmla="*/ 222 h 244"/>
                <a:gd name="T52" fmla="*/ 396 w 408"/>
                <a:gd name="T53" fmla="*/ 228 h 244"/>
                <a:gd name="T54" fmla="*/ 392 w 408"/>
                <a:gd name="T55" fmla="*/ 232 h 244"/>
                <a:gd name="T56" fmla="*/ 386 w 408"/>
                <a:gd name="T57" fmla="*/ 236 h 244"/>
                <a:gd name="T58" fmla="*/ 368 w 408"/>
                <a:gd name="T59" fmla="*/ 240 h 244"/>
                <a:gd name="T60" fmla="*/ 346 w 408"/>
                <a:gd name="T61" fmla="*/ 244 h 244"/>
                <a:gd name="T62" fmla="*/ 320 w 408"/>
                <a:gd name="T63" fmla="*/ 244 h 244"/>
                <a:gd name="T64" fmla="*/ 292 w 408"/>
                <a:gd name="T65" fmla="*/ 244 h 244"/>
                <a:gd name="T66" fmla="*/ 260 w 408"/>
                <a:gd name="T67" fmla="*/ 242 h 244"/>
                <a:gd name="T68" fmla="*/ 226 w 408"/>
                <a:gd name="T69" fmla="*/ 238 h 244"/>
                <a:gd name="T70" fmla="*/ 158 w 408"/>
                <a:gd name="T71" fmla="*/ 226 h 244"/>
                <a:gd name="T72" fmla="*/ 94 w 408"/>
                <a:gd name="T73" fmla="*/ 214 h 244"/>
                <a:gd name="T74" fmla="*/ 38 w 408"/>
                <a:gd name="T75" fmla="*/ 200 h 244"/>
                <a:gd name="T76" fmla="*/ 0 w 408"/>
                <a:gd name="T77" fmla="*/ 188 h 244"/>
                <a:gd name="T78" fmla="*/ 0 w 408"/>
                <a:gd name="T79" fmla="*/ 188 h 244"/>
                <a:gd name="T80" fmla="*/ 2 w 408"/>
                <a:gd name="T81" fmla="*/ 122 h 244"/>
                <a:gd name="T82" fmla="*/ 8 w 408"/>
                <a:gd name="T83" fmla="*/ 66 h 244"/>
                <a:gd name="T84" fmla="*/ 12 w 408"/>
                <a:gd name="T85" fmla="*/ 40 h 244"/>
                <a:gd name="T86" fmla="*/ 18 w 408"/>
                <a:gd name="T87" fmla="*/ 20 h 244"/>
                <a:gd name="T88" fmla="*/ 18 w 408"/>
                <a:gd name="T89" fmla="*/ 20 h 244"/>
                <a:gd name="T90" fmla="*/ 22 w 408"/>
                <a:gd name="T91" fmla="*/ 12 h 244"/>
                <a:gd name="T92" fmla="*/ 30 w 408"/>
                <a:gd name="T93" fmla="*/ 8 h 244"/>
                <a:gd name="T94" fmla="*/ 42 w 408"/>
                <a:gd name="T95" fmla="*/ 4 h 244"/>
                <a:gd name="T96" fmla="*/ 56 w 408"/>
                <a:gd name="T97" fmla="*/ 0 h 244"/>
                <a:gd name="T98" fmla="*/ 72 w 408"/>
                <a:gd name="T99" fmla="*/ 0 h 244"/>
                <a:gd name="T100" fmla="*/ 90 w 408"/>
                <a:gd name="T101" fmla="*/ 0 h 244"/>
                <a:gd name="T102" fmla="*/ 126 w 408"/>
                <a:gd name="T103" fmla="*/ 4 h 244"/>
                <a:gd name="T104" fmla="*/ 162 w 408"/>
                <a:gd name="T105" fmla="*/ 8 h 244"/>
                <a:gd name="T106" fmla="*/ 194 w 408"/>
                <a:gd name="T107" fmla="*/ 14 h 244"/>
                <a:gd name="T108" fmla="*/ 224 w 408"/>
                <a:gd name="T109" fmla="*/ 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8" h="244">
                  <a:moveTo>
                    <a:pt x="224" y="20"/>
                  </a:moveTo>
                  <a:lnTo>
                    <a:pt x="224" y="20"/>
                  </a:lnTo>
                  <a:lnTo>
                    <a:pt x="226" y="32"/>
                  </a:lnTo>
                  <a:lnTo>
                    <a:pt x="228" y="46"/>
                  </a:lnTo>
                  <a:lnTo>
                    <a:pt x="232" y="60"/>
                  </a:lnTo>
                  <a:lnTo>
                    <a:pt x="240" y="76"/>
                  </a:lnTo>
                  <a:lnTo>
                    <a:pt x="250" y="92"/>
                  </a:lnTo>
                  <a:lnTo>
                    <a:pt x="258" y="100"/>
                  </a:lnTo>
                  <a:lnTo>
                    <a:pt x="266" y="106"/>
                  </a:lnTo>
                  <a:lnTo>
                    <a:pt x="274" y="112"/>
                  </a:lnTo>
                  <a:lnTo>
                    <a:pt x="284" y="118"/>
                  </a:lnTo>
                  <a:lnTo>
                    <a:pt x="284" y="118"/>
                  </a:lnTo>
                  <a:lnTo>
                    <a:pt x="314" y="128"/>
                  </a:lnTo>
                  <a:lnTo>
                    <a:pt x="346" y="138"/>
                  </a:lnTo>
                  <a:lnTo>
                    <a:pt x="378" y="148"/>
                  </a:lnTo>
                  <a:lnTo>
                    <a:pt x="390" y="154"/>
                  </a:lnTo>
                  <a:lnTo>
                    <a:pt x="400" y="162"/>
                  </a:lnTo>
                  <a:lnTo>
                    <a:pt x="400" y="162"/>
                  </a:lnTo>
                  <a:lnTo>
                    <a:pt x="406" y="166"/>
                  </a:lnTo>
                  <a:lnTo>
                    <a:pt x="408" y="172"/>
                  </a:lnTo>
                  <a:lnTo>
                    <a:pt x="408" y="178"/>
                  </a:lnTo>
                  <a:lnTo>
                    <a:pt x="408" y="184"/>
                  </a:lnTo>
                  <a:lnTo>
                    <a:pt x="404" y="200"/>
                  </a:lnTo>
                  <a:lnTo>
                    <a:pt x="400" y="218"/>
                  </a:lnTo>
                  <a:lnTo>
                    <a:pt x="400" y="218"/>
                  </a:lnTo>
                  <a:lnTo>
                    <a:pt x="400" y="222"/>
                  </a:lnTo>
                  <a:lnTo>
                    <a:pt x="396" y="228"/>
                  </a:lnTo>
                  <a:lnTo>
                    <a:pt x="392" y="232"/>
                  </a:lnTo>
                  <a:lnTo>
                    <a:pt x="386" y="236"/>
                  </a:lnTo>
                  <a:lnTo>
                    <a:pt x="368" y="240"/>
                  </a:lnTo>
                  <a:lnTo>
                    <a:pt x="346" y="244"/>
                  </a:lnTo>
                  <a:lnTo>
                    <a:pt x="320" y="244"/>
                  </a:lnTo>
                  <a:lnTo>
                    <a:pt x="292" y="244"/>
                  </a:lnTo>
                  <a:lnTo>
                    <a:pt x="260" y="242"/>
                  </a:lnTo>
                  <a:lnTo>
                    <a:pt x="226" y="238"/>
                  </a:lnTo>
                  <a:lnTo>
                    <a:pt x="158" y="226"/>
                  </a:lnTo>
                  <a:lnTo>
                    <a:pt x="94" y="214"/>
                  </a:lnTo>
                  <a:lnTo>
                    <a:pt x="38" y="200"/>
                  </a:lnTo>
                  <a:lnTo>
                    <a:pt x="0" y="188"/>
                  </a:lnTo>
                  <a:lnTo>
                    <a:pt x="0" y="188"/>
                  </a:lnTo>
                  <a:lnTo>
                    <a:pt x="2" y="122"/>
                  </a:lnTo>
                  <a:lnTo>
                    <a:pt x="8" y="66"/>
                  </a:lnTo>
                  <a:lnTo>
                    <a:pt x="12" y="40"/>
                  </a:lnTo>
                  <a:lnTo>
                    <a:pt x="18" y="20"/>
                  </a:lnTo>
                  <a:lnTo>
                    <a:pt x="18" y="20"/>
                  </a:lnTo>
                  <a:lnTo>
                    <a:pt x="22" y="12"/>
                  </a:lnTo>
                  <a:lnTo>
                    <a:pt x="30" y="8"/>
                  </a:lnTo>
                  <a:lnTo>
                    <a:pt x="42" y="4"/>
                  </a:lnTo>
                  <a:lnTo>
                    <a:pt x="56" y="0"/>
                  </a:lnTo>
                  <a:lnTo>
                    <a:pt x="72" y="0"/>
                  </a:lnTo>
                  <a:lnTo>
                    <a:pt x="90" y="0"/>
                  </a:lnTo>
                  <a:lnTo>
                    <a:pt x="126" y="4"/>
                  </a:lnTo>
                  <a:lnTo>
                    <a:pt x="162" y="8"/>
                  </a:lnTo>
                  <a:lnTo>
                    <a:pt x="194" y="14"/>
                  </a:lnTo>
                  <a:lnTo>
                    <a:pt x="224" y="2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3" name="任意多边形 62"/>
            <p:cNvSpPr/>
            <p:nvPr>
              <p:custDataLst>
                <p:tags r:id="rId37"/>
              </p:custDataLst>
            </p:nvPr>
          </p:nvSpPr>
          <p:spPr bwMode="auto">
            <a:xfrm>
              <a:off x="2490" y="4677"/>
              <a:ext cx="696" cy="2069"/>
            </a:xfrm>
            <a:custGeom>
              <a:avLst/>
              <a:gdLst>
                <a:gd name="T0" fmla="*/ 0 w 580"/>
                <a:gd name="T1" fmla="*/ 98 h 1724"/>
                <a:gd name="T2" fmla="*/ 0 w 580"/>
                <a:gd name="T3" fmla="*/ 98 h 1724"/>
                <a:gd name="T4" fmla="*/ 6 w 580"/>
                <a:gd name="T5" fmla="*/ 142 h 1724"/>
                <a:gd name="T6" fmla="*/ 22 w 580"/>
                <a:gd name="T7" fmla="*/ 258 h 1724"/>
                <a:gd name="T8" fmla="*/ 40 w 580"/>
                <a:gd name="T9" fmla="*/ 436 h 1724"/>
                <a:gd name="T10" fmla="*/ 50 w 580"/>
                <a:gd name="T11" fmla="*/ 544 h 1724"/>
                <a:gd name="T12" fmla="*/ 60 w 580"/>
                <a:gd name="T13" fmla="*/ 660 h 1724"/>
                <a:gd name="T14" fmla="*/ 70 w 580"/>
                <a:gd name="T15" fmla="*/ 784 h 1724"/>
                <a:gd name="T16" fmla="*/ 78 w 580"/>
                <a:gd name="T17" fmla="*/ 914 h 1724"/>
                <a:gd name="T18" fmla="*/ 84 w 580"/>
                <a:gd name="T19" fmla="*/ 1048 h 1724"/>
                <a:gd name="T20" fmla="*/ 88 w 580"/>
                <a:gd name="T21" fmla="*/ 1182 h 1724"/>
                <a:gd name="T22" fmla="*/ 90 w 580"/>
                <a:gd name="T23" fmla="*/ 1318 h 1724"/>
                <a:gd name="T24" fmla="*/ 86 w 580"/>
                <a:gd name="T25" fmla="*/ 1452 h 1724"/>
                <a:gd name="T26" fmla="*/ 80 w 580"/>
                <a:gd name="T27" fmla="*/ 1582 h 1724"/>
                <a:gd name="T28" fmla="*/ 76 w 580"/>
                <a:gd name="T29" fmla="*/ 1644 h 1724"/>
                <a:gd name="T30" fmla="*/ 70 w 580"/>
                <a:gd name="T31" fmla="*/ 1706 h 1724"/>
                <a:gd name="T32" fmla="*/ 70 w 580"/>
                <a:gd name="T33" fmla="*/ 1706 h 1724"/>
                <a:gd name="T34" fmla="*/ 94 w 580"/>
                <a:gd name="T35" fmla="*/ 1712 h 1724"/>
                <a:gd name="T36" fmla="*/ 120 w 580"/>
                <a:gd name="T37" fmla="*/ 1716 h 1724"/>
                <a:gd name="T38" fmla="*/ 154 w 580"/>
                <a:gd name="T39" fmla="*/ 1720 h 1724"/>
                <a:gd name="T40" fmla="*/ 194 w 580"/>
                <a:gd name="T41" fmla="*/ 1724 h 1724"/>
                <a:gd name="T42" fmla="*/ 236 w 580"/>
                <a:gd name="T43" fmla="*/ 1722 h 1724"/>
                <a:gd name="T44" fmla="*/ 258 w 580"/>
                <a:gd name="T45" fmla="*/ 1720 h 1724"/>
                <a:gd name="T46" fmla="*/ 280 w 580"/>
                <a:gd name="T47" fmla="*/ 1718 h 1724"/>
                <a:gd name="T48" fmla="*/ 302 w 580"/>
                <a:gd name="T49" fmla="*/ 1712 h 1724"/>
                <a:gd name="T50" fmla="*/ 324 w 580"/>
                <a:gd name="T51" fmla="*/ 1706 h 1724"/>
                <a:gd name="T52" fmla="*/ 324 w 580"/>
                <a:gd name="T53" fmla="*/ 1706 h 1724"/>
                <a:gd name="T54" fmla="*/ 386 w 580"/>
                <a:gd name="T55" fmla="*/ 1020 h 1724"/>
                <a:gd name="T56" fmla="*/ 430 w 580"/>
                <a:gd name="T57" fmla="*/ 522 h 1724"/>
                <a:gd name="T58" fmla="*/ 444 w 580"/>
                <a:gd name="T59" fmla="*/ 342 h 1724"/>
                <a:gd name="T60" fmla="*/ 448 w 580"/>
                <a:gd name="T61" fmla="*/ 280 h 1724"/>
                <a:gd name="T62" fmla="*/ 448 w 580"/>
                <a:gd name="T63" fmla="*/ 244 h 1724"/>
                <a:gd name="T64" fmla="*/ 448 w 580"/>
                <a:gd name="T65" fmla="*/ 244 h 1724"/>
                <a:gd name="T66" fmla="*/ 450 w 580"/>
                <a:gd name="T67" fmla="*/ 222 h 1724"/>
                <a:gd name="T68" fmla="*/ 454 w 580"/>
                <a:gd name="T69" fmla="*/ 198 h 1724"/>
                <a:gd name="T70" fmla="*/ 460 w 580"/>
                <a:gd name="T71" fmla="*/ 176 h 1724"/>
                <a:gd name="T72" fmla="*/ 470 w 580"/>
                <a:gd name="T73" fmla="*/ 156 h 1724"/>
                <a:gd name="T74" fmla="*/ 480 w 580"/>
                <a:gd name="T75" fmla="*/ 134 h 1724"/>
                <a:gd name="T76" fmla="*/ 490 w 580"/>
                <a:gd name="T77" fmla="*/ 114 h 1724"/>
                <a:gd name="T78" fmla="*/ 514 w 580"/>
                <a:gd name="T79" fmla="*/ 78 h 1724"/>
                <a:gd name="T80" fmla="*/ 538 w 580"/>
                <a:gd name="T81" fmla="*/ 48 h 1724"/>
                <a:gd name="T82" fmla="*/ 558 w 580"/>
                <a:gd name="T83" fmla="*/ 24 h 1724"/>
                <a:gd name="T84" fmla="*/ 580 w 580"/>
                <a:gd name="T85" fmla="*/ 4 h 1724"/>
                <a:gd name="T86" fmla="*/ 580 w 580"/>
                <a:gd name="T87" fmla="*/ 4 h 1724"/>
                <a:gd name="T88" fmla="*/ 496 w 580"/>
                <a:gd name="T89" fmla="*/ 0 h 1724"/>
                <a:gd name="T90" fmla="*/ 412 w 580"/>
                <a:gd name="T91" fmla="*/ 0 h 1724"/>
                <a:gd name="T92" fmla="*/ 362 w 580"/>
                <a:gd name="T93" fmla="*/ 2 h 1724"/>
                <a:gd name="T94" fmla="*/ 312 w 580"/>
                <a:gd name="T95" fmla="*/ 4 h 1724"/>
                <a:gd name="T96" fmla="*/ 260 w 580"/>
                <a:gd name="T97" fmla="*/ 8 h 1724"/>
                <a:gd name="T98" fmla="*/ 210 w 580"/>
                <a:gd name="T99" fmla="*/ 14 h 1724"/>
                <a:gd name="T100" fmla="*/ 160 w 580"/>
                <a:gd name="T101" fmla="*/ 22 h 1724"/>
                <a:gd name="T102" fmla="*/ 116 w 580"/>
                <a:gd name="T103" fmla="*/ 30 h 1724"/>
                <a:gd name="T104" fmla="*/ 76 w 580"/>
                <a:gd name="T105" fmla="*/ 44 h 1724"/>
                <a:gd name="T106" fmla="*/ 58 w 580"/>
                <a:gd name="T107" fmla="*/ 50 h 1724"/>
                <a:gd name="T108" fmla="*/ 42 w 580"/>
                <a:gd name="T109" fmla="*/ 58 h 1724"/>
                <a:gd name="T110" fmla="*/ 28 w 580"/>
                <a:gd name="T111" fmla="*/ 68 h 1724"/>
                <a:gd name="T112" fmla="*/ 16 w 580"/>
                <a:gd name="T113" fmla="*/ 76 h 1724"/>
                <a:gd name="T114" fmla="*/ 8 w 580"/>
                <a:gd name="T115" fmla="*/ 88 h 1724"/>
                <a:gd name="T116" fmla="*/ 0 w 580"/>
                <a:gd name="T117" fmla="*/ 98 h 1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80" h="1724">
                  <a:moveTo>
                    <a:pt x="0" y="98"/>
                  </a:moveTo>
                  <a:lnTo>
                    <a:pt x="0" y="98"/>
                  </a:lnTo>
                  <a:lnTo>
                    <a:pt x="6" y="142"/>
                  </a:lnTo>
                  <a:lnTo>
                    <a:pt x="22" y="258"/>
                  </a:lnTo>
                  <a:lnTo>
                    <a:pt x="40" y="436"/>
                  </a:lnTo>
                  <a:lnTo>
                    <a:pt x="50" y="544"/>
                  </a:lnTo>
                  <a:lnTo>
                    <a:pt x="60" y="660"/>
                  </a:lnTo>
                  <a:lnTo>
                    <a:pt x="70" y="784"/>
                  </a:lnTo>
                  <a:lnTo>
                    <a:pt x="78" y="914"/>
                  </a:lnTo>
                  <a:lnTo>
                    <a:pt x="84" y="1048"/>
                  </a:lnTo>
                  <a:lnTo>
                    <a:pt x="88" y="1182"/>
                  </a:lnTo>
                  <a:lnTo>
                    <a:pt x="90" y="1318"/>
                  </a:lnTo>
                  <a:lnTo>
                    <a:pt x="86" y="1452"/>
                  </a:lnTo>
                  <a:lnTo>
                    <a:pt x="80" y="1582"/>
                  </a:lnTo>
                  <a:lnTo>
                    <a:pt x="76" y="1644"/>
                  </a:lnTo>
                  <a:lnTo>
                    <a:pt x="70" y="1706"/>
                  </a:lnTo>
                  <a:lnTo>
                    <a:pt x="70" y="1706"/>
                  </a:lnTo>
                  <a:lnTo>
                    <a:pt x="94" y="1712"/>
                  </a:lnTo>
                  <a:lnTo>
                    <a:pt x="120" y="1716"/>
                  </a:lnTo>
                  <a:lnTo>
                    <a:pt x="154" y="1720"/>
                  </a:lnTo>
                  <a:lnTo>
                    <a:pt x="194" y="1724"/>
                  </a:lnTo>
                  <a:lnTo>
                    <a:pt x="236" y="1722"/>
                  </a:lnTo>
                  <a:lnTo>
                    <a:pt x="258" y="1720"/>
                  </a:lnTo>
                  <a:lnTo>
                    <a:pt x="280" y="1718"/>
                  </a:lnTo>
                  <a:lnTo>
                    <a:pt x="302" y="1712"/>
                  </a:lnTo>
                  <a:lnTo>
                    <a:pt x="324" y="1706"/>
                  </a:lnTo>
                  <a:lnTo>
                    <a:pt x="324" y="1706"/>
                  </a:lnTo>
                  <a:lnTo>
                    <a:pt x="386" y="1020"/>
                  </a:lnTo>
                  <a:lnTo>
                    <a:pt x="430" y="522"/>
                  </a:lnTo>
                  <a:lnTo>
                    <a:pt x="444" y="342"/>
                  </a:lnTo>
                  <a:lnTo>
                    <a:pt x="448" y="280"/>
                  </a:lnTo>
                  <a:lnTo>
                    <a:pt x="448" y="244"/>
                  </a:lnTo>
                  <a:lnTo>
                    <a:pt x="448" y="244"/>
                  </a:lnTo>
                  <a:lnTo>
                    <a:pt x="450" y="222"/>
                  </a:lnTo>
                  <a:lnTo>
                    <a:pt x="454" y="198"/>
                  </a:lnTo>
                  <a:lnTo>
                    <a:pt x="460" y="176"/>
                  </a:lnTo>
                  <a:lnTo>
                    <a:pt x="470" y="156"/>
                  </a:lnTo>
                  <a:lnTo>
                    <a:pt x="480" y="134"/>
                  </a:lnTo>
                  <a:lnTo>
                    <a:pt x="490" y="114"/>
                  </a:lnTo>
                  <a:lnTo>
                    <a:pt x="514" y="78"/>
                  </a:lnTo>
                  <a:lnTo>
                    <a:pt x="538" y="48"/>
                  </a:lnTo>
                  <a:lnTo>
                    <a:pt x="558" y="24"/>
                  </a:lnTo>
                  <a:lnTo>
                    <a:pt x="580" y="4"/>
                  </a:lnTo>
                  <a:lnTo>
                    <a:pt x="580" y="4"/>
                  </a:lnTo>
                  <a:lnTo>
                    <a:pt x="496" y="0"/>
                  </a:lnTo>
                  <a:lnTo>
                    <a:pt x="412" y="0"/>
                  </a:lnTo>
                  <a:lnTo>
                    <a:pt x="362" y="2"/>
                  </a:lnTo>
                  <a:lnTo>
                    <a:pt x="312" y="4"/>
                  </a:lnTo>
                  <a:lnTo>
                    <a:pt x="260" y="8"/>
                  </a:lnTo>
                  <a:lnTo>
                    <a:pt x="210" y="14"/>
                  </a:lnTo>
                  <a:lnTo>
                    <a:pt x="160" y="22"/>
                  </a:lnTo>
                  <a:lnTo>
                    <a:pt x="116" y="30"/>
                  </a:lnTo>
                  <a:lnTo>
                    <a:pt x="76" y="44"/>
                  </a:lnTo>
                  <a:lnTo>
                    <a:pt x="58" y="50"/>
                  </a:lnTo>
                  <a:lnTo>
                    <a:pt x="42" y="58"/>
                  </a:lnTo>
                  <a:lnTo>
                    <a:pt x="28" y="68"/>
                  </a:lnTo>
                  <a:lnTo>
                    <a:pt x="16" y="76"/>
                  </a:lnTo>
                  <a:lnTo>
                    <a:pt x="8" y="88"/>
                  </a:lnTo>
                  <a:lnTo>
                    <a:pt x="0" y="98"/>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4" name="任意多边形 63"/>
            <p:cNvSpPr/>
            <p:nvPr>
              <p:custDataLst>
                <p:tags r:id="rId38"/>
              </p:custDataLst>
            </p:nvPr>
          </p:nvSpPr>
          <p:spPr bwMode="auto">
            <a:xfrm>
              <a:off x="2490" y="4677"/>
              <a:ext cx="696" cy="2069"/>
            </a:xfrm>
            <a:custGeom>
              <a:avLst/>
              <a:gdLst>
                <a:gd name="T0" fmla="*/ 0 w 580"/>
                <a:gd name="T1" fmla="*/ 98 h 1724"/>
                <a:gd name="T2" fmla="*/ 0 w 580"/>
                <a:gd name="T3" fmla="*/ 98 h 1724"/>
                <a:gd name="T4" fmla="*/ 6 w 580"/>
                <a:gd name="T5" fmla="*/ 142 h 1724"/>
                <a:gd name="T6" fmla="*/ 22 w 580"/>
                <a:gd name="T7" fmla="*/ 258 h 1724"/>
                <a:gd name="T8" fmla="*/ 40 w 580"/>
                <a:gd name="T9" fmla="*/ 436 h 1724"/>
                <a:gd name="T10" fmla="*/ 50 w 580"/>
                <a:gd name="T11" fmla="*/ 544 h 1724"/>
                <a:gd name="T12" fmla="*/ 60 w 580"/>
                <a:gd name="T13" fmla="*/ 660 h 1724"/>
                <a:gd name="T14" fmla="*/ 70 w 580"/>
                <a:gd name="T15" fmla="*/ 784 h 1724"/>
                <a:gd name="T16" fmla="*/ 78 w 580"/>
                <a:gd name="T17" fmla="*/ 914 h 1724"/>
                <a:gd name="T18" fmla="*/ 84 w 580"/>
                <a:gd name="T19" fmla="*/ 1048 h 1724"/>
                <a:gd name="T20" fmla="*/ 88 w 580"/>
                <a:gd name="T21" fmla="*/ 1182 h 1724"/>
                <a:gd name="T22" fmla="*/ 90 w 580"/>
                <a:gd name="T23" fmla="*/ 1318 h 1724"/>
                <a:gd name="T24" fmla="*/ 86 w 580"/>
                <a:gd name="T25" fmla="*/ 1452 h 1724"/>
                <a:gd name="T26" fmla="*/ 80 w 580"/>
                <a:gd name="T27" fmla="*/ 1582 h 1724"/>
                <a:gd name="T28" fmla="*/ 76 w 580"/>
                <a:gd name="T29" fmla="*/ 1644 h 1724"/>
                <a:gd name="T30" fmla="*/ 70 w 580"/>
                <a:gd name="T31" fmla="*/ 1706 h 1724"/>
                <a:gd name="T32" fmla="*/ 70 w 580"/>
                <a:gd name="T33" fmla="*/ 1706 h 1724"/>
                <a:gd name="T34" fmla="*/ 94 w 580"/>
                <a:gd name="T35" fmla="*/ 1712 h 1724"/>
                <a:gd name="T36" fmla="*/ 120 w 580"/>
                <a:gd name="T37" fmla="*/ 1716 h 1724"/>
                <a:gd name="T38" fmla="*/ 154 w 580"/>
                <a:gd name="T39" fmla="*/ 1720 h 1724"/>
                <a:gd name="T40" fmla="*/ 194 w 580"/>
                <a:gd name="T41" fmla="*/ 1724 h 1724"/>
                <a:gd name="T42" fmla="*/ 236 w 580"/>
                <a:gd name="T43" fmla="*/ 1722 h 1724"/>
                <a:gd name="T44" fmla="*/ 258 w 580"/>
                <a:gd name="T45" fmla="*/ 1720 h 1724"/>
                <a:gd name="T46" fmla="*/ 280 w 580"/>
                <a:gd name="T47" fmla="*/ 1718 h 1724"/>
                <a:gd name="T48" fmla="*/ 302 w 580"/>
                <a:gd name="T49" fmla="*/ 1712 h 1724"/>
                <a:gd name="T50" fmla="*/ 324 w 580"/>
                <a:gd name="T51" fmla="*/ 1706 h 1724"/>
                <a:gd name="T52" fmla="*/ 324 w 580"/>
                <a:gd name="T53" fmla="*/ 1706 h 1724"/>
                <a:gd name="T54" fmla="*/ 386 w 580"/>
                <a:gd name="T55" fmla="*/ 1020 h 1724"/>
                <a:gd name="T56" fmla="*/ 430 w 580"/>
                <a:gd name="T57" fmla="*/ 522 h 1724"/>
                <a:gd name="T58" fmla="*/ 444 w 580"/>
                <a:gd name="T59" fmla="*/ 342 h 1724"/>
                <a:gd name="T60" fmla="*/ 448 w 580"/>
                <a:gd name="T61" fmla="*/ 280 h 1724"/>
                <a:gd name="T62" fmla="*/ 448 w 580"/>
                <a:gd name="T63" fmla="*/ 244 h 1724"/>
                <a:gd name="T64" fmla="*/ 448 w 580"/>
                <a:gd name="T65" fmla="*/ 244 h 1724"/>
                <a:gd name="T66" fmla="*/ 450 w 580"/>
                <a:gd name="T67" fmla="*/ 222 h 1724"/>
                <a:gd name="T68" fmla="*/ 454 w 580"/>
                <a:gd name="T69" fmla="*/ 198 h 1724"/>
                <a:gd name="T70" fmla="*/ 460 w 580"/>
                <a:gd name="T71" fmla="*/ 176 h 1724"/>
                <a:gd name="T72" fmla="*/ 470 w 580"/>
                <a:gd name="T73" fmla="*/ 156 h 1724"/>
                <a:gd name="T74" fmla="*/ 480 w 580"/>
                <a:gd name="T75" fmla="*/ 134 h 1724"/>
                <a:gd name="T76" fmla="*/ 490 w 580"/>
                <a:gd name="T77" fmla="*/ 114 h 1724"/>
                <a:gd name="T78" fmla="*/ 514 w 580"/>
                <a:gd name="T79" fmla="*/ 78 h 1724"/>
                <a:gd name="T80" fmla="*/ 538 w 580"/>
                <a:gd name="T81" fmla="*/ 48 h 1724"/>
                <a:gd name="T82" fmla="*/ 558 w 580"/>
                <a:gd name="T83" fmla="*/ 24 h 1724"/>
                <a:gd name="T84" fmla="*/ 580 w 580"/>
                <a:gd name="T85" fmla="*/ 4 h 1724"/>
                <a:gd name="T86" fmla="*/ 580 w 580"/>
                <a:gd name="T87" fmla="*/ 4 h 1724"/>
                <a:gd name="T88" fmla="*/ 496 w 580"/>
                <a:gd name="T89" fmla="*/ 0 h 1724"/>
                <a:gd name="T90" fmla="*/ 412 w 580"/>
                <a:gd name="T91" fmla="*/ 0 h 1724"/>
                <a:gd name="T92" fmla="*/ 362 w 580"/>
                <a:gd name="T93" fmla="*/ 2 h 1724"/>
                <a:gd name="T94" fmla="*/ 312 w 580"/>
                <a:gd name="T95" fmla="*/ 4 h 1724"/>
                <a:gd name="T96" fmla="*/ 260 w 580"/>
                <a:gd name="T97" fmla="*/ 8 h 1724"/>
                <a:gd name="T98" fmla="*/ 210 w 580"/>
                <a:gd name="T99" fmla="*/ 14 h 1724"/>
                <a:gd name="T100" fmla="*/ 160 w 580"/>
                <a:gd name="T101" fmla="*/ 22 h 1724"/>
                <a:gd name="T102" fmla="*/ 116 w 580"/>
                <a:gd name="T103" fmla="*/ 30 h 1724"/>
                <a:gd name="T104" fmla="*/ 76 w 580"/>
                <a:gd name="T105" fmla="*/ 44 h 1724"/>
                <a:gd name="T106" fmla="*/ 58 w 580"/>
                <a:gd name="T107" fmla="*/ 50 h 1724"/>
                <a:gd name="T108" fmla="*/ 42 w 580"/>
                <a:gd name="T109" fmla="*/ 58 h 1724"/>
                <a:gd name="T110" fmla="*/ 28 w 580"/>
                <a:gd name="T111" fmla="*/ 68 h 1724"/>
                <a:gd name="T112" fmla="*/ 16 w 580"/>
                <a:gd name="T113" fmla="*/ 76 h 1724"/>
                <a:gd name="T114" fmla="*/ 8 w 580"/>
                <a:gd name="T115" fmla="*/ 88 h 1724"/>
                <a:gd name="T116" fmla="*/ 0 w 580"/>
                <a:gd name="T117" fmla="*/ 98 h 17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80" h="1724">
                  <a:moveTo>
                    <a:pt x="0" y="98"/>
                  </a:moveTo>
                  <a:lnTo>
                    <a:pt x="0" y="98"/>
                  </a:lnTo>
                  <a:lnTo>
                    <a:pt x="6" y="142"/>
                  </a:lnTo>
                  <a:lnTo>
                    <a:pt x="22" y="258"/>
                  </a:lnTo>
                  <a:lnTo>
                    <a:pt x="40" y="436"/>
                  </a:lnTo>
                  <a:lnTo>
                    <a:pt x="50" y="544"/>
                  </a:lnTo>
                  <a:lnTo>
                    <a:pt x="60" y="660"/>
                  </a:lnTo>
                  <a:lnTo>
                    <a:pt x="70" y="784"/>
                  </a:lnTo>
                  <a:lnTo>
                    <a:pt x="78" y="914"/>
                  </a:lnTo>
                  <a:lnTo>
                    <a:pt x="84" y="1048"/>
                  </a:lnTo>
                  <a:lnTo>
                    <a:pt x="88" y="1182"/>
                  </a:lnTo>
                  <a:lnTo>
                    <a:pt x="90" y="1318"/>
                  </a:lnTo>
                  <a:lnTo>
                    <a:pt x="86" y="1452"/>
                  </a:lnTo>
                  <a:lnTo>
                    <a:pt x="80" y="1582"/>
                  </a:lnTo>
                  <a:lnTo>
                    <a:pt x="76" y="1644"/>
                  </a:lnTo>
                  <a:lnTo>
                    <a:pt x="70" y="1706"/>
                  </a:lnTo>
                  <a:lnTo>
                    <a:pt x="70" y="1706"/>
                  </a:lnTo>
                  <a:lnTo>
                    <a:pt x="94" y="1712"/>
                  </a:lnTo>
                  <a:lnTo>
                    <a:pt x="120" y="1716"/>
                  </a:lnTo>
                  <a:lnTo>
                    <a:pt x="154" y="1720"/>
                  </a:lnTo>
                  <a:lnTo>
                    <a:pt x="194" y="1724"/>
                  </a:lnTo>
                  <a:lnTo>
                    <a:pt x="236" y="1722"/>
                  </a:lnTo>
                  <a:lnTo>
                    <a:pt x="258" y="1720"/>
                  </a:lnTo>
                  <a:lnTo>
                    <a:pt x="280" y="1718"/>
                  </a:lnTo>
                  <a:lnTo>
                    <a:pt x="302" y="1712"/>
                  </a:lnTo>
                  <a:lnTo>
                    <a:pt x="324" y="1706"/>
                  </a:lnTo>
                  <a:lnTo>
                    <a:pt x="324" y="1706"/>
                  </a:lnTo>
                  <a:lnTo>
                    <a:pt x="386" y="1020"/>
                  </a:lnTo>
                  <a:lnTo>
                    <a:pt x="430" y="522"/>
                  </a:lnTo>
                  <a:lnTo>
                    <a:pt x="444" y="342"/>
                  </a:lnTo>
                  <a:lnTo>
                    <a:pt x="448" y="280"/>
                  </a:lnTo>
                  <a:lnTo>
                    <a:pt x="448" y="244"/>
                  </a:lnTo>
                  <a:lnTo>
                    <a:pt x="448" y="244"/>
                  </a:lnTo>
                  <a:lnTo>
                    <a:pt x="450" y="222"/>
                  </a:lnTo>
                  <a:lnTo>
                    <a:pt x="454" y="198"/>
                  </a:lnTo>
                  <a:lnTo>
                    <a:pt x="460" y="176"/>
                  </a:lnTo>
                  <a:lnTo>
                    <a:pt x="470" y="156"/>
                  </a:lnTo>
                  <a:lnTo>
                    <a:pt x="480" y="134"/>
                  </a:lnTo>
                  <a:lnTo>
                    <a:pt x="490" y="114"/>
                  </a:lnTo>
                  <a:lnTo>
                    <a:pt x="514" y="78"/>
                  </a:lnTo>
                  <a:lnTo>
                    <a:pt x="538" y="48"/>
                  </a:lnTo>
                  <a:lnTo>
                    <a:pt x="558" y="24"/>
                  </a:lnTo>
                  <a:lnTo>
                    <a:pt x="580" y="4"/>
                  </a:lnTo>
                  <a:lnTo>
                    <a:pt x="580" y="4"/>
                  </a:lnTo>
                  <a:lnTo>
                    <a:pt x="496" y="0"/>
                  </a:lnTo>
                  <a:lnTo>
                    <a:pt x="412" y="0"/>
                  </a:lnTo>
                  <a:lnTo>
                    <a:pt x="362" y="2"/>
                  </a:lnTo>
                  <a:lnTo>
                    <a:pt x="312" y="4"/>
                  </a:lnTo>
                  <a:lnTo>
                    <a:pt x="260" y="8"/>
                  </a:lnTo>
                  <a:lnTo>
                    <a:pt x="210" y="14"/>
                  </a:lnTo>
                  <a:lnTo>
                    <a:pt x="160" y="22"/>
                  </a:lnTo>
                  <a:lnTo>
                    <a:pt x="116" y="30"/>
                  </a:lnTo>
                  <a:lnTo>
                    <a:pt x="76" y="44"/>
                  </a:lnTo>
                  <a:lnTo>
                    <a:pt x="58" y="50"/>
                  </a:lnTo>
                  <a:lnTo>
                    <a:pt x="42" y="58"/>
                  </a:lnTo>
                  <a:lnTo>
                    <a:pt x="28" y="68"/>
                  </a:lnTo>
                  <a:lnTo>
                    <a:pt x="16" y="76"/>
                  </a:lnTo>
                  <a:lnTo>
                    <a:pt x="8" y="88"/>
                  </a:lnTo>
                  <a:lnTo>
                    <a:pt x="0" y="9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5" name="任意多边形 64"/>
            <p:cNvSpPr/>
            <p:nvPr>
              <p:custDataLst>
                <p:tags r:id="rId39"/>
              </p:custDataLst>
            </p:nvPr>
          </p:nvSpPr>
          <p:spPr bwMode="auto">
            <a:xfrm>
              <a:off x="2818" y="4653"/>
              <a:ext cx="418" cy="2066"/>
            </a:xfrm>
            <a:custGeom>
              <a:avLst/>
              <a:gdLst>
                <a:gd name="T0" fmla="*/ 346 w 348"/>
                <a:gd name="T1" fmla="*/ 24 h 1722"/>
                <a:gd name="T2" fmla="*/ 346 w 348"/>
                <a:gd name="T3" fmla="*/ 24 h 1722"/>
                <a:gd name="T4" fmla="*/ 346 w 348"/>
                <a:gd name="T5" fmla="*/ 64 h 1722"/>
                <a:gd name="T6" fmla="*/ 348 w 348"/>
                <a:gd name="T7" fmla="*/ 178 h 1722"/>
                <a:gd name="T8" fmla="*/ 348 w 348"/>
                <a:gd name="T9" fmla="*/ 354 h 1722"/>
                <a:gd name="T10" fmla="*/ 344 w 348"/>
                <a:gd name="T11" fmla="*/ 460 h 1722"/>
                <a:gd name="T12" fmla="*/ 340 w 348"/>
                <a:gd name="T13" fmla="*/ 578 h 1722"/>
                <a:gd name="T14" fmla="*/ 334 w 348"/>
                <a:gd name="T15" fmla="*/ 704 h 1722"/>
                <a:gd name="T16" fmla="*/ 326 w 348"/>
                <a:gd name="T17" fmla="*/ 838 h 1722"/>
                <a:gd name="T18" fmla="*/ 314 w 348"/>
                <a:gd name="T19" fmla="*/ 978 h 1722"/>
                <a:gd name="T20" fmla="*/ 298 w 348"/>
                <a:gd name="T21" fmla="*/ 1124 h 1722"/>
                <a:gd name="T22" fmla="*/ 280 w 348"/>
                <a:gd name="T23" fmla="*/ 1270 h 1722"/>
                <a:gd name="T24" fmla="*/ 256 w 348"/>
                <a:gd name="T25" fmla="*/ 1420 h 1722"/>
                <a:gd name="T26" fmla="*/ 244 w 348"/>
                <a:gd name="T27" fmla="*/ 1494 h 1722"/>
                <a:gd name="T28" fmla="*/ 228 w 348"/>
                <a:gd name="T29" fmla="*/ 1568 h 1722"/>
                <a:gd name="T30" fmla="*/ 214 w 348"/>
                <a:gd name="T31" fmla="*/ 1642 h 1722"/>
                <a:gd name="T32" fmla="*/ 196 w 348"/>
                <a:gd name="T33" fmla="*/ 1714 h 1722"/>
                <a:gd name="T34" fmla="*/ 196 w 348"/>
                <a:gd name="T35" fmla="*/ 1714 h 1722"/>
                <a:gd name="T36" fmla="*/ 178 w 348"/>
                <a:gd name="T37" fmla="*/ 1718 h 1722"/>
                <a:gd name="T38" fmla="*/ 158 w 348"/>
                <a:gd name="T39" fmla="*/ 1722 h 1722"/>
                <a:gd name="T40" fmla="*/ 132 w 348"/>
                <a:gd name="T41" fmla="*/ 1722 h 1722"/>
                <a:gd name="T42" fmla="*/ 100 w 348"/>
                <a:gd name="T43" fmla="*/ 1722 h 1722"/>
                <a:gd name="T44" fmla="*/ 68 w 348"/>
                <a:gd name="T45" fmla="*/ 1718 h 1722"/>
                <a:gd name="T46" fmla="*/ 50 w 348"/>
                <a:gd name="T47" fmla="*/ 1714 h 1722"/>
                <a:gd name="T48" fmla="*/ 34 w 348"/>
                <a:gd name="T49" fmla="*/ 1710 h 1722"/>
                <a:gd name="T50" fmla="*/ 16 w 348"/>
                <a:gd name="T51" fmla="*/ 1702 h 1722"/>
                <a:gd name="T52" fmla="*/ 0 w 348"/>
                <a:gd name="T53" fmla="*/ 1694 h 1722"/>
                <a:gd name="T54" fmla="*/ 0 w 348"/>
                <a:gd name="T55" fmla="*/ 1694 h 1722"/>
                <a:gd name="T56" fmla="*/ 20 w 348"/>
                <a:gd name="T57" fmla="*/ 1246 h 1722"/>
                <a:gd name="T58" fmla="*/ 34 w 348"/>
                <a:gd name="T59" fmla="*/ 906 h 1722"/>
                <a:gd name="T60" fmla="*/ 38 w 348"/>
                <a:gd name="T61" fmla="*/ 770 h 1722"/>
                <a:gd name="T62" fmla="*/ 40 w 348"/>
                <a:gd name="T63" fmla="*/ 680 h 1722"/>
                <a:gd name="T64" fmla="*/ 40 w 348"/>
                <a:gd name="T65" fmla="*/ 680 h 1722"/>
                <a:gd name="T66" fmla="*/ 42 w 348"/>
                <a:gd name="T67" fmla="*/ 608 h 1722"/>
                <a:gd name="T68" fmla="*/ 48 w 348"/>
                <a:gd name="T69" fmla="*/ 520 h 1722"/>
                <a:gd name="T70" fmla="*/ 56 w 348"/>
                <a:gd name="T71" fmla="*/ 422 h 1722"/>
                <a:gd name="T72" fmla="*/ 66 w 348"/>
                <a:gd name="T73" fmla="*/ 322 h 1722"/>
                <a:gd name="T74" fmla="*/ 78 w 348"/>
                <a:gd name="T75" fmla="*/ 230 h 1722"/>
                <a:gd name="T76" fmla="*/ 88 w 348"/>
                <a:gd name="T77" fmla="*/ 148 h 1722"/>
                <a:gd name="T78" fmla="*/ 98 w 348"/>
                <a:gd name="T79" fmla="*/ 90 h 1722"/>
                <a:gd name="T80" fmla="*/ 104 w 348"/>
                <a:gd name="T81" fmla="*/ 58 h 1722"/>
                <a:gd name="T82" fmla="*/ 104 w 348"/>
                <a:gd name="T83" fmla="*/ 58 h 1722"/>
                <a:gd name="T84" fmla="*/ 108 w 348"/>
                <a:gd name="T85" fmla="*/ 52 h 1722"/>
                <a:gd name="T86" fmla="*/ 116 w 348"/>
                <a:gd name="T87" fmla="*/ 44 h 1722"/>
                <a:gd name="T88" fmla="*/ 124 w 348"/>
                <a:gd name="T89" fmla="*/ 36 h 1722"/>
                <a:gd name="T90" fmla="*/ 136 w 348"/>
                <a:gd name="T91" fmla="*/ 30 h 1722"/>
                <a:gd name="T92" fmla="*/ 164 w 348"/>
                <a:gd name="T93" fmla="*/ 16 h 1722"/>
                <a:gd name="T94" fmla="*/ 180 w 348"/>
                <a:gd name="T95" fmla="*/ 10 h 1722"/>
                <a:gd name="T96" fmla="*/ 196 w 348"/>
                <a:gd name="T97" fmla="*/ 6 h 1722"/>
                <a:gd name="T98" fmla="*/ 214 w 348"/>
                <a:gd name="T99" fmla="*/ 2 h 1722"/>
                <a:gd name="T100" fmla="*/ 234 w 348"/>
                <a:gd name="T101" fmla="*/ 0 h 1722"/>
                <a:gd name="T102" fmla="*/ 252 w 348"/>
                <a:gd name="T103" fmla="*/ 0 h 1722"/>
                <a:gd name="T104" fmla="*/ 272 w 348"/>
                <a:gd name="T105" fmla="*/ 0 h 1722"/>
                <a:gd name="T106" fmla="*/ 290 w 348"/>
                <a:gd name="T107" fmla="*/ 2 h 1722"/>
                <a:gd name="T108" fmla="*/ 310 w 348"/>
                <a:gd name="T109" fmla="*/ 8 h 1722"/>
                <a:gd name="T110" fmla="*/ 328 w 348"/>
                <a:gd name="T111" fmla="*/ 14 h 1722"/>
                <a:gd name="T112" fmla="*/ 346 w 348"/>
                <a:gd name="T113" fmla="*/ 24 h 1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8" h="1722">
                  <a:moveTo>
                    <a:pt x="346" y="24"/>
                  </a:moveTo>
                  <a:lnTo>
                    <a:pt x="346" y="24"/>
                  </a:lnTo>
                  <a:lnTo>
                    <a:pt x="346" y="64"/>
                  </a:lnTo>
                  <a:lnTo>
                    <a:pt x="348" y="178"/>
                  </a:lnTo>
                  <a:lnTo>
                    <a:pt x="348" y="354"/>
                  </a:lnTo>
                  <a:lnTo>
                    <a:pt x="344" y="460"/>
                  </a:lnTo>
                  <a:lnTo>
                    <a:pt x="340" y="578"/>
                  </a:lnTo>
                  <a:lnTo>
                    <a:pt x="334" y="704"/>
                  </a:lnTo>
                  <a:lnTo>
                    <a:pt x="326" y="838"/>
                  </a:lnTo>
                  <a:lnTo>
                    <a:pt x="314" y="978"/>
                  </a:lnTo>
                  <a:lnTo>
                    <a:pt x="298" y="1124"/>
                  </a:lnTo>
                  <a:lnTo>
                    <a:pt x="280" y="1270"/>
                  </a:lnTo>
                  <a:lnTo>
                    <a:pt x="256" y="1420"/>
                  </a:lnTo>
                  <a:lnTo>
                    <a:pt x="244" y="1494"/>
                  </a:lnTo>
                  <a:lnTo>
                    <a:pt x="228" y="1568"/>
                  </a:lnTo>
                  <a:lnTo>
                    <a:pt x="214" y="1642"/>
                  </a:lnTo>
                  <a:lnTo>
                    <a:pt x="196" y="1714"/>
                  </a:lnTo>
                  <a:lnTo>
                    <a:pt x="196" y="1714"/>
                  </a:lnTo>
                  <a:lnTo>
                    <a:pt x="178" y="1718"/>
                  </a:lnTo>
                  <a:lnTo>
                    <a:pt x="158" y="1722"/>
                  </a:lnTo>
                  <a:lnTo>
                    <a:pt x="132" y="1722"/>
                  </a:lnTo>
                  <a:lnTo>
                    <a:pt x="100" y="1722"/>
                  </a:lnTo>
                  <a:lnTo>
                    <a:pt x="68" y="1718"/>
                  </a:lnTo>
                  <a:lnTo>
                    <a:pt x="50" y="1714"/>
                  </a:lnTo>
                  <a:lnTo>
                    <a:pt x="34" y="1710"/>
                  </a:lnTo>
                  <a:lnTo>
                    <a:pt x="16" y="1702"/>
                  </a:lnTo>
                  <a:lnTo>
                    <a:pt x="0" y="1694"/>
                  </a:lnTo>
                  <a:lnTo>
                    <a:pt x="0" y="1694"/>
                  </a:lnTo>
                  <a:lnTo>
                    <a:pt x="20" y="1246"/>
                  </a:lnTo>
                  <a:lnTo>
                    <a:pt x="34" y="906"/>
                  </a:lnTo>
                  <a:lnTo>
                    <a:pt x="38" y="770"/>
                  </a:lnTo>
                  <a:lnTo>
                    <a:pt x="40" y="680"/>
                  </a:lnTo>
                  <a:lnTo>
                    <a:pt x="40" y="680"/>
                  </a:lnTo>
                  <a:lnTo>
                    <a:pt x="42" y="608"/>
                  </a:lnTo>
                  <a:lnTo>
                    <a:pt x="48" y="520"/>
                  </a:lnTo>
                  <a:lnTo>
                    <a:pt x="56" y="422"/>
                  </a:lnTo>
                  <a:lnTo>
                    <a:pt x="66" y="322"/>
                  </a:lnTo>
                  <a:lnTo>
                    <a:pt x="78" y="230"/>
                  </a:lnTo>
                  <a:lnTo>
                    <a:pt x="88" y="148"/>
                  </a:lnTo>
                  <a:lnTo>
                    <a:pt x="98" y="90"/>
                  </a:lnTo>
                  <a:lnTo>
                    <a:pt x="104" y="58"/>
                  </a:lnTo>
                  <a:lnTo>
                    <a:pt x="104" y="58"/>
                  </a:lnTo>
                  <a:lnTo>
                    <a:pt x="108" y="52"/>
                  </a:lnTo>
                  <a:lnTo>
                    <a:pt x="116" y="44"/>
                  </a:lnTo>
                  <a:lnTo>
                    <a:pt x="124" y="36"/>
                  </a:lnTo>
                  <a:lnTo>
                    <a:pt x="136" y="30"/>
                  </a:lnTo>
                  <a:lnTo>
                    <a:pt x="164" y="16"/>
                  </a:lnTo>
                  <a:lnTo>
                    <a:pt x="180" y="10"/>
                  </a:lnTo>
                  <a:lnTo>
                    <a:pt x="196" y="6"/>
                  </a:lnTo>
                  <a:lnTo>
                    <a:pt x="214" y="2"/>
                  </a:lnTo>
                  <a:lnTo>
                    <a:pt x="234" y="0"/>
                  </a:lnTo>
                  <a:lnTo>
                    <a:pt x="252" y="0"/>
                  </a:lnTo>
                  <a:lnTo>
                    <a:pt x="272" y="0"/>
                  </a:lnTo>
                  <a:lnTo>
                    <a:pt x="290" y="2"/>
                  </a:lnTo>
                  <a:lnTo>
                    <a:pt x="310" y="8"/>
                  </a:lnTo>
                  <a:lnTo>
                    <a:pt x="328" y="14"/>
                  </a:lnTo>
                  <a:lnTo>
                    <a:pt x="346" y="24"/>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6" name="任意多边形 65"/>
            <p:cNvSpPr/>
            <p:nvPr>
              <p:custDataLst>
                <p:tags r:id="rId40"/>
              </p:custDataLst>
            </p:nvPr>
          </p:nvSpPr>
          <p:spPr bwMode="auto">
            <a:xfrm>
              <a:off x="2818" y="4653"/>
              <a:ext cx="418" cy="2066"/>
            </a:xfrm>
            <a:custGeom>
              <a:avLst/>
              <a:gdLst>
                <a:gd name="T0" fmla="*/ 346 w 348"/>
                <a:gd name="T1" fmla="*/ 24 h 1722"/>
                <a:gd name="T2" fmla="*/ 346 w 348"/>
                <a:gd name="T3" fmla="*/ 24 h 1722"/>
                <a:gd name="T4" fmla="*/ 346 w 348"/>
                <a:gd name="T5" fmla="*/ 64 h 1722"/>
                <a:gd name="T6" fmla="*/ 348 w 348"/>
                <a:gd name="T7" fmla="*/ 178 h 1722"/>
                <a:gd name="T8" fmla="*/ 348 w 348"/>
                <a:gd name="T9" fmla="*/ 354 h 1722"/>
                <a:gd name="T10" fmla="*/ 344 w 348"/>
                <a:gd name="T11" fmla="*/ 460 h 1722"/>
                <a:gd name="T12" fmla="*/ 340 w 348"/>
                <a:gd name="T13" fmla="*/ 578 h 1722"/>
                <a:gd name="T14" fmla="*/ 334 w 348"/>
                <a:gd name="T15" fmla="*/ 704 h 1722"/>
                <a:gd name="T16" fmla="*/ 326 w 348"/>
                <a:gd name="T17" fmla="*/ 838 h 1722"/>
                <a:gd name="T18" fmla="*/ 314 w 348"/>
                <a:gd name="T19" fmla="*/ 978 h 1722"/>
                <a:gd name="T20" fmla="*/ 298 w 348"/>
                <a:gd name="T21" fmla="*/ 1124 h 1722"/>
                <a:gd name="T22" fmla="*/ 280 w 348"/>
                <a:gd name="T23" fmla="*/ 1270 h 1722"/>
                <a:gd name="T24" fmla="*/ 256 w 348"/>
                <a:gd name="T25" fmla="*/ 1420 h 1722"/>
                <a:gd name="T26" fmla="*/ 244 w 348"/>
                <a:gd name="T27" fmla="*/ 1494 h 1722"/>
                <a:gd name="T28" fmla="*/ 228 w 348"/>
                <a:gd name="T29" fmla="*/ 1568 h 1722"/>
                <a:gd name="T30" fmla="*/ 214 w 348"/>
                <a:gd name="T31" fmla="*/ 1642 h 1722"/>
                <a:gd name="T32" fmla="*/ 196 w 348"/>
                <a:gd name="T33" fmla="*/ 1714 h 1722"/>
                <a:gd name="T34" fmla="*/ 196 w 348"/>
                <a:gd name="T35" fmla="*/ 1714 h 1722"/>
                <a:gd name="T36" fmla="*/ 178 w 348"/>
                <a:gd name="T37" fmla="*/ 1718 h 1722"/>
                <a:gd name="T38" fmla="*/ 158 w 348"/>
                <a:gd name="T39" fmla="*/ 1722 h 1722"/>
                <a:gd name="T40" fmla="*/ 132 w 348"/>
                <a:gd name="T41" fmla="*/ 1722 h 1722"/>
                <a:gd name="T42" fmla="*/ 100 w 348"/>
                <a:gd name="T43" fmla="*/ 1722 h 1722"/>
                <a:gd name="T44" fmla="*/ 68 w 348"/>
                <a:gd name="T45" fmla="*/ 1718 h 1722"/>
                <a:gd name="T46" fmla="*/ 50 w 348"/>
                <a:gd name="T47" fmla="*/ 1714 h 1722"/>
                <a:gd name="T48" fmla="*/ 34 w 348"/>
                <a:gd name="T49" fmla="*/ 1710 h 1722"/>
                <a:gd name="T50" fmla="*/ 16 w 348"/>
                <a:gd name="T51" fmla="*/ 1702 h 1722"/>
                <a:gd name="T52" fmla="*/ 0 w 348"/>
                <a:gd name="T53" fmla="*/ 1694 h 1722"/>
                <a:gd name="T54" fmla="*/ 0 w 348"/>
                <a:gd name="T55" fmla="*/ 1694 h 1722"/>
                <a:gd name="T56" fmla="*/ 20 w 348"/>
                <a:gd name="T57" fmla="*/ 1246 h 1722"/>
                <a:gd name="T58" fmla="*/ 34 w 348"/>
                <a:gd name="T59" fmla="*/ 906 h 1722"/>
                <a:gd name="T60" fmla="*/ 38 w 348"/>
                <a:gd name="T61" fmla="*/ 770 h 1722"/>
                <a:gd name="T62" fmla="*/ 40 w 348"/>
                <a:gd name="T63" fmla="*/ 680 h 1722"/>
                <a:gd name="T64" fmla="*/ 40 w 348"/>
                <a:gd name="T65" fmla="*/ 680 h 1722"/>
                <a:gd name="T66" fmla="*/ 42 w 348"/>
                <a:gd name="T67" fmla="*/ 608 h 1722"/>
                <a:gd name="T68" fmla="*/ 48 w 348"/>
                <a:gd name="T69" fmla="*/ 520 h 1722"/>
                <a:gd name="T70" fmla="*/ 56 w 348"/>
                <a:gd name="T71" fmla="*/ 422 h 1722"/>
                <a:gd name="T72" fmla="*/ 66 w 348"/>
                <a:gd name="T73" fmla="*/ 322 h 1722"/>
                <a:gd name="T74" fmla="*/ 78 w 348"/>
                <a:gd name="T75" fmla="*/ 230 h 1722"/>
                <a:gd name="T76" fmla="*/ 88 w 348"/>
                <a:gd name="T77" fmla="*/ 148 h 1722"/>
                <a:gd name="T78" fmla="*/ 98 w 348"/>
                <a:gd name="T79" fmla="*/ 90 h 1722"/>
                <a:gd name="T80" fmla="*/ 104 w 348"/>
                <a:gd name="T81" fmla="*/ 58 h 1722"/>
                <a:gd name="T82" fmla="*/ 104 w 348"/>
                <a:gd name="T83" fmla="*/ 58 h 1722"/>
                <a:gd name="T84" fmla="*/ 108 w 348"/>
                <a:gd name="T85" fmla="*/ 52 h 1722"/>
                <a:gd name="T86" fmla="*/ 116 w 348"/>
                <a:gd name="T87" fmla="*/ 44 h 1722"/>
                <a:gd name="T88" fmla="*/ 124 w 348"/>
                <a:gd name="T89" fmla="*/ 36 h 1722"/>
                <a:gd name="T90" fmla="*/ 136 w 348"/>
                <a:gd name="T91" fmla="*/ 30 h 1722"/>
                <a:gd name="T92" fmla="*/ 164 w 348"/>
                <a:gd name="T93" fmla="*/ 16 h 1722"/>
                <a:gd name="T94" fmla="*/ 180 w 348"/>
                <a:gd name="T95" fmla="*/ 10 h 1722"/>
                <a:gd name="T96" fmla="*/ 196 w 348"/>
                <a:gd name="T97" fmla="*/ 6 h 1722"/>
                <a:gd name="T98" fmla="*/ 214 w 348"/>
                <a:gd name="T99" fmla="*/ 2 h 1722"/>
                <a:gd name="T100" fmla="*/ 234 w 348"/>
                <a:gd name="T101" fmla="*/ 0 h 1722"/>
                <a:gd name="T102" fmla="*/ 252 w 348"/>
                <a:gd name="T103" fmla="*/ 0 h 1722"/>
                <a:gd name="T104" fmla="*/ 272 w 348"/>
                <a:gd name="T105" fmla="*/ 0 h 1722"/>
                <a:gd name="T106" fmla="*/ 290 w 348"/>
                <a:gd name="T107" fmla="*/ 2 h 1722"/>
                <a:gd name="T108" fmla="*/ 310 w 348"/>
                <a:gd name="T109" fmla="*/ 8 h 1722"/>
                <a:gd name="T110" fmla="*/ 328 w 348"/>
                <a:gd name="T111" fmla="*/ 14 h 1722"/>
                <a:gd name="T112" fmla="*/ 346 w 348"/>
                <a:gd name="T113" fmla="*/ 24 h 1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8" h="1722">
                  <a:moveTo>
                    <a:pt x="346" y="24"/>
                  </a:moveTo>
                  <a:lnTo>
                    <a:pt x="346" y="24"/>
                  </a:lnTo>
                  <a:lnTo>
                    <a:pt x="346" y="64"/>
                  </a:lnTo>
                  <a:lnTo>
                    <a:pt x="348" y="178"/>
                  </a:lnTo>
                  <a:lnTo>
                    <a:pt x="348" y="354"/>
                  </a:lnTo>
                  <a:lnTo>
                    <a:pt x="344" y="460"/>
                  </a:lnTo>
                  <a:lnTo>
                    <a:pt x="340" y="578"/>
                  </a:lnTo>
                  <a:lnTo>
                    <a:pt x="334" y="704"/>
                  </a:lnTo>
                  <a:lnTo>
                    <a:pt x="326" y="838"/>
                  </a:lnTo>
                  <a:lnTo>
                    <a:pt x="314" y="978"/>
                  </a:lnTo>
                  <a:lnTo>
                    <a:pt x="298" y="1124"/>
                  </a:lnTo>
                  <a:lnTo>
                    <a:pt x="280" y="1270"/>
                  </a:lnTo>
                  <a:lnTo>
                    <a:pt x="256" y="1420"/>
                  </a:lnTo>
                  <a:lnTo>
                    <a:pt x="244" y="1494"/>
                  </a:lnTo>
                  <a:lnTo>
                    <a:pt x="228" y="1568"/>
                  </a:lnTo>
                  <a:lnTo>
                    <a:pt x="214" y="1642"/>
                  </a:lnTo>
                  <a:lnTo>
                    <a:pt x="196" y="1714"/>
                  </a:lnTo>
                  <a:lnTo>
                    <a:pt x="196" y="1714"/>
                  </a:lnTo>
                  <a:lnTo>
                    <a:pt x="178" y="1718"/>
                  </a:lnTo>
                  <a:lnTo>
                    <a:pt x="158" y="1722"/>
                  </a:lnTo>
                  <a:lnTo>
                    <a:pt x="132" y="1722"/>
                  </a:lnTo>
                  <a:lnTo>
                    <a:pt x="100" y="1722"/>
                  </a:lnTo>
                  <a:lnTo>
                    <a:pt x="68" y="1718"/>
                  </a:lnTo>
                  <a:lnTo>
                    <a:pt x="50" y="1714"/>
                  </a:lnTo>
                  <a:lnTo>
                    <a:pt x="34" y="1710"/>
                  </a:lnTo>
                  <a:lnTo>
                    <a:pt x="16" y="1702"/>
                  </a:lnTo>
                  <a:lnTo>
                    <a:pt x="0" y="1694"/>
                  </a:lnTo>
                  <a:lnTo>
                    <a:pt x="0" y="1694"/>
                  </a:lnTo>
                  <a:lnTo>
                    <a:pt x="20" y="1246"/>
                  </a:lnTo>
                  <a:lnTo>
                    <a:pt x="34" y="906"/>
                  </a:lnTo>
                  <a:lnTo>
                    <a:pt x="38" y="770"/>
                  </a:lnTo>
                  <a:lnTo>
                    <a:pt x="40" y="680"/>
                  </a:lnTo>
                  <a:lnTo>
                    <a:pt x="40" y="680"/>
                  </a:lnTo>
                  <a:lnTo>
                    <a:pt x="42" y="608"/>
                  </a:lnTo>
                  <a:lnTo>
                    <a:pt x="48" y="520"/>
                  </a:lnTo>
                  <a:lnTo>
                    <a:pt x="56" y="422"/>
                  </a:lnTo>
                  <a:lnTo>
                    <a:pt x="66" y="322"/>
                  </a:lnTo>
                  <a:lnTo>
                    <a:pt x="78" y="230"/>
                  </a:lnTo>
                  <a:lnTo>
                    <a:pt x="88" y="148"/>
                  </a:lnTo>
                  <a:lnTo>
                    <a:pt x="98" y="90"/>
                  </a:lnTo>
                  <a:lnTo>
                    <a:pt x="104" y="58"/>
                  </a:lnTo>
                  <a:lnTo>
                    <a:pt x="104" y="58"/>
                  </a:lnTo>
                  <a:lnTo>
                    <a:pt x="108" y="52"/>
                  </a:lnTo>
                  <a:lnTo>
                    <a:pt x="116" y="44"/>
                  </a:lnTo>
                  <a:lnTo>
                    <a:pt x="124" y="36"/>
                  </a:lnTo>
                  <a:lnTo>
                    <a:pt x="136" y="30"/>
                  </a:lnTo>
                  <a:lnTo>
                    <a:pt x="164" y="16"/>
                  </a:lnTo>
                  <a:lnTo>
                    <a:pt x="180" y="10"/>
                  </a:lnTo>
                  <a:lnTo>
                    <a:pt x="196" y="6"/>
                  </a:lnTo>
                  <a:lnTo>
                    <a:pt x="214" y="2"/>
                  </a:lnTo>
                  <a:lnTo>
                    <a:pt x="234" y="0"/>
                  </a:lnTo>
                  <a:lnTo>
                    <a:pt x="252" y="0"/>
                  </a:lnTo>
                  <a:lnTo>
                    <a:pt x="272" y="0"/>
                  </a:lnTo>
                  <a:lnTo>
                    <a:pt x="290" y="2"/>
                  </a:lnTo>
                  <a:lnTo>
                    <a:pt x="310" y="8"/>
                  </a:lnTo>
                  <a:lnTo>
                    <a:pt x="328" y="14"/>
                  </a:lnTo>
                  <a:lnTo>
                    <a:pt x="346" y="2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7" name="任意多边形 66"/>
            <p:cNvSpPr/>
            <p:nvPr>
              <p:custDataLst>
                <p:tags r:id="rId41"/>
              </p:custDataLst>
            </p:nvPr>
          </p:nvSpPr>
          <p:spPr bwMode="auto">
            <a:xfrm>
              <a:off x="2910" y="4809"/>
              <a:ext cx="170" cy="1716"/>
            </a:xfrm>
            <a:custGeom>
              <a:avLst/>
              <a:gdLst>
                <a:gd name="T0" fmla="*/ 142 w 142"/>
                <a:gd name="T1" fmla="*/ 0 h 1430"/>
                <a:gd name="T2" fmla="*/ 142 w 142"/>
                <a:gd name="T3" fmla="*/ 0 h 1430"/>
                <a:gd name="T4" fmla="*/ 136 w 142"/>
                <a:gd name="T5" fmla="*/ 12 h 1430"/>
                <a:gd name="T6" fmla="*/ 128 w 142"/>
                <a:gd name="T7" fmla="*/ 26 h 1430"/>
                <a:gd name="T8" fmla="*/ 120 w 142"/>
                <a:gd name="T9" fmla="*/ 48 h 1430"/>
                <a:gd name="T10" fmla="*/ 112 w 142"/>
                <a:gd name="T11" fmla="*/ 74 h 1430"/>
                <a:gd name="T12" fmla="*/ 104 w 142"/>
                <a:gd name="T13" fmla="*/ 108 h 1430"/>
                <a:gd name="T14" fmla="*/ 98 w 142"/>
                <a:gd name="T15" fmla="*/ 150 h 1430"/>
                <a:gd name="T16" fmla="*/ 94 w 142"/>
                <a:gd name="T17" fmla="*/ 198 h 1430"/>
                <a:gd name="T18" fmla="*/ 94 w 142"/>
                <a:gd name="T19" fmla="*/ 198 h 1430"/>
                <a:gd name="T20" fmla="*/ 80 w 142"/>
                <a:gd name="T21" fmla="*/ 420 h 1430"/>
                <a:gd name="T22" fmla="*/ 56 w 142"/>
                <a:gd name="T23" fmla="*/ 786 h 1430"/>
                <a:gd name="T24" fmla="*/ 42 w 142"/>
                <a:gd name="T25" fmla="*/ 982 h 1430"/>
                <a:gd name="T26" fmla="*/ 28 w 142"/>
                <a:gd name="T27" fmla="*/ 1166 h 1430"/>
                <a:gd name="T28" fmla="*/ 14 w 142"/>
                <a:gd name="T29" fmla="*/ 1322 h 1430"/>
                <a:gd name="T30" fmla="*/ 6 w 142"/>
                <a:gd name="T31" fmla="*/ 1382 h 1430"/>
                <a:gd name="T32" fmla="*/ 0 w 142"/>
                <a:gd name="T33" fmla="*/ 1430 h 1430"/>
                <a:gd name="T34" fmla="*/ 0 w 142"/>
                <a:gd name="T35" fmla="*/ 1430 h 1430"/>
                <a:gd name="T36" fmla="*/ 38 w 142"/>
                <a:gd name="T37" fmla="*/ 858 h 1430"/>
                <a:gd name="T38" fmla="*/ 62 w 142"/>
                <a:gd name="T39" fmla="*/ 442 h 1430"/>
                <a:gd name="T40" fmla="*/ 70 w 142"/>
                <a:gd name="T41" fmla="*/ 290 h 1430"/>
                <a:gd name="T42" fmla="*/ 72 w 142"/>
                <a:gd name="T43" fmla="*/ 238 h 1430"/>
                <a:gd name="T44" fmla="*/ 72 w 142"/>
                <a:gd name="T45" fmla="*/ 206 h 1430"/>
                <a:gd name="T46" fmla="*/ 72 w 142"/>
                <a:gd name="T47" fmla="*/ 206 h 1430"/>
                <a:gd name="T48" fmla="*/ 72 w 142"/>
                <a:gd name="T49" fmla="*/ 188 h 1430"/>
                <a:gd name="T50" fmla="*/ 72 w 142"/>
                <a:gd name="T51" fmla="*/ 168 h 1430"/>
                <a:gd name="T52" fmla="*/ 78 w 142"/>
                <a:gd name="T53" fmla="*/ 134 h 1430"/>
                <a:gd name="T54" fmla="*/ 88 w 142"/>
                <a:gd name="T55" fmla="*/ 102 h 1430"/>
                <a:gd name="T56" fmla="*/ 100 w 142"/>
                <a:gd name="T57" fmla="*/ 74 h 1430"/>
                <a:gd name="T58" fmla="*/ 112 w 142"/>
                <a:gd name="T59" fmla="*/ 50 h 1430"/>
                <a:gd name="T60" fmla="*/ 124 w 142"/>
                <a:gd name="T61" fmla="*/ 28 h 1430"/>
                <a:gd name="T62" fmla="*/ 142 w 142"/>
                <a:gd name="T63" fmla="*/ 0 h 1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2" h="1430">
                  <a:moveTo>
                    <a:pt x="142" y="0"/>
                  </a:moveTo>
                  <a:lnTo>
                    <a:pt x="142" y="0"/>
                  </a:lnTo>
                  <a:lnTo>
                    <a:pt x="136" y="12"/>
                  </a:lnTo>
                  <a:lnTo>
                    <a:pt x="128" y="26"/>
                  </a:lnTo>
                  <a:lnTo>
                    <a:pt x="120" y="48"/>
                  </a:lnTo>
                  <a:lnTo>
                    <a:pt x="112" y="74"/>
                  </a:lnTo>
                  <a:lnTo>
                    <a:pt x="104" y="108"/>
                  </a:lnTo>
                  <a:lnTo>
                    <a:pt x="98" y="150"/>
                  </a:lnTo>
                  <a:lnTo>
                    <a:pt x="94" y="198"/>
                  </a:lnTo>
                  <a:lnTo>
                    <a:pt x="94" y="198"/>
                  </a:lnTo>
                  <a:lnTo>
                    <a:pt x="80" y="420"/>
                  </a:lnTo>
                  <a:lnTo>
                    <a:pt x="56" y="786"/>
                  </a:lnTo>
                  <a:lnTo>
                    <a:pt x="42" y="982"/>
                  </a:lnTo>
                  <a:lnTo>
                    <a:pt x="28" y="1166"/>
                  </a:lnTo>
                  <a:lnTo>
                    <a:pt x="14" y="1322"/>
                  </a:lnTo>
                  <a:lnTo>
                    <a:pt x="6" y="1382"/>
                  </a:lnTo>
                  <a:lnTo>
                    <a:pt x="0" y="1430"/>
                  </a:lnTo>
                  <a:lnTo>
                    <a:pt x="0" y="1430"/>
                  </a:lnTo>
                  <a:lnTo>
                    <a:pt x="38" y="858"/>
                  </a:lnTo>
                  <a:lnTo>
                    <a:pt x="62" y="442"/>
                  </a:lnTo>
                  <a:lnTo>
                    <a:pt x="70" y="290"/>
                  </a:lnTo>
                  <a:lnTo>
                    <a:pt x="72" y="238"/>
                  </a:lnTo>
                  <a:lnTo>
                    <a:pt x="72" y="206"/>
                  </a:lnTo>
                  <a:lnTo>
                    <a:pt x="72" y="206"/>
                  </a:lnTo>
                  <a:lnTo>
                    <a:pt x="72" y="188"/>
                  </a:lnTo>
                  <a:lnTo>
                    <a:pt x="72" y="168"/>
                  </a:lnTo>
                  <a:lnTo>
                    <a:pt x="78" y="134"/>
                  </a:lnTo>
                  <a:lnTo>
                    <a:pt x="88" y="102"/>
                  </a:lnTo>
                  <a:lnTo>
                    <a:pt x="100" y="74"/>
                  </a:lnTo>
                  <a:lnTo>
                    <a:pt x="112" y="50"/>
                  </a:lnTo>
                  <a:lnTo>
                    <a:pt x="124" y="28"/>
                  </a:lnTo>
                  <a:lnTo>
                    <a:pt x="142" y="0"/>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8" name="任意多边形 67"/>
            <p:cNvSpPr/>
            <p:nvPr>
              <p:custDataLst>
                <p:tags r:id="rId42"/>
              </p:custDataLst>
            </p:nvPr>
          </p:nvSpPr>
          <p:spPr bwMode="auto">
            <a:xfrm>
              <a:off x="2910" y="4809"/>
              <a:ext cx="170" cy="1716"/>
            </a:xfrm>
            <a:custGeom>
              <a:avLst/>
              <a:gdLst>
                <a:gd name="T0" fmla="*/ 142 w 142"/>
                <a:gd name="T1" fmla="*/ 0 h 1430"/>
                <a:gd name="T2" fmla="*/ 142 w 142"/>
                <a:gd name="T3" fmla="*/ 0 h 1430"/>
                <a:gd name="T4" fmla="*/ 136 w 142"/>
                <a:gd name="T5" fmla="*/ 12 h 1430"/>
                <a:gd name="T6" fmla="*/ 128 w 142"/>
                <a:gd name="T7" fmla="*/ 26 h 1430"/>
                <a:gd name="T8" fmla="*/ 120 w 142"/>
                <a:gd name="T9" fmla="*/ 48 h 1430"/>
                <a:gd name="T10" fmla="*/ 112 w 142"/>
                <a:gd name="T11" fmla="*/ 74 h 1430"/>
                <a:gd name="T12" fmla="*/ 104 w 142"/>
                <a:gd name="T13" fmla="*/ 108 h 1430"/>
                <a:gd name="T14" fmla="*/ 98 w 142"/>
                <a:gd name="T15" fmla="*/ 150 h 1430"/>
                <a:gd name="T16" fmla="*/ 94 w 142"/>
                <a:gd name="T17" fmla="*/ 198 h 1430"/>
                <a:gd name="T18" fmla="*/ 94 w 142"/>
                <a:gd name="T19" fmla="*/ 198 h 1430"/>
                <a:gd name="T20" fmla="*/ 80 w 142"/>
                <a:gd name="T21" fmla="*/ 420 h 1430"/>
                <a:gd name="T22" fmla="*/ 56 w 142"/>
                <a:gd name="T23" fmla="*/ 786 h 1430"/>
                <a:gd name="T24" fmla="*/ 42 w 142"/>
                <a:gd name="T25" fmla="*/ 982 h 1430"/>
                <a:gd name="T26" fmla="*/ 28 w 142"/>
                <a:gd name="T27" fmla="*/ 1166 h 1430"/>
                <a:gd name="T28" fmla="*/ 14 w 142"/>
                <a:gd name="T29" fmla="*/ 1322 h 1430"/>
                <a:gd name="T30" fmla="*/ 6 w 142"/>
                <a:gd name="T31" fmla="*/ 1382 h 1430"/>
                <a:gd name="T32" fmla="*/ 0 w 142"/>
                <a:gd name="T33" fmla="*/ 1430 h 1430"/>
                <a:gd name="T34" fmla="*/ 0 w 142"/>
                <a:gd name="T35" fmla="*/ 1430 h 1430"/>
                <a:gd name="T36" fmla="*/ 38 w 142"/>
                <a:gd name="T37" fmla="*/ 858 h 1430"/>
                <a:gd name="T38" fmla="*/ 62 w 142"/>
                <a:gd name="T39" fmla="*/ 442 h 1430"/>
                <a:gd name="T40" fmla="*/ 70 w 142"/>
                <a:gd name="T41" fmla="*/ 290 h 1430"/>
                <a:gd name="T42" fmla="*/ 72 w 142"/>
                <a:gd name="T43" fmla="*/ 238 h 1430"/>
                <a:gd name="T44" fmla="*/ 72 w 142"/>
                <a:gd name="T45" fmla="*/ 206 h 1430"/>
                <a:gd name="T46" fmla="*/ 72 w 142"/>
                <a:gd name="T47" fmla="*/ 206 h 1430"/>
                <a:gd name="T48" fmla="*/ 72 w 142"/>
                <a:gd name="T49" fmla="*/ 188 h 1430"/>
                <a:gd name="T50" fmla="*/ 72 w 142"/>
                <a:gd name="T51" fmla="*/ 168 h 1430"/>
                <a:gd name="T52" fmla="*/ 78 w 142"/>
                <a:gd name="T53" fmla="*/ 134 h 1430"/>
                <a:gd name="T54" fmla="*/ 88 w 142"/>
                <a:gd name="T55" fmla="*/ 102 h 1430"/>
                <a:gd name="T56" fmla="*/ 100 w 142"/>
                <a:gd name="T57" fmla="*/ 74 h 1430"/>
                <a:gd name="T58" fmla="*/ 112 w 142"/>
                <a:gd name="T59" fmla="*/ 50 h 1430"/>
                <a:gd name="T60" fmla="*/ 124 w 142"/>
                <a:gd name="T61" fmla="*/ 28 h 1430"/>
                <a:gd name="T62" fmla="*/ 142 w 142"/>
                <a:gd name="T63" fmla="*/ 0 h 1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2" h="1430">
                  <a:moveTo>
                    <a:pt x="142" y="0"/>
                  </a:moveTo>
                  <a:lnTo>
                    <a:pt x="142" y="0"/>
                  </a:lnTo>
                  <a:lnTo>
                    <a:pt x="136" y="12"/>
                  </a:lnTo>
                  <a:lnTo>
                    <a:pt x="128" y="26"/>
                  </a:lnTo>
                  <a:lnTo>
                    <a:pt x="120" y="48"/>
                  </a:lnTo>
                  <a:lnTo>
                    <a:pt x="112" y="74"/>
                  </a:lnTo>
                  <a:lnTo>
                    <a:pt x="104" y="108"/>
                  </a:lnTo>
                  <a:lnTo>
                    <a:pt x="98" y="150"/>
                  </a:lnTo>
                  <a:lnTo>
                    <a:pt x="94" y="198"/>
                  </a:lnTo>
                  <a:lnTo>
                    <a:pt x="94" y="198"/>
                  </a:lnTo>
                  <a:lnTo>
                    <a:pt x="80" y="420"/>
                  </a:lnTo>
                  <a:lnTo>
                    <a:pt x="56" y="786"/>
                  </a:lnTo>
                  <a:lnTo>
                    <a:pt x="42" y="982"/>
                  </a:lnTo>
                  <a:lnTo>
                    <a:pt x="28" y="1166"/>
                  </a:lnTo>
                  <a:lnTo>
                    <a:pt x="14" y="1322"/>
                  </a:lnTo>
                  <a:lnTo>
                    <a:pt x="6" y="1382"/>
                  </a:lnTo>
                  <a:lnTo>
                    <a:pt x="0" y="1430"/>
                  </a:lnTo>
                  <a:lnTo>
                    <a:pt x="0" y="1430"/>
                  </a:lnTo>
                  <a:lnTo>
                    <a:pt x="38" y="858"/>
                  </a:lnTo>
                  <a:lnTo>
                    <a:pt x="62" y="442"/>
                  </a:lnTo>
                  <a:lnTo>
                    <a:pt x="70" y="290"/>
                  </a:lnTo>
                  <a:lnTo>
                    <a:pt x="72" y="238"/>
                  </a:lnTo>
                  <a:lnTo>
                    <a:pt x="72" y="206"/>
                  </a:lnTo>
                  <a:lnTo>
                    <a:pt x="72" y="206"/>
                  </a:lnTo>
                  <a:lnTo>
                    <a:pt x="72" y="188"/>
                  </a:lnTo>
                  <a:lnTo>
                    <a:pt x="72" y="168"/>
                  </a:lnTo>
                  <a:lnTo>
                    <a:pt x="78" y="134"/>
                  </a:lnTo>
                  <a:lnTo>
                    <a:pt x="88" y="102"/>
                  </a:lnTo>
                  <a:lnTo>
                    <a:pt x="100" y="74"/>
                  </a:lnTo>
                  <a:lnTo>
                    <a:pt x="112" y="50"/>
                  </a:lnTo>
                  <a:lnTo>
                    <a:pt x="124" y="28"/>
                  </a:lnTo>
                  <a:lnTo>
                    <a:pt x="14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69" name="任意多边形 68"/>
            <p:cNvSpPr/>
            <p:nvPr>
              <p:custDataLst>
                <p:tags r:id="rId43"/>
              </p:custDataLst>
            </p:nvPr>
          </p:nvSpPr>
          <p:spPr bwMode="auto">
            <a:xfrm>
              <a:off x="1986" y="3376"/>
              <a:ext cx="1339" cy="1522"/>
            </a:xfrm>
            <a:custGeom>
              <a:avLst/>
              <a:gdLst>
                <a:gd name="T0" fmla="*/ 224 w 1116"/>
                <a:gd name="T1" fmla="*/ 22 h 1268"/>
                <a:gd name="T2" fmla="*/ 224 w 1116"/>
                <a:gd name="T3" fmla="*/ 22 h 1268"/>
                <a:gd name="T4" fmla="*/ 130 w 1116"/>
                <a:gd name="T5" fmla="*/ 42 h 1268"/>
                <a:gd name="T6" fmla="*/ 58 w 1116"/>
                <a:gd name="T7" fmla="*/ 58 h 1268"/>
                <a:gd name="T8" fmla="*/ 8 w 1116"/>
                <a:gd name="T9" fmla="*/ 70 h 1268"/>
                <a:gd name="T10" fmla="*/ 8 w 1116"/>
                <a:gd name="T11" fmla="*/ 70 h 1268"/>
                <a:gd name="T12" fmla="*/ 2 w 1116"/>
                <a:gd name="T13" fmla="*/ 74 h 1268"/>
                <a:gd name="T14" fmla="*/ 0 w 1116"/>
                <a:gd name="T15" fmla="*/ 82 h 1268"/>
                <a:gd name="T16" fmla="*/ 0 w 1116"/>
                <a:gd name="T17" fmla="*/ 90 h 1268"/>
                <a:gd name="T18" fmla="*/ 4 w 1116"/>
                <a:gd name="T19" fmla="*/ 102 h 1268"/>
                <a:gd name="T20" fmla="*/ 18 w 1116"/>
                <a:gd name="T21" fmla="*/ 132 h 1268"/>
                <a:gd name="T22" fmla="*/ 38 w 1116"/>
                <a:gd name="T23" fmla="*/ 170 h 1268"/>
                <a:gd name="T24" fmla="*/ 90 w 1116"/>
                <a:gd name="T25" fmla="*/ 260 h 1268"/>
                <a:gd name="T26" fmla="*/ 116 w 1116"/>
                <a:gd name="T27" fmla="*/ 308 h 1268"/>
                <a:gd name="T28" fmla="*/ 140 w 1116"/>
                <a:gd name="T29" fmla="*/ 356 h 1268"/>
                <a:gd name="T30" fmla="*/ 140 w 1116"/>
                <a:gd name="T31" fmla="*/ 356 h 1268"/>
                <a:gd name="T32" fmla="*/ 150 w 1116"/>
                <a:gd name="T33" fmla="*/ 386 h 1268"/>
                <a:gd name="T34" fmla="*/ 164 w 1116"/>
                <a:gd name="T35" fmla="*/ 424 h 1268"/>
                <a:gd name="T36" fmla="*/ 196 w 1116"/>
                <a:gd name="T37" fmla="*/ 526 h 1268"/>
                <a:gd name="T38" fmla="*/ 234 w 1116"/>
                <a:gd name="T39" fmla="*/ 650 h 1268"/>
                <a:gd name="T40" fmla="*/ 270 w 1116"/>
                <a:gd name="T41" fmla="*/ 788 h 1268"/>
                <a:gd name="T42" fmla="*/ 306 w 1116"/>
                <a:gd name="T43" fmla="*/ 928 h 1268"/>
                <a:gd name="T44" fmla="*/ 336 w 1116"/>
                <a:gd name="T45" fmla="*/ 1062 h 1268"/>
                <a:gd name="T46" fmla="*/ 360 w 1116"/>
                <a:gd name="T47" fmla="*/ 1178 h 1268"/>
                <a:gd name="T48" fmla="*/ 368 w 1116"/>
                <a:gd name="T49" fmla="*/ 1228 h 1268"/>
                <a:gd name="T50" fmla="*/ 372 w 1116"/>
                <a:gd name="T51" fmla="*/ 1268 h 1268"/>
                <a:gd name="T52" fmla="*/ 372 w 1116"/>
                <a:gd name="T53" fmla="*/ 1268 h 1268"/>
                <a:gd name="T54" fmla="*/ 442 w 1116"/>
                <a:gd name="T55" fmla="*/ 1252 h 1268"/>
                <a:gd name="T56" fmla="*/ 602 w 1116"/>
                <a:gd name="T57" fmla="*/ 1212 h 1268"/>
                <a:gd name="T58" fmla="*/ 690 w 1116"/>
                <a:gd name="T59" fmla="*/ 1192 h 1268"/>
                <a:gd name="T60" fmla="*/ 774 w 1116"/>
                <a:gd name="T61" fmla="*/ 1174 h 1268"/>
                <a:gd name="T62" fmla="*/ 842 w 1116"/>
                <a:gd name="T63" fmla="*/ 1162 h 1268"/>
                <a:gd name="T64" fmla="*/ 868 w 1116"/>
                <a:gd name="T65" fmla="*/ 1158 h 1268"/>
                <a:gd name="T66" fmla="*/ 886 w 1116"/>
                <a:gd name="T67" fmla="*/ 1156 h 1268"/>
                <a:gd name="T68" fmla="*/ 886 w 1116"/>
                <a:gd name="T69" fmla="*/ 1078 h 1268"/>
                <a:gd name="T70" fmla="*/ 886 w 1116"/>
                <a:gd name="T71" fmla="*/ 1078 h 1268"/>
                <a:gd name="T72" fmla="*/ 900 w 1116"/>
                <a:gd name="T73" fmla="*/ 1100 h 1268"/>
                <a:gd name="T74" fmla="*/ 910 w 1116"/>
                <a:gd name="T75" fmla="*/ 1122 h 1268"/>
                <a:gd name="T76" fmla="*/ 920 w 1116"/>
                <a:gd name="T77" fmla="*/ 1146 h 1268"/>
                <a:gd name="T78" fmla="*/ 920 w 1116"/>
                <a:gd name="T79" fmla="*/ 1146 h 1268"/>
                <a:gd name="T80" fmla="*/ 1000 w 1116"/>
                <a:gd name="T81" fmla="*/ 1144 h 1268"/>
                <a:gd name="T82" fmla="*/ 1066 w 1116"/>
                <a:gd name="T83" fmla="*/ 1144 h 1268"/>
                <a:gd name="T84" fmla="*/ 1116 w 1116"/>
                <a:gd name="T85" fmla="*/ 1146 h 1268"/>
                <a:gd name="T86" fmla="*/ 1116 w 1116"/>
                <a:gd name="T87" fmla="*/ 1146 h 1268"/>
                <a:gd name="T88" fmla="*/ 1054 w 1116"/>
                <a:gd name="T89" fmla="*/ 998 h 1268"/>
                <a:gd name="T90" fmla="*/ 988 w 1116"/>
                <a:gd name="T91" fmla="*/ 844 h 1268"/>
                <a:gd name="T92" fmla="*/ 906 w 1116"/>
                <a:gd name="T93" fmla="*/ 660 h 1268"/>
                <a:gd name="T94" fmla="*/ 820 w 1116"/>
                <a:gd name="T95" fmla="*/ 464 h 1268"/>
                <a:gd name="T96" fmla="*/ 732 w 1116"/>
                <a:gd name="T97" fmla="*/ 276 h 1268"/>
                <a:gd name="T98" fmla="*/ 692 w 1116"/>
                <a:gd name="T99" fmla="*/ 192 h 1268"/>
                <a:gd name="T100" fmla="*/ 654 w 1116"/>
                <a:gd name="T101" fmla="*/ 116 h 1268"/>
                <a:gd name="T102" fmla="*/ 620 w 1116"/>
                <a:gd name="T103" fmla="*/ 50 h 1268"/>
                <a:gd name="T104" fmla="*/ 590 w 1116"/>
                <a:gd name="T105" fmla="*/ 0 h 1268"/>
                <a:gd name="T106" fmla="*/ 590 w 1116"/>
                <a:gd name="T107" fmla="*/ 0 h 1268"/>
                <a:gd name="T108" fmla="*/ 546 w 1116"/>
                <a:gd name="T109" fmla="*/ 0 h 1268"/>
                <a:gd name="T110" fmla="*/ 442 w 1116"/>
                <a:gd name="T111" fmla="*/ 2 h 1268"/>
                <a:gd name="T112" fmla="*/ 380 w 1116"/>
                <a:gd name="T113" fmla="*/ 6 h 1268"/>
                <a:gd name="T114" fmla="*/ 320 w 1116"/>
                <a:gd name="T115" fmla="*/ 10 h 1268"/>
                <a:gd name="T116" fmla="*/ 266 w 1116"/>
                <a:gd name="T117" fmla="*/ 14 h 1268"/>
                <a:gd name="T118" fmla="*/ 224 w 1116"/>
                <a:gd name="T119" fmla="*/ 22 h 1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6" h="1268">
                  <a:moveTo>
                    <a:pt x="224" y="22"/>
                  </a:moveTo>
                  <a:lnTo>
                    <a:pt x="224" y="22"/>
                  </a:lnTo>
                  <a:lnTo>
                    <a:pt x="130" y="42"/>
                  </a:lnTo>
                  <a:lnTo>
                    <a:pt x="58" y="58"/>
                  </a:lnTo>
                  <a:lnTo>
                    <a:pt x="8" y="70"/>
                  </a:lnTo>
                  <a:lnTo>
                    <a:pt x="8" y="70"/>
                  </a:lnTo>
                  <a:lnTo>
                    <a:pt x="2" y="74"/>
                  </a:lnTo>
                  <a:lnTo>
                    <a:pt x="0" y="82"/>
                  </a:lnTo>
                  <a:lnTo>
                    <a:pt x="0" y="90"/>
                  </a:lnTo>
                  <a:lnTo>
                    <a:pt x="4" y="102"/>
                  </a:lnTo>
                  <a:lnTo>
                    <a:pt x="18" y="132"/>
                  </a:lnTo>
                  <a:lnTo>
                    <a:pt x="38" y="170"/>
                  </a:lnTo>
                  <a:lnTo>
                    <a:pt x="90" y="260"/>
                  </a:lnTo>
                  <a:lnTo>
                    <a:pt x="116" y="308"/>
                  </a:lnTo>
                  <a:lnTo>
                    <a:pt x="140" y="356"/>
                  </a:lnTo>
                  <a:lnTo>
                    <a:pt x="140" y="356"/>
                  </a:lnTo>
                  <a:lnTo>
                    <a:pt x="150" y="386"/>
                  </a:lnTo>
                  <a:lnTo>
                    <a:pt x="164" y="424"/>
                  </a:lnTo>
                  <a:lnTo>
                    <a:pt x="196" y="526"/>
                  </a:lnTo>
                  <a:lnTo>
                    <a:pt x="234" y="650"/>
                  </a:lnTo>
                  <a:lnTo>
                    <a:pt x="270" y="788"/>
                  </a:lnTo>
                  <a:lnTo>
                    <a:pt x="306" y="928"/>
                  </a:lnTo>
                  <a:lnTo>
                    <a:pt x="336" y="1062"/>
                  </a:lnTo>
                  <a:lnTo>
                    <a:pt x="360" y="1178"/>
                  </a:lnTo>
                  <a:lnTo>
                    <a:pt x="368" y="1228"/>
                  </a:lnTo>
                  <a:lnTo>
                    <a:pt x="372" y="1268"/>
                  </a:lnTo>
                  <a:lnTo>
                    <a:pt x="372" y="1268"/>
                  </a:lnTo>
                  <a:lnTo>
                    <a:pt x="442" y="1252"/>
                  </a:lnTo>
                  <a:lnTo>
                    <a:pt x="602" y="1212"/>
                  </a:lnTo>
                  <a:lnTo>
                    <a:pt x="690" y="1192"/>
                  </a:lnTo>
                  <a:lnTo>
                    <a:pt x="774" y="1174"/>
                  </a:lnTo>
                  <a:lnTo>
                    <a:pt x="842" y="1162"/>
                  </a:lnTo>
                  <a:lnTo>
                    <a:pt x="868" y="1158"/>
                  </a:lnTo>
                  <a:lnTo>
                    <a:pt x="886" y="1156"/>
                  </a:lnTo>
                  <a:lnTo>
                    <a:pt x="886" y="1078"/>
                  </a:lnTo>
                  <a:lnTo>
                    <a:pt x="886" y="1078"/>
                  </a:lnTo>
                  <a:lnTo>
                    <a:pt x="900" y="1100"/>
                  </a:lnTo>
                  <a:lnTo>
                    <a:pt x="910" y="1122"/>
                  </a:lnTo>
                  <a:lnTo>
                    <a:pt x="920" y="1146"/>
                  </a:lnTo>
                  <a:lnTo>
                    <a:pt x="920" y="1146"/>
                  </a:lnTo>
                  <a:lnTo>
                    <a:pt x="1000" y="1144"/>
                  </a:lnTo>
                  <a:lnTo>
                    <a:pt x="1066" y="1144"/>
                  </a:lnTo>
                  <a:lnTo>
                    <a:pt x="1116" y="1146"/>
                  </a:lnTo>
                  <a:lnTo>
                    <a:pt x="1116" y="1146"/>
                  </a:lnTo>
                  <a:lnTo>
                    <a:pt x="1054" y="998"/>
                  </a:lnTo>
                  <a:lnTo>
                    <a:pt x="988" y="844"/>
                  </a:lnTo>
                  <a:lnTo>
                    <a:pt x="906" y="660"/>
                  </a:lnTo>
                  <a:lnTo>
                    <a:pt x="820" y="464"/>
                  </a:lnTo>
                  <a:lnTo>
                    <a:pt x="732" y="276"/>
                  </a:lnTo>
                  <a:lnTo>
                    <a:pt x="692" y="192"/>
                  </a:lnTo>
                  <a:lnTo>
                    <a:pt x="654" y="116"/>
                  </a:lnTo>
                  <a:lnTo>
                    <a:pt x="620" y="50"/>
                  </a:lnTo>
                  <a:lnTo>
                    <a:pt x="590" y="0"/>
                  </a:lnTo>
                  <a:lnTo>
                    <a:pt x="590" y="0"/>
                  </a:lnTo>
                  <a:lnTo>
                    <a:pt x="546" y="0"/>
                  </a:lnTo>
                  <a:lnTo>
                    <a:pt x="442" y="2"/>
                  </a:lnTo>
                  <a:lnTo>
                    <a:pt x="380" y="6"/>
                  </a:lnTo>
                  <a:lnTo>
                    <a:pt x="320" y="10"/>
                  </a:lnTo>
                  <a:lnTo>
                    <a:pt x="266" y="14"/>
                  </a:lnTo>
                  <a:lnTo>
                    <a:pt x="224" y="22"/>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0" name="任意多边形 69"/>
            <p:cNvSpPr/>
            <p:nvPr>
              <p:custDataLst>
                <p:tags r:id="rId44"/>
              </p:custDataLst>
            </p:nvPr>
          </p:nvSpPr>
          <p:spPr bwMode="auto">
            <a:xfrm>
              <a:off x="1986" y="3376"/>
              <a:ext cx="1339" cy="1522"/>
            </a:xfrm>
            <a:custGeom>
              <a:avLst/>
              <a:gdLst>
                <a:gd name="T0" fmla="*/ 224 w 1116"/>
                <a:gd name="T1" fmla="*/ 22 h 1268"/>
                <a:gd name="T2" fmla="*/ 224 w 1116"/>
                <a:gd name="T3" fmla="*/ 22 h 1268"/>
                <a:gd name="T4" fmla="*/ 130 w 1116"/>
                <a:gd name="T5" fmla="*/ 42 h 1268"/>
                <a:gd name="T6" fmla="*/ 58 w 1116"/>
                <a:gd name="T7" fmla="*/ 58 h 1268"/>
                <a:gd name="T8" fmla="*/ 8 w 1116"/>
                <a:gd name="T9" fmla="*/ 70 h 1268"/>
                <a:gd name="T10" fmla="*/ 8 w 1116"/>
                <a:gd name="T11" fmla="*/ 70 h 1268"/>
                <a:gd name="T12" fmla="*/ 2 w 1116"/>
                <a:gd name="T13" fmla="*/ 74 h 1268"/>
                <a:gd name="T14" fmla="*/ 0 w 1116"/>
                <a:gd name="T15" fmla="*/ 82 h 1268"/>
                <a:gd name="T16" fmla="*/ 0 w 1116"/>
                <a:gd name="T17" fmla="*/ 90 h 1268"/>
                <a:gd name="T18" fmla="*/ 4 w 1116"/>
                <a:gd name="T19" fmla="*/ 102 h 1268"/>
                <a:gd name="T20" fmla="*/ 18 w 1116"/>
                <a:gd name="T21" fmla="*/ 132 h 1268"/>
                <a:gd name="T22" fmla="*/ 38 w 1116"/>
                <a:gd name="T23" fmla="*/ 170 h 1268"/>
                <a:gd name="T24" fmla="*/ 90 w 1116"/>
                <a:gd name="T25" fmla="*/ 260 h 1268"/>
                <a:gd name="T26" fmla="*/ 116 w 1116"/>
                <a:gd name="T27" fmla="*/ 308 h 1268"/>
                <a:gd name="T28" fmla="*/ 140 w 1116"/>
                <a:gd name="T29" fmla="*/ 356 h 1268"/>
                <a:gd name="T30" fmla="*/ 140 w 1116"/>
                <a:gd name="T31" fmla="*/ 356 h 1268"/>
                <a:gd name="T32" fmla="*/ 150 w 1116"/>
                <a:gd name="T33" fmla="*/ 386 h 1268"/>
                <a:gd name="T34" fmla="*/ 164 w 1116"/>
                <a:gd name="T35" fmla="*/ 424 h 1268"/>
                <a:gd name="T36" fmla="*/ 196 w 1116"/>
                <a:gd name="T37" fmla="*/ 526 h 1268"/>
                <a:gd name="T38" fmla="*/ 234 w 1116"/>
                <a:gd name="T39" fmla="*/ 650 h 1268"/>
                <a:gd name="T40" fmla="*/ 270 w 1116"/>
                <a:gd name="T41" fmla="*/ 788 h 1268"/>
                <a:gd name="T42" fmla="*/ 306 w 1116"/>
                <a:gd name="T43" fmla="*/ 928 h 1268"/>
                <a:gd name="T44" fmla="*/ 336 w 1116"/>
                <a:gd name="T45" fmla="*/ 1062 h 1268"/>
                <a:gd name="T46" fmla="*/ 360 w 1116"/>
                <a:gd name="T47" fmla="*/ 1178 h 1268"/>
                <a:gd name="T48" fmla="*/ 368 w 1116"/>
                <a:gd name="T49" fmla="*/ 1228 h 1268"/>
                <a:gd name="T50" fmla="*/ 372 w 1116"/>
                <a:gd name="T51" fmla="*/ 1268 h 1268"/>
                <a:gd name="T52" fmla="*/ 372 w 1116"/>
                <a:gd name="T53" fmla="*/ 1268 h 1268"/>
                <a:gd name="T54" fmla="*/ 442 w 1116"/>
                <a:gd name="T55" fmla="*/ 1252 h 1268"/>
                <a:gd name="T56" fmla="*/ 602 w 1116"/>
                <a:gd name="T57" fmla="*/ 1212 h 1268"/>
                <a:gd name="T58" fmla="*/ 690 w 1116"/>
                <a:gd name="T59" fmla="*/ 1192 h 1268"/>
                <a:gd name="T60" fmla="*/ 774 w 1116"/>
                <a:gd name="T61" fmla="*/ 1174 h 1268"/>
                <a:gd name="T62" fmla="*/ 842 w 1116"/>
                <a:gd name="T63" fmla="*/ 1162 h 1268"/>
                <a:gd name="T64" fmla="*/ 868 w 1116"/>
                <a:gd name="T65" fmla="*/ 1158 h 1268"/>
                <a:gd name="T66" fmla="*/ 886 w 1116"/>
                <a:gd name="T67" fmla="*/ 1156 h 1268"/>
                <a:gd name="T68" fmla="*/ 886 w 1116"/>
                <a:gd name="T69" fmla="*/ 1078 h 1268"/>
                <a:gd name="T70" fmla="*/ 886 w 1116"/>
                <a:gd name="T71" fmla="*/ 1078 h 1268"/>
                <a:gd name="T72" fmla="*/ 900 w 1116"/>
                <a:gd name="T73" fmla="*/ 1100 h 1268"/>
                <a:gd name="T74" fmla="*/ 910 w 1116"/>
                <a:gd name="T75" fmla="*/ 1122 h 1268"/>
                <a:gd name="T76" fmla="*/ 920 w 1116"/>
                <a:gd name="T77" fmla="*/ 1146 h 1268"/>
                <a:gd name="T78" fmla="*/ 920 w 1116"/>
                <a:gd name="T79" fmla="*/ 1146 h 1268"/>
                <a:gd name="T80" fmla="*/ 1000 w 1116"/>
                <a:gd name="T81" fmla="*/ 1144 h 1268"/>
                <a:gd name="T82" fmla="*/ 1066 w 1116"/>
                <a:gd name="T83" fmla="*/ 1144 h 1268"/>
                <a:gd name="T84" fmla="*/ 1116 w 1116"/>
                <a:gd name="T85" fmla="*/ 1146 h 1268"/>
                <a:gd name="T86" fmla="*/ 1116 w 1116"/>
                <a:gd name="T87" fmla="*/ 1146 h 1268"/>
                <a:gd name="T88" fmla="*/ 1054 w 1116"/>
                <a:gd name="T89" fmla="*/ 998 h 1268"/>
                <a:gd name="T90" fmla="*/ 988 w 1116"/>
                <a:gd name="T91" fmla="*/ 844 h 1268"/>
                <a:gd name="T92" fmla="*/ 906 w 1116"/>
                <a:gd name="T93" fmla="*/ 660 h 1268"/>
                <a:gd name="T94" fmla="*/ 820 w 1116"/>
                <a:gd name="T95" fmla="*/ 464 h 1268"/>
                <a:gd name="T96" fmla="*/ 732 w 1116"/>
                <a:gd name="T97" fmla="*/ 276 h 1268"/>
                <a:gd name="T98" fmla="*/ 692 w 1116"/>
                <a:gd name="T99" fmla="*/ 192 h 1268"/>
                <a:gd name="T100" fmla="*/ 654 w 1116"/>
                <a:gd name="T101" fmla="*/ 116 h 1268"/>
                <a:gd name="T102" fmla="*/ 620 w 1116"/>
                <a:gd name="T103" fmla="*/ 50 h 1268"/>
                <a:gd name="T104" fmla="*/ 590 w 1116"/>
                <a:gd name="T105" fmla="*/ 0 h 1268"/>
                <a:gd name="T106" fmla="*/ 590 w 1116"/>
                <a:gd name="T107" fmla="*/ 0 h 1268"/>
                <a:gd name="T108" fmla="*/ 546 w 1116"/>
                <a:gd name="T109" fmla="*/ 0 h 1268"/>
                <a:gd name="T110" fmla="*/ 442 w 1116"/>
                <a:gd name="T111" fmla="*/ 2 h 1268"/>
                <a:gd name="T112" fmla="*/ 380 w 1116"/>
                <a:gd name="T113" fmla="*/ 6 h 1268"/>
                <a:gd name="T114" fmla="*/ 320 w 1116"/>
                <a:gd name="T115" fmla="*/ 10 h 1268"/>
                <a:gd name="T116" fmla="*/ 266 w 1116"/>
                <a:gd name="T117" fmla="*/ 14 h 1268"/>
                <a:gd name="T118" fmla="*/ 224 w 1116"/>
                <a:gd name="T119" fmla="*/ 22 h 1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16" h="1268">
                  <a:moveTo>
                    <a:pt x="224" y="22"/>
                  </a:moveTo>
                  <a:lnTo>
                    <a:pt x="224" y="22"/>
                  </a:lnTo>
                  <a:lnTo>
                    <a:pt x="130" y="42"/>
                  </a:lnTo>
                  <a:lnTo>
                    <a:pt x="58" y="58"/>
                  </a:lnTo>
                  <a:lnTo>
                    <a:pt x="8" y="70"/>
                  </a:lnTo>
                  <a:lnTo>
                    <a:pt x="8" y="70"/>
                  </a:lnTo>
                  <a:lnTo>
                    <a:pt x="2" y="74"/>
                  </a:lnTo>
                  <a:lnTo>
                    <a:pt x="0" y="82"/>
                  </a:lnTo>
                  <a:lnTo>
                    <a:pt x="0" y="90"/>
                  </a:lnTo>
                  <a:lnTo>
                    <a:pt x="4" y="102"/>
                  </a:lnTo>
                  <a:lnTo>
                    <a:pt x="18" y="132"/>
                  </a:lnTo>
                  <a:lnTo>
                    <a:pt x="38" y="170"/>
                  </a:lnTo>
                  <a:lnTo>
                    <a:pt x="90" y="260"/>
                  </a:lnTo>
                  <a:lnTo>
                    <a:pt x="116" y="308"/>
                  </a:lnTo>
                  <a:lnTo>
                    <a:pt x="140" y="356"/>
                  </a:lnTo>
                  <a:lnTo>
                    <a:pt x="140" y="356"/>
                  </a:lnTo>
                  <a:lnTo>
                    <a:pt x="150" y="386"/>
                  </a:lnTo>
                  <a:lnTo>
                    <a:pt x="164" y="424"/>
                  </a:lnTo>
                  <a:lnTo>
                    <a:pt x="196" y="526"/>
                  </a:lnTo>
                  <a:lnTo>
                    <a:pt x="234" y="650"/>
                  </a:lnTo>
                  <a:lnTo>
                    <a:pt x="270" y="788"/>
                  </a:lnTo>
                  <a:lnTo>
                    <a:pt x="306" y="928"/>
                  </a:lnTo>
                  <a:lnTo>
                    <a:pt x="336" y="1062"/>
                  </a:lnTo>
                  <a:lnTo>
                    <a:pt x="360" y="1178"/>
                  </a:lnTo>
                  <a:lnTo>
                    <a:pt x="368" y="1228"/>
                  </a:lnTo>
                  <a:lnTo>
                    <a:pt x="372" y="1268"/>
                  </a:lnTo>
                  <a:lnTo>
                    <a:pt x="372" y="1268"/>
                  </a:lnTo>
                  <a:lnTo>
                    <a:pt x="442" y="1252"/>
                  </a:lnTo>
                  <a:lnTo>
                    <a:pt x="602" y="1212"/>
                  </a:lnTo>
                  <a:lnTo>
                    <a:pt x="690" y="1192"/>
                  </a:lnTo>
                  <a:lnTo>
                    <a:pt x="774" y="1174"/>
                  </a:lnTo>
                  <a:lnTo>
                    <a:pt x="842" y="1162"/>
                  </a:lnTo>
                  <a:lnTo>
                    <a:pt x="868" y="1158"/>
                  </a:lnTo>
                  <a:lnTo>
                    <a:pt x="886" y="1156"/>
                  </a:lnTo>
                  <a:lnTo>
                    <a:pt x="886" y="1078"/>
                  </a:lnTo>
                  <a:lnTo>
                    <a:pt x="886" y="1078"/>
                  </a:lnTo>
                  <a:lnTo>
                    <a:pt x="900" y="1100"/>
                  </a:lnTo>
                  <a:lnTo>
                    <a:pt x="910" y="1122"/>
                  </a:lnTo>
                  <a:lnTo>
                    <a:pt x="920" y="1146"/>
                  </a:lnTo>
                  <a:lnTo>
                    <a:pt x="920" y="1146"/>
                  </a:lnTo>
                  <a:lnTo>
                    <a:pt x="1000" y="1144"/>
                  </a:lnTo>
                  <a:lnTo>
                    <a:pt x="1066" y="1144"/>
                  </a:lnTo>
                  <a:lnTo>
                    <a:pt x="1116" y="1146"/>
                  </a:lnTo>
                  <a:lnTo>
                    <a:pt x="1116" y="1146"/>
                  </a:lnTo>
                  <a:lnTo>
                    <a:pt x="1054" y="998"/>
                  </a:lnTo>
                  <a:lnTo>
                    <a:pt x="988" y="844"/>
                  </a:lnTo>
                  <a:lnTo>
                    <a:pt x="906" y="660"/>
                  </a:lnTo>
                  <a:lnTo>
                    <a:pt x="820" y="464"/>
                  </a:lnTo>
                  <a:lnTo>
                    <a:pt x="732" y="276"/>
                  </a:lnTo>
                  <a:lnTo>
                    <a:pt x="692" y="192"/>
                  </a:lnTo>
                  <a:lnTo>
                    <a:pt x="654" y="116"/>
                  </a:lnTo>
                  <a:lnTo>
                    <a:pt x="620" y="50"/>
                  </a:lnTo>
                  <a:lnTo>
                    <a:pt x="590" y="0"/>
                  </a:lnTo>
                  <a:lnTo>
                    <a:pt x="590" y="0"/>
                  </a:lnTo>
                  <a:lnTo>
                    <a:pt x="546" y="0"/>
                  </a:lnTo>
                  <a:lnTo>
                    <a:pt x="442" y="2"/>
                  </a:lnTo>
                  <a:lnTo>
                    <a:pt x="380" y="6"/>
                  </a:lnTo>
                  <a:lnTo>
                    <a:pt x="320" y="10"/>
                  </a:lnTo>
                  <a:lnTo>
                    <a:pt x="266" y="14"/>
                  </a:lnTo>
                  <a:lnTo>
                    <a:pt x="224" y="2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1" name="任意多边形 70"/>
            <p:cNvSpPr/>
            <p:nvPr>
              <p:custDataLst>
                <p:tags r:id="rId45"/>
              </p:custDataLst>
            </p:nvPr>
          </p:nvSpPr>
          <p:spPr bwMode="auto">
            <a:xfrm>
              <a:off x="2319" y="3196"/>
              <a:ext cx="228" cy="343"/>
            </a:xfrm>
            <a:custGeom>
              <a:avLst/>
              <a:gdLst>
                <a:gd name="T0" fmla="*/ 98 w 190"/>
                <a:gd name="T1" fmla="*/ 26 h 286"/>
                <a:gd name="T2" fmla="*/ 98 w 190"/>
                <a:gd name="T3" fmla="*/ 26 h 286"/>
                <a:gd name="T4" fmla="*/ 134 w 190"/>
                <a:gd name="T5" fmla="*/ 90 h 286"/>
                <a:gd name="T6" fmla="*/ 164 w 190"/>
                <a:gd name="T7" fmla="*/ 138 h 286"/>
                <a:gd name="T8" fmla="*/ 176 w 190"/>
                <a:gd name="T9" fmla="*/ 156 h 286"/>
                <a:gd name="T10" fmla="*/ 188 w 190"/>
                <a:gd name="T11" fmla="*/ 168 h 286"/>
                <a:gd name="T12" fmla="*/ 188 w 190"/>
                <a:gd name="T13" fmla="*/ 168 h 286"/>
                <a:gd name="T14" fmla="*/ 190 w 190"/>
                <a:gd name="T15" fmla="*/ 210 h 286"/>
                <a:gd name="T16" fmla="*/ 188 w 190"/>
                <a:gd name="T17" fmla="*/ 240 h 286"/>
                <a:gd name="T18" fmla="*/ 182 w 190"/>
                <a:gd name="T19" fmla="*/ 262 h 286"/>
                <a:gd name="T20" fmla="*/ 180 w 190"/>
                <a:gd name="T21" fmla="*/ 270 h 286"/>
                <a:gd name="T22" fmla="*/ 174 w 190"/>
                <a:gd name="T23" fmla="*/ 276 h 286"/>
                <a:gd name="T24" fmla="*/ 170 w 190"/>
                <a:gd name="T25" fmla="*/ 282 h 286"/>
                <a:gd name="T26" fmla="*/ 166 w 190"/>
                <a:gd name="T27" fmla="*/ 284 h 286"/>
                <a:gd name="T28" fmla="*/ 160 w 190"/>
                <a:gd name="T29" fmla="*/ 286 h 286"/>
                <a:gd name="T30" fmla="*/ 154 w 190"/>
                <a:gd name="T31" fmla="*/ 286 h 286"/>
                <a:gd name="T32" fmla="*/ 140 w 190"/>
                <a:gd name="T33" fmla="*/ 282 h 286"/>
                <a:gd name="T34" fmla="*/ 128 w 190"/>
                <a:gd name="T35" fmla="*/ 276 h 286"/>
                <a:gd name="T36" fmla="*/ 114 w 190"/>
                <a:gd name="T37" fmla="*/ 266 h 286"/>
                <a:gd name="T38" fmla="*/ 100 w 190"/>
                <a:gd name="T39" fmla="*/ 254 h 286"/>
                <a:gd name="T40" fmla="*/ 76 w 190"/>
                <a:gd name="T41" fmla="*/ 228 h 286"/>
                <a:gd name="T42" fmla="*/ 60 w 190"/>
                <a:gd name="T43" fmla="*/ 208 h 286"/>
                <a:gd name="T44" fmla="*/ 52 w 190"/>
                <a:gd name="T45" fmla="*/ 198 h 286"/>
                <a:gd name="T46" fmla="*/ 52 w 190"/>
                <a:gd name="T47" fmla="*/ 198 h 286"/>
                <a:gd name="T48" fmla="*/ 30 w 190"/>
                <a:gd name="T49" fmla="*/ 134 h 286"/>
                <a:gd name="T50" fmla="*/ 12 w 190"/>
                <a:gd name="T51" fmla="*/ 76 h 286"/>
                <a:gd name="T52" fmla="*/ 0 w 190"/>
                <a:gd name="T53" fmla="*/ 26 h 286"/>
                <a:gd name="T54" fmla="*/ 0 w 190"/>
                <a:gd name="T55" fmla="*/ 26 h 286"/>
                <a:gd name="T56" fmla="*/ 0 w 190"/>
                <a:gd name="T57" fmla="*/ 16 h 286"/>
                <a:gd name="T58" fmla="*/ 0 w 190"/>
                <a:gd name="T59" fmla="*/ 10 h 286"/>
                <a:gd name="T60" fmla="*/ 4 w 190"/>
                <a:gd name="T61" fmla="*/ 4 h 286"/>
                <a:gd name="T62" fmla="*/ 10 w 190"/>
                <a:gd name="T63" fmla="*/ 2 h 286"/>
                <a:gd name="T64" fmla="*/ 18 w 190"/>
                <a:gd name="T65" fmla="*/ 0 h 286"/>
                <a:gd name="T66" fmla="*/ 26 w 190"/>
                <a:gd name="T67" fmla="*/ 0 h 286"/>
                <a:gd name="T68" fmla="*/ 44 w 190"/>
                <a:gd name="T69" fmla="*/ 4 h 286"/>
                <a:gd name="T70" fmla="*/ 64 w 190"/>
                <a:gd name="T71" fmla="*/ 10 h 286"/>
                <a:gd name="T72" fmla="*/ 80 w 190"/>
                <a:gd name="T73" fmla="*/ 18 h 286"/>
                <a:gd name="T74" fmla="*/ 98 w 190"/>
                <a:gd name="T75" fmla="*/ 2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0" h="286">
                  <a:moveTo>
                    <a:pt x="98" y="26"/>
                  </a:moveTo>
                  <a:lnTo>
                    <a:pt x="98" y="26"/>
                  </a:lnTo>
                  <a:lnTo>
                    <a:pt x="134" y="90"/>
                  </a:lnTo>
                  <a:lnTo>
                    <a:pt x="164" y="138"/>
                  </a:lnTo>
                  <a:lnTo>
                    <a:pt x="176" y="156"/>
                  </a:lnTo>
                  <a:lnTo>
                    <a:pt x="188" y="168"/>
                  </a:lnTo>
                  <a:lnTo>
                    <a:pt x="188" y="168"/>
                  </a:lnTo>
                  <a:lnTo>
                    <a:pt x="190" y="210"/>
                  </a:lnTo>
                  <a:lnTo>
                    <a:pt x="188" y="240"/>
                  </a:lnTo>
                  <a:lnTo>
                    <a:pt x="182" y="262"/>
                  </a:lnTo>
                  <a:lnTo>
                    <a:pt x="180" y="270"/>
                  </a:lnTo>
                  <a:lnTo>
                    <a:pt x="174" y="276"/>
                  </a:lnTo>
                  <a:lnTo>
                    <a:pt x="170" y="282"/>
                  </a:lnTo>
                  <a:lnTo>
                    <a:pt x="166" y="284"/>
                  </a:lnTo>
                  <a:lnTo>
                    <a:pt x="160" y="286"/>
                  </a:lnTo>
                  <a:lnTo>
                    <a:pt x="154" y="286"/>
                  </a:lnTo>
                  <a:lnTo>
                    <a:pt x="140" y="282"/>
                  </a:lnTo>
                  <a:lnTo>
                    <a:pt x="128" y="276"/>
                  </a:lnTo>
                  <a:lnTo>
                    <a:pt x="114" y="266"/>
                  </a:lnTo>
                  <a:lnTo>
                    <a:pt x="100" y="254"/>
                  </a:lnTo>
                  <a:lnTo>
                    <a:pt x="76" y="228"/>
                  </a:lnTo>
                  <a:lnTo>
                    <a:pt x="60" y="208"/>
                  </a:lnTo>
                  <a:lnTo>
                    <a:pt x="52" y="198"/>
                  </a:lnTo>
                  <a:lnTo>
                    <a:pt x="52" y="198"/>
                  </a:lnTo>
                  <a:lnTo>
                    <a:pt x="30" y="134"/>
                  </a:lnTo>
                  <a:lnTo>
                    <a:pt x="12" y="76"/>
                  </a:lnTo>
                  <a:lnTo>
                    <a:pt x="0" y="26"/>
                  </a:lnTo>
                  <a:lnTo>
                    <a:pt x="0" y="26"/>
                  </a:lnTo>
                  <a:lnTo>
                    <a:pt x="0" y="16"/>
                  </a:lnTo>
                  <a:lnTo>
                    <a:pt x="0" y="10"/>
                  </a:lnTo>
                  <a:lnTo>
                    <a:pt x="4" y="4"/>
                  </a:lnTo>
                  <a:lnTo>
                    <a:pt x="10" y="2"/>
                  </a:lnTo>
                  <a:lnTo>
                    <a:pt x="18" y="0"/>
                  </a:lnTo>
                  <a:lnTo>
                    <a:pt x="26" y="0"/>
                  </a:lnTo>
                  <a:lnTo>
                    <a:pt x="44" y="4"/>
                  </a:lnTo>
                  <a:lnTo>
                    <a:pt x="64" y="10"/>
                  </a:lnTo>
                  <a:lnTo>
                    <a:pt x="80" y="18"/>
                  </a:lnTo>
                  <a:lnTo>
                    <a:pt x="98" y="26"/>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2" name="任意多边形 71"/>
            <p:cNvSpPr/>
            <p:nvPr>
              <p:custDataLst>
                <p:tags r:id="rId46"/>
              </p:custDataLst>
            </p:nvPr>
          </p:nvSpPr>
          <p:spPr bwMode="auto">
            <a:xfrm>
              <a:off x="2319" y="3196"/>
              <a:ext cx="228" cy="343"/>
            </a:xfrm>
            <a:custGeom>
              <a:avLst/>
              <a:gdLst>
                <a:gd name="T0" fmla="*/ 98 w 190"/>
                <a:gd name="T1" fmla="*/ 26 h 286"/>
                <a:gd name="T2" fmla="*/ 98 w 190"/>
                <a:gd name="T3" fmla="*/ 26 h 286"/>
                <a:gd name="T4" fmla="*/ 134 w 190"/>
                <a:gd name="T5" fmla="*/ 90 h 286"/>
                <a:gd name="T6" fmla="*/ 164 w 190"/>
                <a:gd name="T7" fmla="*/ 138 h 286"/>
                <a:gd name="T8" fmla="*/ 176 w 190"/>
                <a:gd name="T9" fmla="*/ 156 h 286"/>
                <a:gd name="T10" fmla="*/ 188 w 190"/>
                <a:gd name="T11" fmla="*/ 168 h 286"/>
                <a:gd name="T12" fmla="*/ 188 w 190"/>
                <a:gd name="T13" fmla="*/ 168 h 286"/>
                <a:gd name="T14" fmla="*/ 190 w 190"/>
                <a:gd name="T15" fmla="*/ 210 h 286"/>
                <a:gd name="T16" fmla="*/ 188 w 190"/>
                <a:gd name="T17" fmla="*/ 240 h 286"/>
                <a:gd name="T18" fmla="*/ 182 w 190"/>
                <a:gd name="T19" fmla="*/ 262 h 286"/>
                <a:gd name="T20" fmla="*/ 180 w 190"/>
                <a:gd name="T21" fmla="*/ 270 h 286"/>
                <a:gd name="T22" fmla="*/ 174 w 190"/>
                <a:gd name="T23" fmla="*/ 276 h 286"/>
                <a:gd name="T24" fmla="*/ 170 w 190"/>
                <a:gd name="T25" fmla="*/ 282 h 286"/>
                <a:gd name="T26" fmla="*/ 166 w 190"/>
                <a:gd name="T27" fmla="*/ 284 h 286"/>
                <a:gd name="T28" fmla="*/ 160 w 190"/>
                <a:gd name="T29" fmla="*/ 286 h 286"/>
                <a:gd name="T30" fmla="*/ 154 w 190"/>
                <a:gd name="T31" fmla="*/ 286 h 286"/>
                <a:gd name="T32" fmla="*/ 140 w 190"/>
                <a:gd name="T33" fmla="*/ 282 h 286"/>
                <a:gd name="T34" fmla="*/ 128 w 190"/>
                <a:gd name="T35" fmla="*/ 276 h 286"/>
                <a:gd name="T36" fmla="*/ 114 w 190"/>
                <a:gd name="T37" fmla="*/ 266 h 286"/>
                <a:gd name="T38" fmla="*/ 100 w 190"/>
                <a:gd name="T39" fmla="*/ 254 h 286"/>
                <a:gd name="T40" fmla="*/ 76 w 190"/>
                <a:gd name="T41" fmla="*/ 228 h 286"/>
                <a:gd name="T42" fmla="*/ 60 w 190"/>
                <a:gd name="T43" fmla="*/ 208 h 286"/>
                <a:gd name="T44" fmla="*/ 52 w 190"/>
                <a:gd name="T45" fmla="*/ 198 h 286"/>
                <a:gd name="T46" fmla="*/ 52 w 190"/>
                <a:gd name="T47" fmla="*/ 198 h 286"/>
                <a:gd name="T48" fmla="*/ 30 w 190"/>
                <a:gd name="T49" fmla="*/ 134 h 286"/>
                <a:gd name="T50" fmla="*/ 12 w 190"/>
                <a:gd name="T51" fmla="*/ 76 h 286"/>
                <a:gd name="T52" fmla="*/ 0 w 190"/>
                <a:gd name="T53" fmla="*/ 26 h 286"/>
                <a:gd name="T54" fmla="*/ 0 w 190"/>
                <a:gd name="T55" fmla="*/ 26 h 286"/>
                <a:gd name="T56" fmla="*/ 0 w 190"/>
                <a:gd name="T57" fmla="*/ 16 h 286"/>
                <a:gd name="T58" fmla="*/ 0 w 190"/>
                <a:gd name="T59" fmla="*/ 10 h 286"/>
                <a:gd name="T60" fmla="*/ 4 w 190"/>
                <a:gd name="T61" fmla="*/ 4 h 286"/>
                <a:gd name="T62" fmla="*/ 10 w 190"/>
                <a:gd name="T63" fmla="*/ 2 h 286"/>
                <a:gd name="T64" fmla="*/ 18 w 190"/>
                <a:gd name="T65" fmla="*/ 0 h 286"/>
                <a:gd name="T66" fmla="*/ 26 w 190"/>
                <a:gd name="T67" fmla="*/ 0 h 286"/>
                <a:gd name="T68" fmla="*/ 44 w 190"/>
                <a:gd name="T69" fmla="*/ 4 h 286"/>
                <a:gd name="T70" fmla="*/ 64 w 190"/>
                <a:gd name="T71" fmla="*/ 10 h 286"/>
                <a:gd name="T72" fmla="*/ 80 w 190"/>
                <a:gd name="T73" fmla="*/ 18 h 286"/>
                <a:gd name="T74" fmla="*/ 98 w 190"/>
                <a:gd name="T75" fmla="*/ 26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0" h="286">
                  <a:moveTo>
                    <a:pt x="98" y="26"/>
                  </a:moveTo>
                  <a:lnTo>
                    <a:pt x="98" y="26"/>
                  </a:lnTo>
                  <a:lnTo>
                    <a:pt x="134" y="90"/>
                  </a:lnTo>
                  <a:lnTo>
                    <a:pt x="164" y="138"/>
                  </a:lnTo>
                  <a:lnTo>
                    <a:pt x="176" y="156"/>
                  </a:lnTo>
                  <a:lnTo>
                    <a:pt x="188" y="168"/>
                  </a:lnTo>
                  <a:lnTo>
                    <a:pt x="188" y="168"/>
                  </a:lnTo>
                  <a:lnTo>
                    <a:pt x="190" y="210"/>
                  </a:lnTo>
                  <a:lnTo>
                    <a:pt x="188" y="240"/>
                  </a:lnTo>
                  <a:lnTo>
                    <a:pt x="182" y="262"/>
                  </a:lnTo>
                  <a:lnTo>
                    <a:pt x="180" y="270"/>
                  </a:lnTo>
                  <a:lnTo>
                    <a:pt x="174" y="276"/>
                  </a:lnTo>
                  <a:lnTo>
                    <a:pt x="170" y="282"/>
                  </a:lnTo>
                  <a:lnTo>
                    <a:pt x="166" y="284"/>
                  </a:lnTo>
                  <a:lnTo>
                    <a:pt x="160" y="286"/>
                  </a:lnTo>
                  <a:lnTo>
                    <a:pt x="154" y="286"/>
                  </a:lnTo>
                  <a:lnTo>
                    <a:pt x="140" y="282"/>
                  </a:lnTo>
                  <a:lnTo>
                    <a:pt x="128" y="276"/>
                  </a:lnTo>
                  <a:lnTo>
                    <a:pt x="114" y="266"/>
                  </a:lnTo>
                  <a:lnTo>
                    <a:pt x="100" y="254"/>
                  </a:lnTo>
                  <a:lnTo>
                    <a:pt x="76" y="228"/>
                  </a:lnTo>
                  <a:lnTo>
                    <a:pt x="60" y="208"/>
                  </a:lnTo>
                  <a:lnTo>
                    <a:pt x="52" y="198"/>
                  </a:lnTo>
                  <a:lnTo>
                    <a:pt x="52" y="198"/>
                  </a:lnTo>
                  <a:lnTo>
                    <a:pt x="30" y="134"/>
                  </a:lnTo>
                  <a:lnTo>
                    <a:pt x="12" y="76"/>
                  </a:lnTo>
                  <a:lnTo>
                    <a:pt x="0" y="26"/>
                  </a:lnTo>
                  <a:lnTo>
                    <a:pt x="0" y="26"/>
                  </a:lnTo>
                  <a:lnTo>
                    <a:pt x="0" y="16"/>
                  </a:lnTo>
                  <a:lnTo>
                    <a:pt x="0" y="10"/>
                  </a:lnTo>
                  <a:lnTo>
                    <a:pt x="4" y="4"/>
                  </a:lnTo>
                  <a:lnTo>
                    <a:pt x="10" y="2"/>
                  </a:lnTo>
                  <a:lnTo>
                    <a:pt x="18" y="0"/>
                  </a:lnTo>
                  <a:lnTo>
                    <a:pt x="26" y="0"/>
                  </a:lnTo>
                  <a:lnTo>
                    <a:pt x="44" y="4"/>
                  </a:lnTo>
                  <a:lnTo>
                    <a:pt x="64" y="10"/>
                  </a:lnTo>
                  <a:lnTo>
                    <a:pt x="80" y="18"/>
                  </a:lnTo>
                  <a:lnTo>
                    <a:pt x="98" y="26"/>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3" name="任意多边形 72"/>
            <p:cNvSpPr/>
            <p:nvPr>
              <p:custDataLst>
                <p:tags r:id="rId47"/>
              </p:custDataLst>
            </p:nvPr>
          </p:nvSpPr>
          <p:spPr bwMode="auto">
            <a:xfrm>
              <a:off x="2254" y="3376"/>
              <a:ext cx="552" cy="689"/>
            </a:xfrm>
            <a:custGeom>
              <a:avLst/>
              <a:gdLst>
                <a:gd name="T0" fmla="*/ 148 w 460"/>
                <a:gd name="T1" fmla="*/ 0 h 574"/>
                <a:gd name="T2" fmla="*/ 224 w 460"/>
                <a:gd name="T3" fmla="*/ 124 h 574"/>
                <a:gd name="T4" fmla="*/ 192 w 460"/>
                <a:gd name="T5" fmla="*/ 0 h 574"/>
                <a:gd name="T6" fmla="*/ 288 w 460"/>
                <a:gd name="T7" fmla="*/ 0 h 574"/>
                <a:gd name="T8" fmla="*/ 288 w 460"/>
                <a:gd name="T9" fmla="*/ 0 h 574"/>
                <a:gd name="T10" fmla="*/ 312 w 460"/>
                <a:gd name="T11" fmla="*/ 64 h 574"/>
                <a:gd name="T12" fmla="*/ 338 w 460"/>
                <a:gd name="T13" fmla="*/ 134 h 574"/>
                <a:gd name="T14" fmla="*/ 366 w 460"/>
                <a:gd name="T15" fmla="*/ 220 h 574"/>
                <a:gd name="T16" fmla="*/ 398 w 460"/>
                <a:gd name="T17" fmla="*/ 314 h 574"/>
                <a:gd name="T18" fmla="*/ 426 w 460"/>
                <a:gd name="T19" fmla="*/ 408 h 574"/>
                <a:gd name="T20" fmla="*/ 436 w 460"/>
                <a:gd name="T21" fmla="*/ 454 h 574"/>
                <a:gd name="T22" fmla="*/ 446 w 460"/>
                <a:gd name="T23" fmla="*/ 498 h 574"/>
                <a:gd name="T24" fmla="*/ 454 w 460"/>
                <a:gd name="T25" fmla="*/ 538 h 574"/>
                <a:gd name="T26" fmla="*/ 460 w 460"/>
                <a:gd name="T27" fmla="*/ 574 h 574"/>
                <a:gd name="T28" fmla="*/ 460 w 460"/>
                <a:gd name="T29" fmla="*/ 574 h 574"/>
                <a:gd name="T30" fmla="*/ 400 w 460"/>
                <a:gd name="T31" fmla="*/ 506 h 574"/>
                <a:gd name="T32" fmla="*/ 264 w 460"/>
                <a:gd name="T33" fmla="*/ 350 h 574"/>
                <a:gd name="T34" fmla="*/ 186 w 460"/>
                <a:gd name="T35" fmla="*/ 264 h 574"/>
                <a:gd name="T36" fmla="*/ 110 w 460"/>
                <a:gd name="T37" fmla="*/ 182 h 574"/>
                <a:gd name="T38" fmla="*/ 46 w 460"/>
                <a:gd name="T39" fmla="*/ 116 h 574"/>
                <a:gd name="T40" fmla="*/ 20 w 460"/>
                <a:gd name="T41" fmla="*/ 92 h 574"/>
                <a:gd name="T42" fmla="*/ 0 w 460"/>
                <a:gd name="T43" fmla="*/ 76 h 574"/>
                <a:gd name="T44" fmla="*/ 148 w 460"/>
                <a:gd name="T45" fmla="*/ 0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60" h="574">
                  <a:moveTo>
                    <a:pt x="148" y="0"/>
                  </a:moveTo>
                  <a:lnTo>
                    <a:pt x="224" y="124"/>
                  </a:lnTo>
                  <a:lnTo>
                    <a:pt x="192" y="0"/>
                  </a:lnTo>
                  <a:lnTo>
                    <a:pt x="288" y="0"/>
                  </a:lnTo>
                  <a:lnTo>
                    <a:pt x="288" y="0"/>
                  </a:lnTo>
                  <a:lnTo>
                    <a:pt x="312" y="64"/>
                  </a:lnTo>
                  <a:lnTo>
                    <a:pt x="338" y="134"/>
                  </a:lnTo>
                  <a:lnTo>
                    <a:pt x="366" y="220"/>
                  </a:lnTo>
                  <a:lnTo>
                    <a:pt x="398" y="314"/>
                  </a:lnTo>
                  <a:lnTo>
                    <a:pt x="426" y="408"/>
                  </a:lnTo>
                  <a:lnTo>
                    <a:pt x="436" y="454"/>
                  </a:lnTo>
                  <a:lnTo>
                    <a:pt x="446" y="498"/>
                  </a:lnTo>
                  <a:lnTo>
                    <a:pt x="454" y="538"/>
                  </a:lnTo>
                  <a:lnTo>
                    <a:pt x="460" y="574"/>
                  </a:lnTo>
                  <a:lnTo>
                    <a:pt x="460" y="574"/>
                  </a:lnTo>
                  <a:lnTo>
                    <a:pt x="400" y="506"/>
                  </a:lnTo>
                  <a:lnTo>
                    <a:pt x="264" y="350"/>
                  </a:lnTo>
                  <a:lnTo>
                    <a:pt x="186" y="264"/>
                  </a:lnTo>
                  <a:lnTo>
                    <a:pt x="110" y="182"/>
                  </a:lnTo>
                  <a:lnTo>
                    <a:pt x="46" y="116"/>
                  </a:lnTo>
                  <a:lnTo>
                    <a:pt x="20" y="92"/>
                  </a:lnTo>
                  <a:lnTo>
                    <a:pt x="0" y="76"/>
                  </a:lnTo>
                  <a:lnTo>
                    <a:pt x="148" y="0"/>
                  </a:lnTo>
                  <a:close/>
                </a:path>
              </a:pathLst>
            </a:custGeom>
            <a:solidFill>
              <a:srgbClr val="E5E5E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4" name="任意多边形 73"/>
            <p:cNvSpPr/>
            <p:nvPr>
              <p:custDataLst>
                <p:tags r:id="rId48"/>
              </p:custDataLst>
            </p:nvPr>
          </p:nvSpPr>
          <p:spPr bwMode="auto">
            <a:xfrm>
              <a:off x="2235" y="3344"/>
              <a:ext cx="197" cy="180"/>
            </a:xfrm>
            <a:custGeom>
              <a:avLst/>
              <a:gdLst>
                <a:gd name="T0" fmla="*/ 0 w 164"/>
                <a:gd name="T1" fmla="*/ 0 h 150"/>
                <a:gd name="T2" fmla="*/ 164 w 164"/>
                <a:gd name="T3" fmla="*/ 26 h 150"/>
                <a:gd name="T4" fmla="*/ 164 w 164"/>
                <a:gd name="T5" fmla="*/ 150 h 150"/>
                <a:gd name="T6" fmla="*/ 164 w 164"/>
                <a:gd name="T7" fmla="*/ 150 h 150"/>
                <a:gd name="T8" fmla="*/ 84 w 164"/>
                <a:gd name="T9" fmla="*/ 126 h 150"/>
                <a:gd name="T10" fmla="*/ 28 w 164"/>
                <a:gd name="T11" fmla="*/ 106 h 150"/>
                <a:gd name="T12" fmla="*/ 8 w 164"/>
                <a:gd name="T13" fmla="*/ 98 h 150"/>
                <a:gd name="T14" fmla="*/ 0 w 164"/>
                <a:gd name="T15" fmla="*/ 94 h 150"/>
                <a:gd name="T16" fmla="*/ 0 w 164"/>
                <a:gd name="T17" fmla="*/ 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50">
                  <a:moveTo>
                    <a:pt x="0" y="0"/>
                  </a:moveTo>
                  <a:lnTo>
                    <a:pt x="164" y="26"/>
                  </a:lnTo>
                  <a:lnTo>
                    <a:pt x="164" y="150"/>
                  </a:lnTo>
                  <a:lnTo>
                    <a:pt x="164" y="150"/>
                  </a:lnTo>
                  <a:lnTo>
                    <a:pt x="84" y="126"/>
                  </a:lnTo>
                  <a:lnTo>
                    <a:pt x="28" y="106"/>
                  </a:lnTo>
                  <a:lnTo>
                    <a:pt x="8" y="98"/>
                  </a:lnTo>
                  <a:lnTo>
                    <a:pt x="0" y="94"/>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5" name="任意多边形 74"/>
            <p:cNvSpPr/>
            <p:nvPr>
              <p:custDataLst>
                <p:tags r:id="rId49"/>
              </p:custDataLst>
            </p:nvPr>
          </p:nvSpPr>
          <p:spPr bwMode="auto">
            <a:xfrm>
              <a:off x="2463" y="3503"/>
              <a:ext cx="158" cy="110"/>
            </a:xfrm>
            <a:custGeom>
              <a:avLst/>
              <a:gdLst>
                <a:gd name="T0" fmla="*/ 0 w 132"/>
                <a:gd name="T1" fmla="*/ 36 h 92"/>
                <a:gd name="T2" fmla="*/ 0 w 132"/>
                <a:gd name="T3" fmla="*/ 36 h 92"/>
                <a:gd name="T4" fmla="*/ 10 w 132"/>
                <a:gd name="T5" fmla="*/ 30 h 92"/>
                <a:gd name="T6" fmla="*/ 36 w 132"/>
                <a:gd name="T7" fmla="*/ 16 h 92"/>
                <a:gd name="T8" fmla="*/ 52 w 132"/>
                <a:gd name="T9" fmla="*/ 8 h 92"/>
                <a:gd name="T10" fmla="*/ 70 w 132"/>
                <a:gd name="T11" fmla="*/ 4 h 92"/>
                <a:gd name="T12" fmla="*/ 90 w 132"/>
                <a:gd name="T13" fmla="*/ 0 h 92"/>
                <a:gd name="T14" fmla="*/ 108 w 132"/>
                <a:gd name="T15" fmla="*/ 2 h 92"/>
                <a:gd name="T16" fmla="*/ 132 w 132"/>
                <a:gd name="T17" fmla="*/ 66 h 92"/>
                <a:gd name="T18" fmla="*/ 78 w 132"/>
                <a:gd name="T19" fmla="*/ 92 h 92"/>
                <a:gd name="T20" fmla="*/ 0 w 132"/>
                <a:gd name="T21" fmla="*/ 36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2" h="92">
                  <a:moveTo>
                    <a:pt x="0" y="36"/>
                  </a:moveTo>
                  <a:lnTo>
                    <a:pt x="0" y="36"/>
                  </a:lnTo>
                  <a:lnTo>
                    <a:pt x="10" y="30"/>
                  </a:lnTo>
                  <a:lnTo>
                    <a:pt x="36" y="16"/>
                  </a:lnTo>
                  <a:lnTo>
                    <a:pt x="52" y="8"/>
                  </a:lnTo>
                  <a:lnTo>
                    <a:pt x="70" y="4"/>
                  </a:lnTo>
                  <a:lnTo>
                    <a:pt x="90" y="0"/>
                  </a:lnTo>
                  <a:lnTo>
                    <a:pt x="108" y="2"/>
                  </a:lnTo>
                  <a:lnTo>
                    <a:pt x="132" y="66"/>
                  </a:lnTo>
                  <a:lnTo>
                    <a:pt x="78" y="92"/>
                  </a:lnTo>
                  <a:lnTo>
                    <a:pt x="0" y="36"/>
                  </a:lnTo>
                  <a:close/>
                </a:path>
              </a:pathLst>
            </a:custGeom>
            <a:solidFill>
              <a:srgbClr val="16161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6" name="任意多边形 75"/>
            <p:cNvSpPr/>
            <p:nvPr>
              <p:custDataLst>
                <p:tags r:id="rId50"/>
              </p:custDataLst>
            </p:nvPr>
          </p:nvSpPr>
          <p:spPr bwMode="auto">
            <a:xfrm>
              <a:off x="2557" y="3582"/>
              <a:ext cx="271" cy="509"/>
            </a:xfrm>
            <a:custGeom>
              <a:avLst/>
              <a:gdLst>
                <a:gd name="T0" fmla="*/ 22 w 226"/>
                <a:gd name="T1" fmla="*/ 190 h 424"/>
                <a:gd name="T2" fmla="*/ 0 w 226"/>
                <a:gd name="T3" fmla="*/ 26 h 424"/>
                <a:gd name="T4" fmla="*/ 54 w 226"/>
                <a:gd name="T5" fmla="*/ 0 h 424"/>
                <a:gd name="T6" fmla="*/ 54 w 226"/>
                <a:gd name="T7" fmla="*/ 0 h 424"/>
                <a:gd name="T8" fmla="*/ 110 w 226"/>
                <a:gd name="T9" fmla="*/ 92 h 424"/>
                <a:gd name="T10" fmla="*/ 156 w 226"/>
                <a:gd name="T11" fmla="*/ 166 h 424"/>
                <a:gd name="T12" fmla="*/ 188 w 226"/>
                <a:gd name="T13" fmla="*/ 218 h 424"/>
                <a:gd name="T14" fmla="*/ 226 w 226"/>
                <a:gd name="T15" fmla="*/ 424 h 424"/>
                <a:gd name="T16" fmla="*/ 22 w 226"/>
                <a:gd name="T17" fmla="*/ 19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6" h="424">
                  <a:moveTo>
                    <a:pt x="22" y="190"/>
                  </a:moveTo>
                  <a:lnTo>
                    <a:pt x="0" y="26"/>
                  </a:lnTo>
                  <a:lnTo>
                    <a:pt x="54" y="0"/>
                  </a:lnTo>
                  <a:lnTo>
                    <a:pt x="54" y="0"/>
                  </a:lnTo>
                  <a:lnTo>
                    <a:pt x="110" y="92"/>
                  </a:lnTo>
                  <a:lnTo>
                    <a:pt x="156" y="166"/>
                  </a:lnTo>
                  <a:lnTo>
                    <a:pt x="188" y="218"/>
                  </a:lnTo>
                  <a:lnTo>
                    <a:pt x="226" y="424"/>
                  </a:lnTo>
                  <a:lnTo>
                    <a:pt x="22" y="190"/>
                  </a:lnTo>
                  <a:close/>
                </a:path>
              </a:pathLst>
            </a:custGeom>
            <a:solidFill>
              <a:srgbClr val="16161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7" name="任意多边形 76"/>
            <p:cNvSpPr/>
            <p:nvPr>
              <p:custDataLst>
                <p:tags r:id="rId51"/>
              </p:custDataLst>
            </p:nvPr>
          </p:nvSpPr>
          <p:spPr bwMode="auto">
            <a:xfrm>
              <a:off x="2154" y="3376"/>
              <a:ext cx="674" cy="715"/>
            </a:xfrm>
            <a:custGeom>
              <a:avLst/>
              <a:gdLst>
                <a:gd name="T0" fmla="*/ 68 w 562"/>
                <a:gd name="T1" fmla="*/ 0 h 596"/>
                <a:gd name="T2" fmla="*/ 68 w 562"/>
                <a:gd name="T3" fmla="*/ 0 h 596"/>
                <a:gd name="T4" fmla="*/ 42 w 562"/>
                <a:gd name="T5" fmla="*/ 70 h 596"/>
                <a:gd name="T6" fmla="*/ 20 w 562"/>
                <a:gd name="T7" fmla="*/ 134 h 596"/>
                <a:gd name="T8" fmla="*/ 0 w 562"/>
                <a:gd name="T9" fmla="*/ 198 h 596"/>
                <a:gd name="T10" fmla="*/ 0 w 562"/>
                <a:gd name="T11" fmla="*/ 198 h 596"/>
                <a:gd name="T12" fmla="*/ 16 w 562"/>
                <a:gd name="T13" fmla="*/ 204 h 596"/>
                <a:gd name="T14" fmla="*/ 60 w 562"/>
                <a:gd name="T15" fmla="*/ 216 h 596"/>
                <a:gd name="T16" fmla="*/ 90 w 562"/>
                <a:gd name="T17" fmla="*/ 224 h 596"/>
                <a:gd name="T18" fmla="*/ 126 w 562"/>
                <a:gd name="T19" fmla="*/ 232 h 596"/>
                <a:gd name="T20" fmla="*/ 164 w 562"/>
                <a:gd name="T21" fmla="*/ 238 h 596"/>
                <a:gd name="T22" fmla="*/ 204 w 562"/>
                <a:gd name="T23" fmla="*/ 244 h 596"/>
                <a:gd name="T24" fmla="*/ 204 w 562"/>
                <a:gd name="T25" fmla="*/ 244 h 596"/>
                <a:gd name="T26" fmla="*/ 184 w 562"/>
                <a:gd name="T27" fmla="*/ 338 h 596"/>
                <a:gd name="T28" fmla="*/ 170 w 562"/>
                <a:gd name="T29" fmla="*/ 406 h 596"/>
                <a:gd name="T30" fmla="*/ 168 w 562"/>
                <a:gd name="T31" fmla="*/ 430 h 596"/>
                <a:gd name="T32" fmla="*/ 168 w 562"/>
                <a:gd name="T33" fmla="*/ 442 h 596"/>
                <a:gd name="T34" fmla="*/ 168 w 562"/>
                <a:gd name="T35" fmla="*/ 442 h 596"/>
                <a:gd name="T36" fmla="*/ 212 w 562"/>
                <a:gd name="T37" fmla="*/ 458 h 596"/>
                <a:gd name="T38" fmla="*/ 320 w 562"/>
                <a:gd name="T39" fmla="*/ 494 h 596"/>
                <a:gd name="T40" fmla="*/ 384 w 562"/>
                <a:gd name="T41" fmla="*/ 518 h 596"/>
                <a:gd name="T42" fmla="*/ 450 w 562"/>
                <a:gd name="T43" fmla="*/ 544 h 596"/>
                <a:gd name="T44" fmla="*/ 510 w 562"/>
                <a:gd name="T45" fmla="*/ 570 h 596"/>
                <a:gd name="T46" fmla="*/ 562 w 562"/>
                <a:gd name="T47" fmla="*/ 596 h 596"/>
                <a:gd name="T48" fmla="*/ 562 w 562"/>
                <a:gd name="T49" fmla="*/ 596 h 596"/>
                <a:gd name="T50" fmla="*/ 464 w 562"/>
                <a:gd name="T51" fmla="*/ 486 h 596"/>
                <a:gd name="T52" fmla="*/ 322 w 562"/>
                <a:gd name="T53" fmla="*/ 326 h 596"/>
                <a:gd name="T54" fmla="*/ 180 w 562"/>
                <a:gd name="T55" fmla="*/ 172 h 596"/>
                <a:gd name="T56" fmla="*/ 124 w 562"/>
                <a:gd name="T57" fmla="*/ 112 h 596"/>
                <a:gd name="T58" fmla="*/ 84 w 562"/>
                <a:gd name="T59" fmla="*/ 70 h 596"/>
                <a:gd name="T60" fmla="*/ 68 w 562"/>
                <a:gd name="T61" fmla="*/ 0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62" h="596">
                  <a:moveTo>
                    <a:pt x="68" y="0"/>
                  </a:moveTo>
                  <a:lnTo>
                    <a:pt x="68" y="0"/>
                  </a:lnTo>
                  <a:lnTo>
                    <a:pt x="42" y="70"/>
                  </a:lnTo>
                  <a:lnTo>
                    <a:pt x="20" y="134"/>
                  </a:lnTo>
                  <a:lnTo>
                    <a:pt x="0" y="198"/>
                  </a:lnTo>
                  <a:lnTo>
                    <a:pt x="0" y="198"/>
                  </a:lnTo>
                  <a:lnTo>
                    <a:pt x="16" y="204"/>
                  </a:lnTo>
                  <a:lnTo>
                    <a:pt x="60" y="216"/>
                  </a:lnTo>
                  <a:lnTo>
                    <a:pt x="90" y="224"/>
                  </a:lnTo>
                  <a:lnTo>
                    <a:pt x="126" y="232"/>
                  </a:lnTo>
                  <a:lnTo>
                    <a:pt x="164" y="238"/>
                  </a:lnTo>
                  <a:lnTo>
                    <a:pt x="204" y="244"/>
                  </a:lnTo>
                  <a:lnTo>
                    <a:pt x="204" y="244"/>
                  </a:lnTo>
                  <a:lnTo>
                    <a:pt x="184" y="338"/>
                  </a:lnTo>
                  <a:lnTo>
                    <a:pt x="170" y="406"/>
                  </a:lnTo>
                  <a:lnTo>
                    <a:pt x="168" y="430"/>
                  </a:lnTo>
                  <a:lnTo>
                    <a:pt x="168" y="442"/>
                  </a:lnTo>
                  <a:lnTo>
                    <a:pt x="168" y="442"/>
                  </a:lnTo>
                  <a:lnTo>
                    <a:pt x="212" y="458"/>
                  </a:lnTo>
                  <a:lnTo>
                    <a:pt x="320" y="494"/>
                  </a:lnTo>
                  <a:lnTo>
                    <a:pt x="384" y="518"/>
                  </a:lnTo>
                  <a:lnTo>
                    <a:pt x="450" y="544"/>
                  </a:lnTo>
                  <a:lnTo>
                    <a:pt x="510" y="570"/>
                  </a:lnTo>
                  <a:lnTo>
                    <a:pt x="562" y="596"/>
                  </a:lnTo>
                  <a:lnTo>
                    <a:pt x="562" y="596"/>
                  </a:lnTo>
                  <a:lnTo>
                    <a:pt x="464" y="486"/>
                  </a:lnTo>
                  <a:lnTo>
                    <a:pt x="322" y="326"/>
                  </a:lnTo>
                  <a:lnTo>
                    <a:pt x="180" y="172"/>
                  </a:lnTo>
                  <a:lnTo>
                    <a:pt x="124" y="112"/>
                  </a:lnTo>
                  <a:lnTo>
                    <a:pt x="84" y="70"/>
                  </a:lnTo>
                  <a:lnTo>
                    <a:pt x="68" y="0"/>
                  </a:lnTo>
                  <a:close/>
                </a:path>
              </a:pathLst>
            </a:custGeom>
            <a:solidFill>
              <a:srgbClr val="676C6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8" name="任意多边形 77"/>
            <p:cNvSpPr/>
            <p:nvPr>
              <p:custDataLst>
                <p:tags r:id="rId52"/>
              </p:custDataLst>
            </p:nvPr>
          </p:nvSpPr>
          <p:spPr bwMode="auto">
            <a:xfrm>
              <a:off x="2583" y="3337"/>
              <a:ext cx="312" cy="754"/>
            </a:xfrm>
            <a:custGeom>
              <a:avLst/>
              <a:gdLst>
                <a:gd name="T0" fmla="*/ 0 w 260"/>
                <a:gd name="T1" fmla="*/ 0 h 628"/>
                <a:gd name="T2" fmla="*/ 0 w 260"/>
                <a:gd name="T3" fmla="*/ 0 h 628"/>
                <a:gd name="T4" fmla="*/ 14 w 260"/>
                <a:gd name="T5" fmla="*/ 12 h 628"/>
                <a:gd name="T6" fmla="*/ 48 w 260"/>
                <a:gd name="T7" fmla="*/ 40 h 628"/>
                <a:gd name="T8" fmla="*/ 70 w 260"/>
                <a:gd name="T9" fmla="*/ 58 h 628"/>
                <a:gd name="T10" fmla="*/ 94 w 260"/>
                <a:gd name="T11" fmla="*/ 76 h 628"/>
                <a:gd name="T12" fmla="*/ 120 w 260"/>
                <a:gd name="T13" fmla="*/ 92 h 628"/>
                <a:gd name="T14" fmla="*/ 146 w 260"/>
                <a:gd name="T15" fmla="*/ 106 h 628"/>
                <a:gd name="T16" fmla="*/ 146 w 260"/>
                <a:gd name="T17" fmla="*/ 106 h 628"/>
                <a:gd name="T18" fmla="*/ 136 w 260"/>
                <a:gd name="T19" fmla="*/ 142 h 628"/>
                <a:gd name="T20" fmla="*/ 124 w 260"/>
                <a:gd name="T21" fmla="*/ 174 h 628"/>
                <a:gd name="T22" fmla="*/ 118 w 260"/>
                <a:gd name="T23" fmla="*/ 190 h 628"/>
                <a:gd name="T24" fmla="*/ 110 w 260"/>
                <a:gd name="T25" fmla="*/ 204 h 628"/>
                <a:gd name="T26" fmla="*/ 110 w 260"/>
                <a:gd name="T27" fmla="*/ 204 h 628"/>
                <a:gd name="T28" fmla="*/ 168 w 260"/>
                <a:gd name="T29" fmla="*/ 246 h 628"/>
                <a:gd name="T30" fmla="*/ 218 w 260"/>
                <a:gd name="T31" fmla="*/ 282 h 628"/>
                <a:gd name="T32" fmla="*/ 242 w 260"/>
                <a:gd name="T33" fmla="*/ 302 h 628"/>
                <a:gd name="T34" fmla="*/ 260 w 260"/>
                <a:gd name="T35" fmla="*/ 318 h 628"/>
                <a:gd name="T36" fmla="*/ 260 w 260"/>
                <a:gd name="T37" fmla="*/ 318 h 628"/>
                <a:gd name="T38" fmla="*/ 252 w 260"/>
                <a:gd name="T39" fmla="*/ 346 h 628"/>
                <a:gd name="T40" fmla="*/ 242 w 260"/>
                <a:gd name="T41" fmla="*/ 378 h 628"/>
                <a:gd name="T42" fmla="*/ 232 w 260"/>
                <a:gd name="T43" fmla="*/ 418 h 628"/>
                <a:gd name="T44" fmla="*/ 222 w 260"/>
                <a:gd name="T45" fmla="*/ 464 h 628"/>
                <a:gd name="T46" fmla="*/ 214 w 260"/>
                <a:gd name="T47" fmla="*/ 516 h 628"/>
                <a:gd name="T48" fmla="*/ 206 w 260"/>
                <a:gd name="T49" fmla="*/ 572 h 628"/>
                <a:gd name="T50" fmla="*/ 204 w 260"/>
                <a:gd name="T51" fmla="*/ 600 h 628"/>
                <a:gd name="T52" fmla="*/ 204 w 260"/>
                <a:gd name="T53" fmla="*/ 628 h 628"/>
                <a:gd name="T54" fmla="*/ 204 w 260"/>
                <a:gd name="T55" fmla="*/ 628 h 628"/>
                <a:gd name="T56" fmla="*/ 178 w 260"/>
                <a:gd name="T57" fmla="*/ 538 h 628"/>
                <a:gd name="T58" fmla="*/ 118 w 260"/>
                <a:gd name="T59" fmla="*/ 336 h 628"/>
                <a:gd name="T60" fmla="*/ 82 w 260"/>
                <a:gd name="T61" fmla="*/ 224 h 628"/>
                <a:gd name="T62" fmla="*/ 50 w 260"/>
                <a:gd name="T63" fmla="*/ 124 h 628"/>
                <a:gd name="T64" fmla="*/ 20 w 260"/>
                <a:gd name="T65" fmla="*/ 44 h 628"/>
                <a:gd name="T66" fmla="*/ 10 w 260"/>
                <a:gd name="T67" fmla="*/ 16 h 628"/>
                <a:gd name="T68" fmla="*/ 0 w 260"/>
                <a:gd name="T69" fmla="*/ 0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0" h="628">
                  <a:moveTo>
                    <a:pt x="0" y="0"/>
                  </a:moveTo>
                  <a:lnTo>
                    <a:pt x="0" y="0"/>
                  </a:lnTo>
                  <a:lnTo>
                    <a:pt x="14" y="12"/>
                  </a:lnTo>
                  <a:lnTo>
                    <a:pt x="48" y="40"/>
                  </a:lnTo>
                  <a:lnTo>
                    <a:pt x="70" y="58"/>
                  </a:lnTo>
                  <a:lnTo>
                    <a:pt x="94" y="76"/>
                  </a:lnTo>
                  <a:lnTo>
                    <a:pt x="120" y="92"/>
                  </a:lnTo>
                  <a:lnTo>
                    <a:pt x="146" y="106"/>
                  </a:lnTo>
                  <a:lnTo>
                    <a:pt x="146" y="106"/>
                  </a:lnTo>
                  <a:lnTo>
                    <a:pt x="136" y="142"/>
                  </a:lnTo>
                  <a:lnTo>
                    <a:pt x="124" y="174"/>
                  </a:lnTo>
                  <a:lnTo>
                    <a:pt x="118" y="190"/>
                  </a:lnTo>
                  <a:lnTo>
                    <a:pt x="110" y="204"/>
                  </a:lnTo>
                  <a:lnTo>
                    <a:pt x="110" y="204"/>
                  </a:lnTo>
                  <a:lnTo>
                    <a:pt x="168" y="246"/>
                  </a:lnTo>
                  <a:lnTo>
                    <a:pt x="218" y="282"/>
                  </a:lnTo>
                  <a:lnTo>
                    <a:pt x="242" y="302"/>
                  </a:lnTo>
                  <a:lnTo>
                    <a:pt x="260" y="318"/>
                  </a:lnTo>
                  <a:lnTo>
                    <a:pt x="260" y="318"/>
                  </a:lnTo>
                  <a:lnTo>
                    <a:pt x="252" y="346"/>
                  </a:lnTo>
                  <a:lnTo>
                    <a:pt x="242" y="378"/>
                  </a:lnTo>
                  <a:lnTo>
                    <a:pt x="232" y="418"/>
                  </a:lnTo>
                  <a:lnTo>
                    <a:pt x="222" y="464"/>
                  </a:lnTo>
                  <a:lnTo>
                    <a:pt x="214" y="516"/>
                  </a:lnTo>
                  <a:lnTo>
                    <a:pt x="206" y="572"/>
                  </a:lnTo>
                  <a:lnTo>
                    <a:pt x="204" y="600"/>
                  </a:lnTo>
                  <a:lnTo>
                    <a:pt x="204" y="628"/>
                  </a:lnTo>
                  <a:lnTo>
                    <a:pt x="204" y="628"/>
                  </a:lnTo>
                  <a:lnTo>
                    <a:pt x="178" y="538"/>
                  </a:lnTo>
                  <a:lnTo>
                    <a:pt x="118" y="336"/>
                  </a:lnTo>
                  <a:lnTo>
                    <a:pt x="82" y="224"/>
                  </a:lnTo>
                  <a:lnTo>
                    <a:pt x="50" y="124"/>
                  </a:lnTo>
                  <a:lnTo>
                    <a:pt x="20" y="44"/>
                  </a:lnTo>
                  <a:lnTo>
                    <a:pt x="10" y="16"/>
                  </a:lnTo>
                  <a:lnTo>
                    <a:pt x="0" y="0"/>
                  </a:lnTo>
                  <a:close/>
                </a:path>
              </a:pathLst>
            </a:custGeom>
            <a:solidFill>
              <a:srgbClr val="676C6B"/>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79" name="任意多边形 78"/>
            <p:cNvSpPr/>
            <p:nvPr>
              <p:custDataLst>
                <p:tags r:id="rId53"/>
              </p:custDataLst>
            </p:nvPr>
          </p:nvSpPr>
          <p:spPr bwMode="auto">
            <a:xfrm>
              <a:off x="2583" y="3337"/>
              <a:ext cx="312" cy="754"/>
            </a:xfrm>
            <a:custGeom>
              <a:avLst/>
              <a:gdLst>
                <a:gd name="T0" fmla="*/ 0 w 260"/>
                <a:gd name="T1" fmla="*/ 0 h 628"/>
                <a:gd name="T2" fmla="*/ 0 w 260"/>
                <a:gd name="T3" fmla="*/ 0 h 628"/>
                <a:gd name="T4" fmla="*/ 14 w 260"/>
                <a:gd name="T5" fmla="*/ 12 h 628"/>
                <a:gd name="T6" fmla="*/ 48 w 260"/>
                <a:gd name="T7" fmla="*/ 40 h 628"/>
                <a:gd name="T8" fmla="*/ 70 w 260"/>
                <a:gd name="T9" fmla="*/ 58 h 628"/>
                <a:gd name="T10" fmla="*/ 94 w 260"/>
                <a:gd name="T11" fmla="*/ 76 h 628"/>
                <a:gd name="T12" fmla="*/ 120 w 260"/>
                <a:gd name="T13" fmla="*/ 92 h 628"/>
                <a:gd name="T14" fmla="*/ 146 w 260"/>
                <a:gd name="T15" fmla="*/ 106 h 628"/>
                <a:gd name="T16" fmla="*/ 146 w 260"/>
                <a:gd name="T17" fmla="*/ 106 h 628"/>
                <a:gd name="T18" fmla="*/ 136 w 260"/>
                <a:gd name="T19" fmla="*/ 142 h 628"/>
                <a:gd name="T20" fmla="*/ 124 w 260"/>
                <a:gd name="T21" fmla="*/ 174 h 628"/>
                <a:gd name="T22" fmla="*/ 118 w 260"/>
                <a:gd name="T23" fmla="*/ 190 h 628"/>
                <a:gd name="T24" fmla="*/ 110 w 260"/>
                <a:gd name="T25" fmla="*/ 204 h 628"/>
                <a:gd name="T26" fmla="*/ 110 w 260"/>
                <a:gd name="T27" fmla="*/ 204 h 628"/>
                <a:gd name="T28" fmla="*/ 168 w 260"/>
                <a:gd name="T29" fmla="*/ 246 h 628"/>
                <a:gd name="T30" fmla="*/ 218 w 260"/>
                <a:gd name="T31" fmla="*/ 282 h 628"/>
                <a:gd name="T32" fmla="*/ 242 w 260"/>
                <a:gd name="T33" fmla="*/ 302 h 628"/>
                <a:gd name="T34" fmla="*/ 260 w 260"/>
                <a:gd name="T35" fmla="*/ 318 h 628"/>
                <a:gd name="T36" fmla="*/ 260 w 260"/>
                <a:gd name="T37" fmla="*/ 318 h 628"/>
                <a:gd name="T38" fmla="*/ 252 w 260"/>
                <a:gd name="T39" fmla="*/ 346 h 628"/>
                <a:gd name="T40" fmla="*/ 242 w 260"/>
                <a:gd name="T41" fmla="*/ 378 h 628"/>
                <a:gd name="T42" fmla="*/ 232 w 260"/>
                <a:gd name="T43" fmla="*/ 418 h 628"/>
                <a:gd name="T44" fmla="*/ 222 w 260"/>
                <a:gd name="T45" fmla="*/ 464 h 628"/>
                <a:gd name="T46" fmla="*/ 214 w 260"/>
                <a:gd name="T47" fmla="*/ 516 h 628"/>
                <a:gd name="T48" fmla="*/ 206 w 260"/>
                <a:gd name="T49" fmla="*/ 572 h 628"/>
                <a:gd name="T50" fmla="*/ 204 w 260"/>
                <a:gd name="T51" fmla="*/ 600 h 628"/>
                <a:gd name="T52" fmla="*/ 204 w 260"/>
                <a:gd name="T53" fmla="*/ 628 h 628"/>
                <a:gd name="T54" fmla="*/ 204 w 260"/>
                <a:gd name="T55" fmla="*/ 628 h 628"/>
                <a:gd name="T56" fmla="*/ 178 w 260"/>
                <a:gd name="T57" fmla="*/ 538 h 628"/>
                <a:gd name="T58" fmla="*/ 118 w 260"/>
                <a:gd name="T59" fmla="*/ 336 h 628"/>
                <a:gd name="T60" fmla="*/ 82 w 260"/>
                <a:gd name="T61" fmla="*/ 224 h 628"/>
                <a:gd name="T62" fmla="*/ 50 w 260"/>
                <a:gd name="T63" fmla="*/ 124 h 628"/>
                <a:gd name="T64" fmla="*/ 20 w 260"/>
                <a:gd name="T65" fmla="*/ 44 h 628"/>
                <a:gd name="T66" fmla="*/ 10 w 260"/>
                <a:gd name="T67" fmla="*/ 16 h 628"/>
                <a:gd name="T68" fmla="*/ 0 w 260"/>
                <a:gd name="T69" fmla="*/ 0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0" h="628">
                  <a:moveTo>
                    <a:pt x="0" y="0"/>
                  </a:moveTo>
                  <a:lnTo>
                    <a:pt x="0" y="0"/>
                  </a:lnTo>
                  <a:lnTo>
                    <a:pt x="14" y="12"/>
                  </a:lnTo>
                  <a:lnTo>
                    <a:pt x="48" y="40"/>
                  </a:lnTo>
                  <a:lnTo>
                    <a:pt x="70" y="58"/>
                  </a:lnTo>
                  <a:lnTo>
                    <a:pt x="94" y="76"/>
                  </a:lnTo>
                  <a:lnTo>
                    <a:pt x="120" y="92"/>
                  </a:lnTo>
                  <a:lnTo>
                    <a:pt x="146" y="106"/>
                  </a:lnTo>
                  <a:lnTo>
                    <a:pt x="146" y="106"/>
                  </a:lnTo>
                  <a:lnTo>
                    <a:pt x="136" y="142"/>
                  </a:lnTo>
                  <a:lnTo>
                    <a:pt x="124" y="174"/>
                  </a:lnTo>
                  <a:lnTo>
                    <a:pt x="118" y="190"/>
                  </a:lnTo>
                  <a:lnTo>
                    <a:pt x="110" y="204"/>
                  </a:lnTo>
                  <a:lnTo>
                    <a:pt x="110" y="204"/>
                  </a:lnTo>
                  <a:lnTo>
                    <a:pt x="168" y="246"/>
                  </a:lnTo>
                  <a:lnTo>
                    <a:pt x="218" y="282"/>
                  </a:lnTo>
                  <a:lnTo>
                    <a:pt x="242" y="302"/>
                  </a:lnTo>
                  <a:lnTo>
                    <a:pt x="260" y="318"/>
                  </a:lnTo>
                  <a:lnTo>
                    <a:pt x="260" y="318"/>
                  </a:lnTo>
                  <a:lnTo>
                    <a:pt x="252" y="346"/>
                  </a:lnTo>
                  <a:lnTo>
                    <a:pt x="242" y="378"/>
                  </a:lnTo>
                  <a:lnTo>
                    <a:pt x="232" y="418"/>
                  </a:lnTo>
                  <a:lnTo>
                    <a:pt x="222" y="464"/>
                  </a:lnTo>
                  <a:lnTo>
                    <a:pt x="214" y="516"/>
                  </a:lnTo>
                  <a:lnTo>
                    <a:pt x="206" y="572"/>
                  </a:lnTo>
                  <a:lnTo>
                    <a:pt x="204" y="600"/>
                  </a:lnTo>
                  <a:lnTo>
                    <a:pt x="204" y="628"/>
                  </a:lnTo>
                  <a:lnTo>
                    <a:pt x="204" y="628"/>
                  </a:lnTo>
                  <a:lnTo>
                    <a:pt x="178" y="538"/>
                  </a:lnTo>
                  <a:lnTo>
                    <a:pt x="118" y="336"/>
                  </a:lnTo>
                  <a:lnTo>
                    <a:pt x="82" y="224"/>
                  </a:lnTo>
                  <a:lnTo>
                    <a:pt x="50" y="124"/>
                  </a:lnTo>
                  <a:lnTo>
                    <a:pt x="20" y="44"/>
                  </a:lnTo>
                  <a:lnTo>
                    <a:pt x="10" y="16"/>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0" name="任意多边形 79"/>
            <p:cNvSpPr/>
            <p:nvPr>
              <p:custDataLst>
                <p:tags r:id="rId54"/>
              </p:custDataLst>
            </p:nvPr>
          </p:nvSpPr>
          <p:spPr bwMode="auto">
            <a:xfrm>
              <a:off x="2838" y="4120"/>
              <a:ext cx="206" cy="514"/>
            </a:xfrm>
            <a:custGeom>
              <a:avLst/>
              <a:gdLst>
                <a:gd name="T0" fmla="*/ 0 w 172"/>
                <a:gd name="T1" fmla="*/ 0 h 428"/>
                <a:gd name="T2" fmla="*/ 0 w 172"/>
                <a:gd name="T3" fmla="*/ 0 h 428"/>
                <a:gd name="T4" fmla="*/ 24 w 172"/>
                <a:gd name="T5" fmla="*/ 50 h 428"/>
                <a:gd name="T6" fmla="*/ 78 w 172"/>
                <a:gd name="T7" fmla="*/ 168 h 428"/>
                <a:gd name="T8" fmla="*/ 108 w 172"/>
                <a:gd name="T9" fmla="*/ 240 h 428"/>
                <a:gd name="T10" fmla="*/ 136 w 172"/>
                <a:gd name="T11" fmla="*/ 310 h 428"/>
                <a:gd name="T12" fmla="*/ 158 w 172"/>
                <a:gd name="T13" fmla="*/ 374 h 428"/>
                <a:gd name="T14" fmla="*/ 166 w 172"/>
                <a:gd name="T15" fmla="*/ 402 h 428"/>
                <a:gd name="T16" fmla="*/ 172 w 172"/>
                <a:gd name="T17" fmla="*/ 428 h 428"/>
                <a:gd name="T18" fmla="*/ 172 w 172"/>
                <a:gd name="T19" fmla="*/ 428 h 428"/>
                <a:gd name="T20" fmla="*/ 94 w 172"/>
                <a:gd name="T21" fmla="*/ 240 h 428"/>
                <a:gd name="T22" fmla="*/ 34 w 172"/>
                <a:gd name="T23" fmla="*/ 96 h 428"/>
                <a:gd name="T24" fmla="*/ 12 w 172"/>
                <a:gd name="T25" fmla="*/ 38 h 428"/>
                <a:gd name="T26" fmla="*/ 0 w 172"/>
                <a:gd name="T27"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 h="428">
                  <a:moveTo>
                    <a:pt x="0" y="0"/>
                  </a:moveTo>
                  <a:lnTo>
                    <a:pt x="0" y="0"/>
                  </a:lnTo>
                  <a:lnTo>
                    <a:pt x="24" y="50"/>
                  </a:lnTo>
                  <a:lnTo>
                    <a:pt x="78" y="168"/>
                  </a:lnTo>
                  <a:lnTo>
                    <a:pt x="108" y="240"/>
                  </a:lnTo>
                  <a:lnTo>
                    <a:pt x="136" y="310"/>
                  </a:lnTo>
                  <a:lnTo>
                    <a:pt x="158" y="374"/>
                  </a:lnTo>
                  <a:lnTo>
                    <a:pt x="166" y="402"/>
                  </a:lnTo>
                  <a:lnTo>
                    <a:pt x="172" y="428"/>
                  </a:lnTo>
                  <a:lnTo>
                    <a:pt x="172" y="428"/>
                  </a:lnTo>
                  <a:lnTo>
                    <a:pt x="94" y="240"/>
                  </a:lnTo>
                  <a:lnTo>
                    <a:pt x="34" y="96"/>
                  </a:lnTo>
                  <a:lnTo>
                    <a:pt x="12" y="38"/>
                  </a:lnTo>
                  <a:lnTo>
                    <a:pt x="0" y="0"/>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1" name="任意多边形 80"/>
            <p:cNvSpPr/>
            <p:nvPr>
              <p:custDataLst>
                <p:tags r:id="rId55"/>
              </p:custDataLst>
            </p:nvPr>
          </p:nvSpPr>
          <p:spPr bwMode="auto">
            <a:xfrm>
              <a:off x="2838" y="4120"/>
              <a:ext cx="206" cy="514"/>
            </a:xfrm>
            <a:custGeom>
              <a:avLst/>
              <a:gdLst>
                <a:gd name="T0" fmla="*/ 0 w 172"/>
                <a:gd name="T1" fmla="*/ 0 h 428"/>
                <a:gd name="T2" fmla="*/ 0 w 172"/>
                <a:gd name="T3" fmla="*/ 0 h 428"/>
                <a:gd name="T4" fmla="*/ 24 w 172"/>
                <a:gd name="T5" fmla="*/ 50 h 428"/>
                <a:gd name="T6" fmla="*/ 78 w 172"/>
                <a:gd name="T7" fmla="*/ 168 h 428"/>
                <a:gd name="T8" fmla="*/ 108 w 172"/>
                <a:gd name="T9" fmla="*/ 240 h 428"/>
                <a:gd name="T10" fmla="*/ 136 w 172"/>
                <a:gd name="T11" fmla="*/ 310 h 428"/>
                <a:gd name="T12" fmla="*/ 158 w 172"/>
                <a:gd name="T13" fmla="*/ 374 h 428"/>
                <a:gd name="T14" fmla="*/ 166 w 172"/>
                <a:gd name="T15" fmla="*/ 402 h 428"/>
                <a:gd name="T16" fmla="*/ 172 w 172"/>
                <a:gd name="T17" fmla="*/ 428 h 428"/>
                <a:gd name="T18" fmla="*/ 172 w 172"/>
                <a:gd name="T19" fmla="*/ 428 h 428"/>
                <a:gd name="T20" fmla="*/ 94 w 172"/>
                <a:gd name="T21" fmla="*/ 240 h 428"/>
                <a:gd name="T22" fmla="*/ 34 w 172"/>
                <a:gd name="T23" fmla="*/ 96 h 428"/>
                <a:gd name="T24" fmla="*/ 12 w 172"/>
                <a:gd name="T25" fmla="*/ 38 h 428"/>
                <a:gd name="T26" fmla="*/ 0 w 172"/>
                <a:gd name="T27"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2" h="428">
                  <a:moveTo>
                    <a:pt x="0" y="0"/>
                  </a:moveTo>
                  <a:lnTo>
                    <a:pt x="0" y="0"/>
                  </a:lnTo>
                  <a:lnTo>
                    <a:pt x="24" y="50"/>
                  </a:lnTo>
                  <a:lnTo>
                    <a:pt x="78" y="168"/>
                  </a:lnTo>
                  <a:lnTo>
                    <a:pt x="108" y="240"/>
                  </a:lnTo>
                  <a:lnTo>
                    <a:pt x="136" y="310"/>
                  </a:lnTo>
                  <a:lnTo>
                    <a:pt x="158" y="374"/>
                  </a:lnTo>
                  <a:lnTo>
                    <a:pt x="166" y="402"/>
                  </a:lnTo>
                  <a:lnTo>
                    <a:pt x="172" y="428"/>
                  </a:lnTo>
                  <a:lnTo>
                    <a:pt x="172" y="428"/>
                  </a:lnTo>
                  <a:lnTo>
                    <a:pt x="94" y="240"/>
                  </a:lnTo>
                  <a:lnTo>
                    <a:pt x="34" y="96"/>
                  </a:lnTo>
                  <a:lnTo>
                    <a:pt x="12" y="3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2" name="任意多边形 81"/>
            <p:cNvSpPr/>
            <p:nvPr>
              <p:custDataLst>
                <p:tags r:id="rId56"/>
              </p:custDataLst>
            </p:nvPr>
          </p:nvSpPr>
          <p:spPr bwMode="auto">
            <a:xfrm>
              <a:off x="2878" y="4487"/>
              <a:ext cx="62" cy="70"/>
            </a:xfrm>
            <a:custGeom>
              <a:avLst/>
              <a:gdLst>
                <a:gd name="T0" fmla="*/ 50 w 52"/>
                <a:gd name="T1" fmla="*/ 18 h 58"/>
                <a:gd name="T2" fmla="*/ 50 w 52"/>
                <a:gd name="T3" fmla="*/ 18 h 58"/>
                <a:gd name="T4" fmla="*/ 52 w 52"/>
                <a:gd name="T5" fmla="*/ 30 h 58"/>
                <a:gd name="T6" fmla="*/ 52 w 52"/>
                <a:gd name="T7" fmla="*/ 40 h 58"/>
                <a:gd name="T8" fmla="*/ 46 w 52"/>
                <a:gd name="T9" fmla="*/ 50 h 58"/>
                <a:gd name="T10" fmla="*/ 38 w 52"/>
                <a:gd name="T11" fmla="*/ 56 h 58"/>
                <a:gd name="T12" fmla="*/ 38 w 52"/>
                <a:gd name="T13" fmla="*/ 56 h 58"/>
                <a:gd name="T14" fmla="*/ 26 w 52"/>
                <a:gd name="T15" fmla="*/ 58 h 58"/>
                <a:gd name="T16" fmla="*/ 16 w 52"/>
                <a:gd name="T17" fmla="*/ 54 h 58"/>
                <a:gd name="T18" fmla="*/ 8 w 52"/>
                <a:gd name="T19" fmla="*/ 48 h 58"/>
                <a:gd name="T20" fmla="*/ 2 w 52"/>
                <a:gd name="T21" fmla="*/ 38 h 58"/>
                <a:gd name="T22" fmla="*/ 2 w 52"/>
                <a:gd name="T23" fmla="*/ 38 h 58"/>
                <a:gd name="T24" fmla="*/ 0 w 52"/>
                <a:gd name="T25" fmla="*/ 26 h 58"/>
                <a:gd name="T26" fmla="*/ 0 w 52"/>
                <a:gd name="T27" fmla="*/ 16 h 58"/>
                <a:gd name="T28" fmla="*/ 6 w 52"/>
                <a:gd name="T29" fmla="*/ 6 h 58"/>
                <a:gd name="T30" fmla="*/ 14 w 52"/>
                <a:gd name="T31" fmla="*/ 0 h 58"/>
                <a:gd name="T32" fmla="*/ 14 w 52"/>
                <a:gd name="T33" fmla="*/ 0 h 58"/>
                <a:gd name="T34" fmla="*/ 26 w 52"/>
                <a:gd name="T35" fmla="*/ 0 h 58"/>
                <a:gd name="T36" fmla="*/ 36 w 52"/>
                <a:gd name="T37" fmla="*/ 2 h 58"/>
                <a:gd name="T38" fmla="*/ 44 w 52"/>
                <a:gd name="T39" fmla="*/ 8 h 58"/>
                <a:gd name="T40" fmla="*/ 50 w 52"/>
                <a:gd name="T41"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58">
                  <a:moveTo>
                    <a:pt x="50" y="18"/>
                  </a:moveTo>
                  <a:lnTo>
                    <a:pt x="50" y="18"/>
                  </a:lnTo>
                  <a:lnTo>
                    <a:pt x="52" y="30"/>
                  </a:lnTo>
                  <a:lnTo>
                    <a:pt x="52" y="40"/>
                  </a:lnTo>
                  <a:lnTo>
                    <a:pt x="46" y="50"/>
                  </a:lnTo>
                  <a:lnTo>
                    <a:pt x="38" y="56"/>
                  </a:lnTo>
                  <a:lnTo>
                    <a:pt x="38" y="56"/>
                  </a:lnTo>
                  <a:lnTo>
                    <a:pt x="26" y="58"/>
                  </a:lnTo>
                  <a:lnTo>
                    <a:pt x="16" y="54"/>
                  </a:lnTo>
                  <a:lnTo>
                    <a:pt x="8" y="48"/>
                  </a:lnTo>
                  <a:lnTo>
                    <a:pt x="2" y="38"/>
                  </a:lnTo>
                  <a:lnTo>
                    <a:pt x="2" y="38"/>
                  </a:lnTo>
                  <a:lnTo>
                    <a:pt x="0" y="26"/>
                  </a:lnTo>
                  <a:lnTo>
                    <a:pt x="0" y="16"/>
                  </a:lnTo>
                  <a:lnTo>
                    <a:pt x="6" y="6"/>
                  </a:lnTo>
                  <a:lnTo>
                    <a:pt x="14" y="0"/>
                  </a:lnTo>
                  <a:lnTo>
                    <a:pt x="14" y="0"/>
                  </a:lnTo>
                  <a:lnTo>
                    <a:pt x="26" y="0"/>
                  </a:lnTo>
                  <a:lnTo>
                    <a:pt x="36" y="2"/>
                  </a:lnTo>
                  <a:lnTo>
                    <a:pt x="44" y="8"/>
                  </a:lnTo>
                  <a:lnTo>
                    <a:pt x="50" y="18"/>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3" name="任意多边形 82"/>
            <p:cNvSpPr/>
            <p:nvPr>
              <p:custDataLst>
                <p:tags r:id="rId57"/>
              </p:custDataLst>
            </p:nvPr>
          </p:nvSpPr>
          <p:spPr bwMode="auto">
            <a:xfrm>
              <a:off x="2878" y="4487"/>
              <a:ext cx="62" cy="70"/>
            </a:xfrm>
            <a:custGeom>
              <a:avLst/>
              <a:gdLst>
                <a:gd name="T0" fmla="*/ 50 w 52"/>
                <a:gd name="T1" fmla="*/ 18 h 58"/>
                <a:gd name="T2" fmla="*/ 50 w 52"/>
                <a:gd name="T3" fmla="*/ 18 h 58"/>
                <a:gd name="T4" fmla="*/ 52 w 52"/>
                <a:gd name="T5" fmla="*/ 30 h 58"/>
                <a:gd name="T6" fmla="*/ 52 w 52"/>
                <a:gd name="T7" fmla="*/ 40 h 58"/>
                <a:gd name="T8" fmla="*/ 46 w 52"/>
                <a:gd name="T9" fmla="*/ 50 h 58"/>
                <a:gd name="T10" fmla="*/ 38 w 52"/>
                <a:gd name="T11" fmla="*/ 56 h 58"/>
                <a:gd name="T12" fmla="*/ 38 w 52"/>
                <a:gd name="T13" fmla="*/ 56 h 58"/>
                <a:gd name="T14" fmla="*/ 26 w 52"/>
                <a:gd name="T15" fmla="*/ 58 h 58"/>
                <a:gd name="T16" fmla="*/ 16 w 52"/>
                <a:gd name="T17" fmla="*/ 54 h 58"/>
                <a:gd name="T18" fmla="*/ 8 w 52"/>
                <a:gd name="T19" fmla="*/ 48 h 58"/>
                <a:gd name="T20" fmla="*/ 2 w 52"/>
                <a:gd name="T21" fmla="*/ 38 h 58"/>
                <a:gd name="T22" fmla="*/ 2 w 52"/>
                <a:gd name="T23" fmla="*/ 38 h 58"/>
                <a:gd name="T24" fmla="*/ 0 w 52"/>
                <a:gd name="T25" fmla="*/ 26 h 58"/>
                <a:gd name="T26" fmla="*/ 0 w 52"/>
                <a:gd name="T27" fmla="*/ 16 h 58"/>
                <a:gd name="T28" fmla="*/ 6 w 52"/>
                <a:gd name="T29" fmla="*/ 6 h 58"/>
                <a:gd name="T30" fmla="*/ 14 w 52"/>
                <a:gd name="T31" fmla="*/ 0 h 58"/>
                <a:gd name="T32" fmla="*/ 14 w 52"/>
                <a:gd name="T33" fmla="*/ 0 h 58"/>
                <a:gd name="T34" fmla="*/ 26 w 52"/>
                <a:gd name="T35" fmla="*/ 0 h 58"/>
                <a:gd name="T36" fmla="*/ 36 w 52"/>
                <a:gd name="T37" fmla="*/ 2 h 58"/>
                <a:gd name="T38" fmla="*/ 44 w 52"/>
                <a:gd name="T39" fmla="*/ 8 h 58"/>
                <a:gd name="T40" fmla="*/ 50 w 52"/>
                <a:gd name="T41"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 h="58">
                  <a:moveTo>
                    <a:pt x="50" y="18"/>
                  </a:moveTo>
                  <a:lnTo>
                    <a:pt x="50" y="18"/>
                  </a:lnTo>
                  <a:lnTo>
                    <a:pt x="52" y="30"/>
                  </a:lnTo>
                  <a:lnTo>
                    <a:pt x="52" y="40"/>
                  </a:lnTo>
                  <a:lnTo>
                    <a:pt x="46" y="50"/>
                  </a:lnTo>
                  <a:lnTo>
                    <a:pt x="38" y="56"/>
                  </a:lnTo>
                  <a:lnTo>
                    <a:pt x="38" y="56"/>
                  </a:lnTo>
                  <a:lnTo>
                    <a:pt x="26" y="58"/>
                  </a:lnTo>
                  <a:lnTo>
                    <a:pt x="16" y="54"/>
                  </a:lnTo>
                  <a:lnTo>
                    <a:pt x="8" y="48"/>
                  </a:lnTo>
                  <a:lnTo>
                    <a:pt x="2" y="38"/>
                  </a:lnTo>
                  <a:lnTo>
                    <a:pt x="2" y="38"/>
                  </a:lnTo>
                  <a:lnTo>
                    <a:pt x="0" y="26"/>
                  </a:lnTo>
                  <a:lnTo>
                    <a:pt x="0" y="16"/>
                  </a:lnTo>
                  <a:lnTo>
                    <a:pt x="6" y="6"/>
                  </a:lnTo>
                  <a:lnTo>
                    <a:pt x="14" y="0"/>
                  </a:lnTo>
                  <a:lnTo>
                    <a:pt x="14" y="0"/>
                  </a:lnTo>
                  <a:lnTo>
                    <a:pt x="26" y="0"/>
                  </a:lnTo>
                  <a:lnTo>
                    <a:pt x="36" y="2"/>
                  </a:lnTo>
                  <a:lnTo>
                    <a:pt x="44" y="8"/>
                  </a:lnTo>
                  <a:lnTo>
                    <a:pt x="50" y="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4" name="任意多边形 83"/>
            <p:cNvSpPr/>
            <p:nvPr>
              <p:custDataLst>
                <p:tags r:id="rId58"/>
              </p:custDataLst>
            </p:nvPr>
          </p:nvSpPr>
          <p:spPr bwMode="auto">
            <a:xfrm>
              <a:off x="2797" y="4242"/>
              <a:ext cx="65" cy="70"/>
            </a:xfrm>
            <a:custGeom>
              <a:avLst/>
              <a:gdLst>
                <a:gd name="T0" fmla="*/ 50 w 54"/>
                <a:gd name="T1" fmla="*/ 18 h 58"/>
                <a:gd name="T2" fmla="*/ 50 w 54"/>
                <a:gd name="T3" fmla="*/ 18 h 58"/>
                <a:gd name="T4" fmla="*/ 54 w 54"/>
                <a:gd name="T5" fmla="*/ 30 h 58"/>
                <a:gd name="T6" fmla="*/ 52 w 54"/>
                <a:gd name="T7" fmla="*/ 40 h 58"/>
                <a:gd name="T8" fmla="*/ 46 w 54"/>
                <a:gd name="T9" fmla="*/ 50 h 58"/>
                <a:gd name="T10" fmla="*/ 38 w 54"/>
                <a:gd name="T11" fmla="*/ 56 h 58"/>
                <a:gd name="T12" fmla="*/ 38 w 54"/>
                <a:gd name="T13" fmla="*/ 56 h 58"/>
                <a:gd name="T14" fmla="*/ 28 w 54"/>
                <a:gd name="T15" fmla="*/ 58 h 58"/>
                <a:gd name="T16" fmla="*/ 18 w 54"/>
                <a:gd name="T17" fmla="*/ 56 h 58"/>
                <a:gd name="T18" fmla="*/ 8 w 54"/>
                <a:gd name="T19" fmla="*/ 48 h 58"/>
                <a:gd name="T20" fmla="*/ 2 w 54"/>
                <a:gd name="T21" fmla="*/ 38 h 58"/>
                <a:gd name="T22" fmla="*/ 2 w 54"/>
                <a:gd name="T23" fmla="*/ 38 h 58"/>
                <a:gd name="T24" fmla="*/ 0 w 54"/>
                <a:gd name="T25" fmla="*/ 28 h 58"/>
                <a:gd name="T26" fmla="*/ 2 w 54"/>
                <a:gd name="T27" fmla="*/ 16 h 58"/>
                <a:gd name="T28" fmla="*/ 6 w 54"/>
                <a:gd name="T29" fmla="*/ 8 h 58"/>
                <a:gd name="T30" fmla="*/ 10 w 54"/>
                <a:gd name="T31" fmla="*/ 4 h 58"/>
                <a:gd name="T32" fmla="*/ 16 w 54"/>
                <a:gd name="T33" fmla="*/ 2 h 58"/>
                <a:gd name="T34" fmla="*/ 16 w 54"/>
                <a:gd name="T35" fmla="*/ 2 h 58"/>
                <a:gd name="T36" fmla="*/ 26 w 54"/>
                <a:gd name="T37" fmla="*/ 0 h 58"/>
                <a:gd name="T38" fmla="*/ 36 w 54"/>
                <a:gd name="T39" fmla="*/ 2 h 58"/>
                <a:gd name="T40" fmla="*/ 44 w 54"/>
                <a:gd name="T41" fmla="*/ 8 h 58"/>
                <a:gd name="T42" fmla="*/ 50 w 54"/>
                <a:gd name="T43"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4" h="58">
                  <a:moveTo>
                    <a:pt x="50" y="18"/>
                  </a:moveTo>
                  <a:lnTo>
                    <a:pt x="50" y="18"/>
                  </a:lnTo>
                  <a:lnTo>
                    <a:pt x="54" y="30"/>
                  </a:lnTo>
                  <a:lnTo>
                    <a:pt x="52" y="40"/>
                  </a:lnTo>
                  <a:lnTo>
                    <a:pt x="46" y="50"/>
                  </a:lnTo>
                  <a:lnTo>
                    <a:pt x="38" y="56"/>
                  </a:lnTo>
                  <a:lnTo>
                    <a:pt x="38" y="56"/>
                  </a:lnTo>
                  <a:lnTo>
                    <a:pt x="28" y="58"/>
                  </a:lnTo>
                  <a:lnTo>
                    <a:pt x="18" y="56"/>
                  </a:lnTo>
                  <a:lnTo>
                    <a:pt x="8" y="48"/>
                  </a:lnTo>
                  <a:lnTo>
                    <a:pt x="2" y="38"/>
                  </a:lnTo>
                  <a:lnTo>
                    <a:pt x="2" y="38"/>
                  </a:lnTo>
                  <a:lnTo>
                    <a:pt x="0" y="28"/>
                  </a:lnTo>
                  <a:lnTo>
                    <a:pt x="2" y="16"/>
                  </a:lnTo>
                  <a:lnTo>
                    <a:pt x="6" y="8"/>
                  </a:lnTo>
                  <a:lnTo>
                    <a:pt x="10" y="4"/>
                  </a:lnTo>
                  <a:lnTo>
                    <a:pt x="16" y="2"/>
                  </a:lnTo>
                  <a:lnTo>
                    <a:pt x="16" y="2"/>
                  </a:lnTo>
                  <a:lnTo>
                    <a:pt x="26" y="0"/>
                  </a:lnTo>
                  <a:lnTo>
                    <a:pt x="36" y="2"/>
                  </a:lnTo>
                  <a:lnTo>
                    <a:pt x="44" y="8"/>
                  </a:lnTo>
                  <a:lnTo>
                    <a:pt x="50" y="18"/>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5" name="任意多边形 84"/>
            <p:cNvSpPr/>
            <p:nvPr>
              <p:custDataLst>
                <p:tags r:id="rId59"/>
              </p:custDataLst>
            </p:nvPr>
          </p:nvSpPr>
          <p:spPr bwMode="auto">
            <a:xfrm>
              <a:off x="2797" y="4242"/>
              <a:ext cx="65" cy="70"/>
            </a:xfrm>
            <a:custGeom>
              <a:avLst/>
              <a:gdLst>
                <a:gd name="T0" fmla="*/ 50 w 54"/>
                <a:gd name="T1" fmla="*/ 18 h 58"/>
                <a:gd name="T2" fmla="*/ 50 w 54"/>
                <a:gd name="T3" fmla="*/ 18 h 58"/>
                <a:gd name="T4" fmla="*/ 54 w 54"/>
                <a:gd name="T5" fmla="*/ 30 h 58"/>
                <a:gd name="T6" fmla="*/ 52 w 54"/>
                <a:gd name="T7" fmla="*/ 40 h 58"/>
                <a:gd name="T8" fmla="*/ 46 w 54"/>
                <a:gd name="T9" fmla="*/ 50 h 58"/>
                <a:gd name="T10" fmla="*/ 38 w 54"/>
                <a:gd name="T11" fmla="*/ 56 h 58"/>
                <a:gd name="T12" fmla="*/ 38 w 54"/>
                <a:gd name="T13" fmla="*/ 56 h 58"/>
                <a:gd name="T14" fmla="*/ 28 w 54"/>
                <a:gd name="T15" fmla="*/ 58 h 58"/>
                <a:gd name="T16" fmla="*/ 18 w 54"/>
                <a:gd name="T17" fmla="*/ 56 h 58"/>
                <a:gd name="T18" fmla="*/ 8 w 54"/>
                <a:gd name="T19" fmla="*/ 48 h 58"/>
                <a:gd name="T20" fmla="*/ 2 w 54"/>
                <a:gd name="T21" fmla="*/ 38 h 58"/>
                <a:gd name="T22" fmla="*/ 2 w 54"/>
                <a:gd name="T23" fmla="*/ 38 h 58"/>
                <a:gd name="T24" fmla="*/ 0 w 54"/>
                <a:gd name="T25" fmla="*/ 28 h 58"/>
                <a:gd name="T26" fmla="*/ 2 w 54"/>
                <a:gd name="T27" fmla="*/ 16 h 58"/>
                <a:gd name="T28" fmla="*/ 6 w 54"/>
                <a:gd name="T29" fmla="*/ 8 h 58"/>
                <a:gd name="T30" fmla="*/ 10 w 54"/>
                <a:gd name="T31" fmla="*/ 4 h 58"/>
                <a:gd name="T32" fmla="*/ 16 w 54"/>
                <a:gd name="T33" fmla="*/ 2 h 58"/>
                <a:gd name="T34" fmla="*/ 16 w 54"/>
                <a:gd name="T35" fmla="*/ 2 h 58"/>
                <a:gd name="T36" fmla="*/ 26 w 54"/>
                <a:gd name="T37" fmla="*/ 0 h 58"/>
                <a:gd name="T38" fmla="*/ 36 w 54"/>
                <a:gd name="T39" fmla="*/ 2 h 58"/>
                <a:gd name="T40" fmla="*/ 44 w 54"/>
                <a:gd name="T41" fmla="*/ 8 h 58"/>
                <a:gd name="T42" fmla="*/ 50 w 54"/>
                <a:gd name="T43" fmla="*/ 18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4" h="58">
                  <a:moveTo>
                    <a:pt x="50" y="18"/>
                  </a:moveTo>
                  <a:lnTo>
                    <a:pt x="50" y="18"/>
                  </a:lnTo>
                  <a:lnTo>
                    <a:pt x="54" y="30"/>
                  </a:lnTo>
                  <a:lnTo>
                    <a:pt x="52" y="40"/>
                  </a:lnTo>
                  <a:lnTo>
                    <a:pt x="46" y="50"/>
                  </a:lnTo>
                  <a:lnTo>
                    <a:pt x="38" y="56"/>
                  </a:lnTo>
                  <a:lnTo>
                    <a:pt x="38" y="56"/>
                  </a:lnTo>
                  <a:lnTo>
                    <a:pt x="28" y="58"/>
                  </a:lnTo>
                  <a:lnTo>
                    <a:pt x="18" y="56"/>
                  </a:lnTo>
                  <a:lnTo>
                    <a:pt x="8" y="48"/>
                  </a:lnTo>
                  <a:lnTo>
                    <a:pt x="2" y="38"/>
                  </a:lnTo>
                  <a:lnTo>
                    <a:pt x="2" y="38"/>
                  </a:lnTo>
                  <a:lnTo>
                    <a:pt x="0" y="28"/>
                  </a:lnTo>
                  <a:lnTo>
                    <a:pt x="2" y="16"/>
                  </a:lnTo>
                  <a:lnTo>
                    <a:pt x="6" y="8"/>
                  </a:lnTo>
                  <a:lnTo>
                    <a:pt x="10" y="4"/>
                  </a:lnTo>
                  <a:lnTo>
                    <a:pt x="16" y="2"/>
                  </a:lnTo>
                  <a:lnTo>
                    <a:pt x="16" y="2"/>
                  </a:lnTo>
                  <a:lnTo>
                    <a:pt x="26" y="0"/>
                  </a:lnTo>
                  <a:lnTo>
                    <a:pt x="36" y="2"/>
                  </a:lnTo>
                  <a:lnTo>
                    <a:pt x="44" y="8"/>
                  </a:lnTo>
                  <a:lnTo>
                    <a:pt x="50" y="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6" name="任意多边形 85"/>
            <p:cNvSpPr/>
            <p:nvPr>
              <p:custDataLst>
                <p:tags r:id="rId60"/>
              </p:custDataLst>
            </p:nvPr>
          </p:nvSpPr>
          <p:spPr bwMode="auto">
            <a:xfrm>
              <a:off x="2485" y="3301"/>
              <a:ext cx="118" cy="187"/>
            </a:xfrm>
            <a:custGeom>
              <a:avLst/>
              <a:gdLst>
                <a:gd name="T0" fmla="*/ 0 w 98"/>
                <a:gd name="T1" fmla="*/ 62 h 156"/>
                <a:gd name="T2" fmla="*/ 90 w 98"/>
                <a:gd name="T3" fmla="*/ 156 h 156"/>
                <a:gd name="T4" fmla="*/ 90 w 98"/>
                <a:gd name="T5" fmla="*/ 156 h 156"/>
                <a:gd name="T6" fmla="*/ 96 w 98"/>
                <a:gd name="T7" fmla="*/ 106 h 156"/>
                <a:gd name="T8" fmla="*/ 98 w 98"/>
                <a:gd name="T9" fmla="*/ 66 h 156"/>
                <a:gd name="T10" fmla="*/ 98 w 98"/>
                <a:gd name="T11" fmla="*/ 48 h 156"/>
                <a:gd name="T12" fmla="*/ 96 w 98"/>
                <a:gd name="T13" fmla="*/ 36 h 156"/>
                <a:gd name="T14" fmla="*/ 50 w 98"/>
                <a:gd name="T15" fmla="*/ 0 h 156"/>
                <a:gd name="T16" fmla="*/ 0 w 98"/>
                <a:gd name="T17" fmla="*/ 6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156">
                  <a:moveTo>
                    <a:pt x="0" y="62"/>
                  </a:moveTo>
                  <a:lnTo>
                    <a:pt x="90" y="156"/>
                  </a:lnTo>
                  <a:lnTo>
                    <a:pt x="90" y="156"/>
                  </a:lnTo>
                  <a:lnTo>
                    <a:pt x="96" y="106"/>
                  </a:lnTo>
                  <a:lnTo>
                    <a:pt x="98" y="66"/>
                  </a:lnTo>
                  <a:lnTo>
                    <a:pt x="98" y="48"/>
                  </a:lnTo>
                  <a:lnTo>
                    <a:pt x="96" y="36"/>
                  </a:lnTo>
                  <a:lnTo>
                    <a:pt x="50" y="0"/>
                  </a:lnTo>
                  <a:lnTo>
                    <a:pt x="0" y="6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7" name="任意多边形 86"/>
            <p:cNvSpPr/>
            <p:nvPr>
              <p:custDataLst>
                <p:tags r:id="rId61"/>
              </p:custDataLst>
            </p:nvPr>
          </p:nvSpPr>
          <p:spPr bwMode="auto">
            <a:xfrm>
              <a:off x="2583" y="4653"/>
              <a:ext cx="722" cy="209"/>
            </a:xfrm>
            <a:custGeom>
              <a:avLst/>
              <a:gdLst>
                <a:gd name="T0" fmla="*/ 0 w 602"/>
                <a:gd name="T1" fmla="*/ 174 h 174"/>
                <a:gd name="T2" fmla="*/ 0 w 602"/>
                <a:gd name="T3" fmla="*/ 174 h 174"/>
                <a:gd name="T4" fmla="*/ 30 w 602"/>
                <a:gd name="T5" fmla="*/ 164 h 174"/>
                <a:gd name="T6" fmla="*/ 110 w 602"/>
                <a:gd name="T7" fmla="*/ 142 h 174"/>
                <a:gd name="T8" fmla="*/ 166 w 602"/>
                <a:gd name="T9" fmla="*/ 128 h 174"/>
                <a:gd name="T10" fmla="*/ 230 w 602"/>
                <a:gd name="T11" fmla="*/ 112 h 174"/>
                <a:gd name="T12" fmla="*/ 300 w 602"/>
                <a:gd name="T13" fmla="*/ 98 h 174"/>
                <a:gd name="T14" fmla="*/ 376 w 602"/>
                <a:gd name="T15" fmla="*/ 86 h 174"/>
                <a:gd name="T16" fmla="*/ 388 w 602"/>
                <a:gd name="T17" fmla="*/ 0 h 174"/>
                <a:gd name="T18" fmla="*/ 388 w 602"/>
                <a:gd name="T19" fmla="*/ 0 h 174"/>
                <a:gd name="T20" fmla="*/ 422 w 602"/>
                <a:gd name="T21" fmla="*/ 82 h 174"/>
                <a:gd name="T22" fmla="*/ 422 w 602"/>
                <a:gd name="T23" fmla="*/ 82 h 174"/>
                <a:gd name="T24" fmla="*/ 498 w 602"/>
                <a:gd name="T25" fmla="*/ 78 h 174"/>
                <a:gd name="T26" fmla="*/ 558 w 602"/>
                <a:gd name="T27" fmla="*/ 78 h 174"/>
                <a:gd name="T28" fmla="*/ 602 w 602"/>
                <a:gd name="T29" fmla="*/ 80 h 174"/>
                <a:gd name="T30" fmla="*/ 602 w 602"/>
                <a:gd name="T31" fmla="*/ 80 h 174"/>
                <a:gd name="T32" fmla="*/ 516 w 602"/>
                <a:gd name="T33" fmla="*/ 88 h 174"/>
                <a:gd name="T34" fmla="*/ 452 w 602"/>
                <a:gd name="T35" fmla="*/ 94 h 174"/>
                <a:gd name="T36" fmla="*/ 414 w 602"/>
                <a:gd name="T37" fmla="*/ 98 h 174"/>
                <a:gd name="T38" fmla="*/ 400 w 602"/>
                <a:gd name="T39" fmla="*/ 64 h 174"/>
                <a:gd name="T40" fmla="*/ 400 w 602"/>
                <a:gd name="T41" fmla="*/ 64 h 174"/>
                <a:gd name="T42" fmla="*/ 394 w 602"/>
                <a:gd name="T43" fmla="*/ 104 h 174"/>
                <a:gd name="T44" fmla="*/ 394 w 602"/>
                <a:gd name="T45" fmla="*/ 104 h 174"/>
                <a:gd name="T46" fmla="*/ 380 w 602"/>
                <a:gd name="T47" fmla="*/ 106 h 174"/>
                <a:gd name="T48" fmla="*/ 342 w 602"/>
                <a:gd name="T49" fmla="*/ 112 h 174"/>
                <a:gd name="T50" fmla="*/ 228 w 602"/>
                <a:gd name="T51" fmla="*/ 126 h 174"/>
                <a:gd name="T52" fmla="*/ 162 w 602"/>
                <a:gd name="T53" fmla="*/ 136 h 174"/>
                <a:gd name="T54" fmla="*/ 98 w 602"/>
                <a:gd name="T55" fmla="*/ 146 h 174"/>
                <a:gd name="T56" fmla="*/ 42 w 602"/>
                <a:gd name="T57" fmla="*/ 160 h 174"/>
                <a:gd name="T58" fmla="*/ 20 w 602"/>
                <a:gd name="T59" fmla="*/ 166 h 174"/>
                <a:gd name="T60" fmla="*/ 0 w 602"/>
                <a:gd name="T61"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02" h="174">
                  <a:moveTo>
                    <a:pt x="0" y="174"/>
                  </a:moveTo>
                  <a:lnTo>
                    <a:pt x="0" y="174"/>
                  </a:lnTo>
                  <a:lnTo>
                    <a:pt x="30" y="164"/>
                  </a:lnTo>
                  <a:lnTo>
                    <a:pt x="110" y="142"/>
                  </a:lnTo>
                  <a:lnTo>
                    <a:pt x="166" y="128"/>
                  </a:lnTo>
                  <a:lnTo>
                    <a:pt x="230" y="112"/>
                  </a:lnTo>
                  <a:lnTo>
                    <a:pt x="300" y="98"/>
                  </a:lnTo>
                  <a:lnTo>
                    <a:pt x="376" y="86"/>
                  </a:lnTo>
                  <a:lnTo>
                    <a:pt x="388" y="0"/>
                  </a:lnTo>
                  <a:lnTo>
                    <a:pt x="388" y="0"/>
                  </a:lnTo>
                  <a:lnTo>
                    <a:pt x="422" y="82"/>
                  </a:lnTo>
                  <a:lnTo>
                    <a:pt x="422" y="82"/>
                  </a:lnTo>
                  <a:lnTo>
                    <a:pt x="498" y="78"/>
                  </a:lnTo>
                  <a:lnTo>
                    <a:pt x="558" y="78"/>
                  </a:lnTo>
                  <a:lnTo>
                    <a:pt x="602" y="80"/>
                  </a:lnTo>
                  <a:lnTo>
                    <a:pt x="602" y="80"/>
                  </a:lnTo>
                  <a:lnTo>
                    <a:pt x="516" y="88"/>
                  </a:lnTo>
                  <a:lnTo>
                    <a:pt x="452" y="94"/>
                  </a:lnTo>
                  <a:lnTo>
                    <a:pt x="414" y="98"/>
                  </a:lnTo>
                  <a:lnTo>
                    <a:pt x="400" y="64"/>
                  </a:lnTo>
                  <a:lnTo>
                    <a:pt x="400" y="64"/>
                  </a:lnTo>
                  <a:lnTo>
                    <a:pt x="394" y="104"/>
                  </a:lnTo>
                  <a:lnTo>
                    <a:pt x="394" y="104"/>
                  </a:lnTo>
                  <a:lnTo>
                    <a:pt x="380" y="106"/>
                  </a:lnTo>
                  <a:lnTo>
                    <a:pt x="342" y="112"/>
                  </a:lnTo>
                  <a:lnTo>
                    <a:pt x="228" y="126"/>
                  </a:lnTo>
                  <a:lnTo>
                    <a:pt x="162" y="136"/>
                  </a:lnTo>
                  <a:lnTo>
                    <a:pt x="98" y="146"/>
                  </a:lnTo>
                  <a:lnTo>
                    <a:pt x="42" y="160"/>
                  </a:lnTo>
                  <a:lnTo>
                    <a:pt x="20" y="166"/>
                  </a:lnTo>
                  <a:lnTo>
                    <a:pt x="0" y="174"/>
                  </a:lnTo>
                  <a:close/>
                </a:path>
              </a:pathLst>
            </a:custGeom>
            <a:solidFill>
              <a:srgbClr val="24272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8" name="任意多边形 87"/>
            <p:cNvSpPr/>
            <p:nvPr>
              <p:custDataLst>
                <p:tags r:id="rId62"/>
              </p:custDataLst>
            </p:nvPr>
          </p:nvSpPr>
          <p:spPr bwMode="auto">
            <a:xfrm>
              <a:off x="2583" y="4653"/>
              <a:ext cx="722" cy="209"/>
            </a:xfrm>
            <a:custGeom>
              <a:avLst/>
              <a:gdLst>
                <a:gd name="T0" fmla="*/ 0 w 602"/>
                <a:gd name="T1" fmla="*/ 174 h 174"/>
                <a:gd name="T2" fmla="*/ 0 w 602"/>
                <a:gd name="T3" fmla="*/ 174 h 174"/>
                <a:gd name="T4" fmla="*/ 30 w 602"/>
                <a:gd name="T5" fmla="*/ 164 h 174"/>
                <a:gd name="T6" fmla="*/ 110 w 602"/>
                <a:gd name="T7" fmla="*/ 142 h 174"/>
                <a:gd name="T8" fmla="*/ 166 w 602"/>
                <a:gd name="T9" fmla="*/ 128 h 174"/>
                <a:gd name="T10" fmla="*/ 230 w 602"/>
                <a:gd name="T11" fmla="*/ 112 h 174"/>
                <a:gd name="T12" fmla="*/ 300 w 602"/>
                <a:gd name="T13" fmla="*/ 98 h 174"/>
                <a:gd name="T14" fmla="*/ 376 w 602"/>
                <a:gd name="T15" fmla="*/ 86 h 174"/>
                <a:gd name="T16" fmla="*/ 388 w 602"/>
                <a:gd name="T17" fmla="*/ 0 h 174"/>
                <a:gd name="T18" fmla="*/ 388 w 602"/>
                <a:gd name="T19" fmla="*/ 0 h 174"/>
                <a:gd name="T20" fmla="*/ 422 w 602"/>
                <a:gd name="T21" fmla="*/ 82 h 174"/>
                <a:gd name="T22" fmla="*/ 422 w 602"/>
                <a:gd name="T23" fmla="*/ 82 h 174"/>
                <a:gd name="T24" fmla="*/ 498 w 602"/>
                <a:gd name="T25" fmla="*/ 78 h 174"/>
                <a:gd name="T26" fmla="*/ 558 w 602"/>
                <a:gd name="T27" fmla="*/ 78 h 174"/>
                <a:gd name="T28" fmla="*/ 602 w 602"/>
                <a:gd name="T29" fmla="*/ 80 h 174"/>
                <a:gd name="T30" fmla="*/ 602 w 602"/>
                <a:gd name="T31" fmla="*/ 80 h 174"/>
                <a:gd name="T32" fmla="*/ 516 w 602"/>
                <a:gd name="T33" fmla="*/ 88 h 174"/>
                <a:gd name="T34" fmla="*/ 452 w 602"/>
                <a:gd name="T35" fmla="*/ 94 h 174"/>
                <a:gd name="T36" fmla="*/ 414 w 602"/>
                <a:gd name="T37" fmla="*/ 98 h 174"/>
                <a:gd name="T38" fmla="*/ 400 w 602"/>
                <a:gd name="T39" fmla="*/ 64 h 174"/>
                <a:gd name="T40" fmla="*/ 400 w 602"/>
                <a:gd name="T41" fmla="*/ 64 h 174"/>
                <a:gd name="T42" fmla="*/ 394 w 602"/>
                <a:gd name="T43" fmla="*/ 104 h 174"/>
                <a:gd name="T44" fmla="*/ 394 w 602"/>
                <a:gd name="T45" fmla="*/ 104 h 174"/>
                <a:gd name="T46" fmla="*/ 380 w 602"/>
                <a:gd name="T47" fmla="*/ 106 h 174"/>
                <a:gd name="T48" fmla="*/ 342 w 602"/>
                <a:gd name="T49" fmla="*/ 112 h 174"/>
                <a:gd name="T50" fmla="*/ 228 w 602"/>
                <a:gd name="T51" fmla="*/ 126 h 174"/>
                <a:gd name="T52" fmla="*/ 162 w 602"/>
                <a:gd name="T53" fmla="*/ 136 h 174"/>
                <a:gd name="T54" fmla="*/ 98 w 602"/>
                <a:gd name="T55" fmla="*/ 146 h 174"/>
                <a:gd name="T56" fmla="*/ 42 w 602"/>
                <a:gd name="T57" fmla="*/ 160 h 174"/>
                <a:gd name="T58" fmla="*/ 20 w 602"/>
                <a:gd name="T59" fmla="*/ 166 h 174"/>
                <a:gd name="T60" fmla="*/ 0 w 602"/>
                <a:gd name="T61" fmla="*/ 17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02" h="174">
                  <a:moveTo>
                    <a:pt x="0" y="174"/>
                  </a:moveTo>
                  <a:lnTo>
                    <a:pt x="0" y="174"/>
                  </a:lnTo>
                  <a:lnTo>
                    <a:pt x="30" y="164"/>
                  </a:lnTo>
                  <a:lnTo>
                    <a:pt x="110" y="142"/>
                  </a:lnTo>
                  <a:lnTo>
                    <a:pt x="166" y="128"/>
                  </a:lnTo>
                  <a:lnTo>
                    <a:pt x="230" y="112"/>
                  </a:lnTo>
                  <a:lnTo>
                    <a:pt x="300" y="98"/>
                  </a:lnTo>
                  <a:lnTo>
                    <a:pt x="376" y="86"/>
                  </a:lnTo>
                  <a:lnTo>
                    <a:pt x="388" y="0"/>
                  </a:lnTo>
                  <a:lnTo>
                    <a:pt x="388" y="0"/>
                  </a:lnTo>
                  <a:lnTo>
                    <a:pt x="422" y="82"/>
                  </a:lnTo>
                  <a:lnTo>
                    <a:pt x="422" y="82"/>
                  </a:lnTo>
                  <a:lnTo>
                    <a:pt x="498" y="78"/>
                  </a:lnTo>
                  <a:lnTo>
                    <a:pt x="558" y="78"/>
                  </a:lnTo>
                  <a:lnTo>
                    <a:pt x="602" y="80"/>
                  </a:lnTo>
                  <a:lnTo>
                    <a:pt x="602" y="80"/>
                  </a:lnTo>
                  <a:lnTo>
                    <a:pt x="516" y="88"/>
                  </a:lnTo>
                  <a:lnTo>
                    <a:pt x="452" y="94"/>
                  </a:lnTo>
                  <a:lnTo>
                    <a:pt x="414" y="98"/>
                  </a:lnTo>
                  <a:lnTo>
                    <a:pt x="400" y="64"/>
                  </a:lnTo>
                  <a:lnTo>
                    <a:pt x="400" y="64"/>
                  </a:lnTo>
                  <a:lnTo>
                    <a:pt x="394" y="104"/>
                  </a:lnTo>
                  <a:lnTo>
                    <a:pt x="394" y="104"/>
                  </a:lnTo>
                  <a:lnTo>
                    <a:pt x="380" y="106"/>
                  </a:lnTo>
                  <a:lnTo>
                    <a:pt x="342" y="112"/>
                  </a:lnTo>
                  <a:lnTo>
                    <a:pt x="228" y="126"/>
                  </a:lnTo>
                  <a:lnTo>
                    <a:pt x="162" y="136"/>
                  </a:lnTo>
                  <a:lnTo>
                    <a:pt x="98" y="146"/>
                  </a:lnTo>
                  <a:lnTo>
                    <a:pt x="42" y="160"/>
                  </a:lnTo>
                  <a:lnTo>
                    <a:pt x="20" y="166"/>
                  </a:lnTo>
                  <a:lnTo>
                    <a:pt x="0" y="1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89" name="任意多边形 88"/>
            <p:cNvSpPr/>
            <p:nvPr>
              <p:custDataLst>
                <p:tags r:id="rId63"/>
              </p:custDataLst>
            </p:nvPr>
          </p:nvSpPr>
          <p:spPr bwMode="auto">
            <a:xfrm>
              <a:off x="1505" y="3455"/>
              <a:ext cx="730" cy="1128"/>
            </a:xfrm>
            <a:custGeom>
              <a:avLst/>
              <a:gdLst>
                <a:gd name="T0" fmla="*/ 408 w 608"/>
                <a:gd name="T1" fmla="*/ 4 h 940"/>
                <a:gd name="T2" fmla="*/ 290 w 608"/>
                <a:gd name="T3" fmla="*/ 160 h 940"/>
                <a:gd name="T4" fmla="*/ 186 w 608"/>
                <a:gd name="T5" fmla="*/ 314 h 940"/>
                <a:gd name="T6" fmla="*/ 116 w 608"/>
                <a:gd name="T7" fmla="*/ 426 h 940"/>
                <a:gd name="T8" fmla="*/ 58 w 608"/>
                <a:gd name="T9" fmla="*/ 538 h 940"/>
                <a:gd name="T10" fmla="*/ 16 w 608"/>
                <a:gd name="T11" fmla="*/ 638 h 940"/>
                <a:gd name="T12" fmla="*/ 6 w 608"/>
                <a:gd name="T13" fmla="*/ 682 h 940"/>
                <a:gd name="T14" fmla="*/ 0 w 608"/>
                <a:gd name="T15" fmla="*/ 722 h 940"/>
                <a:gd name="T16" fmla="*/ 0 w 608"/>
                <a:gd name="T17" fmla="*/ 776 h 940"/>
                <a:gd name="T18" fmla="*/ 6 w 608"/>
                <a:gd name="T19" fmla="*/ 810 h 940"/>
                <a:gd name="T20" fmla="*/ 18 w 608"/>
                <a:gd name="T21" fmla="*/ 840 h 940"/>
                <a:gd name="T22" fmla="*/ 32 w 608"/>
                <a:gd name="T23" fmla="*/ 866 h 940"/>
                <a:gd name="T24" fmla="*/ 54 w 608"/>
                <a:gd name="T25" fmla="*/ 888 h 940"/>
                <a:gd name="T26" fmla="*/ 80 w 608"/>
                <a:gd name="T27" fmla="*/ 908 h 940"/>
                <a:gd name="T28" fmla="*/ 112 w 608"/>
                <a:gd name="T29" fmla="*/ 922 h 940"/>
                <a:gd name="T30" fmla="*/ 148 w 608"/>
                <a:gd name="T31" fmla="*/ 932 h 940"/>
                <a:gd name="T32" fmla="*/ 192 w 608"/>
                <a:gd name="T33" fmla="*/ 938 h 940"/>
                <a:gd name="T34" fmla="*/ 242 w 608"/>
                <a:gd name="T35" fmla="*/ 940 h 940"/>
                <a:gd name="T36" fmla="*/ 328 w 608"/>
                <a:gd name="T37" fmla="*/ 932 h 940"/>
                <a:gd name="T38" fmla="*/ 466 w 608"/>
                <a:gd name="T39" fmla="*/ 904 h 940"/>
                <a:gd name="T40" fmla="*/ 544 w 608"/>
                <a:gd name="T41" fmla="*/ 882 h 940"/>
                <a:gd name="T42" fmla="*/ 578 w 608"/>
                <a:gd name="T43" fmla="*/ 832 h 940"/>
                <a:gd name="T44" fmla="*/ 600 w 608"/>
                <a:gd name="T45" fmla="*/ 786 h 940"/>
                <a:gd name="T46" fmla="*/ 608 w 608"/>
                <a:gd name="T47" fmla="*/ 752 h 940"/>
                <a:gd name="T48" fmla="*/ 606 w 608"/>
                <a:gd name="T49" fmla="*/ 720 h 940"/>
                <a:gd name="T50" fmla="*/ 592 w 608"/>
                <a:gd name="T51" fmla="*/ 692 h 940"/>
                <a:gd name="T52" fmla="*/ 578 w 608"/>
                <a:gd name="T53" fmla="*/ 682 h 940"/>
                <a:gd name="T54" fmla="*/ 528 w 608"/>
                <a:gd name="T55" fmla="*/ 708 h 940"/>
                <a:gd name="T56" fmla="*/ 448 w 608"/>
                <a:gd name="T57" fmla="*/ 746 h 940"/>
                <a:gd name="T58" fmla="*/ 384 w 608"/>
                <a:gd name="T59" fmla="*/ 766 h 940"/>
                <a:gd name="T60" fmla="*/ 318 w 608"/>
                <a:gd name="T61" fmla="*/ 780 h 940"/>
                <a:gd name="T62" fmla="*/ 274 w 608"/>
                <a:gd name="T63" fmla="*/ 780 h 940"/>
                <a:gd name="T64" fmla="*/ 248 w 608"/>
                <a:gd name="T65" fmla="*/ 772 h 940"/>
                <a:gd name="T66" fmla="*/ 224 w 608"/>
                <a:gd name="T67" fmla="*/ 760 h 940"/>
                <a:gd name="T68" fmla="*/ 204 w 608"/>
                <a:gd name="T69" fmla="*/ 742 h 940"/>
                <a:gd name="T70" fmla="*/ 198 w 608"/>
                <a:gd name="T71" fmla="*/ 730 h 940"/>
                <a:gd name="T72" fmla="*/ 186 w 608"/>
                <a:gd name="T73" fmla="*/ 704 h 940"/>
                <a:gd name="T74" fmla="*/ 182 w 608"/>
                <a:gd name="T75" fmla="*/ 678 h 940"/>
                <a:gd name="T76" fmla="*/ 184 w 608"/>
                <a:gd name="T77" fmla="*/ 648 h 940"/>
                <a:gd name="T78" fmla="*/ 200 w 608"/>
                <a:gd name="T79" fmla="*/ 588 h 940"/>
                <a:gd name="T80" fmla="*/ 236 w 608"/>
                <a:gd name="T81" fmla="*/ 522 h 940"/>
                <a:gd name="T82" fmla="*/ 282 w 608"/>
                <a:gd name="T83" fmla="*/ 452 h 940"/>
                <a:gd name="T84" fmla="*/ 366 w 608"/>
                <a:gd name="T85" fmla="*/ 338 h 940"/>
                <a:gd name="T86" fmla="*/ 452 w 608"/>
                <a:gd name="T87" fmla="*/ 218 h 940"/>
                <a:gd name="T88" fmla="*/ 480 w 608"/>
                <a:gd name="T89" fmla="*/ 178 h 940"/>
                <a:gd name="T90" fmla="*/ 490 w 608"/>
                <a:gd name="T91" fmla="*/ 146 h 940"/>
                <a:gd name="T92" fmla="*/ 500 w 608"/>
                <a:gd name="T93" fmla="*/ 96 h 940"/>
                <a:gd name="T94" fmla="*/ 500 w 608"/>
                <a:gd name="T95" fmla="*/ 60 h 940"/>
                <a:gd name="T96" fmla="*/ 490 w 608"/>
                <a:gd name="T97" fmla="*/ 30 h 940"/>
                <a:gd name="T98" fmla="*/ 476 w 608"/>
                <a:gd name="T99" fmla="*/ 12 h 940"/>
                <a:gd name="T100" fmla="*/ 462 w 608"/>
                <a:gd name="T101" fmla="*/ 4 h 940"/>
                <a:gd name="T102" fmla="*/ 444 w 608"/>
                <a:gd name="T103" fmla="*/ 0 h 940"/>
                <a:gd name="T104" fmla="*/ 408 w 608"/>
                <a:gd name="T105" fmla="*/ 4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08" h="940">
                  <a:moveTo>
                    <a:pt x="408" y="4"/>
                  </a:moveTo>
                  <a:lnTo>
                    <a:pt x="408" y="4"/>
                  </a:lnTo>
                  <a:lnTo>
                    <a:pt x="350" y="80"/>
                  </a:lnTo>
                  <a:lnTo>
                    <a:pt x="290" y="160"/>
                  </a:lnTo>
                  <a:lnTo>
                    <a:pt x="222" y="260"/>
                  </a:lnTo>
                  <a:lnTo>
                    <a:pt x="186" y="314"/>
                  </a:lnTo>
                  <a:lnTo>
                    <a:pt x="150" y="370"/>
                  </a:lnTo>
                  <a:lnTo>
                    <a:pt x="116" y="426"/>
                  </a:lnTo>
                  <a:lnTo>
                    <a:pt x="84" y="482"/>
                  </a:lnTo>
                  <a:lnTo>
                    <a:pt x="58" y="538"/>
                  </a:lnTo>
                  <a:lnTo>
                    <a:pt x="34" y="590"/>
                  </a:lnTo>
                  <a:lnTo>
                    <a:pt x="16" y="638"/>
                  </a:lnTo>
                  <a:lnTo>
                    <a:pt x="10" y="660"/>
                  </a:lnTo>
                  <a:lnTo>
                    <a:pt x="6" y="682"/>
                  </a:lnTo>
                  <a:lnTo>
                    <a:pt x="6" y="682"/>
                  </a:lnTo>
                  <a:lnTo>
                    <a:pt x="0" y="722"/>
                  </a:lnTo>
                  <a:lnTo>
                    <a:pt x="0" y="758"/>
                  </a:lnTo>
                  <a:lnTo>
                    <a:pt x="0" y="776"/>
                  </a:lnTo>
                  <a:lnTo>
                    <a:pt x="2" y="794"/>
                  </a:lnTo>
                  <a:lnTo>
                    <a:pt x="6" y="810"/>
                  </a:lnTo>
                  <a:lnTo>
                    <a:pt x="12" y="824"/>
                  </a:lnTo>
                  <a:lnTo>
                    <a:pt x="18" y="840"/>
                  </a:lnTo>
                  <a:lnTo>
                    <a:pt x="24" y="852"/>
                  </a:lnTo>
                  <a:lnTo>
                    <a:pt x="32" y="866"/>
                  </a:lnTo>
                  <a:lnTo>
                    <a:pt x="42" y="878"/>
                  </a:lnTo>
                  <a:lnTo>
                    <a:pt x="54" y="888"/>
                  </a:lnTo>
                  <a:lnTo>
                    <a:pt x="66" y="898"/>
                  </a:lnTo>
                  <a:lnTo>
                    <a:pt x="80" y="908"/>
                  </a:lnTo>
                  <a:lnTo>
                    <a:pt x="94" y="916"/>
                  </a:lnTo>
                  <a:lnTo>
                    <a:pt x="112" y="922"/>
                  </a:lnTo>
                  <a:lnTo>
                    <a:pt x="130" y="928"/>
                  </a:lnTo>
                  <a:lnTo>
                    <a:pt x="148" y="932"/>
                  </a:lnTo>
                  <a:lnTo>
                    <a:pt x="170" y="936"/>
                  </a:lnTo>
                  <a:lnTo>
                    <a:pt x="192" y="938"/>
                  </a:lnTo>
                  <a:lnTo>
                    <a:pt x="216" y="940"/>
                  </a:lnTo>
                  <a:lnTo>
                    <a:pt x="242" y="940"/>
                  </a:lnTo>
                  <a:lnTo>
                    <a:pt x="268" y="938"/>
                  </a:lnTo>
                  <a:lnTo>
                    <a:pt x="328" y="932"/>
                  </a:lnTo>
                  <a:lnTo>
                    <a:pt x="392" y="920"/>
                  </a:lnTo>
                  <a:lnTo>
                    <a:pt x="466" y="904"/>
                  </a:lnTo>
                  <a:lnTo>
                    <a:pt x="544" y="882"/>
                  </a:lnTo>
                  <a:lnTo>
                    <a:pt x="544" y="882"/>
                  </a:lnTo>
                  <a:lnTo>
                    <a:pt x="562" y="858"/>
                  </a:lnTo>
                  <a:lnTo>
                    <a:pt x="578" y="832"/>
                  </a:lnTo>
                  <a:lnTo>
                    <a:pt x="594" y="802"/>
                  </a:lnTo>
                  <a:lnTo>
                    <a:pt x="600" y="786"/>
                  </a:lnTo>
                  <a:lnTo>
                    <a:pt x="604" y="768"/>
                  </a:lnTo>
                  <a:lnTo>
                    <a:pt x="608" y="752"/>
                  </a:lnTo>
                  <a:lnTo>
                    <a:pt x="608" y="736"/>
                  </a:lnTo>
                  <a:lnTo>
                    <a:pt x="606" y="720"/>
                  </a:lnTo>
                  <a:lnTo>
                    <a:pt x="600" y="706"/>
                  </a:lnTo>
                  <a:lnTo>
                    <a:pt x="592" y="692"/>
                  </a:lnTo>
                  <a:lnTo>
                    <a:pt x="578" y="682"/>
                  </a:lnTo>
                  <a:lnTo>
                    <a:pt x="578" y="682"/>
                  </a:lnTo>
                  <a:lnTo>
                    <a:pt x="564" y="688"/>
                  </a:lnTo>
                  <a:lnTo>
                    <a:pt x="528" y="708"/>
                  </a:lnTo>
                  <a:lnTo>
                    <a:pt x="478" y="732"/>
                  </a:lnTo>
                  <a:lnTo>
                    <a:pt x="448" y="746"/>
                  </a:lnTo>
                  <a:lnTo>
                    <a:pt x="416" y="756"/>
                  </a:lnTo>
                  <a:lnTo>
                    <a:pt x="384" y="766"/>
                  </a:lnTo>
                  <a:lnTo>
                    <a:pt x="350" y="774"/>
                  </a:lnTo>
                  <a:lnTo>
                    <a:pt x="318" y="780"/>
                  </a:lnTo>
                  <a:lnTo>
                    <a:pt x="288" y="780"/>
                  </a:lnTo>
                  <a:lnTo>
                    <a:pt x="274" y="780"/>
                  </a:lnTo>
                  <a:lnTo>
                    <a:pt x="260" y="776"/>
                  </a:lnTo>
                  <a:lnTo>
                    <a:pt x="248" y="772"/>
                  </a:lnTo>
                  <a:lnTo>
                    <a:pt x="236" y="768"/>
                  </a:lnTo>
                  <a:lnTo>
                    <a:pt x="224" y="760"/>
                  </a:lnTo>
                  <a:lnTo>
                    <a:pt x="214" y="752"/>
                  </a:lnTo>
                  <a:lnTo>
                    <a:pt x="204" y="742"/>
                  </a:lnTo>
                  <a:lnTo>
                    <a:pt x="198" y="730"/>
                  </a:lnTo>
                  <a:lnTo>
                    <a:pt x="198" y="730"/>
                  </a:lnTo>
                  <a:lnTo>
                    <a:pt x="190" y="718"/>
                  </a:lnTo>
                  <a:lnTo>
                    <a:pt x="186" y="704"/>
                  </a:lnTo>
                  <a:lnTo>
                    <a:pt x="184" y="692"/>
                  </a:lnTo>
                  <a:lnTo>
                    <a:pt x="182" y="678"/>
                  </a:lnTo>
                  <a:lnTo>
                    <a:pt x="182" y="664"/>
                  </a:lnTo>
                  <a:lnTo>
                    <a:pt x="184" y="648"/>
                  </a:lnTo>
                  <a:lnTo>
                    <a:pt x="190" y="618"/>
                  </a:lnTo>
                  <a:lnTo>
                    <a:pt x="200" y="588"/>
                  </a:lnTo>
                  <a:lnTo>
                    <a:pt x="216" y="556"/>
                  </a:lnTo>
                  <a:lnTo>
                    <a:pt x="236" y="522"/>
                  </a:lnTo>
                  <a:lnTo>
                    <a:pt x="258" y="486"/>
                  </a:lnTo>
                  <a:lnTo>
                    <a:pt x="282" y="452"/>
                  </a:lnTo>
                  <a:lnTo>
                    <a:pt x="308" y="414"/>
                  </a:lnTo>
                  <a:lnTo>
                    <a:pt x="366" y="338"/>
                  </a:lnTo>
                  <a:lnTo>
                    <a:pt x="424" y="260"/>
                  </a:lnTo>
                  <a:lnTo>
                    <a:pt x="452" y="218"/>
                  </a:lnTo>
                  <a:lnTo>
                    <a:pt x="480" y="178"/>
                  </a:lnTo>
                  <a:lnTo>
                    <a:pt x="480" y="178"/>
                  </a:lnTo>
                  <a:lnTo>
                    <a:pt x="484" y="168"/>
                  </a:lnTo>
                  <a:lnTo>
                    <a:pt x="490" y="146"/>
                  </a:lnTo>
                  <a:lnTo>
                    <a:pt x="498" y="114"/>
                  </a:lnTo>
                  <a:lnTo>
                    <a:pt x="500" y="96"/>
                  </a:lnTo>
                  <a:lnTo>
                    <a:pt x="500" y="78"/>
                  </a:lnTo>
                  <a:lnTo>
                    <a:pt x="500" y="60"/>
                  </a:lnTo>
                  <a:lnTo>
                    <a:pt x="496" y="44"/>
                  </a:lnTo>
                  <a:lnTo>
                    <a:pt x="490" y="30"/>
                  </a:lnTo>
                  <a:lnTo>
                    <a:pt x="482" y="18"/>
                  </a:lnTo>
                  <a:lnTo>
                    <a:pt x="476" y="12"/>
                  </a:lnTo>
                  <a:lnTo>
                    <a:pt x="470" y="8"/>
                  </a:lnTo>
                  <a:lnTo>
                    <a:pt x="462" y="4"/>
                  </a:lnTo>
                  <a:lnTo>
                    <a:pt x="454" y="2"/>
                  </a:lnTo>
                  <a:lnTo>
                    <a:pt x="444" y="0"/>
                  </a:lnTo>
                  <a:lnTo>
                    <a:pt x="434" y="0"/>
                  </a:lnTo>
                  <a:lnTo>
                    <a:pt x="408" y="4"/>
                  </a:lnTo>
                  <a:close/>
                </a:path>
              </a:pathLst>
            </a:custGeom>
            <a:solidFill>
              <a:srgbClr val="474C4D"/>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90" name="任意多边形 89"/>
            <p:cNvSpPr/>
            <p:nvPr>
              <p:custDataLst>
                <p:tags r:id="rId64"/>
              </p:custDataLst>
            </p:nvPr>
          </p:nvSpPr>
          <p:spPr bwMode="auto">
            <a:xfrm>
              <a:off x="1505" y="3455"/>
              <a:ext cx="730" cy="1128"/>
            </a:xfrm>
            <a:custGeom>
              <a:avLst/>
              <a:gdLst>
                <a:gd name="T0" fmla="*/ 408 w 608"/>
                <a:gd name="T1" fmla="*/ 4 h 940"/>
                <a:gd name="T2" fmla="*/ 290 w 608"/>
                <a:gd name="T3" fmla="*/ 160 h 940"/>
                <a:gd name="T4" fmla="*/ 186 w 608"/>
                <a:gd name="T5" fmla="*/ 314 h 940"/>
                <a:gd name="T6" fmla="*/ 116 w 608"/>
                <a:gd name="T7" fmla="*/ 426 h 940"/>
                <a:gd name="T8" fmla="*/ 58 w 608"/>
                <a:gd name="T9" fmla="*/ 538 h 940"/>
                <a:gd name="T10" fmla="*/ 16 w 608"/>
                <a:gd name="T11" fmla="*/ 638 h 940"/>
                <a:gd name="T12" fmla="*/ 6 w 608"/>
                <a:gd name="T13" fmla="*/ 682 h 940"/>
                <a:gd name="T14" fmla="*/ 0 w 608"/>
                <a:gd name="T15" fmla="*/ 722 h 940"/>
                <a:gd name="T16" fmla="*/ 0 w 608"/>
                <a:gd name="T17" fmla="*/ 776 h 940"/>
                <a:gd name="T18" fmla="*/ 6 w 608"/>
                <a:gd name="T19" fmla="*/ 810 h 940"/>
                <a:gd name="T20" fmla="*/ 18 w 608"/>
                <a:gd name="T21" fmla="*/ 840 h 940"/>
                <a:gd name="T22" fmla="*/ 32 w 608"/>
                <a:gd name="T23" fmla="*/ 866 h 940"/>
                <a:gd name="T24" fmla="*/ 54 w 608"/>
                <a:gd name="T25" fmla="*/ 888 h 940"/>
                <a:gd name="T26" fmla="*/ 80 w 608"/>
                <a:gd name="T27" fmla="*/ 908 h 940"/>
                <a:gd name="T28" fmla="*/ 112 w 608"/>
                <a:gd name="T29" fmla="*/ 922 h 940"/>
                <a:gd name="T30" fmla="*/ 148 w 608"/>
                <a:gd name="T31" fmla="*/ 932 h 940"/>
                <a:gd name="T32" fmla="*/ 192 w 608"/>
                <a:gd name="T33" fmla="*/ 938 h 940"/>
                <a:gd name="T34" fmla="*/ 242 w 608"/>
                <a:gd name="T35" fmla="*/ 940 h 940"/>
                <a:gd name="T36" fmla="*/ 328 w 608"/>
                <a:gd name="T37" fmla="*/ 932 h 940"/>
                <a:gd name="T38" fmla="*/ 466 w 608"/>
                <a:gd name="T39" fmla="*/ 904 h 940"/>
                <a:gd name="T40" fmla="*/ 544 w 608"/>
                <a:gd name="T41" fmla="*/ 882 h 940"/>
                <a:gd name="T42" fmla="*/ 578 w 608"/>
                <a:gd name="T43" fmla="*/ 832 h 940"/>
                <a:gd name="T44" fmla="*/ 600 w 608"/>
                <a:gd name="T45" fmla="*/ 786 h 940"/>
                <a:gd name="T46" fmla="*/ 608 w 608"/>
                <a:gd name="T47" fmla="*/ 752 h 940"/>
                <a:gd name="T48" fmla="*/ 606 w 608"/>
                <a:gd name="T49" fmla="*/ 720 h 940"/>
                <a:gd name="T50" fmla="*/ 592 w 608"/>
                <a:gd name="T51" fmla="*/ 692 h 940"/>
                <a:gd name="T52" fmla="*/ 578 w 608"/>
                <a:gd name="T53" fmla="*/ 682 h 940"/>
                <a:gd name="T54" fmla="*/ 528 w 608"/>
                <a:gd name="T55" fmla="*/ 708 h 940"/>
                <a:gd name="T56" fmla="*/ 448 w 608"/>
                <a:gd name="T57" fmla="*/ 746 h 940"/>
                <a:gd name="T58" fmla="*/ 384 w 608"/>
                <a:gd name="T59" fmla="*/ 766 h 940"/>
                <a:gd name="T60" fmla="*/ 318 w 608"/>
                <a:gd name="T61" fmla="*/ 780 h 940"/>
                <a:gd name="T62" fmla="*/ 274 w 608"/>
                <a:gd name="T63" fmla="*/ 780 h 940"/>
                <a:gd name="T64" fmla="*/ 248 w 608"/>
                <a:gd name="T65" fmla="*/ 772 h 940"/>
                <a:gd name="T66" fmla="*/ 224 w 608"/>
                <a:gd name="T67" fmla="*/ 760 h 940"/>
                <a:gd name="T68" fmla="*/ 204 w 608"/>
                <a:gd name="T69" fmla="*/ 742 h 940"/>
                <a:gd name="T70" fmla="*/ 198 w 608"/>
                <a:gd name="T71" fmla="*/ 730 h 940"/>
                <a:gd name="T72" fmla="*/ 186 w 608"/>
                <a:gd name="T73" fmla="*/ 704 h 940"/>
                <a:gd name="T74" fmla="*/ 182 w 608"/>
                <a:gd name="T75" fmla="*/ 678 h 940"/>
                <a:gd name="T76" fmla="*/ 184 w 608"/>
                <a:gd name="T77" fmla="*/ 648 h 940"/>
                <a:gd name="T78" fmla="*/ 200 w 608"/>
                <a:gd name="T79" fmla="*/ 588 h 940"/>
                <a:gd name="T80" fmla="*/ 236 w 608"/>
                <a:gd name="T81" fmla="*/ 522 h 940"/>
                <a:gd name="T82" fmla="*/ 282 w 608"/>
                <a:gd name="T83" fmla="*/ 452 h 940"/>
                <a:gd name="T84" fmla="*/ 366 w 608"/>
                <a:gd name="T85" fmla="*/ 338 h 940"/>
                <a:gd name="T86" fmla="*/ 452 w 608"/>
                <a:gd name="T87" fmla="*/ 218 h 940"/>
                <a:gd name="T88" fmla="*/ 480 w 608"/>
                <a:gd name="T89" fmla="*/ 178 h 940"/>
                <a:gd name="T90" fmla="*/ 490 w 608"/>
                <a:gd name="T91" fmla="*/ 146 h 940"/>
                <a:gd name="T92" fmla="*/ 500 w 608"/>
                <a:gd name="T93" fmla="*/ 96 h 940"/>
                <a:gd name="T94" fmla="*/ 500 w 608"/>
                <a:gd name="T95" fmla="*/ 60 h 940"/>
                <a:gd name="T96" fmla="*/ 490 w 608"/>
                <a:gd name="T97" fmla="*/ 30 h 940"/>
                <a:gd name="T98" fmla="*/ 476 w 608"/>
                <a:gd name="T99" fmla="*/ 12 h 940"/>
                <a:gd name="T100" fmla="*/ 462 w 608"/>
                <a:gd name="T101" fmla="*/ 4 h 940"/>
                <a:gd name="T102" fmla="*/ 444 w 608"/>
                <a:gd name="T103" fmla="*/ 0 h 940"/>
                <a:gd name="T104" fmla="*/ 408 w 608"/>
                <a:gd name="T105" fmla="*/ 4 h 9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08" h="940">
                  <a:moveTo>
                    <a:pt x="408" y="4"/>
                  </a:moveTo>
                  <a:lnTo>
                    <a:pt x="408" y="4"/>
                  </a:lnTo>
                  <a:lnTo>
                    <a:pt x="350" y="80"/>
                  </a:lnTo>
                  <a:lnTo>
                    <a:pt x="290" y="160"/>
                  </a:lnTo>
                  <a:lnTo>
                    <a:pt x="222" y="260"/>
                  </a:lnTo>
                  <a:lnTo>
                    <a:pt x="186" y="314"/>
                  </a:lnTo>
                  <a:lnTo>
                    <a:pt x="150" y="370"/>
                  </a:lnTo>
                  <a:lnTo>
                    <a:pt x="116" y="426"/>
                  </a:lnTo>
                  <a:lnTo>
                    <a:pt x="84" y="482"/>
                  </a:lnTo>
                  <a:lnTo>
                    <a:pt x="58" y="538"/>
                  </a:lnTo>
                  <a:lnTo>
                    <a:pt x="34" y="590"/>
                  </a:lnTo>
                  <a:lnTo>
                    <a:pt x="16" y="638"/>
                  </a:lnTo>
                  <a:lnTo>
                    <a:pt x="10" y="660"/>
                  </a:lnTo>
                  <a:lnTo>
                    <a:pt x="6" y="682"/>
                  </a:lnTo>
                  <a:lnTo>
                    <a:pt x="6" y="682"/>
                  </a:lnTo>
                  <a:lnTo>
                    <a:pt x="0" y="722"/>
                  </a:lnTo>
                  <a:lnTo>
                    <a:pt x="0" y="758"/>
                  </a:lnTo>
                  <a:lnTo>
                    <a:pt x="0" y="776"/>
                  </a:lnTo>
                  <a:lnTo>
                    <a:pt x="2" y="794"/>
                  </a:lnTo>
                  <a:lnTo>
                    <a:pt x="6" y="810"/>
                  </a:lnTo>
                  <a:lnTo>
                    <a:pt x="12" y="824"/>
                  </a:lnTo>
                  <a:lnTo>
                    <a:pt x="18" y="840"/>
                  </a:lnTo>
                  <a:lnTo>
                    <a:pt x="24" y="852"/>
                  </a:lnTo>
                  <a:lnTo>
                    <a:pt x="32" y="866"/>
                  </a:lnTo>
                  <a:lnTo>
                    <a:pt x="42" y="878"/>
                  </a:lnTo>
                  <a:lnTo>
                    <a:pt x="54" y="888"/>
                  </a:lnTo>
                  <a:lnTo>
                    <a:pt x="66" y="898"/>
                  </a:lnTo>
                  <a:lnTo>
                    <a:pt x="80" y="908"/>
                  </a:lnTo>
                  <a:lnTo>
                    <a:pt x="94" y="916"/>
                  </a:lnTo>
                  <a:lnTo>
                    <a:pt x="112" y="922"/>
                  </a:lnTo>
                  <a:lnTo>
                    <a:pt x="130" y="928"/>
                  </a:lnTo>
                  <a:lnTo>
                    <a:pt x="148" y="932"/>
                  </a:lnTo>
                  <a:lnTo>
                    <a:pt x="170" y="936"/>
                  </a:lnTo>
                  <a:lnTo>
                    <a:pt x="192" y="938"/>
                  </a:lnTo>
                  <a:lnTo>
                    <a:pt x="216" y="940"/>
                  </a:lnTo>
                  <a:lnTo>
                    <a:pt x="242" y="940"/>
                  </a:lnTo>
                  <a:lnTo>
                    <a:pt x="268" y="938"/>
                  </a:lnTo>
                  <a:lnTo>
                    <a:pt x="328" y="932"/>
                  </a:lnTo>
                  <a:lnTo>
                    <a:pt x="392" y="920"/>
                  </a:lnTo>
                  <a:lnTo>
                    <a:pt x="466" y="904"/>
                  </a:lnTo>
                  <a:lnTo>
                    <a:pt x="544" y="882"/>
                  </a:lnTo>
                  <a:lnTo>
                    <a:pt x="544" y="882"/>
                  </a:lnTo>
                  <a:lnTo>
                    <a:pt x="562" y="858"/>
                  </a:lnTo>
                  <a:lnTo>
                    <a:pt x="578" y="832"/>
                  </a:lnTo>
                  <a:lnTo>
                    <a:pt x="594" y="802"/>
                  </a:lnTo>
                  <a:lnTo>
                    <a:pt x="600" y="786"/>
                  </a:lnTo>
                  <a:lnTo>
                    <a:pt x="604" y="768"/>
                  </a:lnTo>
                  <a:lnTo>
                    <a:pt x="608" y="752"/>
                  </a:lnTo>
                  <a:lnTo>
                    <a:pt x="608" y="736"/>
                  </a:lnTo>
                  <a:lnTo>
                    <a:pt x="606" y="720"/>
                  </a:lnTo>
                  <a:lnTo>
                    <a:pt x="600" y="706"/>
                  </a:lnTo>
                  <a:lnTo>
                    <a:pt x="592" y="692"/>
                  </a:lnTo>
                  <a:lnTo>
                    <a:pt x="578" y="682"/>
                  </a:lnTo>
                  <a:lnTo>
                    <a:pt x="578" y="682"/>
                  </a:lnTo>
                  <a:lnTo>
                    <a:pt x="564" y="688"/>
                  </a:lnTo>
                  <a:lnTo>
                    <a:pt x="528" y="708"/>
                  </a:lnTo>
                  <a:lnTo>
                    <a:pt x="478" y="732"/>
                  </a:lnTo>
                  <a:lnTo>
                    <a:pt x="448" y="746"/>
                  </a:lnTo>
                  <a:lnTo>
                    <a:pt x="416" y="756"/>
                  </a:lnTo>
                  <a:lnTo>
                    <a:pt x="384" y="766"/>
                  </a:lnTo>
                  <a:lnTo>
                    <a:pt x="350" y="774"/>
                  </a:lnTo>
                  <a:lnTo>
                    <a:pt x="318" y="780"/>
                  </a:lnTo>
                  <a:lnTo>
                    <a:pt x="288" y="780"/>
                  </a:lnTo>
                  <a:lnTo>
                    <a:pt x="274" y="780"/>
                  </a:lnTo>
                  <a:lnTo>
                    <a:pt x="260" y="776"/>
                  </a:lnTo>
                  <a:lnTo>
                    <a:pt x="248" y="772"/>
                  </a:lnTo>
                  <a:lnTo>
                    <a:pt x="236" y="768"/>
                  </a:lnTo>
                  <a:lnTo>
                    <a:pt x="224" y="760"/>
                  </a:lnTo>
                  <a:lnTo>
                    <a:pt x="214" y="752"/>
                  </a:lnTo>
                  <a:lnTo>
                    <a:pt x="204" y="742"/>
                  </a:lnTo>
                  <a:lnTo>
                    <a:pt x="198" y="730"/>
                  </a:lnTo>
                  <a:lnTo>
                    <a:pt x="198" y="730"/>
                  </a:lnTo>
                  <a:lnTo>
                    <a:pt x="190" y="718"/>
                  </a:lnTo>
                  <a:lnTo>
                    <a:pt x="186" y="704"/>
                  </a:lnTo>
                  <a:lnTo>
                    <a:pt x="184" y="692"/>
                  </a:lnTo>
                  <a:lnTo>
                    <a:pt x="182" y="678"/>
                  </a:lnTo>
                  <a:lnTo>
                    <a:pt x="182" y="664"/>
                  </a:lnTo>
                  <a:lnTo>
                    <a:pt x="184" y="648"/>
                  </a:lnTo>
                  <a:lnTo>
                    <a:pt x="190" y="618"/>
                  </a:lnTo>
                  <a:lnTo>
                    <a:pt x="200" y="588"/>
                  </a:lnTo>
                  <a:lnTo>
                    <a:pt x="216" y="556"/>
                  </a:lnTo>
                  <a:lnTo>
                    <a:pt x="236" y="522"/>
                  </a:lnTo>
                  <a:lnTo>
                    <a:pt x="258" y="486"/>
                  </a:lnTo>
                  <a:lnTo>
                    <a:pt x="282" y="452"/>
                  </a:lnTo>
                  <a:lnTo>
                    <a:pt x="308" y="414"/>
                  </a:lnTo>
                  <a:lnTo>
                    <a:pt x="366" y="338"/>
                  </a:lnTo>
                  <a:lnTo>
                    <a:pt x="424" y="260"/>
                  </a:lnTo>
                  <a:lnTo>
                    <a:pt x="452" y="218"/>
                  </a:lnTo>
                  <a:lnTo>
                    <a:pt x="480" y="178"/>
                  </a:lnTo>
                  <a:lnTo>
                    <a:pt x="480" y="178"/>
                  </a:lnTo>
                  <a:lnTo>
                    <a:pt x="484" y="168"/>
                  </a:lnTo>
                  <a:lnTo>
                    <a:pt x="490" y="146"/>
                  </a:lnTo>
                  <a:lnTo>
                    <a:pt x="498" y="114"/>
                  </a:lnTo>
                  <a:lnTo>
                    <a:pt x="500" y="96"/>
                  </a:lnTo>
                  <a:lnTo>
                    <a:pt x="500" y="78"/>
                  </a:lnTo>
                  <a:lnTo>
                    <a:pt x="500" y="60"/>
                  </a:lnTo>
                  <a:lnTo>
                    <a:pt x="496" y="44"/>
                  </a:lnTo>
                  <a:lnTo>
                    <a:pt x="490" y="30"/>
                  </a:lnTo>
                  <a:lnTo>
                    <a:pt x="482" y="18"/>
                  </a:lnTo>
                  <a:lnTo>
                    <a:pt x="476" y="12"/>
                  </a:lnTo>
                  <a:lnTo>
                    <a:pt x="470" y="8"/>
                  </a:lnTo>
                  <a:lnTo>
                    <a:pt x="462" y="4"/>
                  </a:lnTo>
                  <a:lnTo>
                    <a:pt x="454" y="2"/>
                  </a:lnTo>
                  <a:lnTo>
                    <a:pt x="444" y="0"/>
                  </a:lnTo>
                  <a:lnTo>
                    <a:pt x="434" y="0"/>
                  </a:lnTo>
                  <a:lnTo>
                    <a:pt x="408" y="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91" name="任意多边形 90"/>
            <p:cNvSpPr/>
            <p:nvPr>
              <p:custDataLst>
                <p:tags r:id="rId65"/>
              </p:custDataLst>
            </p:nvPr>
          </p:nvSpPr>
          <p:spPr bwMode="auto">
            <a:xfrm>
              <a:off x="1971" y="4053"/>
              <a:ext cx="566" cy="446"/>
            </a:xfrm>
            <a:custGeom>
              <a:avLst/>
              <a:gdLst>
                <a:gd name="T0" fmla="*/ 232 w 472"/>
                <a:gd name="T1" fmla="*/ 364 h 372"/>
                <a:gd name="T2" fmla="*/ 162 w 472"/>
                <a:gd name="T3" fmla="*/ 372 h 372"/>
                <a:gd name="T4" fmla="*/ 122 w 472"/>
                <a:gd name="T5" fmla="*/ 360 h 372"/>
                <a:gd name="T6" fmla="*/ 82 w 472"/>
                <a:gd name="T7" fmla="*/ 334 h 372"/>
                <a:gd name="T8" fmla="*/ 56 w 472"/>
                <a:gd name="T9" fmla="*/ 306 h 372"/>
                <a:gd name="T10" fmla="*/ 24 w 472"/>
                <a:gd name="T11" fmla="*/ 256 h 372"/>
                <a:gd name="T12" fmla="*/ 4 w 472"/>
                <a:gd name="T13" fmla="*/ 202 h 372"/>
                <a:gd name="T14" fmla="*/ 0 w 472"/>
                <a:gd name="T15" fmla="*/ 152 h 372"/>
                <a:gd name="T16" fmla="*/ 6 w 472"/>
                <a:gd name="T17" fmla="*/ 110 h 372"/>
                <a:gd name="T18" fmla="*/ 26 w 472"/>
                <a:gd name="T19" fmla="*/ 80 h 372"/>
                <a:gd name="T20" fmla="*/ 48 w 472"/>
                <a:gd name="T21" fmla="*/ 70 h 372"/>
                <a:gd name="T22" fmla="*/ 70 w 472"/>
                <a:gd name="T23" fmla="*/ 80 h 372"/>
                <a:gd name="T24" fmla="*/ 78 w 472"/>
                <a:gd name="T25" fmla="*/ 122 h 372"/>
                <a:gd name="T26" fmla="*/ 82 w 472"/>
                <a:gd name="T27" fmla="*/ 160 h 372"/>
                <a:gd name="T28" fmla="*/ 98 w 472"/>
                <a:gd name="T29" fmla="*/ 192 h 372"/>
                <a:gd name="T30" fmla="*/ 114 w 472"/>
                <a:gd name="T31" fmla="*/ 200 h 372"/>
                <a:gd name="T32" fmla="*/ 108 w 472"/>
                <a:gd name="T33" fmla="*/ 156 h 372"/>
                <a:gd name="T34" fmla="*/ 110 w 472"/>
                <a:gd name="T35" fmla="*/ 72 h 372"/>
                <a:gd name="T36" fmla="*/ 122 w 472"/>
                <a:gd name="T37" fmla="*/ 34 h 372"/>
                <a:gd name="T38" fmla="*/ 136 w 472"/>
                <a:gd name="T39" fmla="*/ 16 h 372"/>
                <a:gd name="T40" fmla="*/ 158 w 472"/>
                <a:gd name="T41" fmla="*/ 4 h 372"/>
                <a:gd name="T42" fmla="*/ 194 w 472"/>
                <a:gd name="T43" fmla="*/ 8 h 372"/>
                <a:gd name="T44" fmla="*/ 202 w 472"/>
                <a:gd name="T45" fmla="*/ 22 h 372"/>
                <a:gd name="T46" fmla="*/ 198 w 472"/>
                <a:gd name="T47" fmla="*/ 42 h 372"/>
                <a:gd name="T48" fmla="*/ 194 w 472"/>
                <a:gd name="T49" fmla="*/ 58 h 372"/>
                <a:gd name="T50" fmla="*/ 196 w 472"/>
                <a:gd name="T51" fmla="*/ 122 h 372"/>
                <a:gd name="T52" fmla="*/ 210 w 472"/>
                <a:gd name="T53" fmla="*/ 188 h 372"/>
                <a:gd name="T54" fmla="*/ 218 w 472"/>
                <a:gd name="T55" fmla="*/ 126 h 372"/>
                <a:gd name="T56" fmla="*/ 238 w 472"/>
                <a:gd name="T57" fmla="*/ 70 h 372"/>
                <a:gd name="T58" fmla="*/ 260 w 472"/>
                <a:gd name="T59" fmla="*/ 50 h 372"/>
                <a:gd name="T60" fmla="*/ 286 w 472"/>
                <a:gd name="T61" fmla="*/ 46 h 372"/>
                <a:gd name="T62" fmla="*/ 306 w 472"/>
                <a:gd name="T63" fmla="*/ 62 h 372"/>
                <a:gd name="T64" fmla="*/ 312 w 472"/>
                <a:gd name="T65" fmla="*/ 86 h 372"/>
                <a:gd name="T66" fmla="*/ 306 w 472"/>
                <a:gd name="T67" fmla="*/ 100 h 372"/>
                <a:gd name="T68" fmla="*/ 290 w 472"/>
                <a:gd name="T69" fmla="*/ 144 h 372"/>
                <a:gd name="T70" fmla="*/ 282 w 472"/>
                <a:gd name="T71" fmla="*/ 188 h 372"/>
                <a:gd name="T72" fmla="*/ 290 w 472"/>
                <a:gd name="T73" fmla="*/ 234 h 372"/>
                <a:gd name="T74" fmla="*/ 310 w 472"/>
                <a:gd name="T75" fmla="*/ 246 h 372"/>
                <a:gd name="T76" fmla="*/ 328 w 472"/>
                <a:gd name="T77" fmla="*/ 240 h 372"/>
                <a:gd name="T78" fmla="*/ 346 w 472"/>
                <a:gd name="T79" fmla="*/ 228 h 372"/>
                <a:gd name="T80" fmla="*/ 396 w 472"/>
                <a:gd name="T81" fmla="*/ 206 h 372"/>
                <a:gd name="T82" fmla="*/ 434 w 472"/>
                <a:gd name="T83" fmla="*/ 202 h 372"/>
                <a:gd name="T84" fmla="*/ 448 w 472"/>
                <a:gd name="T85" fmla="*/ 210 h 372"/>
                <a:gd name="T86" fmla="*/ 464 w 472"/>
                <a:gd name="T87" fmla="*/ 238 h 372"/>
                <a:gd name="T88" fmla="*/ 472 w 472"/>
                <a:gd name="T89" fmla="*/ 260 h 372"/>
                <a:gd name="T90" fmla="*/ 358 w 472"/>
                <a:gd name="T91" fmla="*/ 314 h 372"/>
                <a:gd name="T92" fmla="*/ 252 w 472"/>
                <a:gd name="T93" fmla="*/ 358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72" h="372">
                  <a:moveTo>
                    <a:pt x="252" y="358"/>
                  </a:moveTo>
                  <a:lnTo>
                    <a:pt x="252" y="358"/>
                  </a:lnTo>
                  <a:lnTo>
                    <a:pt x="232" y="364"/>
                  </a:lnTo>
                  <a:lnTo>
                    <a:pt x="210" y="370"/>
                  </a:lnTo>
                  <a:lnTo>
                    <a:pt x="186" y="372"/>
                  </a:lnTo>
                  <a:lnTo>
                    <a:pt x="162" y="372"/>
                  </a:lnTo>
                  <a:lnTo>
                    <a:pt x="148" y="370"/>
                  </a:lnTo>
                  <a:lnTo>
                    <a:pt x="136" y="366"/>
                  </a:lnTo>
                  <a:lnTo>
                    <a:pt x="122" y="360"/>
                  </a:lnTo>
                  <a:lnTo>
                    <a:pt x="110" y="354"/>
                  </a:lnTo>
                  <a:lnTo>
                    <a:pt x="96" y="346"/>
                  </a:lnTo>
                  <a:lnTo>
                    <a:pt x="82" y="334"/>
                  </a:lnTo>
                  <a:lnTo>
                    <a:pt x="70" y="322"/>
                  </a:lnTo>
                  <a:lnTo>
                    <a:pt x="56" y="306"/>
                  </a:lnTo>
                  <a:lnTo>
                    <a:pt x="56" y="306"/>
                  </a:lnTo>
                  <a:lnTo>
                    <a:pt x="44" y="290"/>
                  </a:lnTo>
                  <a:lnTo>
                    <a:pt x="32" y="272"/>
                  </a:lnTo>
                  <a:lnTo>
                    <a:pt x="24" y="256"/>
                  </a:lnTo>
                  <a:lnTo>
                    <a:pt x="16" y="238"/>
                  </a:lnTo>
                  <a:lnTo>
                    <a:pt x="10" y="220"/>
                  </a:lnTo>
                  <a:lnTo>
                    <a:pt x="4" y="202"/>
                  </a:lnTo>
                  <a:lnTo>
                    <a:pt x="2" y="184"/>
                  </a:lnTo>
                  <a:lnTo>
                    <a:pt x="0" y="168"/>
                  </a:lnTo>
                  <a:lnTo>
                    <a:pt x="0" y="152"/>
                  </a:lnTo>
                  <a:lnTo>
                    <a:pt x="0" y="136"/>
                  </a:lnTo>
                  <a:lnTo>
                    <a:pt x="2" y="122"/>
                  </a:lnTo>
                  <a:lnTo>
                    <a:pt x="6" y="110"/>
                  </a:lnTo>
                  <a:lnTo>
                    <a:pt x="12" y="98"/>
                  </a:lnTo>
                  <a:lnTo>
                    <a:pt x="18" y="88"/>
                  </a:lnTo>
                  <a:lnTo>
                    <a:pt x="26" y="80"/>
                  </a:lnTo>
                  <a:lnTo>
                    <a:pt x="36" y="74"/>
                  </a:lnTo>
                  <a:lnTo>
                    <a:pt x="36" y="74"/>
                  </a:lnTo>
                  <a:lnTo>
                    <a:pt x="48" y="70"/>
                  </a:lnTo>
                  <a:lnTo>
                    <a:pt x="56" y="68"/>
                  </a:lnTo>
                  <a:lnTo>
                    <a:pt x="64" y="72"/>
                  </a:lnTo>
                  <a:lnTo>
                    <a:pt x="70" y="80"/>
                  </a:lnTo>
                  <a:lnTo>
                    <a:pt x="74" y="90"/>
                  </a:lnTo>
                  <a:lnTo>
                    <a:pt x="78" y="104"/>
                  </a:lnTo>
                  <a:lnTo>
                    <a:pt x="78" y="122"/>
                  </a:lnTo>
                  <a:lnTo>
                    <a:pt x="80" y="142"/>
                  </a:lnTo>
                  <a:lnTo>
                    <a:pt x="80" y="142"/>
                  </a:lnTo>
                  <a:lnTo>
                    <a:pt x="82" y="160"/>
                  </a:lnTo>
                  <a:lnTo>
                    <a:pt x="86" y="174"/>
                  </a:lnTo>
                  <a:lnTo>
                    <a:pt x="92" y="186"/>
                  </a:lnTo>
                  <a:lnTo>
                    <a:pt x="98" y="192"/>
                  </a:lnTo>
                  <a:lnTo>
                    <a:pt x="104" y="196"/>
                  </a:lnTo>
                  <a:lnTo>
                    <a:pt x="110" y="198"/>
                  </a:lnTo>
                  <a:lnTo>
                    <a:pt x="114" y="200"/>
                  </a:lnTo>
                  <a:lnTo>
                    <a:pt x="114" y="200"/>
                  </a:lnTo>
                  <a:lnTo>
                    <a:pt x="112" y="180"/>
                  </a:lnTo>
                  <a:lnTo>
                    <a:pt x="108" y="156"/>
                  </a:lnTo>
                  <a:lnTo>
                    <a:pt x="108" y="130"/>
                  </a:lnTo>
                  <a:lnTo>
                    <a:pt x="108" y="100"/>
                  </a:lnTo>
                  <a:lnTo>
                    <a:pt x="110" y="72"/>
                  </a:lnTo>
                  <a:lnTo>
                    <a:pt x="114" y="58"/>
                  </a:lnTo>
                  <a:lnTo>
                    <a:pt x="118" y="46"/>
                  </a:lnTo>
                  <a:lnTo>
                    <a:pt x="122" y="34"/>
                  </a:lnTo>
                  <a:lnTo>
                    <a:pt x="130" y="24"/>
                  </a:lnTo>
                  <a:lnTo>
                    <a:pt x="130" y="24"/>
                  </a:lnTo>
                  <a:lnTo>
                    <a:pt x="136" y="16"/>
                  </a:lnTo>
                  <a:lnTo>
                    <a:pt x="144" y="10"/>
                  </a:lnTo>
                  <a:lnTo>
                    <a:pt x="150" y="6"/>
                  </a:lnTo>
                  <a:lnTo>
                    <a:pt x="158" y="4"/>
                  </a:lnTo>
                  <a:lnTo>
                    <a:pt x="172" y="0"/>
                  </a:lnTo>
                  <a:lnTo>
                    <a:pt x="184" y="2"/>
                  </a:lnTo>
                  <a:lnTo>
                    <a:pt x="194" y="8"/>
                  </a:lnTo>
                  <a:lnTo>
                    <a:pt x="198" y="12"/>
                  </a:lnTo>
                  <a:lnTo>
                    <a:pt x="200" y="16"/>
                  </a:lnTo>
                  <a:lnTo>
                    <a:pt x="202" y="22"/>
                  </a:lnTo>
                  <a:lnTo>
                    <a:pt x="202" y="28"/>
                  </a:lnTo>
                  <a:lnTo>
                    <a:pt x="202" y="34"/>
                  </a:lnTo>
                  <a:lnTo>
                    <a:pt x="198" y="42"/>
                  </a:lnTo>
                  <a:lnTo>
                    <a:pt x="198" y="42"/>
                  </a:lnTo>
                  <a:lnTo>
                    <a:pt x="196" y="48"/>
                  </a:lnTo>
                  <a:lnTo>
                    <a:pt x="194" y="58"/>
                  </a:lnTo>
                  <a:lnTo>
                    <a:pt x="192" y="78"/>
                  </a:lnTo>
                  <a:lnTo>
                    <a:pt x="192" y="98"/>
                  </a:lnTo>
                  <a:lnTo>
                    <a:pt x="196" y="122"/>
                  </a:lnTo>
                  <a:lnTo>
                    <a:pt x="202" y="162"/>
                  </a:lnTo>
                  <a:lnTo>
                    <a:pt x="210" y="188"/>
                  </a:lnTo>
                  <a:lnTo>
                    <a:pt x="210" y="188"/>
                  </a:lnTo>
                  <a:lnTo>
                    <a:pt x="212" y="170"/>
                  </a:lnTo>
                  <a:lnTo>
                    <a:pt x="214" y="150"/>
                  </a:lnTo>
                  <a:lnTo>
                    <a:pt x="218" y="126"/>
                  </a:lnTo>
                  <a:lnTo>
                    <a:pt x="224" y="102"/>
                  </a:lnTo>
                  <a:lnTo>
                    <a:pt x="232" y="80"/>
                  </a:lnTo>
                  <a:lnTo>
                    <a:pt x="238" y="70"/>
                  </a:lnTo>
                  <a:lnTo>
                    <a:pt x="244" y="62"/>
                  </a:lnTo>
                  <a:lnTo>
                    <a:pt x="252" y="54"/>
                  </a:lnTo>
                  <a:lnTo>
                    <a:pt x="260" y="50"/>
                  </a:lnTo>
                  <a:lnTo>
                    <a:pt x="260" y="50"/>
                  </a:lnTo>
                  <a:lnTo>
                    <a:pt x="274" y="46"/>
                  </a:lnTo>
                  <a:lnTo>
                    <a:pt x="286" y="46"/>
                  </a:lnTo>
                  <a:lnTo>
                    <a:pt x="294" y="50"/>
                  </a:lnTo>
                  <a:lnTo>
                    <a:pt x="302" y="54"/>
                  </a:lnTo>
                  <a:lnTo>
                    <a:pt x="306" y="62"/>
                  </a:lnTo>
                  <a:lnTo>
                    <a:pt x="310" y="68"/>
                  </a:lnTo>
                  <a:lnTo>
                    <a:pt x="312" y="78"/>
                  </a:lnTo>
                  <a:lnTo>
                    <a:pt x="312" y="86"/>
                  </a:lnTo>
                  <a:lnTo>
                    <a:pt x="312" y="86"/>
                  </a:lnTo>
                  <a:lnTo>
                    <a:pt x="310" y="92"/>
                  </a:lnTo>
                  <a:lnTo>
                    <a:pt x="306" y="100"/>
                  </a:lnTo>
                  <a:lnTo>
                    <a:pt x="298" y="118"/>
                  </a:lnTo>
                  <a:lnTo>
                    <a:pt x="294" y="130"/>
                  </a:lnTo>
                  <a:lnTo>
                    <a:pt x="290" y="144"/>
                  </a:lnTo>
                  <a:lnTo>
                    <a:pt x="286" y="164"/>
                  </a:lnTo>
                  <a:lnTo>
                    <a:pt x="282" y="188"/>
                  </a:lnTo>
                  <a:lnTo>
                    <a:pt x="282" y="188"/>
                  </a:lnTo>
                  <a:lnTo>
                    <a:pt x="282" y="212"/>
                  </a:lnTo>
                  <a:lnTo>
                    <a:pt x="286" y="228"/>
                  </a:lnTo>
                  <a:lnTo>
                    <a:pt x="290" y="234"/>
                  </a:lnTo>
                  <a:lnTo>
                    <a:pt x="292" y="240"/>
                  </a:lnTo>
                  <a:lnTo>
                    <a:pt x="300" y="244"/>
                  </a:lnTo>
                  <a:lnTo>
                    <a:pt x="310" y="246"/>
                  </a:lnTo>
                  <a:lnTo>
                    <a:pt x="318" y="246"/>
                  </a:lnTo>
                  <a:lnTo>
                    <a:pt x="324" y="242"/>
                  </a:lnTo>
                  <a:lnTo>
                    <a:pt x="328" y="240"/>
                  </a:lnTo>
                  <a:lnTo>
                    <a:pt x="328" y="240"/>
                  </a:lnTo>
                  <a:lnTo>
                    <a:pt x="334" y="234"/>
                  </a:lnTo>
                  <a:lnTo>
                    <a:pt x="346" y="228"/>
                  </a:lnTo>
                  <a:lnTo>
                    <a:pt x="360" y="220"/>
                  </a:lnTo>
                  <a:lnTo>
                    <a:pt x="378" y="212"/>
                  </a:lnTo>
                  <a:lnTo>
                    <a:pt x="396" y="206"/>
                  </a:lnTo>
                  <a:lnTo>
                    <a:pt x="412" y="202"/>
                  </a:lnTo>
                  <a:lnTo>
                    <a:pt x="428" y="200"/>
                  </a:lnTo>
                  <a:lnTo>
                    <a:pt x="434" y="202"/>
                  </a:lnTo>
                  <a:lnTo>
                    <a:pt x="440" y="204"/>
                  </a:lnTo>
                  <a:lnTo>
                    <a:pt x="440" y="204"/>
                  </a:lnTo>
                  <a:lnTo>
                    <a:pt x="448" y="210"/>
                  </a:lnTo>
                  <a:lnTo>
                    <a:pt x="454" y="218"/>
                  </a:lnTo>
                  <a:lnTo>
                    <a:pt x="460" y="228"/>
                  </a:lnTo>
                  <a:lnTo>
                    <a:pt x="464" y="238"/>
                  </a:lnTo>
                  <a:lnTo>
                    <a:pt x="470" y="252"/>
                  </a:lnTo>
                  <a:lnTo>
                    <a:pt x="472" y="260"/>
                  </a:lnTo>
                  <a:lnTo>
                    <a:pt x="472" y="260"/>
                  </a:lnTo>
                  <a:lnTo>
                    <a:pt x="430" y="280"/>
                  </a:lnTo>
                  <a:lnTo>
                    <a:pt x="358" y="314"/>
                  </a:lnTo>
                  <a:lnTo>
                    <a:pt x="358" y="314"/>
                  </a:lnTo>
                  <a:lnTo>
                    <a:pt x="330" y="328"/>
                  </a:lnTo>
                  <a:lnTo>
                    <a:pt x="304" y="338"/>
                  </a:lnTo>
                  <a:lnTo>
                    <a:pt x="252" y="358"/>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92" name="任意多边形 91"/>
            <p:cNvSpPr/>
            <p:nvPr>
              <p:custDataLst>
                <p:tags r:id="rId66"/>
              </p:custDataLst>
            </p:nvPr>
          </p:nvSpPr>
          <p:spPr bwMode="auto">
            <a:xfrm>
              <a:off x="1971" y="4053"/>
              <a:ext cx="566" cy="446"/>
            </a:xfrm>
            <a:custGeom>
              <a:avLst/>
              <a:gdLst>
                <a:gd name="T0" fmla="*/ 232 w 472"/>
                <a:gd name="T1" fmla="*/ 364 h 372"/>
                <a:gd name="T2" fmla="*/ 162 w 472"/>
                <a:gd name="T3" fmla="*/ 372 h 372"/>
                <a:gd name="T4" fmla="*/ 122 w 472"/>
                <a:gd name="T5" fmla="*/ 360 h 372"/>
                <a:gd name="T6" fmla="*/ 82 w 472"/>
                <a:gd name="T7" fmla="*/ 334 h 372"/>
                <a:gd name="T8" fmla="*/ 56 w 472"/>
                <a:gd name="T9" fmla="*/ 306 h 372"/>
                <a:gd name="T10" fmla="*/ 24 w 472"/>
                <a:gd name="T11" fmla="*/ 256 h 372"/>
                <a:gd name="T12" fmla="*/ 4 w 472"/>
                <a:gd name="T13" fmla="*/ 202 h 372"/>
                <a:gd name="T14" fmla="*/ 0 w 472"/>
                <a:gd name="T15" fmla="*/ 152 h 372"/>
                <a:gd name="T16" fmla="*/ 6 w 472"/>
                <a:gd name="T17" fmla="*/ 110 h 372"/>
                <a:gd name="T18" fmla="*/ 26 w 472"/>
                <a:gd name="T19" fmla="*/ 80 h 372"/>
                <a:gd name="T20" fmla="*/ 48 w 472"/>
                <a:gd name="T21" fmla="*/ 70 h 372"/>
                <a:gd name="T22" fmla="*/ 70 w 472"/>
                <a:gd name="T23" fmla="*/ 80 h 372"/>
                <a:gd name="T24" fmla="*/ 78 w 472"/>
                <a:gd name="T25" fmla="*/ 122 h 372"/>
                <a:gd name="T26" fmla="*/ 82 w 472"/>
                <a:gd name="T27" fmla="*/ 160 h 372"/>
                <a:gd name="T28" fmla="*/ 98 w 472"/>
                <a:gd name="T29" fmla="*/ 192 h 372"/>
                <a:gd name="T30" fmla="*/ 114 w 472"/>
                <a:gd name="T31" fmla="*/ 200 h 372"/>
                <a:gd name="T32" fmla="*/ 108 w 472"/>
                <a:gd name="T33" fmla="*/ 156 h 372"/>
                <a:gd name="T34" fmla="*/ 110 w 472"/>
                <a:gd name="T35" fmla="*/ 72 h 372"/>
                <a:gd name="T36" fmla="*/ 122 w 472"/>
                <a:gd name="T37" fmla="*/ 34 h 372"/>
                <a:gd name="T38" fmla="*/ 136 w 472"/>
                <a:gd name="T39" fmla="*/ 16 h 372"/>
                <a:gd name="T40" fmla="*/ 158 w 472"/>
                <a:gd name="T41" fmla="*/ 4 h 372"/>
                <a:gd name="T42" fmla="*/ 194 w 472"/>
                <a:gd name="T43" fmla="*/ 8 h 372"/>
                <a:gd name="T44" fmla="*/ 202 w 472"/>
                <a:gd name="T45" fmla="*/ 22 h 372"/>
                <a:gd name="T46" fmla="*/ 198 w 472"/>
                <a:gd name="T47" fmla="*/ 42 h 372"/>
                <a:gd name="T48" fmla="*/ 194 w 472"/>
                <a:gd name="T49" fmla="*/ 58 h 372"/>
                <a:gd name="T50" fmla="*/ 196 w 472"/>
                <a:gd name="T51" fmla="*/ 122 h 372"/>
                <a:gd name="T52" fmla="*/ 210 w 472"/>
                <a:gd name="T53" fmla="*/ 188 h 372"/>
                <a:gd name="T54" fmla="*/ 218 w 472"/>
                <a:gd name="T55" fmla="*/ 126 h 372"/>
                <a:gd name="T56" fmla="*/ 238 w 472"/>
                <a:gd name="T57" fmla="*/ 70 h 372"/>
                <a:gd name="T58" fmla="*/ 260 w 472"/>
                <a:gd name="T59" fmla="*/ 50 h 372"/>
                <a:gd name="T60" fmla="*/ 286 w 472"/>
                <a:gd name="T61" fmla="*/ 46 h 372"/>
                <a:gd name="T62" fmla="*/ 306 w 472"/>
                <a:gd name="T63" fmla="*/ 62 h 372"/>
                <a:gd name="T64" fmla="*/ 312 w 472"/>
                <a:gd name="T65" fmla="*/ 86 h 372"/>
                <a:gd name="T66" fmla="*/ 306 w 472"/>
                <a:gd name="T67" fmla="*/ 100 h 372"/>
                <a:gd name="T68" fmla="*/ 290 w 472"/>
                <a:gd name="T69" fmla="*/ 144 h 372"/>
                <a:gd name="T70" fmla="*/ 282 w 472"/>
                <a:gd name="T71" fmla="*/ 188 h 372"/>
                <a:gd name="T72" fmla="*/ 290 w 472"/>
                <a:gd name="T73" fmla="*/ 234 h 372"/>
                <a:gd name="T74" fmla="*/ 310 w 472"/>
                <a:gd name="T75" fmla="*/ 246 h 372"/>
                <a:gd name="T76" fmla="*/ 328 w 472"/>
                <a:gd name="T77" fmla="*/ 240 h 372"/>
                <a:gd name="T78" fmla="*/ 346 w 472"/>
                <a:gd name="T79" fmla="*/ 228 h 372"/>
                <a:gd name="T80" fmla="*/ 396 w 472"/>
                <a:gd name="T81" fmla="*/ 206 h 372"/>
                <a:gd name="T82" fmla="*/ 434 w 472"/>
                <a:gd name="T83" fmla="*/ 202 h 372"/>
                <a:gd name="T84" fmla="*/ 448 w 472"/>
                <a:gd name="T85" fmla="*/ 210 h 372"/>
                <a:gd name="T86" fmla="*/ 464 w 472"/>
                <a:gd name="T87" fmla="*/ 238 h 372"/>
                <a:gd name="T88" fmla="*/ 472 w 472"/>
                <a:gd name="T89" fmla="*/ 260 h 372"/>
                <a:gd name="T90" fmla="*/ 358 w 472"/>
                <a:gd name="T91" fmla="*/ 314 h 372"/>
                <a:gd name="T92" fmla="*/ 252 w 472"/>
                <a:gd name="T93" fmla="*/ 358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72" h="372">
                  <a:moveTo>
                    <a:pt x="252" y="358"/>
                  </a:moveTo>
                  <a:lnTo>
                    <a:pt x="252" y="358"/>
                  </a:lnTo>
                  <a:lnTo>
                    <a:pt x="232" y="364"/>
                  </a:lnTo>
                  <a:lnTo>
                    <a:pt x="210" y="370"/>
                  </a:lnTo>
                  <a:lnTo>
                    <a:pt x="186" y="372"/>
                  </a:lnTo>
                  <a:lnTo>
                    <a:pt x="162" y="372"/>
                  </a:lnTo>
                  <a:lnTo>
                    <a:pt x="148" y="370"/>
                  </a:lnTo>
                  <a:lnTo>
                    <a:pt x="136" y="366"/>
                  </a:lnTo>
                  <a:lnTo>
                    <a:pt x="122" y="360"/>
                  </a:lnTo>
                  <a:lnTo>
                    <a:pt x="110" y="354"/>
                  </a:lnTo>
                  <a:lnTo>
                    <a:pt x="96" y="346"/>
                  </a:lnTo>
                  <a:lnTo>
                    <a:pt x="82" y="334"/>
                  </a:lnTo>
                  <a:lnTo>
                    <a:pt x="70" y="322"/>
                  </a:lnTo>
                  <a:lnTo>
                    <a:pt x="56" y="306"/>
                  </a:lnTo>
                  <a:lnTo>
                    <a:pt x="56" y="306"/>
                  </a:lnTo>
                  <a:lnTo>
                    <a:pt x="44" y="290"/>
                  </a:lnTo>
                  <a:lnTo>
                    <a:pt x="32" y="272"/>
                  </a:lnTo>
                  <a:lnTo>
                    <a:pt x="24" y="256"/>
                  </a:lnTo>
                  <a:lnTo>
                    <a:pt x="16" y="238"/>
                  </a:lnTo>
                  <a:lnTo>
                    <a:pt x="10" y="220"/>
                  </a:lnTo>
                  <a:lnTo>
                    <a:pt x="4" y="202"/>
                  </a:lnTo>
                  <a:lnTo>
                    <a:pt x="2" y="184"/>
                  </a:lnTo>
                  <a:lnTo>
                    <a:pt x="0" y="168"/>
                  </a:lnTo>
                  <a:lnTo>
                    <a:pt x="0" y="152"/>
                  </a:lnTo>
                  <a:lnTo>
                    <a:pt x="0" y="136"/>
                  </a:lnTo>
                  <a:lnTo>
                    <a:pt x="2" y="122"/>
                  </a:lnTo>
                  <a:lnTo>
                    <a:pt x="6" y="110"/>
                  </a:lnTo>
                  <a:lnTo>
                    <a:pt x="12" y="98"/>
                  </a:lnTo>
                  <a:lnTo>
                    <a:pt x="18" y="88"/>
                  </a:lnTo>
                  <a:lnTo>
                    <a:pt x="26" y="80"/>
                  </a:lnTo>
                  <a:lnTo>
                    <a:pt x="36" y="74"/>
                  </a:lnTo>
                  <a:lnTo>
                    <a:pt x="36" y="74"/>
                  </a:lnTo>
                  <a:lnTo>
                    <a:pt x="48" y="70"/>
                  </a:lnTo>
                  <a:lnTo>
                    <a:pt x="56" y="68"/>
                  </a:lnTo>
                  <a:lnTo>
                    <a:pt x="64" y="72"/>
                  </a:lnTo>
                  <a:lnTo>
                    <a:pt x="70" y="80"/>
                  </a:lnTo>
                  <a:lnTo>
                    <a:pt x="74" y="90"/>
                  </a:lnTo>
                  <a:lnTo>
                    <a:pt x="78" y="104"/>
                  </a:lnTo>
                  <a:lnTo>
                    <a:pt x="78" y="122"/>
                  </a:lnTo>
                  <a:lnTo>
                    <a:pt x="80" y="142"/>
                  </a:lnTo>
                  <a:lnTo>
                    <a:pt x="80" y="142"/>
                  </a:lnTo>
                  <a:lnTo>
                    <a:pt x="82" y="160"/>
                  </a:lnTo>
                  <a:lnTo>
                    <a:pt x="86" y="174"/>
                  </a:lnTo>
                  <a:lnTo>
                    <a:pt x="92" y="186"/>
                  </a:lnTo>
                  <a:lnTo>
                    <a:pt x="98" y="192"/>
                  </a:lnTo>
                  <a:lnTo>
                    <a:pt x="104" y="196"/>
                  </a:lnTo>
                  <a:lnTo>
                    <a:pt x="110" y="198"/>
                  </a:lnTo>
                  <a:lnTo>
                    <a:pt x="114" y="200"/>
                  </a:lnTo>
                  <a:lnTo>
                    <a:pt x="114" y="200"/>
                  </a:lnTo>
                  <a:lnTo>
                    <a:pt x="112" y="180"/>
                  </a:lnTo>
                  <a:lnTo>
                    <a:pt x="108" y="156"/>
                  </a:lnTo>
                  <a:lnTo>
                    <a:pt x="108" y="130"/>
                  </a:lnTo>
                  <a:lnTo>
                    <a:pt x="108" y="100"/>
                  </a:lnTo>
                  <a:lnTo>
                    <a:pt x="110" y="72"/>
                  </a:lnTo>
                  <a:lnTo>
                    <a:pt x="114" y="58"/>
                  </a:lnTo>
                  <a:lnTo>
                    <a:pt x="118" y="46"/>
                  </a:lnTo>
                  <a:lnTo>
                    <a:pt x="122" y="34"/>
                  </a:lnTo>
                  <a:lnTo>
                    <a:pt x="130" y="24"/>
                  </a:lnTo>
                  <a:lnTo>
                    <a:pt x="130" y="24"/>
                  </a:lnTo>
                  <a:lnTo>
                    <a:pt x="136" y="16"/>
                  </a:lnTo>
                  <a:lnTo>
                    <a:pt x="144" y="10"/>
                  </a:lnTo>
                  <a:lnTo>
                    <a:pt x="150" y="6"/>
                  </a:lnTo>
                  <a:lnTo>
                    <a:pt x="158" y="4"/>
                  </a:lnTo>
                  <a:lnTo>
                    <a:pt x="172" y="0"/>
                  </a:lnTo>
                  <a:lnTo>
                    <a:pt x="184" y="2"/>
                  </a:lnTo>
                  <a:lnTo>
                    <a:pt x="194" y="8"/>
                  </a:lnTo>
                  <a:lnTo>
                    <a:pt x="198" y="12"/>
                  </a:lnTo>
                  <a:lnTo>
                    <a:pt x="200" y="16"/>
                  </a:lnTo>
                  <a:lnTo>
                    <a:pt x="202" y="22"/>
                  </a:lnTo>
                  <a:lnTo>
                    <a:pt x="202" y="28"/>
                  </a:lnTo>
                  <a:lnTo>
                    <a:pt x="202" y="34"/>
                  </a:lnTo>
                  <a:lnTo>
                    <a:pt x="198" y="42"/>
                  </a:lnTo>
                  <a:lnTo>
                    <a:pt x="198" y="42"/>
                  </a:lnTo>
                  <a:lnTo>
                    <a:pt x="196" y="48"/>
                  </a:lnTo>
                  <a:lnTo>
                    <a:pt x="194" y="58"/>
                  </a:lnTo>
                  <a:lnTo>
                    <a:pt x="192" y="78"/>
                  </a:lnTo>
                  <a:lnTo>
                    <a:pt x="192" y="98"/>
                  </a:lnTo>
                  <a:lnTo>
                    <a:pt x="196" y="122"/>
                  </a:lnTo>
                  <a:lnTo>
                    <a:pt x="202" y="162"/>
                  </a:lnTo>
                  <a:lnTo>
                    <a:pt x="210" y="188"/>
                  </a:lnTo>
                  <a:lnTo>
                    <a:pt x="210" y="188"/>
                  </a:lnTo>
                  <a:lnTo>
                    <a:pt x="212" y="170"/>
                  </a:lnTo>
                  <a:lnTo>
                    <a:pt x="214" y="150"/>
                  </a:lnTo>
                  <a:lnTo>
                    <a:pt x="218" y="126"/>
                  </a:lnTo>
                  <a:lnTo>
                    <a:pt x="224" y="102"/>
                  </a:lnTo>
                  <a:lnTo>
                    <a:pt x="232" y="80"/>
                  </a:lnTo>
                  <a:lnTo>
                    <a:pt x="238" y="70"/>
                  </a:lnTo>
                  <a:lnTo>
                    <a:pt x="244" y="62"/>
                  </a:lnTo>
                  <a:lnTo>
                    <a:pt x="252" y="54"/>
                  </a:lnTo>
                  <a:lnTo>
                    <a:pt x="260" y="50"/>
                  </a:lnTo>
                  <a:lnTo>
                    <a:pt x="260" y="50"/>
                  </a:lnTo>
                  <a:lnTo>
                    <a:pt x="274" y="46"/>
                  </a:lnTo>
                  <a:lnTo>
                    <a:pt x="286" y="46"/>
                  </a:lnTo>
                  <a:lnTo>
                    <a:pt x="294" y="50"/>
                  </a:lnTo>
                  <a:lnTo>
                    <a:pt x="302" y="54"/>
                  </a:lnTo>
                  <a:lnTo>
                    <a:pt x="306" y="62"/>
                  </a:lnTo>
                  <a:lnTo>
                    <a:pt x="310" y="68"/>
                  </a:lnTo>
                  <a:lnTo>
                    <a:pt x="312" y="78"/>
                  </a:lnTo>
                  <a:lnTo>
                    <a:pt x="312" y="86"/>
                  </a:lnTo>
                  <a:lnTo>
                    <a:pt x="312" y="86"/>
                  </a:lnTo>
                  <a:lnTo>
                    <a:pt x="310" y="92"/>
                  </a:lnTo>
                  <a:lnTo>
                    <a:pt x="306" y="100"/>
                  </a:lnTo>
                  <a:lnTo>
                    <a:pt x="298" y="118"/>
                  </a:lnTo>
                  <a:lnTo>
                    <a:pt x="294" y="130"/>
                  </a:lnTo>
                  <a:lnTo>
                    <a:pt x="290" y="144"/>
                  </a:lnTo>
                  <a:lnTo>
                    <a:pt x="286" y="164"/>
                  </a:lnTo>
                  <a:lnTo>
                    <a:pt x="282" y="188"/>
                  </a:lnTo>
                  <a:lnTo>
                    <a:pt x="282" y="188"/>
                  </a:lnTo>
                  <a:lnTo>
                    <a:pt x="282" y="212"/>
                  </a:lnTo>
                  <a:lnTo>
                    <a:pt x="286" y="228"/>
                  </a:lnTo>
                  <a:lnTo>
                    <a:pt x="290" y="234"/>
                  </a:lnTo>
                  <a:lnTo>
                    <a:pt x="292" y="240"/>
                  </a:lnTo>
                  <a:lnTo>
                    <a:pt x="300" y="244"/>
                  </a:lnTo>
                  <a:lnTo>
                    <a:pt x="310" y="246"/>
                  </a:lnTo>
                  <a:lnTo>
                    <a:pt x="318" y="246"/>
                  </a:lnTo>
                  <a:lnTo>
                    <a:pt x="324" y="242"/>
                  </a:lnTo>
                  <a:lnTo>
                    <a:pt x="328" y="240"/>
                  </a:lnTo>
                  <a:lnTo>
                    <a:pt x="328" y="240"/>
                  </a:lnTo>
                  <a:lnTo>
                    <a:pt x="334" y="234"/>
                  </a:lnTo>
                  <a:lnTo>
                    <a:pt x="346" y="228"/>
                  </a:lnTo>
                  <a:lnTo>
                    <a:pt x="360" y="220"/>
                  </a:lnTo>
                  <a:lnTo>
                    <a:pt x="378" y="212"/>
                  </a:lnTo>
                  <a:lnTo>
                    <a:pt x="396" y="206"/>
                  </a:lnTo>
                  <a:lnTo>
                    <a:pt x="412" y="202"/>
                  </a:lnTo>
                  <a:lnTo>
                    <a:pt x="428" y="200"/>
                  </a:lnTo>
                  <a:lnTo>
                    <a:pt x="434" y="202"/>
                  </a:lnTo>
                  <a:lnTo>
                    <a:pt x="440" y="204"/>
                  </a:lnTo>
                  <a:lnTo>
                    <a:pt x="440" y="204"/>
                  </a:lnTo>
                  <a:lnTo>
                    <a:pt x="448" y="210"/>
                  </a:lnTo>
                  <a:lnTo>
                    <a:pt x="454" y="218"/>
                  </a:lnTo>
                  <a:lnTo>
                    <a:pt x="460" y="228"/>
                  </a:lnTo>
                  <a:lnTo>
                    <a:pt x="464" y="238"/>
                  </a:lnTo>
                  <a:lnTo>
                    <a:pt x="470" y="252"/>
                  </a:lnTo>
                  <a:lnTo>
                    <a:pt x="472" y="260"/>
                  </a:lnTo>
                  <a:lnTo>
                    <a:pt x="472" y="260"/>
                  </a:lnTo>
                  <a:lnTo>
                    <a:pt x="430" y="280"/>
                  </a:lnTo>
                  <a:lnTo>
                    <a:pt x="358" y="314"/>
                  </a:lnTo>
                  <a:lnTo>
                    <a:pt x="358" y="314"/>
                  </a:lnTo>
                  <a:lnTo>
                    <a:pt x="330" y="328"/>
                  </a:lnTo>
                  <a:lnTo>
                    <a:pt x="304" y="338"/>
                  </a:lnTo>
                  <a:lnTo>
                    <a:pt x="252" y="35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93" name="任意多边形 92"/>
            <p:cNvSpPr/>
            <p:nvPr>
              <p:custDataLst>
                <p:tags r:id="rId67"/>
              </p:custDataLst>
            </p:nvPr>
          </p:nvSpPr>
          <p:spPr bwMode="auto">
            <a:xfrm>
              <a:off x="2151" y="4350"/>
              <a:ext cx="108" cy="101"/>
            </a:xfrm>
            <a:custGeom>
              <a:avLst/>
              <a:gdLst>
                <a:gd name="T0" fmla="*/ 0 w 90"/>
                <a:gd name="T1" fmla="*/ 12 h 84"/>
                <a:gd name="T2" fmla="*/ 0 w 90"/>
                <a:gd name="T3" fmla="*/ 12 h 84"/>
                <a:gd name="T4" fmla="*/ 12 w 90"/>
                <a:gd name="T5" fmla="*/ 10 h 84"/>
                <a:gd name="T6" fmla="*/ 26 w 90"/>
                <a:gd name="T7" fmla="*/ 8 h 84"/>
                <a:gd name="T8" fmla="*/ 40 w 90"/>
                <a:gd name="T9" fmla="*/ 12 h 84"/>
                <a:gd name="T10" fmla="*/ 48 w 90"/>
                <a:gd name="T11" fmla="*/ 14 h 84"/>
                <a:gd name="T12" fmla="*/ 56 w 90"/>
                <a:gd name="T13" fmla="*/ 18 h 84"/>
                <a:gd name="T14" fmla="*/ 64 w 90"/>
                <a:gd name="T15" fmla="*/ 24 h 84"/>
                <a:gd name="T16" fmla="*/ 72 w 90"/>
                <a:gd name="T17" fmla="*/ 32 h 84"/>
                <a:gd name="T18" fmla="*/ 78 w 90"/>
                <a:gd name="T19" fmla="*/ 42 h 84"/>
                <a:gd name="T20" fmla="*/ 82 w 90"/>
                <a:gd name="T21" fmla="*/ 54 h 84"/>
                <a:gd name="T22" fmla="*/ 86 w 90"/>
                <a:gd name="T23" fmla="*/ 68 h 84"/>
                <a:gd name="T24" fmla="*/ 90 w 90"/>
                <a:gd name="T25" fmla="*/ 84 h 84"/>
                <a:gd name="T26" fmla="*/ 90 w 90"/>
                <a:gd name="T27" fmla="*/ 84 h 84"/>
                <a:gd name="T28" fmla="*/ 88 w 90"/>
                <a:gd name="T29" fmla="*/ 66 h 84"/>
                <a:gd name="T30" fmla="*/ 86 w 90"/>
                <a:gd name="T31" fmla="*/ 48 h 84"/>
                <a:gd name="T32" fmla="*/ 80 w 90"/>
                <a:gd name="T33" fmla="*/ 30 h 84"/>
                <a:gd name="T34" fmla="*/ 74 w 90"/>
                <a:gd name="T35" fmla="*/ 20 h 84"/>
                <a:gd name="T36" fmla="*/ 68 w 90"/>
                <a:gd name="T37" fmla="*/ 14 h 84"/>
                <a:gd name="T38" fmla="*/ 62 w 90"/>
                <a:gd name="T39" fmla="*/ 6 h 84"/>
                <a:gd name="T40" fmla="*/ 52 w 90"/>
                <a:gd name="T41" fmla="*/ 2 h 84"/>
                <a:gd name="T42" fmla="*/ 42 w 90"/>
                <a:gd name="T43" fmla="*/ 0 h 84"/>
                <a:gd name="T44" fmla="*/ 30 w 90"/>
                <a:gd name="T45" fmla="*/ 0 h 84"/>
                <a:gd name="T46" fmla="*/ 16 w 90"/>
                <a:gd name="T47" fmla="*/ 4 h 84"/>
                <a:gd name="T48" fmla="*/ 0 w 90"/>
                <a:gd name="T4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0" h="84">
                  <a:moveTo>
                    <a:pt x="0" y="12"/>
                  </a:moveTo>
                  <a:lnTo>
                    <a:pt x="0" y="12"/>
                  </a:lnTo>
                  <a:lnTo>
                    <a:pt x="12" y="10"/>
                  </a:lnTo>
                  <a:lnTo>
                    <a:pt x="26" y="8"/>
                  </a:lnTo>
                  <a:lnTo>
                    <a:pt x="40" y="12"/>
                  </a:lnTo>
                  <a:lnTo>
                    <a:pt x="48" y="14"/>
                  </a:lnTo>
                  <a:lnTo>
                    <a:pt x="56" y="18"/>
                  </a:lnTo>
                  <a:lnTo>
                    <a:pt x="64" y="24"/>
                  </a:lnTo>
                  <a:lnTo>
                    <a:pt x="72" y="32"/>
                  </a:lnTo>
                  <a:lnTo>
                    <a:pt x="78" y="42"/>
                  </a:lnTo>
                  <a:lnTo>
                    <a:pt x="82" y="54"/>
                  </a:lnTo>
                  <a:lnTo>
                    <a:pt x="86" y="68"/>
                  </a:lnTo>
                  <a:lnTo>
                    <a:pt x="90" y="84"/>
                  </a:lnTo>
                  <a:lnTo>
                    <a:pt x="90" y="84"/>
                  </a:lnTo>
                  <a:lnTo>
                    <a:pt x="88" y="66"/>
                  </a:lnTo>
                  <a:lnTo>
                    <a:pt x="86" y="48"/>
                  </a:lnTo>
                  <a:lnTo>
                    <a:pt x="80" y="30"/>
                  </a:lnTo>
                  <a:lnTo>
                    <a:pt x="74" y="20"/>
                  </a:lnTo>
                  <a:lnTo>
                    <a:pt x="68" y="14"/>
                  </a:lnTo>
                  <a:lnTo>
                    <a:pt x="62" y="6"/>
                  </a:lnTo>
                  <a:lnTo>
                    <a:pt x="52" y="2"/>
                  </a:lnTo>
                  <a:lnTo>
                    <a:pt x="42" y="0"/>
                  </a:lnTo>
                  <a:lnTo>
                    <a:pt x="30" y="0"/>
                  </a:lnTo>
                  <a:lnTo>
                    <a:pt x="16" y="4"/>
                  </a:lnTo>
                  <a:lnTo>
                    <a:pt x="0" y="12"/>
                  </a:lnTo>
                  <a:close/>
                </a:path>
              </a:pathLst>
            </a:custGeom>
            <a:solidFill>
              <a:srgbClr val="CB8F5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94" name="任意多边形 93"/>
            <p:cNvSpPr/>
            <p:nvPr>
              <p:custDataLst>
                <p:tags r:id="rId68"/>
              </p:custDataLst>
            </p:nvPr>
          </p:nvSpPr>
          <p:spPr bwMode="auto">
            <a:xfrm>
              <a:off x="2151" y="4350"/>
              <a:ext cx="108" cy="101"/>
            </a:xfrm>
            <a:custGeom>
              <a:avLst/>
              <a:gdLst>
                <a:gd name="T0" fmla="*/ 0 w 90"/>
                <a:gd name="T1" fmla="*/ 12 h 84"/>
                <a:gd name="T2" fmla="*/ 0 w 90"/>
                <a:gd name="T3" fmla="*/ 12 h 84"/>
                <a:gd name="T4" fmla="*/ 12 w 90"/>
                <a:gd name="T5" fmla="*/ 10 h 84"/>
                <a:gd name="T6" fmla="*/ 26 w 90"/>
                <a:gd name="T7" fmla="*/ 8 h 84"/>
                <a:gd name="T8" fmla="*/ 40 w 90"/>
                <a:gd name="T9" fmla="*/ 12 h 84"/>
                <a:gd name="T10" fmla="*/ 48 w 90"/>
                <a:gd name="T11" fmla="*/ 14 h 84"/>
                <a:gd name="T12" fmla="*/ 56 w 90"/>
                <a:gd name="T13" fmla="*/ 18 h 84"/>
                <a:gd name="T14" fmla="*/ 64 w 90"/>
                <a:gd name="T15" fmla="*/ 24 h 84"/>
                <a:gd name="T16" fmla="*/ 72 w 90"/>
                <a:gd name="T17" fmla="*/ 32 h 84"/>
                <a:gd name="T18" fmla="*/ 78 w 90"/>
                <a:gd name="T19" fmla="*/ 42 h 84"/>
                <a:gd name="T20" fmla="*/ 82 w 90"/>
                <a:gd name="T21" fmla="*/ 54 h 84"/>
                <a:gd name="T22" fmla="*/ 86 w 90"/>
                <a:gd name="T23" fmla="*/ 68 h 84"/>
                <a:gd name="T24" fmla="*/ 90 w 90"/>
                <a:gd name="T25" fmla="*/ 84 h 84"/>
                <a:gd name="T26" fmla="*/ 90 w 90"/>
                <a:gd name="T27" fmla="*/ 84 h 84"/>
                <a:gd name="T28" fmla="*/ 88 w 90"/>
                <a:gd name="T29" fmla="*/ 66 h 84"/>
                <a:gd name="T30" fmla="*/ 86 w 90"/>
                <a:gd name="T31" fmla="*/ 48 h 84"/>
                <a:gd name="T32" fmla="*/ 80 w 90"/>
                <a:gd name="T33" fmla="*/ 30 h 84"/>
                <a:gd name="T34" fmla="*/ 74 w 90"/>
                <a:gd name="T35" fmla="*/ 20 h 84"/>
                <a:gd name="T36" fmla="*/ 68 w 90"/>
                <a:gd name="T37" fmla="*/ 14 h 84"/>
                <a:gd name="T38" fmla="*/ 62 w 90"/>
                <a:gd name="T39" fmla="*/ 6 h 84"/>
                <a:gd name="T40" fmla="*/ 52 w 90"/>
                <a:gd name="T41" fmla="*/ 2 h 84"/>
                <a:gd name="T42" fmla="*/ 42 w 90"/>
                <a:gd name="T43" fmla="*/ 0 h 84"/>
                <a:gd name="T44" fmla="*/ 30 w 90"/>
                <a:gd name="T45" fmla="*/ 0 h 84"/>
                <a:gd name="T46" fmla="*/ 16 w 90"/>
                <a:gd name="T47" fmla="*/ 4 h 84"/>
                <a:gd name="T48" fmla="*/ 0 w 90"/>
                <a:gd name="T4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0" h="84">
                  <a:moveTo>
                    <a:pt x="0" y="12"/>
                  </a:moveTo>
                  <a:lnTo>
                    <a:pt x="0" y="12"/>
                  </a:lnTo>
                  <a:lnTo>
                    <a:pt x="12" y="10"/>
                  </a:lnTo>
                  <a:lnTo>
                    <a:pt x="26" y="8"/>
                  </a:lnTo>
                  <a:lnTo>
                    <a:pt x="40" y="12"/>
                  </a:lnTo>
                  <a:lnTo>
                    <a:pt x="48" y="14"/>
                  </a:lnTo>
                  <a:lnTo>
                    <a:pt x="56" y="18"/>
                  </a:lnTo>
                  <a:lnTo>
                    <a:pt x="64" y="24"/>
                  </a:lnTo>
                  <a:lnTo>
                    <a:pt x="72" y="32"/>
                  </a:lnTo>
                  <a:lnTo>
                    <a:pt x="78" y="42"/>
                  </a:lnTo>
                  <a:lnTo>
                    <a:pt x="82" y="54"/>
                  </a:lnTo>
                  <a:lnTo>
                    <a:pt x="86" y="68"/>
                  </a:lnTo>
                  <a:lnTo>
                    <a:pt x="90" y="84"/>
                  </a:lnTo>
                  <a:lnTo>
                    <a:pt x="90" y="84"/>
                  </a:lnTo>
                  <a:lnTo>
                    <a:pt x="88" y="66"/>
                  </a:lnTo>
                  <a:lnTo>
                    <a:pt x="86" y="48"/>
                  </a:lnTo>
                  <a:lnTo>
                    <a:pt x="80" y="30"/>
                  </a:lnTo>
                  <a:lnTo>
                    <a:pt x="74" y="20"/>
                  </a:lnTo>
                  <a:lnTo>
                    <a:pt x="68" y="14"/>
                  </a:lnTo>
                  <a:lnTo>
                    <a:pt x="62" y="6"/>
                  </a:lnTo>
                  <a:lnTo>
                    <a:pt x="52" y="2"/>
                  </a:lnTo>
                  <a:lnTo>
                    <a:pt x="42" y="0"/>
                  </a:lnTo>
                  <a:lnTo>
                    <a:pt x="30" y="0"/>
                  </a:lnTo>
                  <a:lnTo>
                    <a:pt x="16" y="4"/>
                  </a:lnTo>
                  <a:lnTo>
                    <a:pt x="0" y="12"/>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102" name="任意多边形 101"/>
            <p:cNvSpPr/>
            <p:nvPr>
              <p:custDataLst>
                <p:tags r:id="rId69"/>
              </p:custDataLst>
            </p:nvPr>
          </p:nvSpPr>
          <p:spPr bwMode="auto">
            <a:xfrm flipH="1">
              <a:off x="2308" y="2567"/>
              <a:ext cx="101" cy="99"/>
            </a:xfrm>
            <a:custGeom>
              <a:avLst/>
              <a:gdLst>
                <a:gd name="T0" fmla="*/ 27 w 27"/>
                <a:gd name="T1" fmla="*/ 13 h 27"/>
                <a:gd name="T2" fmla="*/ 13 w 27"/>
                <a:gd name="T3" fmla="*/ 0 h 27"/>
                <a:gd name="T4" fmla="*/ 0 w 27"/>
                <a:gd name="T5" fmla="*/ 13 h 27"/>
                <a:gd name="T6" fmla="*/ 13 w 27"/>
                <a:gd name="T7" fmla="*/ 26 h 27"/>
                <a:gd name="T8" fmla="*/ 27 w 27"/>
                <a:gd name="T9" fmla="*/ 13 h 27"/>
              </a:gdLst>
              <a:ahLst/>
              <a:cxnLst>
                <a:cxn ang="0">
                  <a:pos x="T0" y="T1"/>
                </a:cxn>
                <a:cxn ang="0">
                  <a:pos x="T2" y="T3"/>
                </a:cxn>
                <a:cxn ang="0">
                  <a:pos x="T4" y="T5"/>
                </a:cxn>
                <a:cxn ang="0">
                  <a:pos x="T6" y="T7"/>
                </a:cxn>
                <a:cxn ang="0">
                  <a:pos x="T8" y="T9"/>
                </a:cxn>
              </a:cxnLst>
              <a:rect l="0" t="0" r="r" b="b"/>
              <a:pathLst>
                <a:path w="27" h="27">
                  <a:moveTo>
                    <a:pt x="27" y="13"/>
                  </a:moveTo>
                  <a:cubicBezTo>
                    <a:pt x="27" y="6"/>
                    <a:pt x="21" y="0"/>
                    <a:pt x="13" y="0"/>
                  </a:cubicBezTo>
                  <a:cubicBezTo>
                    <a:pt x="6" y="0"/>
                    <a:pt x="0" y="6"/>
                    <a:pt x="0" y="13"/>
                  </a:cubicBezTo>
                  <a:cubicBezTo>
                    <a:pt x="0" y="20"/>
                    <a:pt x="6" y="26"/>
                    <a:pt x="13" y="26"/>
                  </a:cubicBezTo>
                  <a:cubicBezTo>
                    <a:pt x="20" y="27"/>
                    <a:pt x="26" y="21"/>
                    <a:pt x="27" y="13"/>
                  </a:cubicBezTo>
                </a:path>
              </a:pathLst>
            </a:custGeom>
            <a:solidFill>
              <a:srgbClr val="000000"/>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103" name="任意多边形 102"/>
            <p:cNvSpPr/>
            <p:nvPr>
              <p:custDataLst>
                <p:tags r:id="rId70"/>
              </p:custDataLst>
            </p:nvPr>
          </p:nvSpPr>
          <p:spPr bwMode="auto">
            <a:xfrm flipH="1">
              <a:off x="2357" y="2583"/>
              <a:ext cx="37" cy="36"/>
            </a:xfrm>
            <a:custGeom>
              <a:avLst/>
              <a:gdLst>
                <a:gd name="T0" fmla="*/ 5 w 10"/>
                <a:gd name="T1" fmla="*/ 0 h 10"/>
                <a:gd name="T2" fmla="*/ 0 w 10"/>
                <a:gd name="T3" fmla="*/ 5 h 10"/>
                <a:gd name="T4" fmla="*/ 5 w 10"/>
                <a:gd name="T5" fmla="*/ 10 h 10"/>
                <a:gd name="T6" fmla="*/ 5 w 10"/>
                <a:gd name="T7" fmla="*/ 10 h 10"/>
                <a:gd name="T8" fmla="*/ 10 w 10"/>
                <a:gd name="T9" fmla="*/ 5 h 10"/>
                <a:gd name="T10" fmla="*/ 5 w 10"/>
                <a:gd name="T11" fmla="*/ 0 h 10"/>
                <a:gd name="T12" fmla="*/ 5 w 10"/>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5" y="0"/>
                  </a:moveTo>
                  <a:cubicBezTo>
                    <a:pt x="2" y="0"/>
                    <a:pt x="0" y="2"/>
                    <a:pt x="0" y="5"/>
                  </a:cubicBezTo>
                  <a:cubicBezTo>
                    <a:pt x="0" y="7"/>
                    <a:pt x="2" y="10"/>
                    <a:pt x="5" y="10"/>
                  </a:cubicBezTo>
                  <a:cubicBezTo>
                    <a:pt x="5" y="10"/>
                    <a:pt x="5" y="10"/>
                    <a:pt x="5" y="10"/>
                  </a:cubicBezTo>
                  <a:cubicBezTo>
                    <a:pt x="8" y="10"/>
                    <a:pt x="10" y="8"/>
                    <a:pt x="10" y="5"/>
                  </a:cubicBezTo>
                  <a:cubicBezTo>
                    <a:pt x="10" y="2"/>
                    <a:pt x="8" y="0"/>
                    <a:pt x="5" y="0"/>
                  </a:cubicBezTo>
                  <a:cubicBezTo>
                    <a:pt x="5" y="0"/>
                    <a:pt x="5" y="0"/>
                    <a:pt x="5" y="0"/>
                  </a:cubicBezTo>
                </a:path>
              </a:pathLst>
            </a:custGeom>
            <a:solidFill>
              <a:sysClr val="window" lastClr="FFFFFF"/>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100" name="任意多边形 99"/>
            <p:cNvSpPr/>
            <p:nvPr>
              <p:custDataLst>
                <p:tags r:id="rId71"/>
              </p:custDataLst>
            </p:nvPr>
          </p:nvSpPr>
          <p:spPr bwMode="auto">
            <a:xfrm flipH="1">
              <a:off x="2577" y="2513"/>
              <a:ext cx="99" cy="99"/>
            </a:xfrm>
            <a:custGeom>
              <a:avLst/>
              <a:gdLst>
                <a:gd name="T0" fmla="*/ 27 w 27"/>
                <a:gd name="T1" fmla="*/ 13 h 27"/>
                <a:gd name="T2" fmla="*/ 14 w 27"/>
                <a:gd name="T3" fmla="*/ 0 h 27"/>
                <a:gd name="T4" fmla="*/ 0 w 27"/>
                <a:gd name="T5" fmla="*/ 13 h 27"/>
                <a:gd name="T6" fmla="*/ 13 w 27"/>
                <a:gd name="T7" fmla="*/ 27 h 27"/>
                <a:gd name="T8" fmla="*/ 27 w 27"/>
                <a:gd name="T9" fmla="*/ 13 h 27"/>
              </a:gdLst>
              <a:ahLst/>
              <a:cxnLst>
                <a:cxn ang="0">
                  <a:pos x="T0" y="T1"/>
                </a:cxn>
                <a:cxn ang="0">
                  <a:pos x="T2" y="T3"/>
                </a:cxn>
                <a:cxn ang="0">
                  <a:pos x="T4" y="T5"/>
                </a:cxn>
                <a:cxn ang="0">
                  <a:pos x="T6" y="T7"/>
                </a:cxn>
                <a:cxn ang="0">
                  <a:pos x="T8" y="T9"/>
                </a:cxn>
              </a:cxnLst>
              <a:rect l="0" t="0" r="r" b="b"/>
              <a:pathLst>
                <a:path w="27" h="27">
                  <a:moveTo>
                    <a:pt x="27" y="13"/>
                  </a:moveTo>
                  <a:cubicBezTo>
                    <a:pt x="27" y="6"/>
                    <a:pt x="21" y="0"/>
                    <a:pt x="14" y="0"/>
                  </a:cubicBezTo>
                  <a:cubicBezTo>
                    <a:pt x="6" y="0"/>
                    <a:pt x="0" y="6"/>
                    <a:pt x="0" y="13"/>
                  </a:cubicBezTo>
                  <a:cubicBezTo>
                    <a:pt x="0" y="20"/>
                    <a:pt x="6" y="26"/>
                    <a:pt x="13" y="27"/>
                  </a:cubicBezTo>
                  <a:cubicBezTo>
                    <a:pt x="21" y="27"/>
                    <a:pt x="27" y="21"/>
                    <a:pt x="27" y="13"/>
                  </a:cubicBezTo>
                </a:path>
              </a:pathLst>
            </a:custGeom>
            <a:solidFill>
              <a:srgbClr val="000000"/>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101" name="任意多边形 100"/>
            <p:cNvSpPr/>
            <p:nvPr>
              <p:custDataLst>
                <p:tags r:id="rId72"/>
              </p:custDataLst>
            </p:nvPr>
          </p:nvSpPr>
          <p:spPr bwMode="auto">
            <a:xfrm flipH="1">
              <a:off x="2625" y="2529"/>
              <a:ext cx="37" cy="36"/>
            </a:xfrm>
            <a:custGeom>
              <a:avLst/>
              <a:gdLst>
                <a:gd name="T0" fmla="*/ 5 w 10"/>
                <a:gd name="T1" fmla="*/ 0 h 10"/>
                <a:gd name="T2" fmla="*/ 0 w 10"/>
                <a:gd name="T3" fmla="*/ 5 h 10"/>
                <a:gd name="T4" fmla="*/ 5 w 10"/>
                <a:gd name="T5" fmla="*/ 10 h 10"/>
                <a:gd name="T6" fmla="*/ 5 w 10"/>
                <a:gd name="T7" fmla="*/ 10 h 10"/>
                <a:gd name="T8" fmla="*/ 10 w 10"/>
                <a:gd name="T9" fmla="*/ 5 h 10"/>
                <a:gd name="T10" fmla="*/ 5 w 10"/>
                <a:gd name="T11" fmla="*/ 0 h 10"/>
                <a:gd name="T12" fmla="*/ 5 w 10"/>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5" y="0"/>
                  </a:moveTo>
                  <a:cubicBezTo>
                    <a:pt x="2" y="0"/>
                    <a:pt x="0" y="2"/>
                    <a:pt x="0" y="5"/>
                  </a:cubicBezTo>
                  <a:cubicBezTo>
                    <a:pt x="0" y="8"/>
                    <a:pt x="2" y="10"/>
                    <a:pt x="5" y="10"/>
                  </a:cubicBezTo>
                  <a:cubicBezTo>
                    <a:pt x="5" y="10"/>
                    <a:pt x="5" y="10"/>
                    <a:pt x="5" y="10"/>
                  </a:cubicBezTo>
                  <a:cubicBezTo>
                    <a:pt x="8" y="10"/>
                    <a:pt x="10" y="8"/>
                    <a:pt x="10" y="5"/>
                  </a:cubicBezTo>
                  <a:cubicBezTo>
                    <a:pt x="10" y="2"/>
                    <a:pt x="8" y="0"/>
                    <a:pt x="5" y="0"/>
                  </a:cubicBezTo>
                  <a:cubicBezTo>
                    <a:pt x="5" y="0"/>
                    <a:pt x="5" y="0"/>
                    <a:pt x="5" y="0"/>
                  </a:cubicBezTo>
                </a:path>
              </a:pathLst>
            </a:custGeom>
            <a:solidFill>
              <a:sysClr val="window" lastClr="FFFFFF"/>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97" name="任意多边形 96"/>
            <p:cNvSpPr/>
            <p:nvPr>
              <p:custDataLst>
                <p:tags r:id="rId73"/>
              </p:custDataLst>
            </p:nvPr>
          </p:nvSpPr>
          <p:spPr bwMode="auto">
            <a:xfrm rot="19803807">
              <a:off x="1817" y="2253"/>
              <a:ext cx="888" cy="432"/>
            </a:xfrm>
            <a:custGeom>
              <a:avLst/>
              <a:gdLst/>
              <a:ahLst/>
              <a:cxnLst/>
              <a:rect l="0" t="0" r="r" b="b"/>
              <a:pathLst>
                <a:path w="21339" h="19952">
                  <a:moveTo>
                    <a:pt x="16213" y="4995"/>
                  </a:moveTo>
                  <a:cubicBezTo>
                    <a:pt x="14681" y="6345"/>
                    <a:pt x="9351" y="13230"/>
                    <a:pt x="7153" y="13365"/>
                  </a:cubicBezTo>
                  <a:cubicBezTo>
                    <a:pt x="4954" y="13500"/>
                    <a:pt x="7553" y="12555"/>
                    <a:pt x="8152" y="11205"/>
                  </a:cubicBezTo>
                  <a:cubicBezTo>
                    <a:pt x="8752" y="9855"/>
                    <a:pt x="3955" y="14310"/>
                    <a:pt x="2822" y="14445"/>
                  </a:cubicBezTo>
                  <a:cubicBezTo>
                    <a:pt x="1689" y="14580"/>
                    <a:pt x="2822" y="14175"/>
                    <a:pt x="3355" y="12689"/>
                  </a:cubicBezTo>
                  <a:cubicBezTo>
                    <a:pt x="3888" y="11204"/>
                    <a:pt x="1423" y="13499"/>
                    <a:pt x="1822" y="17549"/>
                  </a:cubicBezTo>
                  <a:cubicBezTo>
                    <a:pt x="2222" y="21600"/>
                    <a:pt x="173" y="20083"/>
                    <a:pt x="40" y="16304"/>
                  </a:cubicBezTo>
                  <a:cubicBezTo>
                    <a:pt x="-93" y="12524"/>
                    <a:pt x="90" y="11880"/>
                    <a:pt x="823" y="8370"/>
                  </a:cubicBezTo>
                  <a:cubicBezTo>
                    <a:pt x="1556" y="4860"/>
                    <a:pt x="11216" y="0"/>
                    <a:pt x="14281" y="0"/>
                  </a:cubicBezTo>
                  <a:cubicBezTo>
                    <a:pt x="17346" y="0"/>
                    <a:pt x="19878" y="6210"/>
                    <a:pt x="20611" y="8910"/>
                  </a:cubicBezTo>
                  <a:cubicBezTo>
                    <a:pt x="21344" y="11610"/>
                    <a:pt x="21507" y="14536"/>
                    <a:pt x="21174" y="16965"/>
                  </a:cubicBezTo>
                  <a:cubicBezTo>
                    <a:pt x="20840" y="19395"/>
                    <a:pt x="19811" y="20520"/>
                    <a:pt x="19811" y="17415"/>
                  </a:cubicBezTo>
                  <a:cubicBezTo>
                    <a:pt x="19811" y="14310"/>
                    <a:pt x="17346" y="10665"/>
                    <a:pt x="16213" y="4995"/>
                  </a:cubicBezTo>
                  <a:close/>
                  <a:moveTo>
                    <a:pt x="16213" y="4995"/>
                  </a:moveTo>
                </a:path>
              </a:pathLst>
            </a:custGeom>
            <a:solidFill>
              <a:srgbClr val="755243"/>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98" name="任意多边形 97"/>
            <p:cNvSpPr/>
            <p:nvPr>
              <p:custDataLst>
                <p:tags r:id="rId74"/>
              </p:custDataLst>
            </p:nvPr>
          </p:nvSpPr>
          <p:spPr bwMode="auto">
            <a:xfrm rot="19571347">
              <a:off x="1612" y="2008"/>
              <a:ext cx="1046" cy="686"/>
            </a:xfrm>
            <a:custGeom>
              <a:avLst/>
              <a:gdLst>
                <a:gd name="connsiteX0" fmla="*/ 0 w 22447"/>
                <a:gd name="connsiteY0" fmla="*/ 17132 h 17132"/>
                <a:gd name="connsiteX1" fmla="*/ 16889 w 22447"/>
                <a:gd name="connsiteY1" fmla="*/ 4809 h 17132"/>
                <a:gd name="connsiteX2" fmla="*/ 22447 w 22447"/>
                <a:gd name="connsiteY2" fmla="*/ 11000 h 17132"/>
                <a:gd name="connsiteX3" fmla="*/ 16508 w 22447"/>
                <a:gd name="connsiteY3" fmla="*/ 9542 h 17132"/>
                <a:gd name="connsiteX4" fmla="*/ 10875 w 22447"/>
                <a:gd name="connsiteY4" fmla="*/ 12007 h 17132"/>
                <a:gd name="connsiteX5" fmla="*/ 0 w 22447"/>
                <a:gd name="connsiteY5" fmla="*/ 17132 h 17132"/>
                <a:gd name="connsiteX6" fmla="*/ 0 w 22447"/>
                <a:gd name="connsiteY6" fmla="*/ 17132 h 17132"/>
                <a:gd name="connsiteX0-1" fmla="*/ 0 w 20118"/>
                <a:gd name="connsiteY0-2" fmla="*/ 17132 h 17132"/>
                <a:gd name="connsiteX1-3" fmla="*/ 16889 w 20118"/>
                <a:gd name="connsiteY1-4" fmla="*/ 4809 h 17132"/>
                <a:gd name="connsiteX2-5" fmla="*/ 19998 w 20118"/>
                <a:gd name="connsiteY2-6" fmla="*/ 16337 h 17132"/>
                <a:gd name="connsiteX3-7" fmla="*/ 16508 w 20118"/>
                <a:gd name="connsiteY3-8" fmla="*/ 9542 h 17132"/>
                <a:gd name="connsiteX4-9" fmla="*/ 10875 w 20118"/>
                <a:gd name="connsiteY4-10" fmla="*/ 12007 h 17132"/>
                <a:gd name="connsiteX5-11" fmla="*/ 0 w 20118"/>
                <a:gd name="connsiteY5-12" fmla="*/ 17132 h 17132"/>
                <a:gd name="connsiteX6-13" fmla="*/ 0 w 20118"/>
                <a:gd name="connsiteY6-14" fmla="*/ 17132 h 171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20118" h="17132">
                  <a:moveTo>
                    <a:pt x="0" y="17132"/>
                  </a:moveTo>
                  <a:cubicBezTo>
                    <a:pt x="1001" y="-763"/>
                    <a:pt x="13216" y="-4221"/>
                    <a:pt x="16889" y="4809"/>
                  </a:cubicBezTo>
                  <a:cubicBezTo>
                    <a:pt x="21291" y="6500"/>
                    <a:pt x="19870" y="14748"/>
                    <a:pt x="19998" y="16337"/>
                  </a:cubicBezTo>
                  <a:cubicBezTo>
                    <a:pt x="19931" y="16103"/>
                    <a:pt x="17377" y="11337"/>
                    <a:pt x="16508" y="9542"/>
                  </a:cubicBezTo>
                  <a:lnTo>
                    <a:pt x="10875" y="12007"/>
                  </a:lnTo>
                  <a:cubicBezTo>
                    <a:pt x="10875" y="12008"/>
                    <a:pt x="4427" y="14786"/>
                    <a:pt x="0" y="17132"/>
                  </a:cubicBezTo>
                  <a:close/>
                  <a:moveTo>
                    <a:pt x="0" y="17132"/>
                  </a:moveTo>
                </a:path>
              </a:pathLst>
            </a:custGeom>
            <a:solidFill>
              <a:srgbClr val="755243"/>
            </a:solidFill>
            <a:ln>
              <a:noFill/>
            </a:ln>
          </p:spPr>
          <p:txBody>
            <a:bodyPr anchor="ctr"/>
            <a:lstStyle/>
            <a:p>
              <a:pPr algn="ctr"/>
              <a:endParaRPr sz="1350">
                <a:latin typeface="微软雅黑" panose="020B0503020204020204" charset="-122"/>
                <a:ea typeface="微软雅黑" panose="020B0503020204020204" charset="-122"/>
              </a:endParaRPr>
            </a:p>
          </p:txBody>
        </p:sp>
        <p:sp>
          <p:nvSpPr>
            <p:cNvPr id="99" name="任意多边形 98"/>
            <p:cNvSpPr/>
            <p:nvPr>
              <p:custDataLst>
                <p:tags r:id="rId75"/>
              </p:custDataLst>
            </p:nvPr>
          </p:nvSpPr>
          <p:spPr bwMode="auto">
            <a:xfrm>
              <a:off x="1825" y="2814"/>
              <a:ext cx="276" cy="288"/>
            </a:xfrm>
            <a:custGeom>
              <a:avLst/>
              <a:gdLst>
                <a:gd name="T0" fmla="*/ 172 w 230"/>
                <a:gd name="T1" fmla="*/ 50 h 240"/>
                <a:gd name="T2" fmla="*/ 172 w 230"/>
                <a:gd name="T3" fmla="*/ 50 h 240"/>
                <a:gd name="T4" fmla="*/ 160 w 230"/>
                <a:gd name="T5" fmla="*/ 38 h 240"/>
                <a:gd name="T6" fmla="*/ 144 w 230"/>
                <a:gd name="T7" fmla="*/ 28 h 240"/>
                <a:gd name="T8" fmla="*/ 126 w 230"/>
                <a:gd name="T9" fmla="*/ 16 h 240"/>
                <a:gd name="T10" fmla="*/ 102 w 230"/>
                <a:gd name="T11" fmla="*/ 6 h 240"/>
                <a:gd name="T12" fmla="*/ 90 w 230"/>
                <a:gd name="T13" fmla="*/ 4 h 240"/>
                <a:gd name="T14" fmla="*/ 78 w 230"/>
                <a:gd name="T15" fmla="*/ 2 h 240"/>
                <a:gd name="T16" fmla="*/ 66 w 230"/>
                <a:gd name="T17" fmla="*/ 0 h 240"/>
                <a:gd name="T18" fmla="*/ 52 w 230"/>
                <a:gd name="T19" fmla="*/ 2 h 240"/>
                <a:gd name="T20" fmla="*/ 38 w 230"/>
                <a:gd name="T21" fmla="*/ 6 h 240"/>
                <a:gd name="T22" fmla="*/ 26 w 230"/>
                <a:gd name="T23" fmla="*/ 12 h 240"/>
                <a:gd name="T24" fmla="*/ 26 w 230"/>
                <a:gd name="T25" fmla="*/ 12 h 240"/>
                <a:gd name="T26" fmla="*/ 18 w 230"/>
                <a:gd name="T27" fmla="*/ 18 h 240"/>
                <a:gd name="T28" fmla="*/ 14 w 230"/>
                <a:gd name="T29" fmla="*/ 24 h 240"/>
                <a:gd name="T30" fmla="*/ 10 w 230"/>
                <a:gd name="T31" fmla="*/ 30 h 240"/>
                <a:gd name="T32" fmla="*/ 6 w 230"/>
                <a:gd name="T33" fmla="*/ 38 h 240"/>
                <a:gd name="T34" fmla="*/ 2 w 230"/>
                <a:gd name="T35" fmla="*/ 56 h 240"/>
                <a:gd name="T36" fmla="*/ 0 w 230"/>
                <a:gd name="T37" fmla="*/ 76 h 240"/>
                <a:gd name="T38" fmla="*/ 4 w 230"/>
                <a:gd name="T39" fmla="*/ 98 h 240"/>
                <a:gd name="T40" fmla="*/ 10 w 230"/>
                <a:gd name="T41" fmla="*/ 122 h 240"/>
                <a:gd name="T42" fmla="*/ 18 w 230"/>
                <a:gd name="T43" fmla="*/ 144 h 240"/>
                <a:gd name="T44" fmla="*/ 30 w 230"/>
                <a:gd name="T45" fmla="*/ 166 h 240"/>
                <a:gd name="T46" fmla="*/ 44 w 230"/>
                <a:gd name="T47" fmla="*/ 188 h 240"/>
                <a:gd name="T48" fmla="*/ 60 w 230"/>
                <a:gd name="T49" fmla="*/ 206 h 240"/>
                <a:gd name="T50" fmla="*/ 80 w 230"/>
                <a:gd name="T51" fmla="*/ 222 h 240"/>
                <a:gd name="T52" fmla="*/ 90 w 230"/>
                <a:gd name="T53" fmla="*/ 228 h 240"/>
                <a:gd name="T54" fmla="*/ 100 w 230"/>
                <a:gd name="T55" fmla="*/ 234 h 240"/>
                <a:gd name="T56" fmla="*/ 112 w 230"/>
                <a:gd name="T57" fmla="*/ 236 h 240"/>
                <a:gd name="T58" fmla="*/ 124 w 230"/>
                <a:gd name="T59" fmla="*/ 240 h 240"/>
                <a:gd name="T60" fmla="*/ 136 w 230"/>
                <a:gd name="T61" fmla="*/ 240 h 240"/>
                <a:gd name="T62" fmla="*/ 150 w 230"/>
                <a:gd name="T63" fmla="*/ 240 h 240"/>
                <a:gd name="T64" fmla="*/ 164 w 230"/>
                <a:gd name="T65" fmla="*/ 238 h 240"/>
                <a:gd name="T66" fmla="*/ 178 w 230"/>
                <a:gd name="T67" fmla="*/ 234 h 240"/>
                <a:gd name="T68" fmla="*/ 192 w 230"/>
                <a:gd name="T69" fmla="*/ 228 h 240"/>
                <a:gd name="T70" fmla="*/ 206 w 230"/>
                <a:gd name="T71" fmla="*/ 220 h 240"/>
                <a:gd name="T72" fmla="*/ 206 w 230"/>
                <a:gd name="T73" fmla="*/ 220 h 240"/>
                <a:gd name="T74" fmla="*/ 216 w 230"/>
                <a:gd name="T75" fmla="*/ 212 h 240"/>
                <a:gd name="T76" fmla="*/ 224 w 230"/>
                <a:gd name="T77" fmla="*/ 202 h 240"/>
                <a:gd name="T78" fmla="*/ 228 w 230"/>
                <a:gd name="T79" fmla="*/ 190 h 240"/>
                <a:gd name="T80" fmla="*/ 230 w 230"/>
                <a:gd name="T81" fmla="*/ 178 h 240"/>
                <a:gd name="T82" fmla="*/ 228 w 230"/>
                <a:gd name="T83" fmla="*/ 164 h 240"/>
                <a:gd name="T84" fmla="*/ 224 w 230"/>
                <a:gd name="T85" fmla="*/ 150 h 240"/>
                <a:gd name="T86" fmla="*/ 220 w 230"/>
                <a:gd name="T87" fmla="*/ 134 h 240"/>
                <a:gd name="T88" fmla="*/ 214 w 230"/>
                <a:gd name="T89" fmla="*/ 120 h 240"/>
                <a:gd name="T90" fmla="*/ 200 w 230"/>
                <a:gd name="T91" fmla="*/ 94 h 240"/>
                <a:gd name="T92" fmla="*/ 186 w 230"/>
                <a:gd name="T93" fmla="*/ 70 h 240"/>
                <a:gd name="T94" fmla="*/ 172 w 230"/>
                <a:gd name="T95" fmla="*/ 5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0" h="240">
                  <a:moveTo>
                    <a:pt x="172" y="50"/>
                  </a:moveTo>
                  <a:lnTo>
                    <a:pt x="172" y="50"/>
                  </a:lnTo>
                  <a:lnTo>
                    <a:pt x="160" y="38"/>
                  </a:lnTo>
                  <a:lnTo>
                    <a:pt x="144" y="28"/>
                  </a:lnTo>
                  <a:lnTo>
                    <a:pt x="126" y="16"/>
                  </a:lnTo>
                  <a:lnTo>
                    <a:pt x="102" y="6"/>
                  </a:lnTo>
                  <a:lnTo>
                    <a:pt x="90" y="4"/>
                  </a:lnTo>
                  <a:lnTo>
                    <a:pt x="78" y="2"/>
                  </a:lnTo>
                  <a:lnTo>
                    <a:pt x="66" y="0"/>
                  </a:lnTo>
                  <a:lnTo>
                    <a:pt x="52" y="2"/>
                  </a:lnTo>
                  <a:lnTo>
                    <a:pt x="38" y="6"/>
                  </a:lnTo>
                  <a:lnTo>
                    <a:pt x="26" y="12"/>
                  </a:lnTo>
                  <a:lnTo>
                    <a:pt x="26" y="12"/>
                  </a:lnTo>
                  <a:lnTo>
                    <a:pt x="18" y="18"/>
                  </a:lnTo>
                  <a:lnTo>
                    <a:pt x="14" y="24"/>
                  </a:lnTo>
                  <a:lnTo>
                    <a:pt x="10" y="30"/>
                  </a:lnTo>
                  <a:lnTo>
                    <a:pt x="6" y="38"/>
                  </a:lnTo>
                  <a:lnTo>
                    <a:pt x="2" y="56"/>
                  </a:lnTo>
                  <a:lnTo>
                    <a:pt x="0" y="76"/>
                  </a:lnTo>
                  <a:lnTo>
                    <a:pt x="4" y="98"/>
                  </a:lnTo>
                  <a:lnTo>
                    <a:pt x="10" y="122"/>
                  </a:lnTo>
                  <a:lnTo>
                    <a:pt x="18" y="144"/>
                  </a:lnTo>
                  <a:lnTo>
                    <a:pt x="30" y="166"/>
                  </a:lnTo>
                  <a:lnTo>
                    <a:pt x="44" y="188"/>
                  </a:lnTo>
                  <a:lnTo>
                    <a:pt x="60" y="206"/>
                  </a:lnTo>
                  <a:lnTo>
                    <a:pt x="80" y="222"/>
                  </a:lnTo>
                  <a:lnTo>
                    <a:pt x="90" y="228"/>
                  </a:lnTo>
                  <a:lnTo>
                    <a:pt x="100" y="234"/>
                  </a:lnTo>
                  <a:lnTo>
                    <a:pt x="112" y="236"/>
                  </a:lnTo>
                  <a:lnTo>
                    <a:pt x="124" y="240"/>
                  </a:lnTo>
                  <a:lnTo>
                    <a:pt x="136" y="240"/>
                  </a:lnTo>
                  <a:lnTo>
                    <a:pt x="150" y="240"/>
                  </a:lnTo>
                  <a:lnTo>
                    <a:pt x="164" y="238"/>
                  </a:lnTo>
                  <a:lnTo>
                    <a:pt x="178" y="234"/>
                  </a:lnTo>
                  <a:lnTo>
                    <a:pt x="192" y="228"/>
                  </a:lnTo>
                  <a:lnTo>
                    <a:pt x="206" y="220"/>
                  </a:lnTo>
                  <a:lnTo>
                    <a:pt x="206" y="220"/>
                  </a:lnTo>
                  <a:lnTo>
                    <a:pt x="216" y="212"/>
                  </a:lnTo>
                  <a:lnTo>
                    <a:pt x="224" y="202"/>
                  </a:lnTo>
                  <a:lnTo>
                    <a:pt x="228" y="190"/>
                  </a:lnTo>
                  <a:lnTo>
                    <a:pt x="230" y="178"/>
                  </a:lnTo>
                  <a:lnTo>
                    <a:pt x="228" y="164"/>
                  </a:lnTo>
                  <a:lnTo>
                    <a:pt x="224" y="150"/>
                  </a:lnTo>
                  <a:lnTo>
                    <a:pt x="220" y="134"/>
                  </a:lnTo>
                  <a:lnTo>
                    <a:pt x="214" y="120"/>
                  </a:lnTo>
                  <a:lnTo>
                    <a:pt x="200" y="94"/>
                  </a:lnTo>
                  <a:lnTo>
                    <a:pt x="186" y="70"/>
                  </a:lnTo>
                  <a:lnTo>
                    <a:pt x="172" y="50"/>
                  </a:lnTo>
                  <a:close/>
                </a:path>
              </a:pathLst>
            </a:custGeom>
            <a:solidFill>
              <a:srgbClr val="FEDCB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25" name="任意多边形 24"/>
            <p:cNvSpPr/>
            <p:nvPr>
              <p:custDataLst>
                <p:tags r:id="rId76"/>
              </p:custDataLst>
            </p:nvPr>
          </p:nvSpPr>
          <p:spPr bwMode="auto">
            <a:xfrm>
              <a:off x="1439" y="4557"/>
              <a:ext cx="166" cy="98"/>
            </a:xfrm>
            <a:custGeom>
              <a:avLst/>
              <a:gdLst>
                <a:gd name="T0" fmla="*/ 5 w 83"/>
                <a:gd name="T1" fmla="*/ 20 h 49"/>
                <a:gd name="T2" fmla="*/ 5 w 83"/>
                <a:gd name="T3" fmla="*/ 20 h 49"/>
                <a:gd name="T4" fmla="*/ 36 w 83"/>
                <a:gd name="T5" fmla="*/ 37 h 49"/>
                <a:gd name="T6" fmla="*/ 53 w 83"/>
                <a:gd name="T7" fmla="*/ 44 h 49"/>
                <a:gd name="T8" fmla="*/ 70 w 83"/>
                <a:gd name="T9" fmla="*/ 49 h 49"/>
                <a:gd name="T10" fmla="*/ 70 w 83"/>
                <a:gd name="T11" fmla="*/ 49 h 49"/>
                <a:gd name="T12" fmla="*/ 74 w 83"/>
                <a:gd name="T13" fmla="*/ 49 h 49"/>
                <a:gd name="T14" fmla="*/ 78 w 83"/>
                <a:gd name="T15" fmla="*/ 48 h 49"/>
                <a:gd name="T16" fmla="*/ 81 w 83"/>
                <a:gd name="T17" fmla="*/ 45 h 49"/>
                <a:gd name="T18" fmla="*/ 83 w 83"/>
                <a:gd name="T19" fmla="*/ 42 h 49"/>
                <a:gd name="T20" fmla="*/ 83 w 83"/>
                <a:gd name="T21" fmla="*/ 38 h 49"/>
                <a:gd name="T22" fmla="*/ 83 w 83"/>
                <a:gd name="T23" fmla="*/ 34 h 49"/>
                <a:gd name="T24" fmla="*/ 80 w 83"/>
                <a:gd name="T25" fmla="*/ 31 h 49"/>
                <a:gd name="T26" fmla="*/ 76 w 83"/>
                <a:gd name="T27" fmla="*/ 30 h 49"/>
                <a:gd name="T28" fmla="*/ 76 w 83"/>
                <a:gd name="T29" fmla="*/ 30 h 49"/>
                <a:gd name="T30" fmla="*/ 60 w 83"/>
                <a:gd name="T31" fmla="*/ 24 h 49"/>
                <a:gd name="T32" fmla="*/ 44 w 83"/>
                <a:gd name="T33" fmla="*/ 17 h 49"/>
                <a:gd name="T34" fmla="*/ 16 w 83"/>
                <a:gd name="T35" fmla="*/ 1 h 49"/>
                <a:gd name="T36" fmla="*/ 16 w 83"/>
                <a:gd name="T37" fmla="*/ 1 h 49"/>
                <a:gd name="T38" fmla="*/ 12 w 83"/>
                <a:gd name="T39" fmla="*/ 0 h 49"/>
                <a:gd name="T40" fmla="*/ 8 w 83"/>
                <a:gd name="T41" fmla="*/ 1 h 49"/>
                <a:gd name="T42" fmla="*/ 3 w 83"/>
                <a:gd name="T43" fmla="*/ 3 h 49"/>
                <a:gd name="T44" fmla="*/ 2 w 83"/>
                <a:gd name="T45" fmla="*/ 5 h 49"/>
                <a:gd name="T46" fmla="*/ 0 w 83"/>
                <a:gd name="T47" fmla="*/ 10 h 49"/>
                <a:gd name="T48" fmla="*/ 0 w 83"/>
                <a:gd name="T49" fmla="*/ 14 h 49"/>
                <a:gd name="T50" fmla="*/ 2 w 83"/>
                <a:gd name="T51" fmla="*/ 17 h 49"/>
                <a:gd name="T52" fmla="*/ 5 w 83"/>
                <a:gd name="T53" fmla="*/ 2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49">
                  <a:moveTo>
                    <a:pt x="5" y="20"/>
                  </a:moveTo>
                  <a:lnTo>
                    <a:pt x="5" y="20"/>
                  </a:lnTo>
                  <a:lnTo>
                    <a:pt x="36" y="37"/>
                  </a:lnTo>
                  <a:lnTo>
                    <a:pt x="53" y="44"/>
                  </a:lnTo>
                  <a:lnTo>
                    <a:pt x="70" y="49"/>
                  </a:lnTo>
                  <a:lnTo>
                    <a:pt x="70" y="49"/>
                  </a:lnTo>
                  <a:lnTo>
                    <a:pt x="74" y="49"/>
                  </a:lnTo>
                  <a:lnTo>
                    <a:pt x="78" y="48"/>
                  </a:lnTo>
                  <a:lnTo>
                    <a:pt x="81" y="45"/>
                  </a:lnTo>
                  <a:lnTo>
                    <a:pt x="83" y="42"/>
                  </a:lnTo>
                  <a:lnTo>
                    <a:pt x="83" y="38"/>
                  </a:lnTo>
                  <a:lnTo>
                    <a:pt x="83" y="34"/>
                  </a:lnTo>
                  <a:lnTo>
                    <a:pt x="80" y="31"/>
                  </a:lnTo>
                  <a:lnTo>
                    <a:pt x="76" y="30"/>
                  </a:lnTo>
                  <a:lnTo>
                    <a:pt x="76" y="30"/>
                  </a:lnTo>
                  <a:lnTo>
                    <a:pt x="60" y="24"/>
                  </a:lnTo>
                  <a:lnTo>
                    <a:pt x="44" y="17"/>
                  </a:lnTo>
                  <a:lnTo>
                    <a:pt x="16" y="1"/>
                  </a:lnTo>
                  <a:lnTo>
                    <a:pt x="16" y="1"/>
                  </a:lnTo>
                  <a:lnTo>
                    <a:pt x="12" y="0"/>
                  </a:lnTo>
                  <a:lnTo>
                    <a:pt x="8" y="1"/>
                  </a:lnTo>
                  <a:lnTo>
                    <a:pt x="3" y="3"/>
                  </a:lnTo>
                  <a:lnTo>
                    <a:pt x="2" y="5"/>
                  </a:lnTo>
                  <a:lnTo>
                    <a:pt x="0" y="10"/>
                  </a:lnTo>
                  <a:lnTo>
                    <a:pt x="0" y="14"/>
                  </a:lnTo>
                  <a:lnTo>
                    <a:pt x="2" y="17"/>
                  </a:lnTo>
                  <a:lnTo>
                    <a:pt x="5" y="20"/>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26" name="任意多边形 25"/>
            <p:cNvSpPr/>
            <p:nvPr>
              <p:custDataLst>
                <p:tags r:id="rId77"/>
              </p:custDataLst>
            </p:nvPr>
          </p:nvSpPr>
          <p:spPr bwMode="auto">
            <a:xfrm>
              <a:off x="1417" y="4652"/>
              <a:ext cx="130" cy="70"/>
            </a:xfrm>
            <a:custGeom>
              <a:avLst/>
              <a:gdLst>
                <a:gd name="T0" fmla="*/ 4 w 65"/>
                <a:gd name="T1" fmla="*/ 20 h 35"/>
                <a:gd name="T2" fmla="*/ 4 w 65"/>
                <a:gd name="T3" fmla="*/ 20 h 35"/>
                <a:gd name="T4" fmla="*/ 16 w 65"/>
                <a:gd name="T5" fmla="*/ 25 h 35"/>
                <a:gd name="T6" fmla="*/ 28 w 65"/>
                <a:gd name="T7" fmla="*/ 30 h 35"/>
                <a:gd name="T8" fmla="*/ 53 w 65"/>
                <a:gd name="T9" fmla="*/ 35 h 35"/>
                <a:gd name="T10" fmla="*/ 53 w 65"/>
                <a:gd name="T11" fmla="*/ 35 h 35"/>
                <a:gd name="T12" fmla="*/ 57 w 65"/>
                <a:gd name="T13" fmla="*/ 35 h 35"/>
                <a:gd name="T14" fmla="*/ 61 w 65"/>
                <a:gd name="T15" fmla="*/ 34 h 35"/>
                <a:gd name="T16" fmla="*/ 64 w 65"/>
                <a:gd name="T17" fmla="*/ 31 h 35"/>
                <a:gd name="T18" fmla="*/ 65 w 65"/>
                <a:gd name="T19" fmla="*/ 27 h 35"/>
                <a:gd name="T20" fmla="*/ 65 w 65"/>
                <a:gd name="T21" fmla="*/ 24 h 35"/>
                <a:gd name="T22" fmla="*/ 65 w 65"/>
                <a:gd name="T23" fmla="*/ 20 h 35"/>
                <a:gd name="T24" fmla="*/ 62 w 65"/>
                <a:gd name="T25" fmla="*/ 17 h 35"/>
                <a:gd name="T26" fmla="*/ 58 w 65"/>
                <a:gd name="T27" fmla="*/ 16 h 35"/>
                <a:gd name="T28" fmla="*/ 58 w 65"/>
                <a:gd name="T29" fmla="*/ 16 h 35"/>
                <a:gd name="T30" fmla="*/ 36 w 65"/>
                <a:gd name="T31" fmla="*/ 10 h 35"/>
                <a:gd name="T32" fmla="*/ 26 w 65"/>
                <a:gd name="T33" fmla="*/ 7 h 35"/>
                <a:gd name="T34" fmla="*/ 16 w 65"/>
                <a:gd name="T35" fmla="*/ 1 h 35"/>
                <a:gd name="T36" fmla="*/ 16 w 65"/>
                <a:gd name="T37" fmla="*/ 1 h 35"/>
                <a:gd name="T38" fmla="*/ 11 w 65"/>
                <a:gd name="T39" fmla="*/ 0 h 35"/>
                <a:gd name="T40" fmla="*/ 7 w 65"/>
                <a:gd name="T41" fmla="*/ 1 h 35"/>
                <a:gd name="T42" fmla="*/ 3 w 65"/>
                <a:gd name="T43" fmla="*/ 3 h 35"/>
                <a:gd name="T44" fmla="*/ 2 w 65"/>
                <a:gd name="T45" fmla="*/ 6 h 35"/>
                <a:gd name="T46" fmla="*/ 0 w 65"/>
                <a:gd name="T47" fmla="*/ 10 h 35"/>
                <a:gd name="T48" fmla="*/ 0 w 65"/>
                <a:gd name="T49" fmla="*/ 14 h 35"/>
                <a:gd name="T50" fmla="*/ 2 w 65"/>
                <a:gd name="T51" fmla="*/ 17 h 35"/>
                <a:gd name="T52" fmla="*/ 4 w 65"/>
                <a:gd name="T53" fmla="*/ 2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35">
                  <a:moveTo>
                    <a:pt x="4" y="20"/>
                  </a:moveTo>
                  <a:lnTo>
                    <a:pt x="4" y="20"/>
                  </a:lnTo>
                  <a:lnTo>
                    <a:pt x="16" y="25"/>
                  </a:lnTo>
                  <a:lnTo>
                    <a:pt x="28" y="30"/>
                  </a:lnTo>
                  <a:lnTo>
                    <a:pt x="53" y="35"/>
                  </a:lnTo>
                  <a:lnTo>
                    <a:pt x="53" y="35"/>
                  </a:lnTo>
                  <a:lnTo>
                    <a:pt x="57" y="35"/>
                  </a:lnTo>
                  <a:lnTo>
                    <a:pt x="61" y="34"/>
                  </a:lnTo>
                  <a:lnTo>
                    <a:pt x="64" y="31"/>
                  </a:lnTo>
                  <a:lnTo>
                    <a:pt x="65" y="27"/>
                  </a:lnTo>
                  <a:lnTo>
                    <a:pt x="65" y="24"/>
                  </a:lnTo>
                  <a:lnTo>
                    <a:pt x="65" y="20"/>
                  </a:lnTo>
                  <a:lnTo>
                    <a:pt x="62" y="17"/>
                  </a:lnTo>
                  <a:lnTo>
                    <a:pt x="58" y="16"/>
                  </a:lnTo>
                  <a:lnTo>
                    <a:pt x="58" y="16"/>
                  </a:lnTo>
                  <a:lnTo>
                    <a:pt x="36" y="10"/>
                  </a:lnTo>
                  <a:lnTo>
                    <a:pt x="26" y="7"/>
                  </a:lnTo>
                  <a:lnTo>
                    <a:pt x="16" y="1"/>
                  </a:lnTo>
                  <a:lnTo>
                    <a:pt x="16" y="1"/>
                  </a:lnTo>
                  <a:lnTo>
                    <a:pt x="11" y="0"/>
                  </a:lnTo>
                  <a:lnTo>
                    <a:pt x="7" y="1"/>
                  </a:lnTo>
                  <a:lnTo>
                    <a:pt x="3" y="3"/>
                  </a:lnTo>
                  <a:lnTo>
                    <a:pt x="2" y="6"/>
                  </a:lnTo>
                  <a:lnTo>
                    <a:pt x="0" y="10"/>
                  </a:lnTo>
                  <a:lnTo>
                    <a:pt x="0" y="14"/>
                  </a:lnTo>
                  <a:lnTo>
                    <a:pt x="2" y="17"/>
                  </a:lnTo>
                  <a:lnTo>
                    <a:pt x="4" y="20"/>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23" name="任意多边形 22"/>
            <p:cNvSpPr/>
            <p:nvPr>
              <p:custDataLst>
                <p:tags r:id="rId78"/>
              </p:custDataLst>
            </p:nvPr>
          </p:nvSpPr>
          <p:spPr bwMode="auto">
            <a:xfrm>
              <a:off x="5842" y="2112"/>
              <a:ext cx="72" cy="184"/>
            </a:xfrm>
            <a:custGeom>
              <a:avLst/>
              <a:gdLst>
                <a:gd name="T0" fmla="*/ 2 w 36"/>
                <a:gd name="T1" fmla="*/ 17 h 92"/>
                <a:gd name="T2" fmla="*/ 2 w 36"/>
                <a:gd name="T3" fmla="*/ 17 h 92"/>
                <a:gd name="T4" fmla="*/ 8 w 36"/>
                <a:gd name="T5" fmla="*/ 33 h 92"/>
                <a:gd name="T6" fmla="*/ 12 w 36"/>
                <a:gd name="T7" fmla="*/ 48 h 92"/>
                <a:gd name="T8" fmla="*/ 13 w 36"/>
                <a:gd name="T9" fmla="*/ 65 h 92"/>
                <a:gd name="T10" fmla="*/ 15 w 36"/>
                <a:gd name="T11" fmla="*/ 82 h 92"/>
                <a:gd name="T12" fmla="*/ 15 w 36"/>
                <a:gd name="T13" fmla="*/ 82 h 92"/>
                <a:gd name="T14" fmla="*/ 15 w 36"/>
                <a:gd name="T15" fmla="*/ 86 h 92"/>
                <a:gd name="T16" fmla="*/ 17 w 36"/>
                <a:gd name="T17" fmla="*/ 89 h 92"/>
                <a:gd name="T18" fmla="*/ 20 w 36"/>
                <a:gd name="T19" fmla="*/ 92 h 92"/>
                <a:gd name="T20" fmla="*/ 25 w 36"/>
                <a:gd name="T21" fmla="*/ 92 h 92"/>
                <a:gd name="T22" fmla="*/ 29 w 36"/>
                <a:gd name="T23" fmla="*/ 92 h 92"/>
                <a:gd name="T24" fmla="*/ 32 w 36"/>
                <a:gd name="T25" fmla="*/ 89 h 92"/>
                <a:gd name="T26" fmla="*/ 34 w 36"/>
                <a:gd name="T27" fmla="*/ 86 h 92"/>
                <a:gd name="T28" fmla="*/ 36 w 36"/>
                <a:gd name="T29" fmla="*/ 82 h 92"/>
                <a:gd name="T30" fmla="*/ 36 w 36"/>
                <a:gd name="T31" fmla="*/ 82 h 92"/>
                <a:gd name="T32" fmla="*/ 34 w 36"/>
                <a:gd name="T33" fmla="*/ 62 h 92"/>
                <a:gd name="T34" fmla="*/ 32 w 36"/>
                <a:gd name="T35" fmla="*/ 43 h 92"/>
                <a:gd name="T36" fmla="*/ 27 w 36"/>
                <a:gd name="T37" fmla="*/ 24 h 92"/>
                <a:gd name="T38" fmla="*/ 23 w 36"/>
                <a:gd name="T39" fmla="*/ 14 h 92"/>
                <a:gd name="T40" fmla="*/ 19 w 36"/>
                <a:gd name="T41" fmla="*/ 6 h 92"/>
                <a:gd name="T42" fmla="*/ 19 w 36"/>
                <a:gd name="T43" fmla="*/ 6 h 92"/>
                <a:gd name="T44" fmla="*/ 16 w 36"/>
                <a:gd name="T45" fmla="*/ 3 h 92"/>
                <a:gd name="T46" fmla="*/ 13 w 36"/>
                <a:gd name="T47" fmla="*/ 0 h 92"/>
                <a:gd name="T48" fmla="*/ 9 w 36"/>
                <a:gd name="T49" fmla="*/ 0 h 92"/>
                <a:gd name="T50" fmla="*/ 6 w 36"/>
                <a:gd name="T51" fmla="*/ 1 h 92"/>
                <a:gd name="T52" fmla="*/ 2 w 36"/>
                <a:gd name="T53" fmla="*/ 4 h 92"/>
                <a:gd name="T54" fmla="*/ 0 w 36"/>
                <a:gd name="T55" fmla="*/ 8 h 92"/>
                <a:gd name="T56" fmla="*/ 0 w 36"/>
                <a:gd name="T57" fmla="*/ 13 h 92"/>
                <a:gd name="T58" fmla="*/ 2 w 36"/>
                <a:gd name="T59" fmla="*/ 1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 h="92">
                  <a:moveTo>
                    <a:pt x="2" y="17"/>
                  </a:moveTo>
                  <a:lnTo>
                    <a:pt x="2" y="17"/>
                  </a:lnTo>
                  <a:lnTo>
                    <a:pt x="8" y="33"/>
                  </a:lnTo>
                  <a:lnTo>
                    <a:pt x="12" y="48"/>
                  </a:lnTo>
                  <a:lnTo>
                    <a:pt x="13" y="65"/>
                  </a:lnTo>
                  <a:lnTo>
                    <a:pt x="15" y="82"/>
                  </a:lnTo>
                  <a:lnTo>
                    <a:pt x="15" y="82"/>
                  </a:lnTo>
                  <a:lnTo>
                    <a:pt x="15" y="86"/>
                  </a:lnTo>
                  <a:lnTo>
                    <a:pt x="17" y="89"/>
                  </a:lnTo>
                  <a:lnTo>
                    <a:pt x="20" y="92"/>
                  </a:lnTo>
                  <a:lnTo>
                    <a:pt x="25" y="92"/>
                  </a:lnTo>
                  <a:lnTo>
                    <a:pt x="29" y="92"/>
                  </a:lnTo>
                  <a:lnTo>
                    <a:pt x="32" y="89"/>
                  </a:lnTo>
                  <a:lnTo>
                    <a:pt x="34" y="86"/>
                  </a:lnTo>
                  <a:lnTo>
                    <a:pt x="36" y="82"/>
                  </a:lnTo>
                  <a:lnTo>
                    <a:pt x="36" y="82"/>
                  </a:lnTo>
                  <a:lnTo>
                    <a:pt x="34" y="62"/>
                  </a:lnTo>
                  <a:lnTo>
                    <a:pt x="32" y="43"/>
                  </a:lnTo>
                  <a:lnTo>
                    <a:pt x="27" y="24"/>
                  </a:lnTo>
                  <a:lnTo>
                    <a:pt x="23" y="14"/>
                  </a:lnTo>
                  <a:lnTo>
                    <a:pt x="19" y="6"/>
                  </a:lnTo>
                  <a:lnTo>
                    <a:pt x="19" y="6"/>
                  </a:lnTo>
                  <a:lnTo>
                    <a:pt x="16" y="3"/>
                  </a:lnTo>
                  <a:lnTo>
                    <a:pt x="13" y="0"/>
                  </a:lnTo>
                  <a:lnTo>
                    <a:pt x="9" y="0"/>
                  </a:lnTo>
                  <a:lnTo>
                    <a:pt x="6" y="1"/>
                  </a:lnTo>
                  <a:lnTo>
                    <a:pt x="2" y="4"/>
                  </a:lnTo>
                  <a:lnTo>
                    <a:pt x="0" y="8"/>
                  </a:lnTo>
                  <a:lnTo>
                    <a:pt x="0" y="13"/>
                  </a:lnTo>
                  <a:lnTo>
                    <a:pt x="2" y="17"/>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sp>
          <p:nvSpPr>
            <p:cNvPr id="24" name="任意多边形 23"/>
            <p:cNvSpPr/>
            <p:nvPr>
              <p:custDataLst>
                <p:tags r:id="rId79"/>
              </p:custDataLst>
            </p:nvPr>
          </p:nvSpPr>
          <p:spPr bwMode="auto">
            <a:xfrm>
              <a:off x="5936" y="2086"/>
              <a:ext cx="68" cy="170"/>
            </a:xfrm>
            <a:custGeom>
              <a:avLst/>
              <a:gdLst>
                <a:gd name="T0" fmla="*/ 2 w 34"/>
                <a:gd name="T1" fmla="*/ 13 h 85"/>
                <a:gd name="T2" fmla="*/ 2 w 34"/>
                <a:gd name="T3" fmla="*/ 13 h 85"/>
                <a:gd name="T4" fmla="*/ 6 w 34"/>
                <a:gd name="T5" fmla="*/ 29 h 85"/>
                <a:gd name="T6" fmla="*/ 10 w 34"/>
                <a:gd name="T7" fmla="*/ 43 h 85"/>
                <a:gd name="T8" fmla="*/ 12 w 34"/>
                <a:gd name="T9" fmla="*/ 60 h 85"/>
                <a:gd name="T10" fmla="*/ 13 w 34"/>
                <a:gd name="T11" fmla="*/ 75 h 85"/>
                <a:gd name="T12" fmla="*/ 13 w 34"/>
                <a:gd name="T13" fmla="*/ 75 h 85"/>
                <a:gd name="T14" fmla="*/ 13 w 34"/>
                <a:gd name="T15" fmla="*/ 80 h 85"/>
                <a:gd name="T16" fmla="*/ 16 w 34"/>
                <a:gd name="T17" fmla="*/ 82 h 85"/>
                <a:gd name="T18" fmla="*/ 19 w 34"/>
                <a:gd name="T19" fmla="*/ 85 h 85"/>
                <a:gd name="T20" fmla="*/ 23 w 34"/>
                <a:gd name="T21" fmla="*/ 85 h 85"/>
                <a:gd name="T22" fmla="*/ 27 w 34"/>
                <a:gd name="T23" fmla="*/ 85 h 85"/>
                <a:gd name="T24" fmla="*/ 30 w 34"/>
                <a:gd name="T25" fmla="*/ 82 h 85"/>
                <a:gd name="T26" fmla="*/ 33 w 34"/>
                <a:gd name="T27" fmla="*/ 80 h 85"/>
                <a:gd name="T28" fmla="*/ 34 w 34"/>
                <a:gd name="T29" fmla="*/ 75 h 85"/>
                <a:gd name="T30" fmla="*/ 34 w 34"/>
                <a:gd name="T31" fmla="*/ 75 h 85"/>
                <a:gd name="T32" fmla="*/ 33 w 34"/>
                <a:gd name="T33" fmla="*/ 58 h 85"/>
                <a:gd name="T34" fmla="*/ 31 w 34"/>
                <a:gd name="T35" fmla="*/ 40 h 85"/>
                <a:gd name="T36" fmla="*/ 27 w 34"/>
                <a:gd name="T37" fmla="*/ 24 h 85"/>
                <a:gd name="T38" fmla="*/ 21 w 34"/>
                <a:gd name="T39" fmla="*/ 7 h 85"/>
                <a:gd name="T40" fmla="*/ 21 w 34"/>
                <a:gd name="T41" fmla="*/ 7 h 85"/>
                <a:gd name="T42" fmla="*/ 19 w 34"/>
                <a:gd name="T43" fmla="*/ 3 h 85"/>
                <a:gd name="T44" fmla="*/ 16 w 34"/>
                <a:gd name="T45" fmla="*/ 0 h 85"/>
                <a:gd name="T46" fmla="*/ 12 w 34"/>
                <a:gd name="T47" fmla="*/ 0 h 85"/>
                <a:gd name="T48" fmla="*/ 7 w 34"/>
                <a:gd name="T49" fmla="*/ 0 h 85"/>
                <a:gd name="T50" fmla="*/ 4 w 34"/>
                <a:gd name="T51" fmla="*/ 2 h 85"/>
                <a:gd name="T52" fmla="*/ 2 w 34"/>
                <a:gd name="T53" fmla="*/ 4 h 85"/>
                <a:gd name="T54" fmla="*/ 0 w 34"/>
                <a:gd name="T55" fmla="*/ 9 h 85"/>
                <a:gd name="T56" fmla="*/ 2 w 34"/>
                <a:gd name="T57" fmla="*/ 1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4" h="85">
                  <a:moveTo>
                    <a:pt x="2" y="13"/>
                  </a:moveTo>
                  <a:lnTo>
                    <a:pt x="2" y="13"/>
                  </a:lnTo>
                  <a:lnTo>
                    <a:pt x="6" y="29"/>
                  </a:lnTo>
                  <a:lnTo>
                    <a:pt x="10" y="43"/>
                  </a:lnTo>
                  <a:lnTo>
                    <a:pt x="12" y="60"/>
                  </a:lnTo>
                  <a:lnTo>
                    <a:pt x="13" y="75"/>
                  </a:lnTo>
                  <a:lnTo>
                    <a:pt x="13" y="75"/>
                  </a:lnTo>
                  <a:lnTo>
                    <a:pt x="13" y="80"/>
                  </a:lnTo>
                  <a:lnTo>
                    <a:pt x="16" y="82"/>
                  </a:lnTo>
                  <a:lnTo>
                    <a:pt x="19" y="85"/>
                  </a:lnTo>
                  <a:lnTo>
                    <a:pt x="23" y="85"/>
                  </a:lnTo>
                  <a:lnTo>
                    <a:pt x="27" y="85"/>
                  </a:lnTo>
                  <a:lnTo>
                    <a:pt x="30" y="82"/>
                  </a:lnTo>
                  <a:lnTo>
                    <a:pt x="33" y="80"/>
                  </a:lnTo>
                  <a:lnTo>
                    <a:pt x="34" y="75"/>
                  </a:lnTo>
                  <a:lnTo>
                    <a:pt x="34" y="75"/>
                  </a:lnTo>
                  <a:lnTo>
                    <a:pt x="33" y="58"/>
                  </a:lnTo>
                  <a:lnTo>
                    <a:pt x="31" y="40"/>
                  </a:lnTo>
                  <a:lnTo>
                    <a:pt x="27" y="24"/>
                  </a:lnTo>
                  <a:lnTo>
                    <a:pt x="21" y="7"/>
                  </a:lnTo>
                  <a:lnTo>
                    <a:pt x="21" y="7"/>
                  </a:lnTo>
                  <a:lnTo>
                    <a:pt x="19" y="3"/>
                  </a:lnTo>
                  <a:lnTo>
                    <a:pt x="16" y="0"/>
                  </a:lnTo>
                  <a:lnTo>
                    <a:pt x="12" y="0"/>
                  </a:lnTo>
                  <a:lnTo>
                    <a:pt x="7" y="0"/>
                  </a:lnTo>
                  <a:lnTo>
                    <a:pt x="4" y="2"/>
                  </a:lnTo>
                  <a:lnTo>
                    <a:pt x="2" y="4"/>
                  </a:lnTo>
                  <a:lnTo>
                    <a:pt x="0" y="9"/>
                  </a:lnTo>
                  <a:lnTo>
                    <a:pt x="2" y="13"/>
                  </a:lnTo>
                  <a:close/>
                </a:path>
              </a:pathLst>
            </a:custGeom>
            <a:solidFill>
              <a:srgbClr val="2B5E6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350">
                <a:latin typeface="微软雅黑" panose="020B0503020204020204" charset="-122"/>
                <a:ea typeface="微软雅黑" panose="020B0503020204020204" charset="-122"/>
              </a:endParaRPr>
            </a:p>
          </p:txBody>
        </p:sp>
      </p:grpSp>
      <p:sp>
        <p:nvSpPr>
          <p:cNvPr id="16" name="圆角矩形 15"/>
          <p:cNvSpPr/>
          <p:nvPr>
            <p:custDataLst>
              <p:tags r:id="rId80"/>
            </p:custDataLst>
          </p:nvPr>
        </p:nvSpPr>
        <p:spPr>
          <a:xfrm rot="2700000">
            <a:off x="4298834" y="2003767"/>
            <a:ext cx="368856" cy="368856"/>
          </a:xfrm>
          <a:prstGeom prst="roundRect">
            <a:avLst>
              <a:gd name="adj" fmla="val 25355"/>
            </a:avLst>
          </a:prstGeom>
          <a:solidFill>
            <a:srgbClr val="1AA3AA"/>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69" name="任意多边形 168"/>
          <p:cNvSpPr/>
          <p:nvPr>
            <p:custDataLst>
              <p:tags r:id="rId81"/>
            </p:custDataLst>
          </p:nvPr>
        </p:nvSpPr>
        <p:spPr bwMode="auto">
          <a:xfrm>
            <a:off x="4365682" y="2070571"/>
            <a:ext cx="235160" cy="235248"/>
          </a:xfrm>
          <a:custGeom>
            <a:avLst/>
            <a:gdLst>
              <a:gd name="connsiteX0" fmla="*/ 102175 w 313546"/>
              <a:gd name="connsiteY0" fmla="*/ 189630 h 313664"/>
              <a:gd name="connsiteX1" fmla="*/ 89557 w 313546"/>
              <a:gd name="connsiteY1" fmla="*/ 251595 h 313664"/>
              <a:gd name="connsiteX2" fmla="*/ 98734 w 313546"/>
              <a:gd name="connsiteY2" fmla="*/ 300938 h 313664"/>
              <a:gd name="connsiteX3" fmla="*/ 134296 w 313546"/>
              <a:gd name="connsiteY3" fmla="*/ 277988 h 313664"/>
              <a:gd name="connsiteX4" fmla="*/ 133149 w 313546"/>
              <a:gd name="connsiteY4" fmla="*/ 274546 h 313664"/>
              <a:gd name="connsiteX5" fmla="*/ 145768 w 313546"/>
              <a:gd name="connsiteY5" fmla="*/ 241268 h 313664"/>
              <a:gd name="connsiteX6" fmla="*/ 160681 w 313546"/>
              <a:gd name="connsiteY6" fmla="*/ 240120 h 313664"/>
              <a:gd name="connsiteX7" fmla="*/ 173300 w 313546"/>
              <a:gd name="connsiteY7" fmla="*/ 218318 h 313664"/>
              <a:gd name="connsiteX8" fmla="*/ 137738 w 313546"/>
              <a:gd name="connsiteY8" fmla="*/ 204548 h 313664"/>
              <a:gd name="connsiteX9" fmla="*/ 102175 w 313546"/>
              <a:gd name="connsiteY9" fmla="*/ 189630 h 313664"/>
              <a:gd name="connsiteX10" fmla="*/ 218040 w 313546"/>
              <a:gd name="connsiteY10" fmla="*/ 140288 h 313664"/>
              <a:gd name="connsiteX11" fmla="*/ 205421 w 313546"/>
              <a:gd name="connsiteY11" fmla="*/ 175860 h 313664"/>
              <a:gd name="connsiteX12" fmla="*/ 189360 w 313546"/>
              <a:gd name="connsiteY12" fmla="*/ 211433 h 313664"/>
              <a:gd name="connsiteX13" fmla="*/ 301783 w 313546"/>
              <a:gd name="connsiteY13" fmla="*/ 216023 h 313664"/>
              <a:gd name="connsiteX14" fmla="*/ 271956 w 313546"/>
              <a:gd name="connsiteY14" fmla="*/ 173565 h 313664"/>
              <a:gd name="connsiteX15" fmla="*/ 218040 w 313546"/>
              <a:gd name="connsiteY15" fmla="*/ 140288 h 313664"/>
              <a:gd name="connsiteX16" fmla="*/ 143288 w 313546"/>
              <a:gd name="connsiteY16" fmla="*/ 125704 h 313664"/>
              <a:gd name="connsiteX17" fmla="*/ 188266 w 313546"/>
              <a:gd name="connsiteY17" fmla="*/ 143996 h 313664"/>
              <a:gd name="connsiteX18" fmla="*/ 169813 w 313546"/>
              <a:gd name="connsiteY18" fmla="*/ 187441 h 313664"/>
              <a:gd name="connsiteX19" fmla="*/ 125989 w 313546"/>
              <a:gd name="connsiteY19" fmla="*/ 170292 h 313664"/>
              <a:gd name="connsiteX20" fmla="*/ 143288 w 313546"/>
              <a:gd name="connsiteY20" fmla="*/ 125704 h 313664"/>
              <a:gd name="connsiteX21" fmla="*/ 135443 w 313546"/>
              <a:gd name="connsiteY21" fmla="*/ 105862 h 313664"/>
              <a:gd name="connsiteX22" fmla="*/ 119383 w 313546"/>
              <a:gd name="connsiteY22" fmla="*/ 141435 h 313664"/>
              <a:gd name="connsiteX23" fmla="*/ 105617 w 313546"/>
              <a:gd name="connsiteY23" fmla="*/ 178155 h 313664"/>
              <a:gd name="connsiteX24" fmla="*/ 142326 w 313546"/>
              <a:gd name="connsiteY24" fmla="*/ 194220 h 313664"/>
              <a:gd name="connsiteX25" fmla="*/ 179036 w 313546"/>
              <a:gd name="connsiteY25" fmla="*/ 207990 h 313664"/>
              <a:gd name="connsiteX26" fmla="*/ 195096 w 313546"/>
              <a:gd name="connsiteY26" fmla="*/ 172418 h 313664"/>
              <a:gd name="connsiteX27" fmla="*/ 207715 w 313546"/>
              <a:gd name="connsiteY27" fmla="*/ 135698 h 313664"/>
              <a:gd name="connsiteX28" fmla="*/ 172153 w 313546"/>
              <a:gd name="connsiteY28" fmla="*/ 119633 h 313664"/>
              <a:gd name="connsiteX29" fmla="*/ 135443 w 313546"/>
              <a:gd name="connsiteY29" fmla="*/ 105862 h 313664"/>
              <a:gd name="connsiteX30" fmla="*/ 32772 w 313546"/>
              <a:gd name="connsiteY30" fmla="*/ 88506 h 313664"/>
              <a:gd name="connsiteX31" fmla="*/ 19579 w 313546"/>
              <a:gd name="connsiteY31" fmla="*/ 90945 h 313664"/>
              <a:gd name="connsiteX32" fmla="*/ 12696 w 313546"/>
              <a:gd name="connsiteY32" fmla="*/ 97830 h 313664"/>
              <a:gd name="connsiteX33" fmla="*/ 95292 w 313546"/>
              <a:gd name="connsiteY33" fmla="*/ 172418 h 313664"/>
              <a:gd name="connsiteX34" fmla="*/ 109058 w 313546"/>
              <a:gd name="connsiteY34" fmla="*/ 136845 h 313664"/>
              <a:gd name="connsiteX35" fmla="*/ 123972 w 313546"/>
              <a:gd name="connsiteY35" fmla="*/ 102420 h 313664"/>
              <a:gd name="connsiteX36" fmla="*/ 101028 w 313546"/>
              <a:gd name="connsiteY36" fmla="*/ 95535 h 313664"/>
              <a:gd name="connsiteX37" fmla="*/ 86115 w 313546"/>
              <a:gd name="connsiteY37" fmla="*/ 112747 h 313664"/>
              <a:gd name="connsiteX38" fmla="*/ 53994 w 313546"/>
              <a:gd name="connsiteY38" fmla="*/ 98977 h 313664"/>
              <a:gd name="connsiteX39" fmla="*/ 52847 w 313546"/>
              <a:gd name="connsiteY39" fmla="*/ 88650 h 313664"/>
              <a:gd name="connsiteX40" fmla="*/ 32772 w 313546"/>
              <a:gd name="connsiteY40" fmla="*/ 88506 h 313664"/>
              <a:gd name="connsiteX41" fmla="*/ 215745 w 313546"/>
              <a:gd name="connsiteY41" fmla="*/ 11767 h 313664"/>
              <a:gd name="connsiteX42" fmla="*/ 206568 w 313546"/>
              <a:gd name="connsiteY42" fmla="*/ 12915 h 313664"/>
              <a:gd name="connsiteX43" fmla="*/ 174447 w 313546"/>
              <a:gd name="connsiteY43" fmla="*/ 41602 h 313664"/>
              <a:gd name="connsiteX44" fmla="*/ 141179 w 313546"/>
              <a:gd name="connsiteY44" fmla="*/ 95535 h 313664"/>
              <a:gd name="connsiteX45" fmla="*/ 176741 w 313546"/>
              <a:gd name="connsiteY45" fmla="*/ 108157 h 313664"/>
              <a:gd name="connsiteX46" fmla="*/ 211157 w 313546"/>
              <a:gd name="connsiteY46" fmla="*/ 124223 h 313664"/>
              <a:gd name="connsiteX47" fmla="*/ 215745 w 313546"/>
              <a:gd name="connsiteY47" fmla="*/ 11767 h 313664"/>
              <a:gd name="connsiteX48" fmla="*/ 220334 w 313546"/>
              <a:gd name="connsiteY48" fmla="*/ 1440 h 313664"/>
              <a:gd name="connsiteX49" fmla="*/ 221481 w 313546"/>
              <a:gd name="connsiteY49" fmla="*/ 128813 h 313664"/>
              <a:gd name="connsiteX50" fmla="*/ 278839 w 313546"/>
              <a:gd name="connsiteY50" fmla="*/ 165533 h 313664"/>
              <a:gd name="connsiteX51" fmla="*/ 312107 w 313546"/>
              <a:gd name="connsiteY51" fmla="*/ 219465 h 313664"/>
              <a:gd name="connsiteX52" fmla="*/ 298341 w 313546"/>
              <a:gd name="connsiteY52" fmla="*/ 232088 h 313664"/>
              <a:gd name="connsiteX53" fmla="*/ 250160 w 313546"/>
              <a:gd name="connsiteY53" fmla="*/ 235530 h 313664"/>
              <a:gd name="connsiteX54" fmla="*/ 184772 w 313546"/>
              <a:gd name="connsiteY54" fmla="*/ 221760 h 313664"/>
              <a:gd name="connsiteX55" fmla="*/ 171006 w 313546"/>
              <a:gd name="connsiteY55" fmla="*/ 245858 h 313664"/>
              <a:gd name="connsiteX56" fmla="*/ 177889 w 313546"/>
              <a:gd name="connsiteY56" fmla="*/ 255038 h 313664"/>
              <a:gd name="connsiteX57" fmla="*/ 165270 w 313546"/>
              <a:gd name="connsiteY57" fmla="*/ 287168 h 313664"/>
              <a:gd name="connsiteX58" fmla="*/ 143474 w 313546"/>
              <a:gd name="connsiteY58" fmla="*/ 286021 h 313664"/>
              <a:gd name="connsiteX59" fmla="*/ 112500 w 313546"/>
              <a:gd name="connsiteY59" fmla="*/ 311266 h 313664"/>
              <a:gd name="connsiteX60" fmla="*/ 94145 w 313546"/>
              <a:gd name="connsiteY60" fmla="*/ 312413 h 313664"/>
              <a:gd name="connsiteX61" fmla="*/ 78085 w 313546"/>
              <a:gd name="connsiteY61" fmla="*/ 249300 h 313664"/>
              <a:gd name="connsiteX62" fmla="*/ 91851 w 313546"/>
              <a:gd name="connsiteY62" fmla="*/ 183893 h 313664"/>
              <a:gd name="connsiteX63" fmla="*/ 1225 w 313546"/>
              <a:gd name="connsiteY63" fmla="*/ 93240 h 313664"/>
              <a:gd name="connsiteX64" fmla="*/ 56289 w 313546"/>
              <a:gd name="connsiteY64" fmla="*/ 77175 h 313664"/>
              <a:gd name="connsiteX65" fmla="*/ 67760 w 313546"/>
              <a:gd name="connsiteY65" fmla="*/ 66847 h 313664"/>
              <a:gd name="connsiteX66" fmla="*/ 99881 w 313546"/>
              <a:gd name="connsiteY66" fmla="*/ 80617 h 313664"/>
              <a:gd name="connsiteX67" fmla="*/ 101028 w 313546"/>
              <a:gd name="connsiteY67" fmla="*/ 84060 h 313664"/>
              <a:gd name="connsiteX68" fmla="*/ 129708 w 313546"/>
              <a:gd name="connsiteY68" fmla="*/ 92092 h 313664"/>
              <a:gd name="connsiteX69" fmla="*/ 165270 w 313546"/>
              <a:gd name="connsiteY69" fmla="*/ 34717 h 313664"/>
              <a:gd name="connsiteX70" fmla="*/ 220334 w 313546"/>
              <a:gd name="connsiteY70" fmla="*/ 1440 h 313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13546" h="313664">
                <a:moveTo>
                  <a:pt x="102175" y="189630"/>
                </a:moveTo>
                <a:cubicBezTo>
                  <a:pt x="96440" y="211433"/>
                  <a:pt x="91851" y="233235"/>
                  <a:pt x="89557" y="251595"/>
                </a:cubicBezTo>
                <a:cubicBezTo>
                  <a:pt x="86115" y="283726"/>
                  <a:pt x="91851" y="298643"/>
                  <a:pt x="98734" y="300938"/>
                </a:cubicBezTo>
                <a:cubicBezTo>
                  <a:pt x="105617" y="304381"/>
                  <a:pt x="119383" y="295201"/>
                  <a:pt x="134296" y="277988"/>
                </a:cubicBezTo>
                <a:cubicBezTo>
                  <a:pt x="134296" y="276841"/>
                  <a:pt x="133149" y="275693"/>
                  <a:pt x="133149" y="274546"/>
                </a:cubicBezTo>
                <a:cubicBezTo>
                  <a:pt x="127413" y="261923"/>
                  <a:pt x="133149" y="247005"/>
                  <a:pt x="145768" y="241268"/>
                </a:cubicBezTo>
                <a:cubicBezTo>
                  <a:pt x="150357" y="240120"/>
                  <a:pt x="156092" y="238973"/>
                  <a:pt x="160681" y="240120"/>
                </a:cubicBezTo>
                <a:cubicBezTo>
                  <a:pt x="165270" y="233235"/>
                  <a:pt x="168711" y="226350"/>
                  <a:pt x="173300" y="218318"/>
                </a:cubicBezTo>
                <a:cubicBezTo>
                  <a:pt x="161828" y="213728"/>
                  <a:pt x="149209" y="210285"/>
                  <a:pt x="137738" y="204548"/>
                </a:cubicBezTo>
                <a:cubicBezTo>
                  <a:pt x="125119" y="199958"/>
                  <a:pt x="113647" y="195368"/>
                  <a:pt x="102175" y="189630"/>
                </a:cubicBezTo>
                <a:close/>
                <a:moveTo>
                  <a:pt x="218040" y="140288"/>
                </a:moveTo>
                <a:cubicBezTo>
                  <a:pt x="214598" y="152910"/>
                  <a:pt x="210009" y="164385"/>
                  <a:pt x="205421" y="175860"/>
                </a:cubicBezTo>
                <a:cubicBezTo>
                  <a:pt x="200832" y="188483"/>
                  <a:pt x="195096" y="199958"/>
                  <a:pt x="189360" y="211433"/>
                </a:cubicBezTo>
                <a:cubicBezTo>
                  <a:pt x="250160" y="228645"/>
                  <a:pt x="296047" y="229793"/>
                  <a:pt x="301783" y="216023"/>
                </a:cubicBezTo>
                <a:cubicBezTo>
                  <a:pt x="304077" y="209138"/>
                  <a:pt x="298341" y="194220"/>
                  <a:pt x="271956" y="173565"/>
                </a:cubicBezTo>
                <a:cubicBezTo>
                  <a:pt x="257043" y="163238"/>
                  <a:pt x="238689" y="151763"/>
                  <a:pt x="218040" y="140288"/>
                </a:cubicBezTo>
                <a:close/>
                <a:moveTo>
                  <a:pt x="143288" y="125704"/>
                </a:moveTo>
                <a:cubicBezTo>
                  <a:pt x="160587" y="118844"/>
                  <a:pt x="181346" y="126847"/>
                  <a:pt x="188266" y="143996"/>
                </a:cubicBezTo>
                <a:cubicBezTo>
                  <a:pt x="195185" y="161146"/>
                  <a:pt x="187112" y="180581"/>
                  <a:pt x="169813" y="187441"/>
                </a:cubicBezTo>
                <a:cubicBezTo>
                  <a:pt x="152514" y="195444"/>
                  <a:pt x="132909" y="187441"/>
                  <a:pt x="125989" y="170292"/>
                </a:cubicBezTo>
                <a:cubicBezTo>
                  <a:pt x="119069" y="153143"/>
                  <a:pt x="127142" y="133707"/>
                  <a:pt x="143288" y="125704"/>
                </a:cubicBezTo>
                <a:close/>
                <a:moveTo>
                  <a:pt x="135443" y="105862"/>
                </a:moveTo>
                <a:cubicBezTo>
                  <a:pt x="129708" y="117338"/>
                  <a:pt x="125119" y="128813"/>
                  <a:pt x="119383" y="141435"/>
                </a:cubicBezTo>
                <a:cubicBezTo>
                  <a:pt x="114794" y="154058"/>
                  <a:pt x="110206" y="166680"/>
                  <a:pt x="105617" y="178155"/>
                </a:cubicBezTo>
                <a:cubicBezTo>
                  <a:pt x="117089" y="183893"/>
                  <a:pt x="129708" y="189630"/>
                  <a:pt x="142326" y="194220"/>
                </a:cubicBezTo>
                <a:cubicBezTo>
                  <a:pt x="154945" y="198810"/>
                  <a:pt x="166417" y="203400"/>
                  <a:pt x="179036" y="207990"/>
                </a:cubicBezTo>
                <a:cubicBezTo>
                  <a:pt x="183624" y="196515"/>
                  <a:pt x="189360" y="185040"/>
                  <a:pt x="195096" y="172418"/>
                </a:cubicBezTo>
                <a:cubicBezTo>
                  <a:pt x="199685" y="159795"/>
                  <a:pt x="204274" y="147173"/>
                  <a:pt x="207715" y="135698"/>
                </a:cubicBezTo>
                <a:cubicBezTo>
                  <a:pt x="196243" y="129960"/>
                  <a:pt x="184772" y="124223"/>
                  <a:pt x="172153" y="119633"/>
                </a:cubicBezTo>
                <a:cubicBezTo>
                  <a:pt x="159534" y="113895"/>
                  <a:pt x="148062" y="109305"/>
                  <a:pt x="135443" y="105862"/>
                </a:cubicBezTo>
                <a:close/>
                <a:moveTo>
                  <a:pt x="32772" y="88506"/>
                </a:moveTo>
                <a:cubicBezTo>
                  <a:pt x="27323" y="88937"/>
                  <a:pt x="23021" y="89797"/>
                  <a:pt x="19579" y="90945"/>
                </a:cubicBezTo>
                <a:cubicBezTo>
                  <a:pt x="16138" y="93240"/>
                  <a:pt x="13843" y="95535"/>
                  <a:pt x="12696" y="97830"/>
                </a:cubicBezTo>
                <a:cubicBezTo>
                  <a:pt x="6960" y="111600"/>
                  <a:pt x="40228" y="143730"/>
                  <a:pt x="95292" y="172418"/>
                </a:cubicBezTo>
                <a:cubicBezTo>
                  <a:pt x="99881" y="160943"/>
                  <a:pt x="104470" y="149468"/>
                  <a:pt x="109058" y="136845"/>
                </a:cubicBezTo>
                <a:cubicBezTo>
                  <a:pt x="113647" y="125370"/>
                  <a:pt x="119383" y="113895"/>
                  <a:pt x="123972" y="102420"/>
                </a:cubicBezTo>
                <a:cubicBezTo>
                  <a:pt x="115941" y="100125"/>
                  <a:pt x="109058" y="97830"/>
                  <a:pt x="101028" y="95535"/>
                </a:cubicBezTo>
                <a:cubicBezTo>
                  <a:pt x="98734" y="103567"/>
                  <a:pt x="94145" y="109305"/>
                  <a:pt x="86115" y="112747"/>
                </a:cubicBezTo>
                <a:cubicBezTo>
                  <a:pt x="73496" y="118485"/>
                  <a:pt x="59730" y="111600"/>
                  <a:pt x="53994" y="98977"/>
                </a:cubicBezTo>
                <a:cubicBezTo>
                  <a:pt x="52847" y="95535"/>
                  <a:pt x="51700" y="92092"/>
                  <a:pt x="52847" y="88650"/>
                </a:cubicBezTo>
                <a:cubicBezTo>
                  <a:pt x="44817" y="88076"/>
                  <a:pt x="38221" y="88076"/>
                  <a:pt x="32772" y="88506"/>
                </a:cubicBezTo>
                <a:close/>
                <a:moveTo>
                  <a:pt x="215745" y="11767"/>
                </a:moveTo>
                <a:cubicBezTo>
                  <a:pt x="213451" y="10620"/>
                  <a:pt x="210009" y="11767"/>
                  <a:pt x="206568" y="12915"/>
                </a:cubicBezTo>
                <a:cubicBezTo>
                  <a:pt x="198538" y="16357"/>
                  <a:pt x="188213" y="24390"/>
                  <a:pt x="174447" y="41602"/>
                </a:cubicBezTo>
                <a:cubicBezTo>
                  <a:pt x="162975" y="56520"/>
                  <a:pt x="151504" y="74880"/>
                  <a:pt x="141179" y="95535"/>
                </a:cubicBezTo>
                <a:cubicBezTo>
                  <a:pt x="152651" y="98977"/>
                  <a:pt x="164123" y="103567"/>
                  <a:pt x="176741" y="108157"/>
                </a:cubicBezTo>
                <a:cubicBezTo>
                  <a:pt x="188213" y="113895"/>
                  <a:pt x="200832" y="118485"/>
                  <a:pt x="211157" y="124223"/>
                </a:cubicBezTo>
                <a:cubicBezTo>
                  <a:pt x="229511" y="63405"/>
                  <a:pt x="230658" y="17505"/>
                  <a:pt x="215745" y="11767"/>
                </a:cubicBezTo>
                <a:close/>
                <a:moveTo>
                  <a:pt x="220334" y="1440"/>
                </a:moveTo>
                <a:cubicBezTo>
                  <a:pt x="245572" y="11767"/>
                  <a:pt x="239836" y="67995"/>
                  <a:pt x="221481" y="128813"/>
                </a:cubicBezTo>
                <a:cubicBezTo>
                  <a:pt x="244424" y="140288"/>
                  <a:pt x="263926" y="152910"/>
                  <a:pt x="278839" y="165533"/>
                </a:cubicBezTo>
                <a:cubicBezTo>
                  <a:pt x="306372" y="186188"/>
                  <a:pt x="317843" y="205695"/>
                  <a:pt x="312107" y="219465"/>
                </a:cubicBezTo>
                <a:cubicBezTo>
                  <a:pt x="309813" y="225203"/>
                  <a:pt x="305224" y="229793"/>
                  <a:pt x="298341" y="232088"/>
                </a:cubicBezTo>
                <a:cubicBezTo>
                  <a:pt x="288017" y="236678"/>
                  <a:pt x="271956" y="237825"/>
                  <a:pt x="250160" y="235530"/>
                </a:cubicBezTo>
                <a:cubicBezTo>
                  <a:pt x="230658" y="234383"/>
                  <a:pt x="207715" y="228645"/>
                  <a:pt x="184772" y="221760"/>
                </a:cubicBezTo>
                <a:cubicBezTo>
                  <a:pt x="180183" y="229793"/>
                  <a:pt x="175594" y="237825"/>
                  <a:pt x="171006" y="245858"/>
                </a:cubicBezTo>
                <a:cubicBezTo>
                  <a:pt x="174447" y="248153"/>
                  <a:pt x="176741" y="251595"/>
                  <a:pt x="177889" y="255038"/>
                </a:cubicBezTo>
                <a:cubicBezTo>
                  <a:pt x="183624" y="267660"/>
                  <a:pt x="177889" y="281431"/>
                  <a:pt x="165270" y="287168"/>
                </a:cubicBezTo>
                <a:cubicBezTo>
                  <a:pt x="157240" y="290611"/>
                  <a:pt x="149209" y="289463"/>
                  <a:pt x="143474" y="286021"/>
                </a:cubicBezTo>
                <a:cubicBezTo>
                  <a:pt x="132002" y="298643"/>
                  <a:pt x="121677" y="307823"/>
                  <a:pt x="112500" y="311266"/>
                </a:cubicBezTo>
                <a:cubicBezTo>
                  <a:pt x="105617" y="313561"/>
                  <a:pt x="99881" y="314708"/>
                  <a:pt x="94145" y="312413"/>
                </a:cubicBezTo>
                <a:cubicBezTo>
                  <a:pt x="79232" y="306676"/>
                  <a:pt x="73496" y="284873"/>
                  <a:pt x="78085" y="249300"/>
                </a:cubicBezTo>
                <a:cubicBezTo>
                  <a:pt x="80379" y="229793"/>
                  <a:pt x="84968" y="207990"/>
                  <a:pt x="91851" y="183893"/>
                </a:cubicBezTo>
                <a:cubicBezTo>
                  <a:pt x="35640" y="155205"/>
                  <a:pt x="-7953" y="118485"/>
                  <a:pt x="1225" y="93240"/>
                </a:cubicBezTo>
                <a:cubicBezTo>
                  <a:pt x="6960" y="80617"/>
                  <a:pt x="25315" y="74880"/>
                  <a:pt x="56289" y="77175"/>
                </a:cubicBezTo>
                <a:cubicBezTo>
                  <a:pt x="58583" y="72585"/>
                  <a:pt x="63172" y="69142"/>
                  <a:pt x="67760" y="66847"/>
                </a:cubicBezTo>
                <a:cubicBezTo>
                  <a:pt x="80379" y="62257"/>
                  <a:pt x="94145" y="67995"/>
                  <a:pt x="99881" y="80617"/>
                </a:cubicBezTo>
                <a:cubicBezTo>
                  <a:pt x="99881" y="81765"/>
                  <a:pt x="101028" y="82912"/>
                  <a:pt x="101028" y="84060"/>
                </a:cubicBezTo>
                <a:cubicBezTo>
                  <a:pt x="110206" y="86355"/>
                  <a:pt x="119383" y="88650"/>
                  <a:pt x="129708" y="92092"/>
                </a:cubicBezTo>
                <a:cubicBezTo>
                  <a:pt x="141179" y="69142"/>
                  <a:pt x="153798" y="49635"/>
                  <a:pt x="165270" y="34717"/>
                </a:cubicBezTo>
                <a:cubicBezTo>
                  <a:pt x="187066" y="7177"/>
                  <a:pt x="206568" y="-4298"/>
                  <a:pt x="220334" y="1440"/>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algn="ctr">
              <a:lnSpc>
                <a:spcPct val="120000"/>
              </a:lnSpc>
            </a:pPr>
            <a:endParaRPr sz="1350" spc="150">
              <a:latin typeface="微软雅黑" panose="020B0503020204020204" charset="-122"/>
              <a:ea typeface="微软雅黑" panose="020B0503020204020204" charset="-122"/>
            </a:endParaRPr>
          </a:p>
        </p:txBody>
      </p:sp>
      <p:sp>
        <p:nvSpPr>
          <p:cNvPr id="112" name="矩形 111"/>
          <p:cNvSpPr/>
          <p:nvPr>
            <p:custDataLst>
              <p:tags r:id="rId82"/>
            </p:custDataLst>
          </p:nvPr>
        </p:nvSpPr>
        <p:spPr bwMode="auto">
          <a:xfrm>
            <a:off x="4978446" y="1964311"/>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charset="-122"/>
                <a:ea typeface="微软雅黑" panose="020B0503020204020204" charset="-122"/>
              </a:rPr>
              <a:t>3. </a:t>
            </a:r>
            <a:r>
              <a:rPr lang="en-US" altLang="zh-CN" sz="1200" spc="150" dirty="0">
                <a:latin typeface="微软雅黑" panose="020B0503020204020204" charset="-122"/>
                <a:ea typeface="微软雅黑" panose="020B0503020204020204" charset="-122"/>
                <a:sym typeface="+mn-ea"/>
              </a:rPr>
              <a:t>设置幻灯片版式。</a:t>
            </a:r>
            <a:endParaRPr lang="en-US" altLang="zh-CN" sz="1200" spc="150" dirty="0">
              <a:latin typeface="微软雅黑" panose="020B0503020204020204" charset="-122"/>
              <a:ea typeface="微软雅黑" panose="020B0503020204020204" charset="-122"/>
              <a:sym typeface="+mn-ea"/>
            </a:endParaRPr>
          </a:p>
        </p:txBody>
      </p:sp>
      <p:sp>
        <p:nvSpPr>
          <p:cNvPr id="10" name="圆角矩形 9"/>
          <p:cNvSpPr/>
          <p:nvPr>
            <p:custDataLst>
              <p:tags r:id="rId83"/>
            </p:custDataLst>
          </p:nvPr>
        </p:nvSpPr>
        <p:spPr>
          <a:xfrm rot="2700000">
            <a:off x="4298834" y="3233188"/>
            <a:ext cx="368856" cy="368856"/>
          </a:xfrm>
          <a:prstGeom prst="roundRect">
            <a:avLst>
              <a:gd name="adj" fmla="val 25355"/>
            </a:avLst>
          </a:prstGeom>
          <a:solidFill>
            <a:srgbClr val="9BBB59"/>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1" name="任意多边形 10"/>
          <p:cNvSpPr/>
          <p:nvPr>
            <p:custDataLst>
              <p:tags r:id="rId84"/>
            </p:custDataLst>
          </p:nvPr>
        </p:nvSpPr>
        <p:spPr bwMode="auto">
          <a:xfrm>
            <a:off x="4364478" y="3296177"/>
            <a:ext cx="237568" cy="242878"/>
          </a:xfrm>
          <a:custGeom>
            <a:avLst/>
            <a:gdLst>
              <a:gd name="T0" fmla="*/ 203 w 360"/>
              <a:gd name="T1" fmla="*/ 271 h 368"/>
              <a:gd name="T2" fmla="*/ 261 w 360"/>
              <a:gd name="T3" fmla="*/ 202 h 368"/>
              <a:gd name="T4" fmla="*/ 360 w 360"/>
              <a:gd name="T5" fmla="*/ 51 h 368"/>
              <a:gd name="T6" fmla="*/ 346 w 360"/>
              <a:gd name="T7" fmla="*/ 37 h 368"/>
              <a:gd name="T8" fmla="*/ 277 w 360"/>
              <a:gd name="T9" fmla="*/ 37 h 368"/>
              <a:gd name="T10" fmla="*/ 180 w 360"/>
              <a:gd name="T11" fmla="*/ 0 h 368"/>
              <a:gd name="T12" fmla="*/ 83 w 360"/>
              <a:gd name="T13" fmla="*/ 37 h 368"/>
              <a:gd name="T14" fmla="*/ 14 w 360"/>
              <a:gd name="T15" fmla="*/ 37 h 368"/>
              <a:gd name="T16" fmla="*/ 0 w 360"/>
              <a:gd name="T17" fmla="*/ 51 h 368"/>
              <a:gd name="T18" fmla="*/ 98 w 360"/>
              <a:gd name="T19" fmla="*/ 202 h 368"/>
              <a:gd name="T20" fmla="*/ 156 w 360"/>
              <a:gd name="T21" fmla="*/ 271 h 368"/>
              <a:gd name="T22" fmla="*/ 156 w 360"/>
              <a:gd name="T23" fmla="*/ 297 h 368"/>
              <a:gd name="T24" fmla="*/ 91 w 360"/>
              <a:gd name="T25" fmla="*/ 332 h 368"/>
              <a:gd name="T26" fmla="*/ 180 w 360"/>
              <a:gd name="T27" fmla="*/ 368 h 368"/>
              <a:gd name="T28" fmla="*/ 269 w 360"/>
              <a:gd name="T29" fmla="*/ 332 h 368"/>
              <a:gd name="T30" fmla="*/ 203 w 360"/>
              <a:gd name="T31" fmla="*/ 297 h 368"/>
              <a:gd name="T32" fmla="*/ 203 w 360"/>
              <a:gd name="T33" fmla="*/ 271 h 368"/>
              <a:gd name="T34" fmla="*/ 259 w 360"/>
              <a:gd name="T35" fmla="*/ 170 h 368"/>
              <a:gd name="T36" fmla="*/ 281 w 360"/>
              <a:gd name="T37" fmla="*/ 65 h 368"/>
              <a:gd name="T38" fmla="*/ 331 w 360"/>
              <a:gd name="T39" fmla="*/ 65 h 368"/>
              <a:gd name="T40" fmla="*/ 259 w 360"/>
              <a:gd name="T41" fmla="*/ 170 h 368"/>
              <a:gd name="T42" fmla="*/ 180 w 360"/>
              <a:gd name="T43" fmla="*/ 24 h 368"/>
              <a:gd name="T44" fmla="*/ 256 w 360"/>
              <a:gd name="T45" fmla="*/ 55 h 368"/>
              <a:gd name="T46" fmla="*/ 180 w 360"/>
              <a:gd name="T47" fmla="*/ 86 h 368"/>
              <a:gd name="T48" fmla="*/ 104 w 360"/>
              <a:gd name="T49" fmla="*/ 55 h 368"/>
              <a:gd name="T50" fmla="*/ 180 w 360"/>
              <a:gd name="T51" fmla="*/ 24 h 368"/>
              <a:gd name="T52" fmla="*/ 29 w 360"/>
              <a:gd name="T53" fmla="*/ 65 h 368"/>
              <a:gd name="T54" fmla="*/ 79 w 360"/>
              <a:gd name="T55" fmla="*/ 65 h 368"/>
              <a:gd name="T56" fmla="*/ 101 w 360"/>
              <a:gd name="T57" fmla="*/ 170 h 368"/>
              <a:gd name="T58" fmla="*/ 29 w 360"/>
              <a:gd name="T59" fmla="*/ 65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368">
                <a:moveTo>
                  <a:pt x="203" y="271"/>
                </a:moveTo>
                <a:cubicBezTo>
                  <a:pt x="203" y="242"/>
                  <a:pt x="225" y="226"/>
                  <a:pt x="261" y="202"/>
                </a:cubicBezTo>
                <a:cubicBezTo>
                  <a:pt x="305" y="173"/>
                  <a:pt x="360" y="137"/>
                  <a:pt x="360" y="51"/>
                </a:cubicBezTo>
                <a:cubicBezTo>
                  <a:pt x="360" y="43"/>
                  <a:pt x="353" y="37"/>
                  <a:pt x="346" y="37"/>
                </a:cubicBezTo>
                <a:cubicBezTo>
                  <a:pt x="277" y="37"/>
                  <a:pt x="277" y="37"/>
                  <a:pt x="277" y="37"/>
                </a:cubicBezTo>
                <a:cubicBezTo>
                  <a:pt x="267" y="19"/>
                  <a:pt x="238" y="0"/>
                  <a:pt x="180" y="0"/>
                </a:cubicBezTo>
                <a:cubicBezTo>
                  <a:pt x="121" y="0"/>
                  <a:pt x="92" y="19"/>
                  <a:pt x="83" y="37"/>
                </a:cubicBezTo>
                <a:cubicBezTo>
                  <a:pt x="14" y="37"/>
                  <a:pt x="14" y="37"/>
                  <a:pt x="14" y="37"/>
                </a:cubicBezTo>
                <a:cubicBezTo>
                  <a:pt x="6" y="37"/>
                  <a:pt x="0" y="43"/>
                  <a:pt x="0" y="51"/>
                </a:cubicBezTo>
                <a:cubicBezTo>
                  <a:pt x="0" y="137"/>
                  <a:pt x="54" y="173"/>
                  <a:pt x="98" y="202"/>
                </a:cubicBezTo>
                <a:cubicBezTo>
                  <a:pt x="134" y="226"/>
                  <a:pt x="156" y="242"/>
                  <a:pt x="156" y="271"/>
                </a:cubicBezTo>
                <a:cubicBezTo>
                  <a:pt x="156" y="297"/>
                  <a:pt x="156" y="297"/>
                  <a:pt x="156" y="297"/>
                </a:cubicBezTo>
                <a:cubicBezTo>
                  <a:pt x="118" y="301"/>
                  <a:pt x="91" y="315"/>
                  <a:pt x="91" y="332"/>
                </a:cubicBezTo>
                <a:cubicBezTo>
                  <a:pt x="91" y="352"/>
                  <a:pt x="131" y="368"/>
                  <a:pt x="180" y="368"/>
                </a:cubicBezTo>
                <a:cubicBezTo>
                  <a:pt x="229" y="368"/>
                  <a:pt x="269" y="352"/>
                  <a:pt x="269" y="332"/>
                </a:cubicBezTo>
                <a:cubicBezTo>
                  <a:pt x="269" y="315"/>
                  <a:pt x="241" y="301"/>
                  <a:pt x="203" y="297"/>
                </a:cubicBezTo>
                <a:lnTo>
                  <a:pt x="203" y="271"/>
                </a:lnTo>
                <a:close/>
                <a:moveTo>
                  <a:pt x="259" y="170"/>
                </a:moveTo>
                <a:cubicBezTo>
                  <a:pt x="270" y="146"/>
                  <a:pt x="279" y="113"/>
                  <a:pt x="281" y="65"/>
                </a:cubicBezTo>
                <a:cubicBezTo>
                  <a:pt x="331" y="65"/>
                  <a:pt x="331" y="65"/>
                  <a:pt x="331" y="65"/>
                </a:cubicBezTo>
                <a:cubicBezTo>
                  <a:pt x="326" y="119"/>
                  <a:pt x="294" y="146"/>
                  <a:pt x="259" y="170"/>
                </a:cubicBezTo>
                <a:close/>
                <a:moveTo>
                  <a:pt x="180" y="24"/>
                </a:moveTo>
                <a:cubicBezTo>
                  <a:pt x="234" y="24"/>
                  <a:pt x="256" y="47"/>
                  <a:pt x="256" y="55"/>
                </a:cubicBezTo>
                <a:cubicBezTo>
                  <a:pt x="256" y="63"/>
                  <a:pt x="234" y="86"/>
                  <a:pt x="180" y="86"/>
                </a:cubicBezTo>
                <a:cubicBezTo>
                  <a:pt x="125" y="86"/>
                  <a:pt x="104" y="63"/>
                  <a:pt x="104" y="55"/>
                </a:cubicBezTo>
                <a:cubicBezTo>
                  <a:pt x="104" y="47"/>
                  <a:pt x="125" y="24"/>
                  <a:pt x="180" y="24"/>
                </a:cubicBezTo>
                <a:close/>
                <a:moveTo>
                  <a:pt x="29" y="65"/>
                </a:moveTo>
                <a:cubicBezTo>
                  <a:pt x="79" y="65"/>
                  <a:pt x="79" y="65"/>
                  <a:pt x="79" y="65"/>
                </a:cubicBezTo>
                <a:cubicBezTo>
                  <a:pt x="80" y="113"/>
                  <a:pt x="89" y="146"/>
                  <a:pt x="101" y="170"/>
                </a:cubicBezTo>
                <a:cubicBezTo>
                  <a:pt x="66" y="146"/>
                  <a:pt x="33" y="119"/>
                  <a:pt x="29" y="65"/>
                </a:cubicBezTo>
                <a:close/>
              </a:path>
            </a:pathLst>
          </a:custGeom>
          <a:solidFill>
            <a:sysClr val="window" lastClr="FFFFFF"/>
          </a:solidFill>
          <a:ln>
            <a:noFill/>
          </a:ln>
        </p:spPr>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14" name="矩形 113"/>
          <p:cNvSpPr/>
          <p:nvPr>
            <p:custDataLst>
              <p:tags r:id="rId85"/>
            </p:custDataLst>
          </p:nvPr>
        </p:nvSpPr>
        <p:spPr bwMode="auto">
          <a:xfrm>
            <a:off x="4978446" y="3193732"/>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charset="-122"/>
                <a:ea typeface="微软雅黑" panose="020B0503020204020204" charset="-122"/>
              </a:rPr>
              <a:t>5.设置母版。</a:t>
            </a:r>
            <a:endParaRPr lang="en-US" altLang="zh-CN" sz="1200" spc="150" dirty="0">
              <a:latin typeface="微软雅黑" panose="020B0503020204020204" charset="-122"/>
              <a:ea typeface="微软雅黑" panose="020B0503020204020204" charset="-122"/>
            </a:endParaRPr>
          </a:p>
        </p:txBody>
      </p:sp>
      <p:cxnSp>
        <p:nvCxnSpPr>
          <p:cNvPr id="116" name="直接连接符 115"/>
          <p:cNvCxnSpPr/>
          <p:nvPr>
            <p:custDataLst>
              <p:tags r:id="rId86"/>
            </p:custDataLst>
          </p:nvPr>
        </p:nvCxnSpPr>
        <p:spPr>
          <a:xfrm>
            <a:off x="4940175" y="1266129"/>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117" name="直接连接符 116"/>
          <p:cNvCxnSpPr/>
          <p:nvPr>
            <p:custDataLst>
              <p:tags r:id="rId87"/>
            </p:custDataLst>
          </p:nvPr>
        </p:nvCxnSpPr>
        <p:spPr>
          <a:xfrm>
            <a:off x="4940175" y="1880840"/>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118" name="直接连接符 117"/>
          <p:cNvCxnSpPr/>
          <p:nvPr>
            <p:custDataLst>
              <p:tags r:id="rId88"/>
            </p:custDataLst>
          </p:nvPr>
        </p:nvCxnSpPr>
        <p:spPr>
          <a:xfrm>
            <a:off x="4940175" y="2495550"/>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119" name="直接连接符 118"/>
          <p:cNvCxnSpPr/>
          <p:nvPr>
            <p:custDataLst>
              <p:tags r:id="rId89"/>
            </p:custDataLst>
          </p:nvPr>
        </p:nvCxnSpPr>
        <p:spPr>
          <a:xfrm>
            <a:off x="4940175" y="3110261"/>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120" name="直接连接符 119"/>
          <p:cNvCxnSpPr/>
          <p:nvPr>
            <p:custDataLst>
              <p:tags r:id="rId90"/>
            </p:custDataLst>
          </p:nvPr>
        </p:nvCxnSpPr>
        <p:spPr>
          <a:xfrm>
            <a:off x="4940175" y="3724971"/>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sp>
        <p:nvSpPr>
          <p:cNvPr id="115" name="矩形 114"/>
          <p:cNvSpPr/>
          <p:nvPr>
            <p:custDataLst>
              <p:tags r:id="rId91"/>
            </p:custDataLst>
          </p:nvPr>
        </p:nvSpPr>
        <p:spPr bwMode="auto">
          <a:xfrm>
            <a:off x="4978446" y="3808442"/>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lnSpcReduction="20000"/>
          </a:bodyPr>
          <a:lstStyle/>
          <a:p>
            <a:pPr algn="l" fontAlgn="auto">
              <a:lnSpc>
                <a:spcPct val="120000"/>
              </a:lnSpc>
            </a:pPr>
            <a:r>
              <a:rPr lang="en-US" altLang="zh-CN" sz="1200" spc="150" dirty="0">
                <a:latin typeface="微软雅黑" panose="020B0503020204020204" charset="-122"/>
                <a:ea typeface="微软雅黑" panose="020B0503020204020204" charset="-122"/>
              </a:rPr>
              <a:t>6. 插入艺术字、图片、表格、声音、组织结构图等。</a:t>
            </a:r>
            <a:endParaRPr lang="en-US" altLang="zh-CN" sz="1200" spc="150" dirty="0">
              <a:latin typeface="微软雅黑" panose="020B0503020204020204" charset="-122"/>
              <a:ea typeface="微软雅黑" panose="020B0503020204020204" charset="-122"/>
            </a:endParaRPr>
          </a:p>
        </p:txBody>
      </p:sp>
      <p:sp>
        <p:nvSpPr>
          <p:cNvPr id="127" name="圆角矩形 126"/>
          <p:cNvSpPr/>
          <p:nvPr>
            <p:custDataLst>
              <p:tags r:id="rId92"/>
            </p:custDataLst>
          </p:nvPr>
        </p:nvSpPr>
        <p:spPr>
          <a:xfrm rot="2700000">
            <a:off x="4298834" y="3847898"/>
            <a:ext cx="368856" cy="368856"/>
          </a:xfrm>
          <a:prstGeom prst="roundRect">
            <a:avLst>
              <a:gd name="adj" fmla="val 25355"/>
            </a:avLst>
          </a:prstGeom>
          <a:solidFill>
            <a:srgbClr val="FFC000"/>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49" name="任意多边形 148"/>
          <p:cNvSpPr/>
          <p:nvPr>
            <p:custDataLst>
              <p:tags r:id="rId93"/>
            </p:custDataLst>
          </p:nvPr>
        </p:nvSpPr>
        <p:spPr bwMode="auto">
          <a:xfrm>
            <a:off x="4363055" y="3910888"/>
            <a:ext cx="240413" cy="242878"/>
          </a:xfrm>
          <a:custGeom>
            <a:avLst/>
            <a:gdLst>
              <a:gd name="T0" fmla="*/ 4165 w 6033"/>
              <a:gd name="T1" fmla="*/ 3494 h 6104"/>
              <a:gd name="T2" fmla="*/ 4030 w 6033"/>
              <a:gd name="T3" fmla="*/ 2533 h 6104"/>
              <a:gd name="T4" fmla="*/ 4030 w 6033"/>
              <a:gd name="T5" fmla="*/ 2391 h 6104"/>
              <a:gd name="T6" fmla="*/ 3550 w 6033"/>
              <a:gd name="T7" fmla="*/ 2054 h 6104"/>
              <a:gd name="T8" fmla="*/ 2598 w 6033"/>
              <a:gd name="T9" fmla="*/ 1945 h 6104"/>
              <a:gd name="T10" fmla="*/ 2498 w 6033"/>
              <a:gd name="T11" fmla="*/ 1562 h 6104"/>
              <a:gd name="T12" fmla="*/ 1920 w 6033"/>
              <a:gd name="T13" fmla="*/ 1662 h 6104"/>
              <a:gd name="T14" fmla="*/ 1162 w 6033"/>
              <a:gd name="T15" fmla="*/ 2256 h 6104"/>
              <a:gd name="T16" fmla="*/ 826 w 6033"/>
              <a:gd name="T17" fmla="*/ 2063 h 6104"/>
              <a:gd name="T18" fmla="*/ 460 w 6033"/>
              <a:gd name="T19" fmla="*/ 2471 h 6104"/>
              <a:gd name="T20" fmla="*/ 679 w 6033"/>
              <a:gd name="T21" fmla="*/ 2731 h 6104"/>
              <a:gd name="T22" fmla="*/ 101 w 6033"/>
              <a:gd name="T23" fmla="*/ 3494 h 6104"/>
              <a:gd name="T24" fmla="*/ 0 w 6033"/>
              <a:gd name="T25" fmla="*/ 4071 h 6104"/>
              <a:gd name="T26" fmla="*/ 346 w 6033"/>
              <a:gd name="T27" fmla="*/ 4172 h 6104"/>
              <a:gd name="T28" fmla="*/ 480 w 6033"/>
              <a:gd name="T29" fmla="*/ 5124 h 6104"/>
              <a:gd name="T30" fmla="*/ 817 w 6033"/>
              <a:gd name="T31" fmla="*/ 5603 h 6104"/>
              <a:gd name="T32" fmla="*/ 959 w 6033"/>
              <a:gd name="T33" fmla="*/ 5603 h 6104"/>
              <a:gd name="T34" fmla="*/ 1920 w 6033"/>
              <a:gd name="T35" fmla="*/ 5763 h 6104"/>
              <a:gd name="T36" fmla="*/ 2021 w 6033"/>
              <a:gd name="T37" fmla="*/ 6104 h 6104"/>
              <a:gd name="T38" fmla="*/ 2598 w 6033"/>
              <a:gd name="T39" fmla="*/ 6004 h 6104"/>
              <a:gd name="T40" fmla="*/ 3382 w 6033"/>
              <a:gd name="T41" fmla="*/ 5435 h 6104"/>
              <a:gd name="T42" fmla="*/ 3701 w 6033"/>
              <a:gd name="T43" fmla="*/ 5612 h 6104"/>
              <a:gd name="T44" fmla="*/ 4038 w 6033"/>
              <a:gd name="T45" fmla="*/ 5133 h 6104"/>
              <a:gd name="T46" fmla="*/ 4173 w 6033"/>
              <a:gd name="T47" fmla="*/ 4172 h 6104"/>
              <a:gd name="T48" fmla="*/ 4543 w 6033"/>
              <a:gd name="T49" fmla="*/ 4071 h 6104"/>
              <a:gd name="T50" fmla="*/ 4443 w 6033"/>
              <a:gd name="T51" fmla="*/ 3494 h 6104"/>
              <a:gd name="T52" fmla="*/ 1214 w 6033"/>
              <a:gd name="T53" fmla="*/ 3833 h 6104"/>
              <a:gd name="T54" fmla="*/ 3330 w 6033"/>
              <a:gd name="T55" fmla="*/ 3833 h 6104"/>
              <a:gd name="T56" fmla="*/ 2674 w 6033"/>
              <a:gd name="T57" fmla="*/ 3833 h 6104"/>
              <a:gd name="T58" fmla="*/ 1870 w 6033"/>
              <a:gd name="T59" fmla="*/ 3833 h 6104"/>
              <a:gd name="T60" fmla="*/ 2674 w 6033"/>
              <a:gd name="T61" fmla="*/ 3833 h 6104"/>
              <a:gd name="T62" fmla="*/ 5843 w 6033"/>
              <a:gd name="T63" fmla="*/ 1525 h 6104"/>
              <a:gd name="T64" fmla="*/ 5990 w 6033"/>
              <a:gd name="T65" fmla="*/ 987 h 6104"/>
              <a:gd name="T66" fmla="*/ 5921 w 6033"/>
              <a:gd name="T67" fmla="*/ 659 h 6104"/>
              <a:gd name="T68" fmla="*/ 5699 w 6033"/>
              <a:gd name="T69" fmla="*/ 686 h 6104"/>
              <a:gd name="T70" fmla="*/ 5424 w 6033"/>
              <a:gd name="T71" fmla="*/ 204 h 6104"/>
              <a:gd name="T72" fmla="*/ 5394 w 6033"/>
              <a:gd name="T73" fmla="*/ 129 h 6104"/>
              <a:gd name="T74" fmla="*/ 5068 w 6033"/>
              <a:gd name="T75" fmla="*/ 51 h 6104"/>
              <a:gd name="T76" fmla="*/ 4540 w 6033"/>
              <a:gd name="T77" fmla="*/ 194 h 6104"/>
              <a:gd name="T78" fmla="*/ 4405 w 6033"/>
              <a:gd name="T79" fmla="*/ 12 h 6104"/>
              <a:gd name="T80" fmla="*/ 4120 w 6033"/>
              <a:gd name="T81" fmla="*/ 187 h 6104"/>
              <a:gd name="T82" fmla="*/ 3843 w 6033"/>
              <a:gd name="T83" fmla="*/ 663 h 6104"/>
              <a:gd name="T84" fmla="*/ 3624 w 6033"/>
              <a:gd name="T85" fmla="*/ 631 h 6104"/>
              <a:gd name="T86" fmla="*/ 3515 w 6033"/>
              <a:gd name="T87" fmla="*/ 925 h 6104"/>
              <a:gd name="T88" fmla="*/ 3687 w 6033"/>
              <a:gd name="T89" fmla="*/ 1017 h 6104"/>
              <a:gd name="T90" fmla="*/ 3541 w 6033"/>
              <a:gd name="T91" fmla="*/ 1545 h 6104"/>
              <a:gd name="T92" fmla="*/ 3610 w 6033"/>
              <a:gd name="T93" fmla="*/ 1872 h 6104"/>
              <a:gd name="T94" fmla="*/ 3814 w 6033"/>
              <a:gd name="T95" fmla="*/ 1853 h 6104"/>
              <a:gd name="T96" fmla="*/ 4087 w 6033"/>
              <a:gd name="T97" fmla="*/ 2330 h 6104"/>
              <a:gd name="T98" fmla="*/ 4367 w 6033"/>
              <a:gd name="T99" fmla="*/ 2513 h 6104"/>
              <a:gd name="T100" fmla="*/ 4442 w 6033"/>
              <a:gd name="T101" fmla="*/ 2483 h 6104"/>
              <a:gd name="T102" fmla="*/ 4986 w 6033"/>
              <a:gd name="T103" fmla="*/ 2365 h 6104"/>
              <a:gd name="T104" fmla="*/ 5112 w 6033"/>
              <a:gd name="T105" fmla="*/ 2525 h 6104"/>
              <a:gd name="T106" fmla="*/ 5397 w 6033"/>
              <a:gd name="T107" fmla="*/ 2350 h 6104"/>
              <a:gd name="T108" fmla="*/ 5693 w 6033"/>
              <a:gd name="T109" fmla="*/ 1882 h 6104"/>
              <a:gd name="T110" fmla="*/ 5900 w 6033"/>
              <a:gd name="T111" fmla="*/ 1909 h 6104"/>
              <a:gd name="T112" fmla="*/ 5978 w 6033"/>
              <a:gd name="T113" fmla="*/ 1583 h 6104"/>
              <a:gd name="T114" fmla="*/ 4203 w 6033"/>
              <a:gd name="T115" fmla="*/ 1489 h 6104"/>
              <a:gd name="T116" fmla="*/ 5327 w 6033"/>
              <a:gd name="T117" fmla="*/ 1042 h 6104"/>
              <a:gd name="T118" fmla="*/ 4979 w 6033"/>
              <a:gd name="T119" fmla="*/ 1181 h 6104"/>
              <a:gd name="T120" fmla="*/ 4552 w 6033"/>
              <a:gd name="T121" fmla="*/ 1351 h 6104"/>
              <a:gd name="T122" fmla="*/ 4979 w 6033"/>
              <a:gd name="T123" fmla="*/ 1181 h 6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033" h="6104">
                <a:moveTo>
                  <a:pt x="4443" y="3494"/>
                </a:moveTo>
                <a:lnTo>
                  <a:pt x="4165" y="3494"/>
                </a:lnTo>
                <a:cubicBezTo>
                  <a:pt x="4112" y="3217"/>
                  <a:pt x="4000" y="2955"/>
                  <a:pt x="3836" y="2726"/>
                </a:cubicBezTo>
                <a:lnTo>
                  <a:pt x="4030" y="2533"/>
                </a:lnTo>
                <a:cubicBezTo>
                  <a:pt x="4048" y="2514"/>
                  <a:pt x="4059" y="2488"/>
                  <a:pt x="4059" y="2462"/>
                </a:cubicBezTo>
                <a:cubicBezTo>
                  <a:pt x="4059" y="2435"/>
                  <a:pt x="4048" y="2410"/>
                  <a:pt x="4030" y="2391"/>
                </a:cubicBezTo>
                <a:lnTo>
                  <a:pt x="3692" y="2054"/>
                </a:lnTo>
                <a:cubicBezTo>
                  <a:pt x="3653" y="2015"/>
                  <a:pt x="3590" y="2015"/>
                  <a:pt x="3550" y="2054"/>
                </a:cubicBezTo>
                <a:lnTo>
                  <a:pt x="3351" y="2253"/>
                </a:lnTo>
                <a:cubicBezTo>
                  <a:pt x="3125" y="2098"/>
                  <a:pt x="2867" y="1992"/>
                  <a:pt x="2598" y="1945"/>
                </a:cubicBezTo>
                <a:lnTo>
                  <a:pt x="2598" y="1662"/>
                </a:lnTo>
                <a:cubicBezTo>
                  <a:pt x="2598" y="1607"/>
                  <a:pt x="2553" y="1562"/>
                  <a:pt x="2498" y="1562"/>
                </a:cubicBezTo>
                <a:lnTo>
                  <a:pt x="2021" y="1562"/>
                </a:lnTo>
                <a:cubicBezTo>
                  <a:pt x="1965" y="1562"/>
                  <a:pt x="1920" y="1607"/>
                  <a:pt x="1920" y="1662"/>
                </a:cubicBezTo>
                <a:lnTo>
                  <a:pt x="1920" y="1945"/>
                </a:lnTo>
                <a:cubicBezTo>
                  <a:pt x="1649" y="1993"/>
                  <a:pt x="1390" y="2099"/>
                  <a:pt x="1162" y="2256"/>
                </a:cubicBezTo>
                <a:lnTo>
                  <a:pt x="968" y="2063"/>
                </a:lnTo>
                <a:cubicBezTo>
                  <a:pt x="929" y="2023"/>
                  <a:pt x="865" y="2023"/>
                  <a:pt x="826" y="2063"/>
                </a:cubicBezTo>
                <a:lnTo>
                  <a:pt x="489" y="2400"/>
                </a:lnTo>
                <a:cubicBezTo>
                  <a:pt x="470" y="2419"/>
                  <a:pt x="460" y="2444"/>
                  <a:pt x="460" y="2471"/>
                </a:cubicBezTo>
                <a:cubicBezTo>
                  <a:pt x="460" y="2497"/>
                  <a:pt x="470" y="2523"/>
                  <a:pt x="489" y="2542"/>
                </a:cubicBezTo>
                <a:lnTo>
                  <a:pt x="679" y="2731"/>
                </a:lnTo>
                <a:cubicBezTo>
                  <a:pt x="517" y="2959"/>
                  <a:pt x="406" y="3220"/>
                  <a:pt x="354" y="3494"/>
                </a:cubicBezTo>
                <a:lnTo>
                  <a:pt x="101" y="3494"/>
                </a:lnTo>
                <a:cubicBezTo>
                  <a:pt x="45" y="3494"/>
                  <a:pt x="0" y="3539"/>
                  <a:pt x="0" y="3594"/>
                </a:cubicBezTo>
                <a:lnTo>
                  <a:pt x="0" y="4071"/>
                </a:lnTo>
                <a:cubicBezTo>
                  <a:pt x="0" y="4127"/>
                  <a:pt x="45" y="4172"/>
                  <a:pt x="101" y="4172"/>
                </a:cubicBezTo>
                <a:lnTo>
                  <a:pt x="346" y="4172"/>
                </a:lnTo>
                <a:cubicBezTo>
                  <a:pt x="392" y="4448"/>
                  <a:pt x="498" y="4713"/>
                  <a:pt x="658" y="4946"/>
                </a:cubicBezTo>
                <a:lnTo>
                  <a:pt x="480" y="5124"/>
                </a:lnTo>
                <a:cubicBezTo>
                  <a:pt x="441" y="5163"/>
                  <a:pt x="441" y="5227"/>
                  <a:pt x="480" y="5266"/>
                </a:cubicBezTo>
                <a:lnTo>
                  <a:pt x="817" y="5603"/>
                </a:lnTo>
                <a:cubicBezTo>
                  <a:pt x="836" y="5622"/>
                  <a:pt x="862" y="5633"/>
                  <a:pt x="888" y="5633"/>
                </a:cubicBezTo>
                <a:cubicBezTo>
                  <a:pt x="915" y="5633"/>
                  <a:pt x="940" y="5622"/>
                  <a:pt x="959" y="5603"/>
                </a:cubicBezTo>
                <a:lnTo>
                  <a:pt x="1131" y="5431"/>
                </a:lnTo>
                <a:cubicBezTo>
                  <a:pt x="1367" y="5599"/>
                  <a:pt x="1636" y="5713"/>
                  <a:pt x="1920" y="5763"/>
                </a:cubicBezTo>
                <a:lnTo>
                  <a:pt x="1920" y="6004"/>
                </a:lnTo>
                <a:cubicBezTo>
                  <a:pt x="1920" y="6059"/>
                  <a:pt x="1965" y="6104"/>
                  <a:pt x="2021" y="6104"/>
                </a:cubicBezTo>
                <a:lnTo>
                  <a:pt x="2498" y="6104"/>
                </a:lnTo>
                <a:cubicBezTo>
                  <a:pt x="2553" y="6104"/>
                  <a:pt x="2598" y="6059"/>
                  <a:pt x="2598" y="6004"/>
                </a:cubicBezTo>
                <a:lnTo>
                  <a:pt x="2598" y="5763"/>
                </a:lnTo>
                <a:cubicBezTo>
                  <a:pt x="2880" y="5713"/>
                  <a:pt x="3148" y="5601"/>
                  <a:pt x="3382" y="5435"/>
                </a:cubicBezTo>
                <a:lnTo>
                  <a:pt x="3559" y="5612"/>
                </a:lnTo>
                <a:cubicBezTo>
                  <a:pt x="3597" y="5650"/>
                  <a:pt x="3664" y="5650"/>
                  <a:pt x="3701" y="5612"/>
                </a:cubicBezTo>
                <a:lnTo>
                  <a:pt x="4038" y="5275"/>
                </a:lnTo>
                <a:cubicBezTo>
                  <a:pt x="4078" y="5235"/>
                  <a:pt x="4078" y="5172"/>
                  <a:pt x="4038" y="5133"/>
                </a:cubicBezTo>
                <a:lnTo>
                  <a:pt x="3857" y="4951"/>
                </a:lnTo>
                <a:cubicBezTo>
                  <a:pt x="4019" y="4717"/>
                  <a:pt x="4126" y="4450"/>
                  <a:pt x="4173" y="4172"/>
                </a:cubicBezTo>
                <a:lnTo>
                  <a:pt x="4443" y="4172"/>
                </a:lnTo>
                <a:cubicBezTo>
                  <a:pt x="4498" y="4172"/>
                  <a:pt x="4543" y="4127"/>
                  <a:pt x="4543" y="4071"/>
                </a:cubicBezTo>
                <a:lnTo>
                  <a:pt x="4543" y="3594"/>
                </a:lnTo>
                <a:cubicBezTo>
                  <a:pt x="4543" y="3539"/>
                  <a:pt x="4498" y="3494"/>
                  <a:pt x="4443" y="3494"/>
                </a:cubicBezTo>
                <a:close/>
                <a:moveTo>
                  <a:pt x="2272" y="4891"/>
                </a:moveTo>
                <a:cubicBezTo>
                  <a:pt x="1687" y="4891"/>
                  <a:pt x="1214" y="4417"/>
                  <a:pt x="1214" y="3833"/>
                </a:cubicBezTo>
                <a:cubicBezTo>
                  <a:pt x="1214" y="3248"/>
                  <a:pt x="1687" y="2775"/>
                  <a:pt x="2272" y="2775"/>
                </a:cubicBezTo>
                <a:cubicBezTo>
                  <a:pt x="2856" y="2775"/>
                  <a:pt x="3330" y="3248"/>
                  <a:pt x="3330" y="3833"/>
                </a:cubicBezTo>
                <a:cubicBezTo>
                  <a:pt x="3330" y="4417"/>
                  <a:pt x="2856" y="4891"/>
                  <a:pt x="2272" y="4891"/>
                </a:cubicBezTo>
                <a:close/>
                <a:moveTo>
                  <a:pt x="2674" y="3833"/>
                </a:moveTo>
                <a:cubicBezTo>
                  <a:pt x="2674" y="4055"/>
                  <a:pt x="2494" y="4235"/>
                  <a:pt x="2272" y="4235"/>
                </a:cubicBezTo>
                <a:cubicBezTo>
                  <a:pt x="2050" y="4235"/>
                  <a:pt x="1870" y="4055"/>
                  <a:pt x="1870" y="3833"/>
                </a:cubicBezTo>
                <a:cubicBezTo>
                  <a:pt x="1870" y="3611"/>
                  <a:pt x="2050" y="3431"/>
                  <a:pt x="2272" y="3431"/>
                </a:cubicBezTo>
                <a:cubicBezTo>
                  <a:pt x="2494" y="3431"/>
                  <a:pt x="2674" y="3611"/>
                  <a:pt x="2674" y="3833"/>
                </a:cubicBezTo>
                <a:close/>
                <a:moveTo>
                  <a:pt x="5978" y="1583"/>
                </a:moveTo>
                <a:lnTo>
                  <a:pt x="5843" y="1525"/>
                </a:lnTo>
                <a:cubicBezTo>
                  <a:pt x="5879" y="1366"/>
                  <a:pt x="5880" y="1202"/>
                  <a:pt x="5846" y="1044"/>
                </a:cubicBezTo>
                <a:lnTo>
                  <a:pt x="5990" y="987"/>
                </a:lnTo>
                <a:cubicBezTo>
                  <a:pt x="6019" y="975"/>
                  <a:pt x="6033" y="942"/>
                  <a:pt x="6022" y="913"/>
                </a:cubicBezTo>
                <a:lnTo>
                  <a:pt x="5921" y="659"/>
                </a:lnTo>
                <a:cubicBezTo>
                  <a:pt x="5909" y="630"/>
                  <a:pt x="5876" y="616"/>
                  <a:pt x="5846" y="627"/>
                </a:cubicBezTo>
                <a:lnTo>
                  <a:pt x="5699" y="686"/>
                </a:lnTo>
                <a:cubicBezTo>
                  <a:pt x="5612" y="550"/>
                  <a:pt x="5497" y="435"/>
                  <a:pt x="5362" y="348"/>
                </a:cubicBezTo>
                <a:lnTo>
                  <a:pt x="5424" y="204"/>
                </a:lnTo>
                <a:cubicBezTo>
                  <a:pt x="5430" y="190"/>
                  <a:pt x="5430" y="175"/>
                  <a:pt x="5424" y="160"/>
                </a:cubicBezTo>
                <a:cubicBezTo>
                  <a:pt x="5419" y="146"/>
                  <a:pt x="5408" y="135"/>
                  <a:pt x="5394" y="129"/>
                </a:cubicBezTo>
                <a:lnTo>
                  <a:pt x="5144" y="21"/>
                </a:lnTo>
                <a:cubicBezTo>
                  <a:pt x="5115" y="9"/>
                  <a:pt x="5081" y="22"/>
                  <a:pt x="5068" y="51"/>
                </a:cubicBezTo>
                <a:lnTo>
                  <a:pt x="5005" y="199"/>
                </a:lnTo>
                <a:cubicBezTo>
                  <a:pt x="4851" y="164"/>
                  <a:pt x="4693" y="163"/>
                  <a:pt x="4540" y="194"/>
                </a:cubicBezTo>
                <a:lnTo>
                  <a:pt x="4480" y="44"/>
                </a:lnTo>
                <a:cubicBezTo>
                  <a:pt x="4468" y="15"/>
                  <a:pt x="4435" y="0"/>
                  <a:pt x="4405" y="12"/>
                </a:cubicBezTo>
                <a:lnTo>
                  <a:pt x="4152" y="113"/>
                </a:lnTo>
                <a:cubicBezTo>
                  <a:pt x="4123" y="125"/>
                  <a:pt x="4108" y="158"/>
                  <a:pt x="4120" y="187"/>
                </a:cubicBezTo>
                <a:lnTo>
                  <a:pt x="4180" y="337"/>
                </a:lnTo>
                <a:cubicBezTo>
                  <a:pt x="4046" y="420"/>
                  <a:pt x="3931" y="532"/>
                  <a:pt x="3843" y="663"/>
                </a:cubicBezTo>
                <a:lnTo>
                  <a:pt x="3699" y="601"/>
                </a:lnTo>
                <a:cubicBezTo>
                  <a:pt x="3670" y="589"/>
                  <a:pt x="3636" y="602"/>
                  <a:pt x="3624" y="631"/>
                </a:cubicBezTo>
                <a:lnTo>
                  <a:pt x="3516" y="881"/>
                </a:lnTo>
                <a:cubicBezTo>
                  <a:pt x="3510" y="896"/>
                  <a:pt x="3510" y="911"/>
                  <a:pt x="3515" y="925"/>
                </a:cubicBezTo>
                <a:cubicBezTo>
                  <a:pt x="3521" y="940"/>
                  <a:pt x="3532" y="951"/>
                  <a:pt x="3546" y="957"/>
                </a:cubicBezTo>
                <a:lnTo>
                  <a:pt x="3687" y="1017"/>
                </a:lnTo>
                <a:cubicBezTo>
                  <a:pt x="3649" y="1173"/>
                  <a:pt x="3645" y="1334"/>
                  <a:pt x="3675" y="1491"/>
                </a:cubicBezTo>
                <a:lnTo>
                  <a:pt x="3541" y="1545"/>
                </a:lnTo>
                <a:cubicBezTo>
                  <a:pt x="3512" y="1556"/>
                  <a:pt x="3497" y="1590"/>
                  <a:pt x="3509" y="1619"/>
                </a:cubicBezTo>
                <a:lnTo>
                  <a:pt x="3610" y="1872"/>
                </a:lnTo>
                <a:cubicBezTo>
                  <a:pt x="3621" y="1902"/>
                  <a:pt x="3655" y="1916"/>
                  <a:pt x="3684" y="1904"/>
                </a:cubicBezTo>
                <a:lnTo>
                  <a:pt x="3814" y="1853"/>
                </a:lnTo>
                <a:cubicBezTo>
                  <a:pt x="3897" y="1990"/>
                  <a:pt x="4009" y="2108"/>
                  <a:pt x="4143" y="2198"/>
                </a:cubicBezTo>
                <a:lnTo>
                  <a:pt x="4087" y="2330"/>
                </a:lnTo>
                <a:cubicBezTo>
                  <a:pt x="4074" y="2359"/>
                  <a:pt x="4087" y="2393"/>
                  <a:pt x="4117" y="2405"/>
                </a:cubicBezTo>
                <a:lnTo>
                  <a:pt x="4367" y="2513"/>
                </a:lnTo>
                <a:cubicBezTo>
                  <a:pt x="4381" y="2519"/>
                  <a:pt x="4397" y="2519"/>
                  <a:pt x="4411" y="2514"/>
                </a:cubicBezTo>
                <a:cubicBezTo>
                  <a:pt x="4425" y="2508"/>
                  <a:pt x="4436" y="2497"/>
                  <a:pt x="4442" y="2483"/>
                </a:cubicBezTo>
                <a:lnTo>
                  <a:pt x="4497" y="2355"/>
                </a:lnTo>
                <a:cubicBezTo>
                  <a:pt x="4658" y="2395"/>
                  <a:pt x="4825" y="2398"/>
                  <a:pt x="4986" y="2365"/>
                </a:cubicBezTo>
                <a:lnTo>
                  <a:pt x="5037" y="2493"/>
                </a:lnTo>
                <a:cubicBezTo>
                  <a:pt x="5049" y="2522"/>
                  <a:pt x="5082" y="2537"/>
                  <a:pt x="5112" y="2525"/>
                </a:cubicBezTo>
                <a:lnTo>
                  <a:pt x="5365" y="2424"/>
                </a:lnTo>
                <a:cubicBezTo>
                  <a:pt x="5394" y="2413"/>
                  <a:pt x="5409" y="2379"/>
                  <a:pt x="5397" y="2350"/>
                </a:cubicBezTo>
                <a:lnTo>
                  <a:pt x="5346" y="2222"/>
                </a:lnTo>
                <a:cubicBezTo>
                  <a:pt x="5485" y="2136"/>
                  <a:pt x="5604" y="2020"/>
                  <a:pt x="5693" y="1882"/>
                </a:cubicBezTo>
                <a:lnTo>
                  <a:pt x="5825" y="1939"/>
                </a:lnTo>
                <a:cubicBezTo>
                  <a:pt x="5852" y="1951"/>
                  <a:pt x="5888" y="1937"/>
                  <a:pt x="5900" y="1909"/>
                </a:cubicBezTo>
                <a:lnTo>
                  <a:pt x="6008" y="1658"/>
                </a:lnTo>
                <a:cubicBezTo>
                  <a:pt x="6020" y="1629"/>
                  <a:pt x="6007" y="1595"/>
                  <a:pt x="5978" y="1583"/>
                </a:cubicBezTo>
                <a:close/>
                <a:moveTo>
                  <a:pt x="4989" y="1828"/>
                </a:moveTo>
                <a:cubicBezTo>
                  <a:pt x="4678" y="1951"/>
                  <a:pt x="4327" y="1800"/>
                  <a:pt x="4203" y="1489"/>
                </a:cubicBezTo>
                <a:cubicBezTo>
                  <a:pt x="4080" y="1179"/>
                  <a:pt x="4231" y="828"/>
                  <a:pt x="4542" y="704"/>
                </a:cubicBezTo>
                <a:cubicBezTo>
                  <a:pt x="4852" y="581"/>
                  <a:pt x="5204" y="732"/>
                  <a:pt x="5327" y="1042"/>
                </a:cubicBezTo>
                <a:cubicBezTo>
                  <a:pt x="5451" y="1353"/>
                  <a:pt x="5299" y="1704"/>
                  <a:pt x="4989" y="1828"/>
                </a:cubicBezTo>
                <a:close/>
                <a:moveTo>
                  <a:pt x="4979" y="1181"/>
                </a:moveTo>
                <a:cubicBezTo>
                  <a:pt x="5025" y="1299"/>
                  <a:pt x="4968" y="1432"/>
                  <a:pt x="4850" y="1479"/>
                </a:cubicBezTo>
                <a:cubicBezTo>
                  <a:pt x="4732" y="1526"/>
                  <a:pt x="4599" y="1468"/>
                  <a:pt x="4552" y="1351"/>
                </a:cubicBezTo>
                <a:cubicBezTo>
                  <a:pt x="4505" y="1233"/>
                  <a:pt x="4563" y="1099"/>
                  <a:pt x="4680" y="1053"/>
                </a:cubicBezTo>
                <a:cubicBezTo>
                  <a:pt x="4798" y="1006"/>
                  <a:pt x="4932" y="1063"/>
                  <a:pt x="4979" y="1181"/>
                </a:cubicBezTo>
                <a:close/>
              </a:path>
            </a:pathLst>
          </a:custGeom>
          <a:solidFill>
            <a:sysClr val="window" lastClr="FFFFFF"/>
          </a:solidFill>
          <a:ln>
            <a:noFill/>
          </a:ln>
        </p:spPr>
        <p:txBody>
          <a:bodyPr anchor="ct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gn="ctr">
              <a:lnSpc>
                <a:spcPct val="120000"/>
              </a:lnSpc>
            </a:pPr>
            <a:endParaRPr sz="1350" spc="150">
              <a:latin typeface="微软雅黑" panose="020B0503020204020204" charset="-122"/>
              <a:ea typeface="微软雅黑" panose="020B0503020204020204" charset="-122"/>
            </a:endParaRPr>
          </a:p>
        </p:txBody>
      </p:sp>
      <p:sp>
        <p:nvSpPr>
          <p:cNvPr id="111" name="矩形 110"/>
          <p:cNvSpPr/>
          <p:nvPr>
            <p:custDataLst>
              <p:tags r:id="rId94"/>
            </p:custDataLst>
          </p:nvPr>
        </p:nvSpPr>
        <p:spPr bwMode="auto">
          <a:xfrm>
            <a:off x="4978446" y="1349600"/>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charset="-122"/>
                <a:ea typeface="微软雅黑" panose="020B0503020204020204" charset="-122"/>
              </a:rPr>
              <a:t>2. 设置幻灯片格式。</a:t>
            </a:r>
            <a:endParaRPr lang="en-US" altLang="zh-CN" sz="1200" spc="150" dirty="0">
              <a:latin typeface="微软雅黑" panose="020B0503020204020204" charset="-122"/>
              <a:ea typeface="微软雅黑" panose="020B0503020204020204" charset="-122"/>
            </a:endParaRPr>
          </a:p>
        </p:txBody>
      </p:sp>
      <p:sp>
        <p:nvSpPr>
          <p:cNvPr id="165" name="圆角矩形 164"/>
          <p:cNvSpPr/>
          <p:nvPr>
            <p:custDataLst>
              <p:tags r:id="rId95"/>
            </p:custDataLst>
          </p:nvPr>
        </p:nvSpPr>
        <p:spPr>
          <a:xfrm rot="2700000">
            <a:off x="4298834" y="1389056"/>
            <a:ext cx="368856" cy="368856"/>
          </a:xfrm>
          <a:prstGeom prst="roundRect">
            <a:avLst>
              <a:gd name="adj" fmla="val 25355"/>
            </a:avLst>
          </a:prstGeom>
          <a:solidFill>
            <a:srgbClr val="3498DB"/>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72" name="任意多边形 171"/>
          <p:cNvSpPr/>
          <p:nvPr>
            <p:custDataLst>
              <p:tags r:id="rId96"/>
            </p:custDataLst>
          </p:nvPr>
        </p:nvSpPr>
        <p:spPr bwMode="auto">
          <a:xfrm>
            <a:off x="4360309" y="1450532"/>
            <a:ext cx="245906" cy="245906"/>
          </a:xfrm>
          <a:custGeom>
            <a:avLst/>
            <a:gdLst>
              <a:gd name="connsiteX0" fmla="*/ 164612 w 327875"/>
              <a:gd name="connsiteY0" fmla="*/ 105028 h 327875"/>
              <a:gd name="connsiteX1" fmla="*/ 222849 w 327875"/>
              <a:gd name="connsiteY1" fmla="*/ 163938 h 327875"/>
              <a:gd name="connsiteX2" fmla="*/ 164612 w 327875"/>
              <a:gd name="connsiteY2" fmla="*/ 222848 h 327875"/>
              <a:gd name="connsiteX3" fmla="*/ 106375 w 327875"/>
              <a:gd name="connsiteY3" fmla="*/ 163938 h 327875"/>
              <a:gd name="connsiteX4" fmla="*/ 164612 w 327875"/>
              <a:gd name="connsiteY4" fmla="*/ 105028 h 327875"/>
              <a:gd name="connsiteX5" fmla="*/ 163938 w 327875"/>
              <a:gd name="connsiteY5" fmla="*/ 66848 h 327875"/>
              <a:gd name="connsiteX6" fmla="*/ 66848 w 327875"/>
              <a:gd name="connsiteY6" fmla="*/ 163938 h 327875"/>
              <a:gd name="connsiteX7" fmla="*/ 163938 w 327875"/>
              <a:gd name="connsiteY7" fmla="*/ 261027 h 327875"/>
              <a:gd name="connsiteX8" fmla="*/ 261027 w 327875"/>
              <a:gd name="connsiteY8" fmla="*/ 163938 h 327875"/>
              <a:gd name="connsiteX9" fmla="*/ 163938 w 327875"/>
              <a:gd name="connsiteY9" fmla="*/ 66848 h 327875"/>
              <a:gd name="connsiteX10" fmla="*/ 141655 w 327875"/>
              <a:gd name="connsiteY10" fmla="*/ 0 h 327875"/>
              <a:gd name="connsiteX11" fmla="*/ 186221 w 327875"/>
              <a:gd name="connsiteY11" fmla="*/ 0 h 327875"/>
              <a:gd name="connsiteX12" fmla="*/ 186221 w 327875"/>
              <a:gd name="connsiteY12" fmla="*/ 36607 h 327875"/>
              <a:gd name="connsiteX13" fmla="*/ 238744 w 327875"/>
              <a:gd name="connsiteY13" fmla="*/ 58890 h 327875"/>
              <a:gd name="connsiteX14" fmla="*/ 264210 w 327875"/>
              <a:gd name="connsiteY14" fmla="*/ 31832 h 327875"/>
              <a:gd name="connsiteX15" fmla="*/ 296043 w 327875"/>
              <a:gd name="connsiteY15" fmla="*/ 63665 h 327875"/>
              <a:gd name="connsiteX16" fmla="*/ 270577 w 327875"/>
              <a:gd name="connsiteY16" fmla="*/ 89131 h 327875"/>
              <a:gd name="connsiteX17" fmla="*/ 291268 w 327875"/>
              <a:gd name="connsiteY17" fmla="*/ 141655 h 327875"/>
              <a:gd name="connsiteX18" fmla="*/ 327875 w 327875"/>
              <a:gd name="connsiteY18" fmla="*/ 141655 h 327875"/>
              <a:gd name="connsiteX19" fmla="*/ 327875 w 327875"/>
              <a:gd name="connsiteY19" fmla="*/ 186220 h 327875"/>
              <a:gd name="connsiteX20" fmla="*/ 291268 w 327875"/>
              <a:gd name="connsiteY20" fmla="*/ 186220 h 327875"/>
              <a:gd name="connsiteX21" fmla="*/ 270577 w 327875"/>
              <a:gd name="connsiteY21" fmla="*/ 238744 h 327875"/>
              <a:gd name="connsiteX22" fmla="*/ 296043 w 327875"/>
              <a:gd name="connsiteY22" fmla="*/ 264210 h 327875"/>
              <a:gd name="connsiteX23" fmla="*/ 264210 w 327875"/>
              <a:gd name="connsiteY23" fmla="*/ 296043 h 327875"/>
              <a:gd name="connsiteX24" fmla="*/ 238744 w 327875"/>
              <a:gd name="connsiteY24" fmla="*/ 268985 h 327875"/>
              <a:gd name="connsiteX25" fmla="*/ 186221 w 327875"/>
              <a:gd name="connsiteY25" fmla="*/ 291268 h 327875"/>
              <a:gd name="connsiteX26" fmla="*/ 186221 w 327875"/>
              <a:gd name="connsiteY26" fmla="*/ 327875 h 327875"/>
              <a:gd name="connsiteX27" fmla="*/ 141655 w 327875"/>
              <a:gd name="connsiteY27" fmla="*/ 327875 h 327875"/>
              <a:gd name="connsiteX28" fmla="*/ 141655 w 327875"/>
              <a:gd name="connsiteY28" fmla="*/ 291268 h 327875"/>
              <a:gd name="connsiteX29" fmla="*/ 90722 w 327875"/>
              <a:gd name="connsiteY29" fmla="*/ 268985 h 327875"/>
              <a:gd name="connsiteX30" fmla="*/ 63665 w 327875"/>
              <a:gd name="connsiteY30" fmla="*/ 296043 h 327875"/>
              <a:gd name="connsiteX31" fmla="*/ 31832 w 327875"/>
              <a:gd name="connsiteY31" fmla="*/ 264210 h 327875"/>
              <a:gd name="connsiteX32" fmla="*/ 58890 w 327875"/>
              <a:gd name="connsiteY32" fmla="*/ 238744 h 327875"/>
              <a:gd name="connsiteX33" fmla="*/ 36607 w 327875"/>
              <a:gd name="connsiteY33" fmla="*/ 186220 h 327875"/>
              <a:gd name="connsiteX34" fmla="*/ 0 w 327875"/>
              <a:gd name="connsiteY34" fmla="*/ 186220 h 327875"/>
              <a:gd name="connsiteX35" fmla="*/ 0 w 327875"/>
              <a:gd name="connsiteY35" fmla="*/ 141655 h 327875"/>
              <a:gd name="connsiteX36" fmla="*/ 36607 w 327875"/>
              <a:gd name="connsiteY36" fmla="*/ 141655 h 327875"/>
              <a:gd name="connsiteX37" fmla="*/ 58890 w 327875"/>
              <a:gd name="connsiteY37" fmla="*/ 89131 h 327875"/>
              <a:gd name="connsiteX38" fmla="*/ 31832 w 327875"/>
              <a:gd name="connsiteY38" fmla="*/ 63665 h 327875"/>
              <a:gd name="connsiteX39" fmla="*/ 63665 w 327875"/>
              <a:gd name="connsiteY39" fmla="*/ 31832 h 327875"/>
              <a:gd name="connsiteX40" fmla="*/ 90722 w 327875"/>
              <a:gd name="connsiteY40" fmla="*/ 58890 h 327875"/>
              <a:gd name="connsiteX41" fmla="*/ 141655 w 327875"/>
              <a:gd name="connsiteY41" fmla="*/ 36607 h 327875"/>
              <a:gd name="connsiteX42" fmla="*/ 141655 w 327875"/>
              <a:gd name="connsiteY42" fmla="*/ 0 h 327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875" h="327875">
                <a:moveTo>
                  <a:pt x="164612" y="105028"/>
                </a:moveTo>
                <a:cubicBezTo>
                  <a:pt x="196775" y="105028"/>
                  <a:pt x="222849" y="131403"/>
                  <a:pt x="222849" y="163938"/>
                </a:cubicBezTo>
                <a:cubicBezTo>
                  <a:pt x="222849" y="196473"/>
                  <a:pt x="196775" y="222848"/>
                  <a:pt x="164612" y="222848"/>
                </a:cubicBezTo>
                <a:cubicBezTo>
                  <a:pt x="132449" y="222848"/>
                  <a:pt x="106375" y="196473"/>
                  <a:pt x="106375" y="163938"/>
                </a:cubicBezTo>
                <a:cubicBezTo>
                  <a:pt x="106375" y="131403"/>
                  <a:pt x="132449" y="105028"/>
                  <a:pt x="164612" y="105028"/>
                </a:cubicBezTo>
                <a:close/>
                <a:moveTo>
                  <a:pt x="163938" y="66848"/>
                </a:moveTo>
                <a:cubicBezTo>
                  <a:pt x="111414" y="66848"/>
                  <a:pt x="66848" y="109822"/>
                  <a:pt x="66848" y="163938"/>
                </a:cubicBezTo>
                <a:cubicBezTo>
                  <a:pt x="66848" y="218053"/>
                  <a:pt x="111414" y="261027"/>
                  <a:pt x="163938" y="261027"/>
                </a:cubicBezTo>
                <a:cubicBezTo>
                  <a:pt x="218053" y="261027"/>
                  <a:pt x="261027" y="218053"/>
                  <a:pt x="261027" y="163938"/>
                </a:cubicBezTo>
                <a:cubicBezTo>
                  <a:pt x="261027" y="109822"/>
                  <a:pt x="218053" y="66848"/>
                  <a:pt x="163938" y="66848"/>
                </a:cubicBezTo>
                <a:close/>
                <a:moveTo>
                  <a:pt x="141655" y="0"/>
                </a:moveTo>
                <a:cubicBezTo>
                  <a:pt x="141655" y="0"/>
                  <a:pt x="141655" y="0"/>
                  <a:pt x="186221" y="0"/>
                </a:cubicBezTo>
                <a:cubicBezTo>
                  <a:pt x="186221" y="0"/>
                  <a:pt x="186221" y="0"/>
                  <a:pt x="186221" y="36607"/>
                </a:cubicBezTo>
                <a:cubicBezTo>
                  <a:pt x="205320" y="39791"/>
                  <a:pt x="222828" y="47749"/>
                  <a:pt x="238744" y="58890"/>
                </a:cubicBezTo>
                <a:cubicBezTo>
                  <a:pt x="238744" y="58890"/>
                  <a:pt x="238744" y="58890"/>
                  <a:pt x="264210" y="31832"/>
                </a:cubicBezTo>
                <a:cubicBezTo>
                  <a:pt x="264210" y="31832"/>
                  <a:pt x="264210" y="31832"/>
                  <a:pt x="296043" y="63665"/>
                </a:cubicBezTo>
                <a:cubicBezTo>
                  <a:pt x="296043" y="63665"/>
                  <a:pt x="296043" y="63665"/>
                  <a:pt x="270577" y="89131"/>
                </a:cubicBezTo>
                <a:cubicBezTo>
                  <a:pt x="280126" y="105047"/>
                  <a:pt x="288085" y="122555"/>
                  <a:pt x="291268" y="141655"/>
                </a:cubicBezTo>
                <a:cubicBezTo>
                  <a:pt x="291268" y="141655"/>
                  <a:pt x="291268" y="141655"/>
                  <a:pt x="327875" y="141655"/>
                </a:cubicBezTo>
                <a:cubicBezTo>
                  <a:pt x="327875" y="141655"/>
                  <a:pt x="327875" y="141655"/>
                  <a:pt x="327875" y="186220"/>
                </a:cubicBezTo>
                <a:lnTo>
                  <a:pt x="291268" y="186220"/>
                </a:lnTo>
                <a:cubicBezTo>
                  <a:pt x="288085" y="205320"/>
                  <a:pt x="280126" y="222828"/>
                  <a:pt x="270577" y="238744"/>
                </a:cubicBezTo>
                <a:cubicBezTo>
                  <a:pt x="270577" y="238744"/>
                  <a:pt x="270577" y="238744"/>
                  <a:pt x="296043" y="264210"/>
                </a:cubicBezTo>
                <a:cubicBezTo>
                  <a:pt x="296043" y="264210"/>
                  <a:pt x="296043" y="264210"/>
                  <a:pt x="264210" y="296043"/>
                </a:cubicBezTo>
                <a:cubicBezTo>
                  <a:pt x="264210" y="296043"/>
                  <a:pt x="264210" y="296043"/>
                  <a:pt x="238744" y="268985"/>
                </a:cubicBezTo>
                <a:cubicBezTo>
                  <a:pt x="222828" y="280126"/>
                  <a:pt x="205320" y="288084"/>
                  <a:pt x="186221" y="291268"/>
                </a:cubicBezTo>
                <a:cubicBezTo>
                  <a:pt x="186221" y="291268"/>
                  <a:pt x="186221" y="291268"/>
                  <a:pt x="186221" y="327875"/>
                </a:cubicBezTo>
                <a:cubicBezTo>
                  <a:pt x="186221" y="327875"/>
                  <a:pt x="186221" y="327875"/>
                  <a:pt x="141655" y="327875"/>
                </a:cubicBezTo>
                <a:cubicBezTo>
                  <a:pt x="141655" y="327875"/>
                  <a:pt x="141655" y="327875"/>
                  <a:pt x="141655" y="291268"/>
                </a:cubicBezTo>
                <a:cubicBezTo>
                  <a:pt x="122555" y="288084"/>
                  <a:pt x="105047" y="280126"/>
                  <a:pt x="90722" y="268985"/>
                </a:cubicBezTo>
                <a:cubicBezTo>
                  <a:pt x="90722" y="268985"/>
                  <a:pt x="90722" y="268985"/>
                  <a:pt x="63665" y="296043"/>
                </a:cubicBezTo>
                <a:cubicBezTo>
                  <a:pt x="63665" y="296043"/>
                  <a:pt x="63665" y="296043"/>
                  <a:pt x="31832" y="264210"/>
                </a:cubicBezTo>
                <a:cubicBezTo>
                  <a:pt x="31832" y="264210"/>
                  <a:pt x="31832" y="264210"/>
                  <a:pt x="58890" y="238744"/>
                </a:cubicBezTo>
                <a:cubicBezTo>
                  <a:pt x="47749" y="222828"/>
                  <a:pt x="39790" y="205320"/>
                  <a:pt x="36607" y="186220"/>
                </a:cubicBezTo>
                <a:cubicBezTo>
                  <a:pt x="36607" y="186220"/>
                  <a:pt x="36607" y="186220"/>
                  <a:pt x="0" y="186220"/>
                </a:cubicBezTo>
                <a:cubicBezTo>
                  <a:pt x="0" y="186220"/>
                  <a:pt x="0" y="186220"/>
                  <a:pt x="0" y="141655"/>
                </a:cubicBezTo>
                <a:cubicBezTo>
                  <a:pt x="0" y="141655"/>
                  <a:pt x="0" y="141655"/>
                  <a:pt x="36607" y="141655"/>
                </a:cubicBezTo>
                <a:cubicBezTo>
                  <a:pt x="39790" y="122555"/>
                  <a:pt x="47749" y="105047"/>
                  <a:pt x="58890" y="89131"/>
                </a:cubicBezTo>
                <a:cubicBezTo>
                  <a:pt x="58890" y="89131"/>
                  <a:pt x="58890" y="89131"/>
                  <a:pt x="31832" y="63665"/>
                </a:cubicBezTo>
                <a:cubicBezTo>
                  <a:pt x="31832" y="63665"/>
                  <a:pt x="31832" y="63665"/>
                  <a:pt x="63665" y="31832"/>
                </a:cubicBezTo>
                <a:cubicBezTo>
                  <a:pt x="63665" y="31832"/>
                  <a:pt x="63665" y="31832"/>
                  <a:pt x="90722" y="58890"/>
                </a:cubicBezTo>
                <a:cubicBezTo>
                  <a:pt x="105047" y="47749"/>
                  <a:pt x="122555" y="39791"/>
                  <a:pt x="141655" y="36607"/>
                </a:cubicBezTo>
                <a:cubicBezTo>
                  <a:pt x="141655" y="36607"/>
                  <a:pt x="141655" y="36607"/>
                  <a:pt x="141655" y="0"/>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wrap="square" anchor="ctr">
            <a:noAutofit/>
          </a:bodyPr>
          <a:lstStyle/>
          <a:p>
            <a:pPr algn="ctr">
              <a:lnSpc>
                <a:spcPct val="120000"/>
              </a:lnSpc>
            </a:pPr>
            <a:endParaRPr sz="1350" spc="150">
              <a:latin typeface="微软雅黑" panose="020B0503020204020204" charset="-122"/>
              <a:ea typeface="微软雅黑" panose="020B0503020204020204" charset="-122"/>
            </a:endParaRPr>
          </a:p>
        </p:txBody>
      </p:sp>
      <p:sp>
        <p:nvSpPr>
          <p:cNvPr id="113" name="矩形 112"/>
          <p:cNvSpPr/>
          <p:nvPr>
            <p:custDataLst>
              <p:tags r:id="rId97"/>
            </p:custDataLst>
          </p:nvPr>
        </p:nvSpPr>
        <p:spPr bwMode="auto">
          <a:xfrm>
            <a:off x="4978446" y="2579021"/>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charset="-122"/>
                <a:ea typeface="微软雅黑" panose="020B0503020204020204" charset="-122"/>
              </a:rPr>
              <a:t>4. 设置幻灯片背景。</a:t>
            </a:r>
            <a:endParaRPr lang="en-US" altLang="zh-CN" sz="1200" spc="150" dirty="0">
              <a:latin typeface="微软雅黑" panose="020B0503020204020204" charset="-122"/>
              <a:ea typeface="微软雅黑" panose="020B0503020204020204" charset="-122"/>
            </a:endParaRPr>
          </a:p>
        </p:txBody>
      </p:sp>
      <p:sp>
        <p:nvSpPr>
          <p:cNvPr id="130" name="圆角矩形 129"/>
          <p:cNvSpPr/>
          <p:nvPr>
            <p:custDataLst>
              <p:tags r:id="rId98"/>
            </p:custDataLst>
          </p:nvPr>
        </p:nvSpPr>
        <p:spPr>
          <a:xfrm rot="2700000">
            <a:off x="4298834" y="2618477"/>
            <a:ext cx="368856" cy="368856"/>
          </a:xfrm>
          <a:prstGeom prst="roundRect">
            <a:avLst>
              <a:gd name="adj" fmla="val 25355"/>
            </a:avLst>
          </a:prstGeom>
          <a:solidFill>
            <a:srgbClr val="69A35B"/>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74" name="任意多边形 173"/>
          <p:cNvSpPr/>
          <p:nvPr>
            <p:custDataLst>
              <p:tags r:id="rId99"/>
            </p:custDataLst>
          </p:nvPr>
        </p:nvSpPr>
        <p:spPr bwMode="auto">
          <a:xfrm>
            <a:off x="4385705" y="2679953"/>
            <a:ext cx="195114" cy="245906"/>
          </a:xfrm>
          <a:custGeom>
            <a:avLst/>
            <a:gdLst>
              <a:gd name="T0" fmla="*/ 2824 w 4327"/>
              <a:gd name="T1" fmla="*/ 2848 h 5461"/>
              <a:gd name="T2" fmla="*/ 3243 w 4327"/>
              <a:gd name="T3" fmla="*/ 1789 h 5461"/>
              <a:gd name="T4" fmla="*/ 4066 w 4327"/>
              <a:gd name="T5" fmla="*/ 752 h 5461"/>
              <a:gd name="T6" fmla="*/ 2993 w 4327"/>
              <a:gd name="T7" fmla="*/ 1510 h 5461"/>
              <a:gd name="T8" fmla="*/ 1769 w 4327"/>
              <a:gd name="T9" fmla="*/ 1847 h 5461"/>
              <a:gd name="T10" fmla="*/ 1171 w 4327"/>
              <a:gd name="T11" fmla="*/ 253 h 5461"/>
              <a:gd name="T12" fmla="*/ 254 w 4327"/>
              <a:gd name="T13" fmla="*/ 1171 h 5461"/>
              <a:gd name="T14" fmla="*/ 1467 w 4327"/>
              <a:gd name="T15" fmla="*/ 2068 h 5461"/>
              <a:gd name="T16" fmla="*/ 1527 w 4327"/>
              <a:gd name="T17" fmla="*/ 3163 h 5461"/>
              <a:gd name="T18" fmla="*/ 379 w 4327"/>
              <a:gd name="T19" fmla="*/ 4258 h 5461"/>
              <a:gd name="T20" fmla="*/ 1321 w 4327"/>
              <a:gd name="T21" fmla="*/ 5201 h 5461"/>
              <a:gd name="T22" fmla="*/ 1852 w 4327"/>
              <a:gd name="T23" fmla="*/ 3349 h 5461"/>
              <a:gd name="T24" fmla="*/ 3191 w 4327"/>
              <a:gd name="T25" fmla="*/ 3532 h 5461"/>
              <a:gd name="T26" fmla="*/ 4081 w 4327"/>
              <a:gd name="T27" fmla="*/ 4017 h 5461"/>
              <a:gd name="T28" fmla="*/ 3395 w 4327"/>
              <a:gd name="T29" fmla="*/ 3218 h 5461"/>
              <a:gd name="T30" fmla="*/ 568 w 4327"/>
              <a:gd name="T31" fmla="*/ 4621 h 5461"/>
              <a:gd name="T32" fmla="*/ 422 w 4327"/>
              <a:gd name="T33" fmla="*/ 4638 h 5461"/>
              <a:gd name="T34" fmla="*/ 758 w 4327"/>
              <a:gd name="T35" fmla="*/ 4302 h 5461"/>
              <a:gd name="T36" fmla="*/ 741 w 4327"/>
              <a:gd name="T37" fmla="*/ 4448 h 5461"/>
              <a:gd name="T38" fmla="*/ 651 w 4327"/>
              <a:gd name="T39" fmla="*/ 4531 h 5461"/>
              <a:gd name="T40" fmla="*/ 3223 w 4327"/>
              <a:gd name="T41" fmla="*/ 852 h 5461"/>
              <a:gd name="T42" fmla="*/ 3527 w 4327"/>
              <a:gd name="T43" fmla="*/ 882 h 5461"/>
              <a:gd name="T44" fmla="*/ 3447 w 4327"/>
              <a:gd name="T45" fmla="*/ 978 h 5461"/>
              <a:gd name="T46" fmla="*/ 3349 w 4327"/>
              <a:gd name="T47" fmla="*/ 1075 h 5461"/>
              <a:gd name="T48" fmla="*/ 3254 w 4327"/>
              <a:gd name="T49" fmla="*/ 1155 h 5461"/>
              <a:gd name="T50" fmla="*/ 3223 w 4327"/>
              <a:gd name="T51" fmla="*/ 852 h 5461"/>
              <a:gd name="T52" fmla="*/ 438 w 4327"/>
              <a:gd name="T53" fmla="*/ 606 h 5461"/>
              <a:gd name="T54" fmla="*/ 296 w 4327"/>
              <a:gd name="T55" fmla="*/ 623 h 5461"/>
              <a:gd name="T56" fmla="*/ 623 w 4327"/>
              <a:gd name="T57" fmla="*/ 295 h 5461"/>
              <a:gd name="T58" fmla="*/ 607 w 4327"/>
              <a:gd name="T59" fmla="*/ 438 h 5461"/>
              <a:gd name="T60" fmla="*/ 519 w 4327"/>
              <a:gd name="T61" fmla="*/ 518 h 5461"/>
              <a:gd name="T62" fmla="*/ 1629 w 4327"/>
              <a:gd name="T63" fmla="*/ 2140 h 5461"/>
              <a:gd name="T64" fmla="*/ 1991 w 4327"/>
              <a:gd name="T65" fmla="*/ 2176 h 5461"/>
              <a:gd name="T66" fmla="*/ 1896 w 4327"/>
              <a:gd name="T67" fmla="*/ 2290 h 5461"/>
              <a:gd name="T68" fmla="*/ 1779 w 4327"/>
              <a:gd name="T69" fmla="*/ 2407 h 5461"/>
              <a:gd name="T70" fmla="*/ 1665 w 4327"/>
              <a:gd name="T71" fmla="*/ 2502 h 5461"/>
              <a:gd name="T72" fmla="*/ 1629 w 4327"/>
              <a:gd name="T73" fmla="*/ 2140 h 5461"/>
              <a:gd name="T74" fmla="*/ 3437 w 4327"/>
              <a:gd name="T75" fmla="*/ 3589 h 5461"/>
              <a:gd name="T76" fmla="*/ 3413 w 4327"/>
              <a:gd name="T77" fmla="*/ 3349 h 5461"/>
              <a:gd name="T78" fmla="*/ 3653 w 4327"/>
              <a:gd name="T79" fmla="*/ 3373 h 5461"/>
              <a:gd name="T80" fmla="*/ 3590 w 4327"/>
              <a:gd name="T81" fmla="*/ 3449 h 5461"/>
              <a:gd name="T82" fmla="*/ 3513 w 4327"/>
              <a:gd name="T83" fmla="*/ 3526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327" h="5461">
                <a:moveTo>
                  <a:pt x="3395" y="3218"/>
                </a:moveTo>
                <a:lnTo>
                  <a:pt x="2824" y="2848"/>
                </a:lnTo>
                <a:cubicBezTo>
                  <a:pt x="2897" y="2639"/>
                  <a:pt x="2881" y="2405"/>
                  <a:pt x="2775" y="2207"/>
                </a:cubicBezTo>
                <a:lnTo>
                  <a:pt x="3243" y="1789"/>
                </a:lnTo>
                <a:cubicBezTo>
                  <a:pt x="3500" y="1950"/>
                  <a:pt x="3843" y="1918"/>
                  <a:pt x="4066" y="1695"/>
                </a:cubicBezTo>
                <a:cubicBezTo>
                  <a:pt x="4327" y="1434"/>
                  <a:pt x="4327" y="1012"/>
                  <a:pt x="4066" y="752"/>
                </a:cubicBezTo>
                <a:cubicBezTo>
                  <a:pt x="3806" y="492"/>
                  <a:pt x="3384" y="492"/>
                  <a:pt x="3124" y="752"/>
                </a:cubicBezTo>
                <a:cubicBezTo>
                  <a:pt x="2919" y="957"/>
                  <a:pt x="2875" y="1262"/>
                  <a:pt x="2993" y="1510"/>
                </a:cubicBezTo>
                <a:lnTo>
                  <a:pt x="2525" y="1929"/>
                </a:lnTo>
                <a:cubicBezTo>
                  <a:pt x="2301" y="1773"/>
                  <a:pt x="2015" y="1746"/>
                  <a:pt x="1769" y="1847"/>
                </a:cubicBezTo>
                <a:lnTo>
                  <a:pt x="1229" y="1104"/>
                </a:lnTo>
                <a:cubicBezTo>
                  <a:pt x="1423" y="850"/>
                  <a:pt x="1404" y="485"/>
                  <a:pt x="1171" y="253"/>
                </a:cubicBezTo>
                <a:cubicBezTo>
                  <a:pt x="918" y="0"/>
                  <a:pt x="507" y="0"/>
                  <a:pt x="254" y="253"/>
                </a:cubicBezTo>
                <a:cubicBezTo>
                  <a:pt x="0" y="506"/>
                  <a:pt x="0" y="917"/>
                  <a:pt x="254" y="1171"/>
                </a:cubicBezTo>
                <a:cubicBezTo>
                  <a:pt x="436" y="1353"/>
                  <a:pt x="699" y="1404"/>
                  <a:pt x="926" y="1325"/>
                </a:cubicBezTo>
                <a:lnTo>
                  <a:pt x="1467" y="2068"/>
                </a:lnTo>
                <a:cubicBezTo>
                  <a:pt x="1200" y="2381"/>
                  <a:pt x="1214" y="2851"/>
                  <a:pt x="1510" y="3147"/>
                </a:cubicBezTo>
                <a:cubicBezTo>
                  <a:pt x="1515" y="3152"/>
                  <a:pt x="1521" y="3158"/>
                  <a:pt x="1527" y="3163"/>
                </a:cubicBezTo>
                <a:lnTo>
                  <a:pt x="1004" y="4081"/>
                </a:lnTo>
                <a:cubicBezTo>
                  <a:pt x="786" y="4030"/>
                  <a:pt x="548" y="4089"/>
                  <a:pt x="379" y="4258"/>
                </a:cubicBezTo>
                <a:cubicBezTo>
                  <a:pt x="118" y="4519"/>
                  <a:pt x="118" y="4941"/>
                  <a:pt x="379" y="5201"/>
                </a:cubicBezTo>
                <a:cubicBezTo>
                  <a:pt x="639" y="5461"/>
                  <a:pt x="1061" y="5461"/>
                  <a:pt x="1321" y="5201"/>
                </a:cubicBezTo>
                <a:cubicBezTo>
                  <a:pt x="1579" y="4944"/>
                  <a:pt x="1581" y="4528"/>
                  <a:pt x="1329" y="4267"/>
                </a:cubicBezTo>
                <a:lnTo>
                  <a:pt x="1852" y="3349"/>
                </a:lnTo>
                <a:cubicBezTo>
                  <a:pt x="2115" y="3424"/>
                  <a:pt x="2409" y="3362"/>
                  <a:pt x="2620" y="3161"/>
                </a:cubicBezTo>
                <a:lnTo>
                  <a:pt x="3191" y="3532"/>
                </a:lnTo>
                <a:cubicBezTo>
                  <a:pt x="3155" y="3701"/>
                  <a:pt x="3202" y="3885"/>
                  <a:pt x="3334" y="4017"/>
                </a:cubicBezTo>
                <a:cubicBezTo>
                  <a:pt x="3540" y="4223"/>
                  <a:pt x="3874" y="4223"/>
                  <a:pt x="4081" y="4017"/>
                </a:cubicBezTo>
                <a:cubicBezTo>
                  <a:pt x="4287" y="3811"/>
                  <a:pt x="4287" y="3476"/>
                  <a:pt x="4081" y="3270"/>
                </a:cubicBezTo>
                <a:cubicBezTo>
                  <a:pt x="3894" y="3083"/>
                  <a:pt x="3601" y="3066"/>
                  <a:pt x="3395" y="3218"/>
                </a:cubicBezTo>
                <a:close/>
                <a:moveTo>
                  <a:pt x="604" y="4582"/>
                </a:moveTo>
                <a:cubicBezTo>
                  <a:pt x="592" y="4596"/>
                  <a:pt x="580" y="4610"/>
                  <a:pt x="568" y="4621"/>
                </a:cubicBezTo>
                <a:cubicBezTo>
                  <a:pt x="553" y="4636"/>
                  <a:pt x="534" y="4654"/>
                  <a:pt x="509" y="4661"/>
                </a:cubicBezTo>
                <a:cubicBezTo>
                  <a:pt x="478" y="4671"/>
                  <a:pt x="446" y="4663"/>
                  <a:pt x="422" y="4638"/>
                </a:cubicBezTo>
                <a:cubicBezTo>
                  <a:pt x="358" y="4575"/>
                  <a:pt x="382" y="4454"/>
                  <a:pt x="478" y="4358"/>
                </a:cubicBezTo>
                <a:cubicBezTo>
                  <a:pt x="574" y="4262"/>
                  <a:pt x="695" y="4238"/>
                  <a:pt x="758" y="4302"/>
                </a:cubicBezTo>
                <a:cubicBezTo>
                  <a:pt x="783" y="4326"/>
                  <a:pt x="791" y="4358"/>
                  <a:pt x="781" y="4389"/>
                </a:cubicBezTo>
                <a:cubicBezTo>
                  <a:pt x="774" y="4414"/>
                  <a:pt x="756" y="4434"/>
                  <a:pt x="741" y="4448"/>
                </a:cubicBezTo>
                <a:cubicBezTo>
                  <a:pt x="730" y="4460"/>
                  <a:pt x="716" y="4472"/>
                  <a:pt x="702" y="4484"/>
                </a:cubicBezTo>
                <a:cubicBezTo>
                  <a:pt x="685" y="4499"/>
                  <a:pt x="668" y="4514"/>
                  <a:pt x="651" y="4531"/>
                </a:cubicBezTo>
                <a:cubicBezTo>
                  <a:pt x="634" y="4548"/>
                  <a:pt x="619" y="4565"/>
                  <a:pt x="604" y="4582"/>
                </a:cubicBezTo>
                <a:close/>
                <a:moveTo>
                  <a:pt x="3223" y="852"/>
                </a:moveTo>
                <a:cubicBezTo>
                  <a:pt x="3319" y="756"/>
                  <a:pt x="3440" y="732"/>
                  <a:pt x="3503" y="795"/>
                </a:cubicBezTo>
                <a:cubicBezTo>
                  <a:pt x="3528" y="820"/>
                  <a:pt x="3536" y="851"/>
                  <a:pt x="3527" y="882"/>
                </a:cubicBezTo>
                <a:cubicBezTo>
                  <a:pt x="3519" y="907"/>
                  <a:pt x="3501" y="927"/>
                  <a:pt x="3487" y="942"/>
                </a:cubicBezTo>
                <a:cubicBezTo>
                  <a:pt x="3475" y="953"/>
                  <a:pt x="3461" y="965"/>
                  <a:pt x="3447" y="978"/>
                </a:cubicBezTo>
                <a:cubicBezTo>
                  <a:pt x="3430" y="993"/>
                  <a:pt x="3413" y="1008"/>
                  <a:pt x="3396" y="1025"/>
                </a:cubicBezTo>
                <a:cubicBezTo>
                  <a:pt x="3379" y="1042"/>
                  <a:pt x="3364" y="1059"/>
                  <a:pt x="3349" y="1075"/>
                </a:cubicBezTo>
                <a:cubicBezTo>
                  <a:pt x="3337" y="1090"/>
                  <a:pt x="3325" y="1103"/>
                  <a:pt x="3313" y="1115"/>
                </a:cubicBezTo>
                <a:cubicBezTo>
                  <a:pt x="3299" y="1130"/>
                  <a:pt x="3279" y="1147"/>
                  <a:pt x="3254" y="1155"/>
                </a:cubicBezTo>
                <a:cubicBezTo>
                  <a:pt x="3223" y="1165"/>
                  <a:pt x="3191" y="1156"/>
                  <a:pt x="3167" y="1132"/>
                </a:cubicBezTo>
                <a:cubicBezTo>
                  <a:pt x="3103" y="1068"/>
                  <a:pt x="3128" y="948"/>
                  <a:pt x="3223" y="852"/>
                </a:cubicBezTo>
                <a:close/>
                <a:moveTo>
                  <a:pt x="474" y="568"/>
                </a:moveTo>
                <a:cubicBezTo>
                  <a:pt x="461" y="582"/>
                  <a:pt x="450" y="595"/>
                  <a:pt x="438" y="606"/>
                </a:cubicBezTo>
                <a:cubicBezTo>
                  <a:pt x="424" y="620"/>
                  <a:pt x="405" y="638"/>
                  <a:pt x="381" y="645"/>
                </a:cubicBezTo>
                <a:cubicBezTo>
                  <a:pt x="350" y="655"/>
                  <a:pt x="319" y="646"/>
                  <a:pt x="296" y="623"/>
                </a:cubicBezTo>
                <a:cubicBezTo>
                  <a:pt x="234" y="561"/>
                  <a:pt x="258" y="444"/>
                  <a:pt x="351" y="350"/>
                </a:cubicBezTo>
                <a:cubicBezTo>
                  <a:pt x="444" y="257"/>
                  <a:pt x="561" y="233"/>
                  <a:pt x="623" y="295"/>
                </a:cubicBezTo>
                <a:cubicBezTo>
                  <a:pt x="647" y="319"/>
                  <a:pt x="655" y="350"/>
                  <a:pt x="646" y="380"/>
                </a:cubicBezTo>
                <a:cubicBezTo>
                  <a:pt x="638" y="404"/>
                  <a:pt x="621" y="423"/>
                  <a:pt x="607" y="438"/>
                </a:cubicBezTo>
                <a:cubicBezTo>
                  <a:pt x="596" y="449"/>
                  <a:pt x="582" y="461"/>
                  <a:pt x="568" y="473"/>
                </a:cubicBezTo>
                <a:cubicBezTo>
                  <a:pt x="552" y="487"/>
                  <a:pt x="536" y="502"/>
                  <a:pt x="519" y="518"/>
                </a:cubicBezTo>
                <a:cubicBezTo>
                  <a:pt x="503" y="535"/>
                  <a:pt x="488" y="552"/>
                  <a:pt x="474" y="568"/>
                </a:cubicBezTo>
                <a:close/>
                <a:moveTo>
                  <a:pt x="1629" y="2140"/>
                </a:moveTo>
                <a:cubicBezTo>
                  <a:pt x="1743" y="2025"/>
                  <a:pt x="1887" y="1996"/>
                  <a:pt x="1963" y="2072"/>
                </a:cubicBezTo>
                <a:cubicBezTo>
                  <a:pt x="1992" y="2101"/>
                  <a:pt x="2002" y="2139"/>
                  <a:pt x="1991" y="2176"/>
                </a:cubicBezTo>
                <a:cubicBezTo>
                  <a:pt x="1982" y="2206"/>
                  <a:pt x="1961" y="2230"/>
                  <a:pt x="1943" y="2247"/>
                </a:cubicBezTo>
                <a:cubicBezTo>
                  <a:pt x="1929" y="2261"/>
                  <a:pt x="1913" y="2275"/>
                  <a:pt x="1896" y="2290"/>
                </a:cubicBezTo>
                <a:cubicBezTo>
                  <a:pt x="1876" y="2308"/>
                  <a:pt x="1855" y="2326"/>
                  <a:pt x="1835" y="2346"/>
                </a:cubicBezTo>
                <a:cubicBezTo>
                  <a:pt x="1815" y="2366"/>
                  <a:pt x="1797" y="2387"/>
                  <a:pt x="1779" y="2407"/>
                </a:cubicBezTo>
                <a:cubicBezTo>
                  <a:pt x="1764" y="2424"/>
                  <a:pt x="1750" y="2440"/>
                  <a:pt x="1736" y="2454"/>
                </a:cubicBezTo>
                <a:cubicBezTo>
                  <a:pt x="1719" y="2472"/>
                  <a:pt x="1695" y="2493"/>
                  <a:pt x="1665" y="2502"/>
                </a:cubicBezTo>
                <a:cubicBezTo>
                  <a:pt x="1628" y="2513"/>
                  <a:pt x="1590" y="2503"/>
                  <a:pt x="1561" y="2474"/>
                </a:cubicBezTo>
                <a:cubicBezTo>
                  <a:pt x="1485" y="2398"/>
                  <a:pt x="1514" y="2254"/>
                  <a:pt x="1629" y="2140"/>
                </a:cubicBezTo>
                <a:close/>
                <a:moveTo>
                  <a:pt x="3484" y="3558"/>
                </a:moveTo>
                <a:cubicBezTo>
                  <a:pt x="3473" y="3569"/>
                  <a:pt x="3457" y="3583"/>
                  <a:pt x="3437" y="3589"/>
                </a:cubicBezTo>
                <a:cubicBezTo>
                  <a:pt x="3413" y="3597"/>
                  <a:pt x="3387" y="3590"/>
                  <a:pt x="3368" y="3571"/>
                </a:cubicBezTo>
                <a:cubicBezTo>
                  <a:pt x="3318" y="3521"/>
                  <a:pt x="3337" y="3425"/>
                  <a:pt x="3413" y="3349"/>
                </a:cubicBezTo>
                <a:cubicBezTo>
                  <a:pt x="3489" y="3273"/>
                  <a:pt x="3584" y="3254"/>
                  <a:pt x="3635" y="3304"/>
                </a:cubicBezTo>
                <a:cubicBezTo>
                  <a:pt x="3654" y="3324"/>
                  <a:pt x="3661" y="3349"/>
                  <a:pt x="3653" y="3373"/>
                </a:cubicBezTo>
                <a:cubicBezTo>
                  <a:pt x="3647" y="3393"/>
                  <a:pt x="3633" y="3409"/>
                  <a:pt x="3621" y="3420"/>
                </a:cubicBezTo>
                <a:cubicBezTo>
                  <a:pt x="3612" y="3430"/>
                  <a:pt x="3601" y="3439"/>
                  <a:pt x="3590" y="3449"/>
                </a:cubicBezTo>
                <a:cubicBezTo>
                  <a:pt x="3577" y="3461"/>
                  <a:pt x="3563" y="3473"/>
                  <a:pt x="3550" y="3486"/>
                </a:cubicBezTo>
                <a:cubicBezTo>
                  <a:pt x="3536" y="3500"/>
                  <a:pt x="3524" y="3513"/>
                  <a:pt x="3513" y="3526"/>
                </a:cubicBezTo>
                <a:cubicBezTo>
                  <a:pt x="3503" y="3538"/>
                  <a:pt x="3493" y="3548"/>
                  <a:pt x="3484" y="355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gn="ctr">
              <a:lnSpc>
                <a:spcPct val="120000"/>
              </a:lnSpc>
            </a:pPr>
            <a:endParaRPr sz="1350" spc="150">
              <a:latin typeface="微软雅黑" panose="020B0503020204020204" charset="-122"/>
              <a:ea typeface="微软雅黑" panose="020B0503020204020204" charset="-122"/>
            </a:endParaRPr>
          </a:p>
        </p:txBody>
      </p:sp>
      <p:sp>
        <p:nvSpPr>
          <p:cNvPr id="110" name="矩形 109"/>
          <p:cNvSpPr/>
          <p:nvPr>
            <p:custDataLst>
              <p:tags r:id="rId100"/>
            </p:custDataLst>
          </p:nvPr>
        </p:nvSpPr>
        <p:spPr bwMode="auto">
          <a:xfrm>
            <a:off x="4978446" y="734890"/>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charset="-122"/>
                <a:ea typeface="微软雅黑" panose="020B0503020204020204" charset="-122"/>
              </a:rPr>
              <a:t>1. 建立工作表。</a:t>
            </a:r>
            <a:endParaRPr lang="en-US" altLang="zh-CN" sz="1200" spc="150" dirty="0">
              <a:latin typeface="微软雅黑" panose="020B0503020204020204" charset="-122"/>
              <a:ea typeface="微软雅黑" panose="020B0503020204020204" charset="-122"/>
            </a:endParaRPr>
          </a:p>
        </p:txBody>
      </p:sp>
      <p:sp>
        <p:nvSpPr>
          <p:cNvPr id="135" name="圆角矩形 134"/>
          <p:cNvSpPr/>
          <p:nvPr>
            <p:custDataLst>
              <p:tags r:id="rId101"/>
            </p:custDataLst>
          </p:nvPr>
        </p:nvSpPr>
        <p:spPr>
          <a:xfrm rot="2700000">
            <a:off x="4298834" y="774346"/>
            <a:ext cx="368856" cy="368856"/>
          </a:xfrm>
          <a:prstGeom prst="roundRect">
            <a:avLst>
              <a:gd name="adj" fmla="val 25355"/>
            </a:avLst>
          </a:prstGeom>
          <a:solidFill>
            <a:srgbClr val="1F74AD"/>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176" name="任意多边形 175"/>
          <p:cNvSpPr/>
          <p:nvPr>
            <p:custDataLst>
              <p:tags r:id="rId102"/>
            </p:custDataLst>
          </p:nvPr>
        </p:nvSpPr>
        <p:spPr bwMode="auto">
          <a:xfrm>
            <a:off x="4361088" y="837623"/>
            <a:ext cx="244348" cy="242302"/>
          </a:xfrm>
          <a:custGeom>
            <a:avLst/>
            <a:gdLst>
              <a:gd name="T0" fmla="*/ 6886 w 7819"/>
              <a:gd name="T1" fmla="*/ 2638 h 7765"/>
              <a:gd name="T2" fmla="*/ 5954 w 7819"/>
              <a:gd name="T3" fmla="*/ 2100 h 7765"/>
              <a:gd name="T4" fmla="*/ 5954 w 7819"/>
              <a:gd name="T5" fmla="*/ 2818 h 7765"/>
              <a:gd name="T6" fmla="*/ 4712 w 7819"/>
              <a:gd name="T7" fmla="*/ 3231 h 7765"/>
              <a:gd name="T8" fmla="*/ 4299 w 7819"/>
              <a:gd name="T9" fmla="*/ 3613 h 7765"/>
              <a:gd name="T10" fmla="*/ 4299 w 7819"/>
              <a:gd name="T11" fmla="*/ 1865 h 7765"/>
              <a:gd name="T12" fmla="*/ 5003 w 7819"/>
              <a:gd name="T13" fmla="*/ 1865 h 7765"/>
              <a:gd name="T14" fmla="*/ 4464 w 7819"/>
              <a:gd name="T15" fmla="*/ 932 h 7765"/>
              <a:gd name="T16" fmla="*/ 3926 w 7819"/>
              <a:gd name="T17" fmla="*/ 0 h 7765"/>
              <a:gd name="T18" fmla="*/ 3388 w 7819"/>
              <a:gd name="T19" fmla="*/ 932 h 7765"/>
              <a:gd name="T20" fmla="*/ 2850 w 7819"/>
              <a:gd name="T21" fmla="*/ 1865 h 7765"/>
              <a:gd name="T22" fmla="*/ 3553 w 7819"/>
              <a:gd name="T23" fmla="*/ 1865 h 7765"/>
              <a:gd name="T24" fmla="*/ 3553 w 7819"/>
              <a:gd name="T25" fmla="*/ 3613 h 7765"/>
              <a:gd name="T26" fmla="*/ 3141 w 7819"/>
              <a:gd name="T27" fmla="*/ 3231 h 7765"/>
              <a:gd name="T28" fmla="*/ 1865 w 7819"/>
              <a:gd name="T29" fmla="*/ 2815 h 7765"/>
              <a:gd name="T30" fmla="*/ 1865 w 7819"/>
              <a:gd name="T31" fmla="*/ 2100 h 7765"/>
              <a:gd name="T32" fmla="*/ 932 w 7819"/>
              <a:gd name="T33" fmla="*/ 2638 h 7765"/>
              <a:gd name="T34" fmla="*/ 0 w 7819"/>
              <a:gd name="T35" fmla="*/ 3177 h 7765"/>
              <a:gd name="T36" fmla="*/ 932 w 7819"/>
              <a:gd name="T37" fmla="*/ 3715 h 7765"/>
              <a:gd name="T38" fmla="*/ 1865 w 7819"/>
              <a:gd name="T39" fmla="*/ 4253 h 7765"/>
              <a:gd name="T40" fmla="*/ 1865 w 7819"/>
              <a:gd name="T41" fmla="*/ 3564 h 7765"/>
              <a:gd name="T42" fmla="*/ 3553 w 7819"/>
              <a:gd name="T43" fmla="*/ 7765 h 7765"/>
              <a:gd name="T44" fmla="*/ 4299 w 7819"/>
              <a:gd name="T45" fmla="*/ 7765 h 7765"/>
              <a:gd name="T46" fmla="*/ 5954 w 7819"/>
              <a:gd name="T47" fmla="*/ 3567 h 7765"/>
              <a:gd name="T48" fmla="*/ 5954 w 7819"/>
              <a:gd name="T49" fmla="*/ 4253 h 7765"/>
              <a:gd name="T50" fmla="*/ 6886 w 7819"/>
              <a:gd name="T51" fmla="*/ 3715 h 7765"/>
              <a:gd name="T52" fmla="*/ 7819 w 7819"/>
              <a:gd name="T53" fmla="*/ 3177 h 7765"/>
              <a:gd name="T54" fmla="*/ 6886 w 7819"/>
              <a:gd name="T55" fmla="*/ 2638 h 77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819" h="7765">
                <a:moveTo>
                  <a:pt x="6886" y="2638"/>
                </a:moveTo>
                <a:lnTo>
                  <a:pt x="5954" y="2100"/>
                </a:lnTo>
                <a:lnTo>
                  <a:pt x="5954" y="2818"/>
                </a:lnTo>
                <a:cubicBezTo>
                  <a:pt x="5459" y="2859"/>
                  <a:pt x="5050" y="2995"/>
                  <a:pt x="4712" y="3231"/>
                </a:cubicBezTo>
                <a:cubicBezTo>
                  <a:pt x="4557" y="3339"/>
                  <a:pt x="4420" y="3466"/>
                  <a:pt x="4299" y="3613"/>
                </a:cubicBezTo>
                <a:lnTo>
                  <a:pt x="4299" y="1865"/>
                </a:lnTo>
                <a:lnTo>
                  <a:pt x="5003" y="1865"/>
                </a:lnTo>
                <a:lnTo>
                  <a:pt x="4464" y="932"/>
                </a:lnTo>
                <a:lnTo>
                  <a:pt x="3926" y="0"/>
                </a:lnTo>
                <a:lnTo>
                  <a:pt x="3388" y="932"/>
                </a:lnTo>
                <a:lnTo>
                  <a:pt x="2850" y="1865"/>
                </a:lnTo>
                <a:lnTo>
                  <a:pt x="3553" y="1865"/>
                </a:lnTo>
                <a:lnTo>
                  <a:pt x="3553" y="3613"/>
                </a:lnTo>
                <a:cubicBezTo>
                  <a:pt x="3433" y="3466"/>
                  <a:pt x="3296" y="3339"/>
                  <a:pt x="3141" y="3231"/>
                </a:cubicBezTo>
                <a:cubicBezTo>
                  <a:pt x="2795" y="2990"/>
                  <a:pt x="2375" y="2853"/>
                  <a:pt x="1865" y="2815"/>
                </a:cubicBezTo>
                <a:lnTo>
                  <a:pt x="1865" y="2100"/>
                </a:lnTo>
                <a:lnTo>
                  <a:pt x="932" y="2638"/>
                </a:lnTo>
                <a:lnTo>
                  <a:pt x="0" y="3177"/>
                </a:lnTo>
                <a:lnTo>
                  <a:pt x="932" y="3715"/>
                </a:lnTo>
                <a:lnTo>
                  <a:pt x="1865" y="4253"/>
                </a:lnTo>
                <a:lnTo>
                  <a:pt x="1865" y="3564"/>
                </a:lnTo>
                <a:cubicBezTo>
                  <a:pt x="3474" y="3717"/>
                  <a:pt x="3553" y="5151"/>
                  <a:pt x="3553" y="7765"/>
                </a:cubicBezTo>
                <a:lnTo>
                  <a:pt x="4299" y="7765"/>
                </a:lnTo>
                <a:cubicBezTo>
                  <a:pt x="4299" y="5170"/>
                  <a:pt x="4377" y="3737"/>
                  <a:pt x="5954" y="3567"/>
                </a:cubicBezTo>
                <a:lnTo>
                  <a:pt x="5954" y="4253"/>
                </a:lnTo>
                <a:lnTo>
                  <a:pt x="6886" y="3715"/>
                </a:lnTo>
                <a:lnTo>
                  <a:pt x="7819" y="3177"/>
                </a:lnTo>
                <a:lnTo>
                  <a:pt x="6886" y="2638"/>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gn="ctr">
              <a:lnSpc>
                <a:spcPct val="120000"/>
              </a:lnSpc>
            </a:pPr>
            <a:endParaRPr sz="1350" spc="150">
              <a:latin typeface="微软雅黑" panose="020B0503020204020204" charset="-122"/>
              <a:ea typeface="微软雅黑" panose="020B0503020204020204" charset="-122"/>
            </a:endParaRPr>
          </a:p>
        </p:txBody>
      </p:sp>
      <p:sp>
        <p:nvSpPr>
          <p:cNvPr id="7" name="文本框 6"/>
          <p:cNvSpPr txBox="1"/>
          <p:nvPr userDrawn="1"/>
        </p:nvSpPr>
        <p:spPr>
          <a:xfrm>
            <a:off x="7564815" y="412750"/>
            <a:ext cx="1203960" cy="398780"/>
          </a:xfrm>
          <a:prstGeom prst="rect">
            <a:avLst/>
          </a:prstGeom>
          <a:noFill/>
        </p:spPr>
        <p:txBody>
          <a:bodyPr wrap="none" rtlCol="0">
            <a:spAutoFit/>
          </a:bodyPr>
          <a:lstStyle/>
          <a:p>
            <a:pPr algn="l"/>
            <a:r>
              <a:rPr lang="zh-CN" altLang="en-US" sz="2000" b="1" dirty="0" smtClean="0">
                <a:solidFill>
                  <a:schemeClr val="tx1">
                    <a:lumMod val="75000"/>
                    <a:lumOff val="25000"/>
                  </a:schemeClr>
                </a:solidFill>
                <a:latin typeface="字魂35号-经典雅黑" panose="02000000000000000000" pitchFamily="2" charset="-122"/>
              </a:rPr>
              <a:t>学习要点</a:t>
            </a:r>
            <a:endParaRPr lang="zh-CN" altLang="en-US" sz="2000" b="1" dirty="0" smtClean="0">
              <a:solidFill>
                <a:schemeClr val="tx1">
                  <a:lumMod val="75000"/>
                  <a:lumOff val="25000"/>
                </a:schemeClr>
              </a:solidFill>
              <a:latin typeface="字魂35号-经典雅黑" panose="02000000000000000000" pitchFamily="2" charset="-122"/>
            </a:endParaRPr>
          </a:p>
        </p:txBody>
      </p:sp>
      <p:cxnSp>
        <p:nvCxnSpPr>
          <p:cNvPr id="4" name="直接连接符 3"/>
          <p:cNvCxnSpPr/>
          <p:nvPr>
            <p:custDataLst>
              <p:tags r:id="rId103"/>
            </p:custDataLst>
          </p:nvPr>
        </p:nvCxnSpPr>
        <p:spPr>
          <a:xfrm>
            <a:off x="4940175" y="4383466"/>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cxnSp>
        <p:nvCxnSpPr>
          <p:cNvPr id="3" name="直接连接符 2"/>
          <p:cNvCxnSpPr/>
          <p:nvPr>
            <p:custDataLst>
              <p:tags r:id="rId104"/>
            </p:custDataLst>
          </p:nvPr>
        </p:nvCxnSpPr>
        <p:spPr>
          <a:xfrm>
            <a:off x="4940175" y="4914931"/>
            <a:ext cx="3699000" cy="0"/>
          </a:xfrm>
          <a:prstGeom prst="line">
            <a:avLst/>
          </a:prstGeom>
          <a:ln w="3175" cap="rnd">
            <a:solidFill>
              <a:sysClr val="window" lastClr="FFFFFF">
                <a:lumMod val="85000"/>
              </a:sysClr>
            </a:solidFill>
            <a:round/>
            <a:headEnd type="none"/>
            <a:tailEnd type="none" w="med" len="med"/>
          </a:ln>
        </p:spPr>
        <p:style>
          <a:lnRef idx="1">
            <a:srgbClr val="1F74AD"/>
          </a:lnRef>
          <a:fillRef idx="0">
            <a:srgbClr val="1F74AD"/>
          </a:fillRef>
          <a:effectRef idx="0">
            <a:srgbClr val="1F74AD"/>
          </a:effectRef>
          <a:fontRef idx="minor">
            <a:srgbClr val="000000"/>
          </a:fontRef>
        </p:style>
      </p:cxnSp>
      <p:sp>
        <p:nvSpPr>
          <p:cNvPr id="5" name="矩形 4"/>
          <p:cNvSpPr/>
          <p:nvPr>
            <p:custDataLst>
              <p:tags r:id="rId105"/>
            </p:custDataLst>
          </p:nvPr>
        </p:nvSpPr>
        <p:spPr bwMode="auto">
          <a:xfrm>
            <a:off x="4978446" y="4383691"/>
            <a:ext cx="3197154" cy="447768"/>
          </a:xfrm>
          <a:prstGeom prst="rect">
            <a:avLst/>
          </a:prstGeom>
          <a:solidFill>
            <a:sysClr val="window" lastClr="FFFFFF"/>
          </a:solidFill>
          <a:ln w="19050">
            <a:noFill/>
            <a:round/>
          </a:ln>
        </p:spPr>
        <p:txBody>
          <a:bodyPr rot="0" spcFirstLastPara="0" vert="horz" wrap="square" lIns="68580" tIns="34290" rIns="68580" bIns="34290" anchor="ctr" anchorCtr="0" forceAA="0" compatLnSpc="1">
            <a:normAutofit/>
          </a:bodyPr>
          <a:lstStyle/>
          <a:p>
            <a:pPr algn="l" fontAlgn="auto">
              <a:lnSpc>
                <a:spcPct val="120000"/>
              </a:lnSpc>
            </a:pPr>
            <a:r>
              <a:rPr lang="en-US" altLang="zh-CN" sz="1200" spc="150" dirty="0">
                <a:latin typeface="微软雅黑" panose="020B0503020204020204" charset="-122"/>
                <a:ea typeface="微软雅黑" panose="020B0503020204020204" charset="-122"/>
              </a:rPr>
              <a:t>7. 添加动画效果。</a:t>
            </a:r>
            <a:endParaRPr lang="en-US" altLang="zh-CN" sz="1200" spc="150" dirty="0">
              <a:latin typeface="微软雅黑" panose="020B0503020204020204" charset="-122"/>
              <a:ea typeface="微软雅黑" panose="020B0503020204020204" charset="-122"/>
            </a:endParaRPr>
          </a:p>
        </p:txBody>
      </p:sp>
      <p:sp>
        <p:nvSpPr>
          <p:cNvPr id="6" name="圆角矩形 5"/>
          <p:cNvSpPr/>
          <p:nvPr>
            <p:custDataLst>
              <p:tags r:id="rId106"/>
            </p:custDataLst>
          </p:nvPr>
        </p:nvSpPr>
        <p:spPr>
          <a:xfrm rot="2700000">
            <a:off x="4298834" y="4423147"/>
            <a:ext cx="368856" cy="368856"/>
          </a:xfrm>
          <a:prstGeom prst="roundRect">
            <a:avLst>
              <a:gd name="adj" fmla="val 25355"/>
            </a:avLst>
          </a:prstGeom>
          <a:solidFill>
            <a:srgbClr val="69A35B"/>
          </a:solidFill>
          <a:ln>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spc="150">
              <a:latin typeface="微软雅黑" panose="020B0503020204020204" charset="-122"/>
              <a:ea typeface="微软雅黑" panose="020B0503020204020204" charset="-122"/>
            </a:endParaRPr>
          </a:p>
        </p:txBody>
      </p:sp>
      <p:sp>
        <p:nvSpPr>
          <p:cNvPr id="8" name="任意多边形 7"/>
          <p:cNvSpPr/>
          <p:nvPr>
            <p:custDataLst>
              <p:tags r:id="rId107"/>
            </p:custDataLst>
          </p:nvPr>
        </p:nvSpPr>
        <p:spPr bwMode="auto">
          <a:xfrm>
            <a:off x="4385705" y="4484623"/>
            <a:ext cx="195114" cy="245906"/>
          </a:xfrm>
          <a:custGeom>
            <a:avLst/>
            <a:gdLst>
              <a:gd name="T0" fmla="*/ 2824 w 4327"/>
              <a:gd name="T1" fmla="*/ 2848 h 5461"/>
              <a:gd name="T2" fmla="*/ 3243 w 4327"/>
              <a:gd name="T3" fmla="*/ 1789 h 5461"/>
              <a:gd name="T4" fmla="*/ 4066 w 4327"/>
              <a:gd name="T5" fmla="*/ 752 h 5461"/>
              <a:gd name="T6" fmla="*/ 2993 w 4327"/>
              <a:gd name="T7" fmla="*/ 1510 h 5461"/>
              <a:gd name="T8" fmla="*/ 1769 w 4327"/>
              <a:gd name="T9" fmla="*/ 1847 h 5461"/>
              <a:gd name="T10" fmla="*/ 1171 w 4327"/>
              <a:gd name="T11" fmla="*/ 253 h 5461"/>
              <a:gd name="T12" fmla="*/ 254 w 4327"/>
              <a:gd name="T13" fmla="*/ 1171 h 5461"/>
              <a:gd name="T14" fmla="*/ 1467 w 4327"/>
              <a:gd name="T15" fmla="*/ 2068 h 5461"/>
              <a:gd name="T16" fmla="*/ 1527 w 4327"/>
              <a:gd name="T17" fmla="*/ 3163 h 5461"/>
              <a:gd name="T18" fmla="*/ 379 w 4327"/>
              <a:gd name="T19" fmla="*/ 4258 h 5461"/>
              <a:gd name="T20" fmla="*/ 1321 w 4327"/>
              <a:gd name="T21" fmla="*/ 5201 h 5461"/>
              <a:gd name="T22" fmla="*/ 1852 w 4327"/>
              <a:gd name="T23" fmla="*/ 3349 h 5461"/>
              <a:gd name="T24" fmla="*/ 3191 w 4327"/>
              <a:gd name="T25" fmla="*/ 3532 h 5461"/>
              <a:gd name="T26" fmla="*/ 4081 w 4327"/>
              <a:gd name="T27" fmla="*/ 4017 h 5461"/>
              <a:gd name="T28" fmla="*/ 3395 w 4327"/>
              <a:gd name="T29" fmla="*/ 3218 h 5461"/>
              <a:gd name="T30" fmla="*/ 568 w 4327"/>
              <a:gd name="T31" fmla="*/ 4621 h 5461"/>
              <a:gd name="T32" fmla="*/ 422 w 4327"/>
              <a:gd name="T33" fmla="*/ 4638 h 5461"/>
              <a:gd name="T34" fmla="*/ 758 w 4327"/>
              <a:gd name="T35" fmla="*/ 4302 h 5461"/>
              <a:gd name="T36" fmla="*/ 741 w 4327"/>
              <a:gd name="T37" fmla="*/ 4448 h 5461"/>
              <a:gd name="T38" fmla="*/ 651 w 4327"/>
              <a:gd name="T39" fmla="*/ 4531 h 5461"/>
              <a:gd name="T40" fmla="*/ 3223 w 4327"/>
              <a:gd name="T41" fmla="*/ 852 h 5461"/>
              <a:gd name="T42" fmla="*/ 3527 w 4327"/>
              <a:gd name="T43" fmla="*/ 882 h 5461"/>
              <a:gd name="T44" fmla="*/ 3447 w 4327"/>
              <a:gd name="T45" fmla="*/ 978 h 5461"/>
              <a:gd name="T46" fmla="*/ 3349 w 4327"/>
              <a:gd name="T47" fmla="*/ 1075 h 5461"/>
              <a:gd name="T48" fmla="*/ 3254 w 4327"/>
              <a:gd name="T49" fmla="*/ 1155 h 5461"/>
              <a:gd name="T50" fmla="*/ 3223 w 4327"/>
              <a:gd name="T51" fmla="*/ 852 h 5461"/>
              <a:gd name="T52" fmla="*/ 438 w 4327"/>
              <a:gd name="T53" fmla="*/ 606 h 5461"/>
              <a:gd name="T54" fmla="*/ 296 w 4327"/>
              <a:gd name="T55" fmla="*/ 623 h 5461"/>
              <a:gd name="T56" fmla="*/ 623 w 4327"/>
              <a:gd name="T57" fmla="*/ 295 h 5461"/>
              <a:gd name="T58" fmla="*/ 607 w 4327"/>
              <a:gd name="T59" fmla="*/ 438 h 5461"/>
              <a:gd name="T60" fmla="*/ 519 w 4327"/>
              <a:gd name="T61" fmla="*/ 518 h 5461"/>
              <a:gd name="T62" fmla="*/ 1629 w 4327"/>
              <a:gd name="T63" fmla="*/ 2140 h 5461"/>
              <a:gd name="T64" fmla="*/ 1991 w 4327"/>
              <a:gd name="T65" fmla="*/ 2176 h 5461"/>
              <a:gd name="T66" fmla="*/ 1896 w 4327"/>
              <a:gd name="T67" fmla="*/ 2290 h 5461"/>
              <a:gd name="T68" fmla="*/ 1779 w 4327"/>
              <a:gd name="T69" fmla="*/ 2407 h 5461"/>
              <a:gd name="T70" fmla="*/ 1665 w 4327"/>
              <a:gd name="T71" fmla="*/ 2502 h 5461"/>
              <a:gd name="T72" fmla="*/ 1629 w 4327"/>
              <a:gd name="T73" fmla="*/ 2140 h 5461"/>
              <a:gd name="T74" fmla="*/ 3437 w 4327"/>
              <a:gd name="T75" fmla="*/ 3589 h 5461"/>
              <a:gd name="T76" fmla="*/ 3413 w 4327"/>
              <a:gd name="T77" fmla="*/ 3349 h 5461"/>
              <a:gd name="T78" fmla="*/ 3653 w 4327"/>
              <a:gd name="T79" fmla="*/ 3373 h 5461"/>
              <a:gd name="T80" fmla="*/ 3590 w 4327"/>
              <a:gd name="T81" fmla="*/ 3449 h 5461"/>
              <a:gd name="T82" fmla="*/ 3513 w 4327"/>
              <a:gd name="T83" fmla="*/ 3526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327" h="5461">
                <a:moveTo>
                  <a:pt x="3395" y="3218"/>
                </a:moveTo>
                <a:lnTo>
                  <a:pt x="2824" y="2848"/>
                </a:lnTo>
                <a:cubicBezTo>
                  <a:pt x="2897" y="2639"/>
                  <a:pt x="2881" y="2405"/>
                  <a:pt x="2775" y="2207"/>
                </a:cubicBezTo>
                <a:lnTo>
                  <a:pt x="3243" y="1789"/>
                </a:lnTo>
                <a:cubicBezTo>
                  <a:pt x="3500" y="1950"/>
                  <a:pt x="3843" y="1918"/>
                  <a:pt x="4066" y="1695"/>
                </a:cubicBezTo>
                <a:cubicBezTo>
                  <a:pt x="4327" y="1434"/>
                  <a:pt x="4327" y="1012"/>
                  <a:pt x="4066" y="752"/>
                </a:cubicBezTo>
                <a:cubicBezTo>
                  <a:pt x="3806" y="492"/>
                  <a:pt x="3384" y="492"/>
                  <a:pt x="3124" y="752"/>
                </a:cubicBezTo>
                <a:cubicBezTo>
                  <a:pt x="2919" y="957"/>
                  <a:pt x="2875" y="1262"/>
                  <a:pt x="2993" y="1510"/>
                </a:cubicBezTo>
                <a:lnTo>
                  <a:pt x="2525" y="1929"/>
                </a:lnTo>
                <a:cubicBezTo>
                  <a:pt x="2301" y="1773"/>
                  <a:pt x="2015" y="1746"/>
                  <a:pt x="1769" y="1847"/>
                </a:cubicBezTo>
                <a:lnTo>
                  <a:pt x="1229" y="1104"/>
                </a:lnTo>
                <a:cubicBezTo>
                  <a:pt x="1423" y="850"/>
                  <a:pt x="1404" y="485"/>
                  <a:pt x="1171" y="253"/>
                </a:cubicBezTo>
                <a:cubicBezTo>
                  <a:pt x="918" y="0"/>
                  <a:pt x="507" y="0"/>
                  <a:pt x="254" y="253"/>
                </a:cubicBezTo>
                <a:cubicBezTo>
                  <a:pt x="0" y="506"/>
                  <a:pt x="0" y="917"/>
                  <a:pt x="254" y="1171"/>
                </a:cubicBezTo>
                <a:cubicBezTo>
                  <a:pt x="436" y="1353"/>
                  <a:pt x="699" y="1404"/>
                  <a:pt x="926" y="1325"/>
                </a:cubicBezTo>
                <a:lnTo>
                  <a:pt x="1467" y="2068"/>
                </a:lnTo>
                <a:cubicBezTo>
                  <a:pt x="1200" y="2381"/>
                  <a:pt x="1214" y="2851"/>
                  <a:pt x="1510" y="3147"/>
                </a:cubicBezTo>
                <a:cubicBezTo>
                  <a:pt x="1515" y="3152"/>
                  <a:pt x="1521" y="3158"/>
                  <a:pt x="1527" y="3163"/>
                </a:cubicBezTo>
                <a:lnTo>
                  <a:pt x="1004" y="4081"/>
                </a:lnTo>
                <a:cubicBezTo>
                  <a:pt x="786" y="4030"/>
                  <a:pt x="548" y="4089"/>
                  <a:pt x="379" y="4258"/>
                </a:cubicBezTo>
                <a:cubicBezTo>
                  <a:pt x="118" y="4519"/>
                  <a:pt x="118" y="4941"/>
                  <a:pt x="379" y="5201"/>
                </a:cubicBezTo>
                <a:cubicBezTo>
                  <a:pt x="639" y="5461"/>
                  <a:pt x="1061" y="5461"/>
                  <a:pt x="1321" y="5201"/>
                </a:cubicBezTo>
                <a:cubicBezTo>
                  <a:pt x="1579" y="4944"/>
                  <a:pt x="1581" y="4528"/>
                  <a:pt x="1329" y="4267"/>
                </a:cubicBezTo>
                <a:lnTo>
                  <a:pt x="1852" y="3349"/>
                </a:lnTo>
                <a:cubicBezTo>
                  <a:pt x="2115" y="3424"/>
                  <a:pt x="2409" y="3362"/>
                  <a:pt x="2620" y="3161"/>
                </a:cubicBezTo>
                <a:lnTo>
                  <a:pt x="3191" y="3532"/>
                </a:lnTo>
                <a:cubicBezTo>
                  <a:pt x="3155" y="3701"/>
                  <a:pt x="3202" y="3885"/>
                  <a:pt x="3334" y="4017"/>
                </a:cubicBezTo>
                <a:cubicBezTo>
                  <a:pt x="3540" y="4223"/>
                  <a:pt x="3874" y="4223"/>
                  <a:pt x="4081" y="4017"/>
                </a:cubicBezTo>
                <a:cubicBezTo>
                  <a:pt x="4287" y="3811"/>
                  <a:pt x="4287" y="3476"/>
                  <a:pt x="4081" y="3270"/>
                </a:cubicBezTo>
                <a:cubicBezTo>
                  <a:pt x="3894" y="3083"/>
                  <a:pt x="3601" y="3066"/>
                  <a:pt x="3395" y="3218"/>
                </a:cubicBezTo>
                <a:close/>
                <a:moveTo>
                  <a:pt x="604" y="4582"/>
                </a:moveTo>
                <a:cubicBezTo>
                  <a:pt x="592" y="4596"/>
                  <a:pt x="580" y="4610"/>
                  <a:pt x="568" y="4621"/>
                </a:cubicBezTo>
                <a:cubicBezTo>
                  <a:pt x="553" y="4636"/>
                  <a:pt x="534" y="4654"/>
                  <a:pt x="509" y="4661"/>
                </a:cubicBezTo>
                <a:cubicBezTo>
                  <a:pt x="478" y="4671"/>
                  <a:pt x="446" y="4663"/>
                  <a:pt x="422" y="4638"/>
                </a:cubicBezTo>
                <a:cubicBezTo>
                  <a:pt x="358" y="4575"/>
                  <a:pt x="382" y="4454"/>
                  <a:pt x="478" y="4358"/>
                </a:cubicBezTo>
                <a:cubicBezTo>
                  <a:pt x="574" y="4262"/>
                  <a:pt x="695" y="4238"/>
                  <a:pt x="758" y="4302"/>
                </a:cubicBezTo>
                <a:cubicBezTo>
                  <a:pt x="783" y="4326"/>
                  <a:pt x="791" y="4358"/>
                  <a:pt x="781" y="4389"/>
                </a:cubicBezTo>
                <a:cubicBezTo>
                  <a:pt x="774" y="4414"/>
                  <a:pt x="756" y="4434"/>
                  <a:pt x="741" y="4448"/>
                </a:cubicBezTo>
                <a:cubicBezTo>
                  <a:pt x="730" y="4460"/>
                  <a:pt x="716" y="4472"/>
                  <a:pt x="702" y="4484"/>
                </a:cubicBezTo>
                <a:cubicBezTo>
                  <a:pt x="685" y="4499"/>
                  <a:pt x="668" y="4514"/>
                  <a:pt x="651" y="4531"/>
                </a:cubicBezTo>
                <a:cubicBezTo>
                  <a:pt x="634" y="4548"/>
                  <a:pt x="619" y="4565"/>
                  <a:pt x="604" y="4582"/>
                </a:cubicBezTo>
                <a:close/>
                <a:moveTo>
                  <a:pt x="3223" y="852"/>
                </a:moveTo>
                <a:cubicBezTo>
                  <a:pt x="3319" y="756"/>
                  <a:pt x="3440" y="732"/>
                  <a:pt x="3503" y="795"/>
                </a:cubicBezTo>
                <a:cubicBezTo>
                  <a:pt x="3528" y="820"/>
                  <a:pt x="3536" y="851"/>
                  <a:pt x="3527" y="882"/>
                </a:cubicBezTo>
                <a:cubicBezTo>
                  <a:pt x="3519" y="907"/>
                  <a:pt x="3501" y="927"/>
                  <a:pt x="3487" y="942"/>
                </a:cubicBezTo>
                <a:cubicBezTo>
                  <a:pt x="3475" y="953"/>
                  <a:pt x="3461" y="965"/>
                  <a:pt x="3447" y="978"/>
                </a:cubicBezTo>
                <a:cubicBezTo>
                  <a:pt x="3430" y="993"/>
                  <a:pt x="3413" y="1008"/>
                  <a:pt x="3396" y="1025"/>
                </a:cubicBezTo>
                <a:cubicBezTo>
                  <a:pt x="3379" y="1042"/>
                  <a:pt x="3364" y="1059"/>
                  <a:pt x="3349" y="1075"/>
                </a:cubicBezTo>
                <a:cubicBezTo>
                  <a:pt x="3337" y="1090"/>
                  <a:pt x="3325" y="1103"/>
                  <a:pt x="3313" y="1115"/>
                </a:cubicBezTo>
                <a:cubicBezTo>
                  <a:pt x="3299" y="1130"/>
                  <a:pt x="3279" y="1147"/>
                  <a:pt x="3254" y="1155"/>
                </a:cubicBezTo>
                <a:cubicBezTo>
                  <a:pt x="3223" y="1165"/>
                  <a:pt x="3191" y="1156"/>
                  <a:pt x="3167" y="1132"/>
                </a:cubicBezTo>
                <a:cubicBezTo>
                  <a:pt x="3103" y="1068"/>
                  <a:pt x="3128" y="948"/>
                  <a:pt x="3223" y="852"/>
                </a:cubicBezTo>
                <a:close/>
                <a:moveTo>
                  <a:pt x="474" y="568"/>
                </a:moveTo>
                <a:cubicBezTo>
                  <a:pt x="461" y="582"/>
                  <a:pt x="450" y="595"/>
                  <a:pt x="438" y="606"/>
                </a:cubicBezTo>
                <a:cubicBezTo>
                  <a:pt x="424" y="620"/>
                  <a:pt x="405" y="638"/>
                  <a:pt x="381" y="645"/>
                </a:cubicBezTo>
                <a:cubicBezTo>
                  <a:pt x="350" y="655"/>
                  <a:pt x="319" y="646"/>
                  <a:pt x="296" y="623"/>
                </a:cubicBezTo>
                <a:cubicBezTo>
                  <a:pt x="234" y="561"/>
                  <a:pt x="258" y="444"/>
                  <a:pt x="351" y="350"/>
                </a:cubicBezTo>
                <a:cubicBezTo>
                  <a:pt x="444" y="257"/>
                  <a:pt x="561" y="233"/>
                  <a:pt x="623" y="295"/>
                </a:cubicBezTo>
                <a:cubicBezTo>
                  <a:pt x="647" y="319"/>
                  <a:pt x="655" y="350"/>
                  <a:pt x="646" y="380"/>
                </a:cubicBezTo>
                <a:cubicBezTo>
                  <a:pt x="638" y="404"/>
                  <a:pt x="621" y="423"/>
                  <a:pt x="607" y="438"/>
                </a:cubicBezTo>
                <a:cubicBezTo>
                  <a:pt x="596" y="449"/>
                  <a:pt x="582" y="461"/>
                  <a:pt x="568" y="473"/>
                </a:cubicBezTo>
                <a:cubicBezTo>
                  <a:pt x="552" y="487"/>
                  <a:pt x="536" y="502"/>
                  <a:pt x="519" y="518"/>
                </a:cubicBezTo>
                <a:cubicBezTo>
                  <a:pt x="503" y="535"/>
                  <a:pt x="488" y="552"/>
                  <a:pt x="474" y="568"/>
                </a:cubicBezTo>
                <a:close/>
                <a:moveTo>
                  <a:pt x="1629" y="2140"/>
                </a:moveTo>
                <a:cubicBezTo>
                  <a:pt x="1743" y="2025"/>
                  <a:pt x="1887" y="1996"/>
                  <a:pt x="1963" y="2072"/>
                </a:cubicBezTo>
                <a:cubicBezTo>
                  <a:pt x="1992" y="2101"/>
                  <a:pt x="2002" y="2139"/>
                  <a:pt x="1991" y="2176"/>
                </a:cubicBezTo>
                <a:cubicBezTo>
                  <a:pt x="1982" y="2206"/>
                  <a:pt x="1961" y="2230"/>
                  <a:pt x="1943" y="2247"/>
                </a:cubicBezTo>
                <a:cubicBezTo>
                  <a:pt x="1929" y="2261"/>
                  <a:pt x="1913" y="2275"/>
                  <a:pt x="1896" y="2290"/>
                </a:cubicBezTo>
                <a:cubicBezTo>
                  <a:pt x="1876" y="2308"/>
                  <a:pt x="1855" y="2326"/>
                  <a:pt x="1835" y="2346"/>
                </a:cubicBezTo>
                <a:cubicBezTo>
                  <a:pt x="1815" y="2366"/>
                  <a:pt x="1797" y="2387"/>
                  <a:pt x="1779" y="2407"/>
                </a:cubicBezTo>
                <a:cubicBezTo>
                  <a:pt x="1764" y="2424"/>
                  <a:pt x="1750" y="2440"/>
                  <a:pt x="1736" y="2454"/>
                </a:cubicBezTo>
                <a:cubicBezTo>
                  <a:pt x="1719" y="2472"/>
                  <a:pt x="1695" y="2493"/>
                  <a:pt x="1665" y="2502"/>
                </a:cubicBezTo>
                <a:cubicBezTo>
                  <a:pt x="1628" y="2513"/>
                  <a:pt x="1590" y="2503"/>
                  <a:pt x="1561" y="2474"/>
                </a:cubicBezTo>
                <a:cubicBezTo>
                  <a:pt x="1485" y="2398"/>
                  <a:pt x="1514" y="2254"/>
                  <a:pt x="1629" y="2140"/>
                </a:cubicBezTo>
                <a:close/>
                <a:moveTo>
                  <a:pt x="3484" y="3558"/>
                </a:moveTo>
                <a:cubicBezTo>
                  <a:pt x="3473" y="3569"/>
                  <a:pt x="3457" y="3583"/>
                  <a:pt x="3437" y="3589"/>
                </a:cubicBezTo>
                <a:cubicBezTo>
                  <a:pt x="3413" y="3597"/>
                  <a:pt x="3387" y="3590"/>
                  <a:pt x="3368" y="3571"/>
                </a:cubicBezTo>
                <a:cubicBezTo>
                  <a:pt x="3318" y="3521"/>
                  <a:pt x="3337" y="3425"/>
                  <a:pt x="3413" y="3349"/>
                </a:cubicBezTo>
                <a:cubicBezTo>
                  <a:pt x="3489" y="3273"/>
                  <a:pt x="3584" y="3254"/>
                  <a:pt x="3635" y="3304"/>
                </a:cubicBezTo>
                <a:cubicBezTo>
                  <a:pt x="3654" y="3324"/>
                  <a:pt x="3661" y="3349"/>
                  <a:pt x="3653" y="3373"/>
                </a:cubicBezTo>
                <a:cubicBezTo>
                  <a:pt x="3647" y="3393"/>
                  <a:pt x="3633" y="3409"/>
                  <a:pt x="3621" y="3420"/>
                </a:cubicBezTo>
                <a:cubicBezTo>
                  <a:pt x="3612" y="3430"/>
                  <a:pt x="3601" y="3439"/>
                  <a:pt x="3590" y="3449"/>
                </a:cubicBezTo>
                <a:cubicBezTo>
                  <a:pt x="3577" y="3461"/>
                  <a:pt x="3563" y="3473"/>
                  <a:pt x="3550" y="3486"/>
                </a:cubicBezTo>
                <a:cubicBezTo>
                  <a:pt x="3536" y="3500"/>
                  <a:pt x="3524" y="3513"/>
                  <a:pt x="3513" y="3526"/>
                </a:cubicBezTo>
                <a:cubicBezTo>
                  <a:pt x="3503" y="3538"/>
                  <a:pt x="3493" y="3548"/>
                  <a:pt x="3484" y="355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anchor="ct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gn="ctr">
              <a:lnSpc>
                <a:spcPct val="120000"/>
              </a:lnSpc>
            </a:pPr>
            <a:endParaRPr sz="1350" spc="150">
              <a:latin typeface="微软雅黑" panose="020B0503020204020204" charset="-122"/>
              <a:ea typeface="微软雅黑" panose="020B0503020204020204" charset="-122"/>
            </a:endParaRPr>
          </a:p>
        </p:txBody>
      </p:sp>
    </p:spTree>
    <p:custDataLst>
      <p:tags r:id="rId108"/>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文本框 41"/>
          <p:cNvSpPr txBox="1"/>
          <p:nvPr>
            <p:custDataLst>
              <p:tags r:id="rId1"/>
            </p:custDataLst>
          </p:nvPr>
        </p:nvSpPr>
        <p:spPr>
          <a:xfrm>
            <a:off x="5585596" y="2010688"/>
            <a:ext cx="3357609" cy="908050"/>
          </a:xfrm>
          <a:prstGeom prst="rect">
            <a:avLst/>
          </a:prstGeom>
          <a:noFill/>
          <a:ln>
            <a:solidFill>
              <a:schemeClr val="tx1">
                <a:lumMod val="50000"/>
                <a:lumOff val="50000"/>
              </a:schemeClr>
            </a:solidFill>
          </a:ln>
        </p:spPr>
        <p:txBody>
          <a:bodyPr wrap="square" lIns="67500" tIns="35100" rIns="67500" bIns="35100">
            <a:spAutoFit/>
          </a:bodyPr>
          <a:lstStyle>
            <a:defPPr>
              <a:defRPr lang="zh-CN"/>
            </a:defPPr>
            <a:lvl1pPr>
              <a:lnSpc>
                <a:spcPct val="130000"/>
              </a:lnSpc>
              <a:defRPr sz="1400" spc="150">
                <a:latin typeface="Arial" panose="020B0604020202020204" pitchFamily="34" charset="0"/>
                <a:ea typeface="微软雅黑" panose="020B0503020204020204" charset="-122"/>
              </a:defRPr>
            </a:lvl1pPr>
          </a:lstStyle>
          <a:p>
            <a:pPr indent="304800" fontAlgn="auto">
              <a:extLst>
                <a:ext uri="{35155182-B16C-46BC-9424-99874614C6A1}">
                  <wpsdc:indentchars xmlns:wpsdc="http://www.wps.cn/officeDocument/2017/drawingmlCustomData" val="200" checksum="2875442453"/>
                </a:ext>
              </a:extLst>
            </a:pPr>
            <a:r>
              <a:rPr lang="zh-CN" altLang="en-US" sz="1050">
                <a:sym typeface="Arial" panose="020B0604020202020204" pitchFamily="34" charset="0"/>
              </a:rPr>
              <a:t>为了推广学校创新创业活动，学校将在周末举行创新创业活动基本情况介绍讲座。孙红需要为主讲教师制作介绍课件，其中包含七张幻灯片，如图 6-1所示。</a:t>
            </a:r>
            <a:endParaRPr lang="zh-CN" altLang="en-US" sz="1050">
              <a:sym typeface="Arial" panose="020B0604020202020204" pitchFamily="34" charset="0"/>
            </a:endParaRPr>
          </a:p>
        </p:txBody>
      </p:sp>
      <p:sp>
        <p:nvSpPr>
          <p:cNvPr id="43" name="文本框 42"/>
          <p:cNvSpPr txBox="1"/>
          <p:nvPr>
            <p:custDataLst>
              <p:tags r:id="rId2"/>
            </p:custDataLst>
          </p:nvPr>
        </p:nvSpPr>
        <p:spPr>
          <a:xfrm>
            <a:off x="5585596" y="1496891"/>
            <a:ext cx="3357609" cy="378287"/>
          </a:xfrm>
          <a:prstGeom prst="rect">
            <a:avLst/>
          </a:prstGeom>
          <a:solidFill>
            <a:schemeClr val="accent2">
              <a:lumMod val="20000"/>
              <a:lumOff val="80000"/>
            </a:schemeClr>
          </a:solidFill>
        </p:spPr>
        <p:txBody>
          <a:bodyPr wrap="square" lIns="67500" tIns="35100" rIns="67500" bIns="35100">
            <a:normAutofit/>
          </a:bodyPr>
          <a:lstStyle/>
          <a:p>
            <a:pPr marL="285750" indent="-285750">
              <a:lnSpc>
                <a:spcPct val="130000"/>
              </a:lnSpc>
              <a:buClr>
                <a:srgbClr val="E95730"/>
              </a:buClr>
              <a:buFont typeface="Wingdings" panose="05000000000000000000" charset="0"/>
              <a:buChar char="Ø"/>
            </a:pPr>
            <a:r>
              <a:rPr lang="zh-CN" altLang="en-US" sz="1350" b="1" spc="300">
                <a:solidFill>
                  <a:srgbClr val="E95730"/>
                </a:solidFill>
                <a:effectLst>
                  <a:outerShdw blurRad="38100" dist="38100" dir="2700000" algn="tl">
                    <a:srgbClr val="000000">
                      <a:alpha val="43137"/>
                    </a:srgbClr>
                  </a:outerShdw>
                </a:effectLst>
                <a:latin typeface="Arial" panose="020B0604020202020204" pitchFamily="34" charset="0"/>
                <a:ea typeface="微软雅黑" panose="020B0503020204020204" charset="-122"/>
                <a:sym typeface="Arial" panose="020B0604020202020204" pitchFamily="34" charset="0"/>
              </a:rPr>
              <a:t>任务导入</a:t>
            </a:r>
            <a:endParaRPr lang="zh-CN" altLang="en-US" sz="1350" b="1" spc="300">
              <a:solidFill>
                <a:srgbClr val="E95730"/>
              </a:solidFill>
              <a:effectLst>
                <a:outerShdw blurRad="38100" dist="38100" dir="2700000" algn="tl">
                  <a:srgbClr val="000000">
                    <a:alpha val="43137"/>
                  </a:srgbClr>
                </a:outerShdw>
              </a:effectLst>
              <a:latin typeface="Arial" panose="020B0604020202020204" pitchFamily="34" charset="0"/>
              <a:ea typeface="微软雅黑" panose="020B0503020204020204" charset="-122"/>
              <a:sym typeface="Arial" panose="020B0604020202020204" pitchFamily="34" charset="0"/>
            </a:endParaRPr>
          </a:p>
        </p:txBody>
      </p:sp>
      <p:sp>
        <p:nvSpPr>
          <p:cNvPr id="5" name="文本框 4"/>
          <p:cNvSpPr txBox="1"/>
          <p:nvPr userDrawn="1"/>
        </p:nvSpPr>
        <p:spPr>
          <a:xfrm>
            <a:off x="5536625" y="568960"/>
            <a:ext cx="3268980" cy="368300"/>
          </a:xfrm>
          <a:prstGeom prst="rect">
            <a:avLst/>
          </a:prstGeom>
          <a:noFill/>
        </p:spPr>
        <p:txBody>
          <a:bodyPr wrap="none" rtlCol="0">
            <a:spAutoFit/>
          </a:bodyPr>
          <a:p>
            <a:pPr algn="l"/>
            <a:r>
              <a:rPr lang="zh-CN" altLang="en-US" sz="1800" dirty="0" smtClean="0">
                <a:solidFill>
                  <a:schemeClr val="tx1">
                    <a:lumMod val="75000"/>
                    <a:lumOff val="25000"/>
                  </a:schemeClr>
                </a:solidFill>
                <a:latin typeface="字魂35号-经典雅黑" panose="02000000000000000000" pitchFamily="2" charset="-122"/>
              </a:rPr>
              <a:t>任务</a:t>
            </a:r>
            <a:r>
              <a:rPr lang="en-US" altLang="zh-CN" sz="1800" dirty="0" smtClean="0">
                <a:solidFill>
                  <a:schemeClr val="tx1">
                    <a:lumMod val="75000"/>
                    <a:lumOff val="25000"/>
                  </a:schemeClr>
                </a:solidFill>
                <a:latin typeface="字魂35号-经典雅黑" panose="02000000000000000000" pitchFamily="2" charset="-122"/>
              </a:rPr>
              <a:t>1  制作活动宣传演示文稿</a:t>
            </a:r>
            <a:endParaRPr lang="en-US" altLang="zh-CN" sz="1800" dirty="0" smtClean="0">
              <a:solidFill>
                <a:schemeClr val="tx1">
                  <a:lumMod val="75000"/>
                  <a:lumOff val="25000"/>
                </a:schemeClr>
              </a:solidFill>
              <a:latin typeface="字魂35号-经典雅黑" panose="02000000000000000000" pitchFamily="2" charset="-122"/>
            </a:endParaRPr>
          </a:p>
        </p:txBody>
      </p:sp>
      <p:pic>
        <p:nvPicPr>
          <p:cNvPr id="2" name="图片 1"/>
          <p:cNvPicPr>
            <a:picLocks noChangeAspect="1"/>
          </p:cNvPicPr>
          <p:nvPr/>
        </p:nvPicPr>
        <p:blipFill>
          <a:blip r:embed="rId3">
            <a:clrChange>
              <a:clrFrom>
                <a:srgbClr val="C6EAFA">
                  <a:alpha val="100000"/>
                </a:srgbClr>
              </a:clrFrom>
              <a:clrTo>
                <a:srgbClr val="C6EAFA">
                  <a:alpha val="100000"/>
                  <a:alpha val="0"/>
                </a:srgbClr>
              </a:clrTo>
            </a:clrChange>
          </a:blip>
          <a:stretch>
            <a:fillRect/>
          </a:stretch>
        </p:blipFill>
        <p:spPr>
          <a:xfrm>
            <a:off x="348615" y="1158875"/>
            <a:ext cx="4977765" cy="282511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文本框 35"/>
          <p:cNvSpPr txBox="1"/>
          <p:nvPr>
            <p:custDataLst>
              <p:tags r:id="rId1"/>
            </p:custDataLst>
          </p:nvPr>
        </p:nvSpPr>
        <p:spPr>
          <a:xfrm>
            <a:off x="1727200" y="610235"/>
            <a:ext cx="5312410" cy="538480"/>
          </a:xfrm>
          <a:prstGeom prst="rect">
            <a:avLst/>
          </a:prstGeom>
          <a:noFill/>
        </p:spPr>
        <p:txBody>
          <a:bodyPr wrap="square" lIns="67500" tIns="35100" rIns="67500" bIns="35100" rtlCol="0" anchor="ctr" anchorCtr="0">
            <a:normAutofit/>
          </a:bodyPr>
          <a:p>
            <a:pPr marL="0" lvl="0" indent="0" algn="l">
              <a:lnSpc>
                <a:spcPct val="100000"/>
              </a:lnSpc>
              <a:spcBef>
                <a:spcPts val="0"/>
              </a:spcBef>
              <a:spcAft>
                <a:spcPts val="0"/>
              </a:spcAft>
              <a:buSzPct val="100000"/>
            </a:pPr>
            <a:r>
              <a:rPr lang="zh-CN" altLang="en-US" sz="1400" smtClean="0">
                <a:solidFill>
                  <a:schemeClr val="tx1"/>
                </a:solidFill>
                <a:sym typeface="Arial" panose="020B0604020202020204" pitchFamily="34" charset="0"/>
              </a:rPr>
              <a:t> 理解演示文稿的基本概念。</a:t>
            </a:r>
            <a:endParaRPr lang="zh-CN" altLang="en-US" sz="1400" smtClean="0">
              <a:solidFill>
                <a:schemeClr val="tx1"/>
              </a:solidFill>
              <a:sym typeface="Arial" panose="020B0604020202020204" pitchFamily="34" charset="0"/>
            </a:endParaRPr>
          </a:p>
        </p:txBody>
      </p:sp>
      <p:sp>
        <p:nvSpPr>
          <p:cNvPr id="4" name="矩形: 圆角 26"/>
          <p:cNvSpPr/>
          <p:nvPr>
            <p:custDataLst>
              <p:tags r:id="rId2"/>
            </p:custDataLst>
          </p:nvPr>
        </p:nvSpPr>
        <p:spPr>
          <a:xfrm rot="8032692">
            <a:off x="914400" y="772795"/>
            <a:ext cx="720725" cy="405765"/>
          </a:xfrm>
          <a:prstGeom prst="roundRect">
            <a:avLst>
              <a:gd name="adj" fmla="val 50000"/>
            </a:avLst>
          </a:prstGeom>
          <a:gradFill>
            <a:gsLst>
              <a:gs pos="32000">
                <a:schemeClr val="accent1">
                  <a:alpha val="50000"/>
                </a:schemeClr>
              </a:gs>
              <a:gs pos="0">
                <a:schemeClr val="accent1"/>
              </a:gs>
              <a:gs pos="10000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8" name="文本框 7"/>
          <p:cNvSpPr txBox="1"/>
          <p:nvPr>
            <p:custDataLst>
              <p:tags r:id="rId3"/>
            </p:custDataLst>
          </p:nvPr>
        </p:nvSpPr>
        <p:spPr>
          <a:xfrm>
            <a:off x="1162685" y="663575"/>
            <a:ext cx="421640" cy="431800"/>
          </a:xfrm>
          <a:prstGeom prst="rect">
            <a:avLst/>
          </a:prstGeom>
          <a:noFill/>
        </p:spPr>
        <p:txBody>
          <a:bodyPr wrap="square" rtlCol="0" anchor="ctr" anchorCtr="0">
            <a:normAutofit/>
          </a:bodyPr>
          <a:p>
            <a:pPr algn="ctr"/>
            <a:r>
              <a:rPr lang="en-US" altLang="zh-CN" sz="1600" b="1" dirty="0">
                <a:solidFill>
                  <a:schemeClr val="bg1"/>
                </a:solidFill>
              </a:rPr>
              <a:t>1</a:t>
            </a:r>
            <a:endParaRPr lang="en-US" altLang="zh-CN" sz="1600" b="1" dirty="0">
              <a:solidFill>
                <a:schemeClr val="bg1"/>
              </a:solidFill>
            </a:endParaRPr>
          </a:p>
        </p:txBody>
      </p:sp>
      <p:sp>
        <p:nvSpPr>
          <p:cNvPr id="9" name="文本框 8"/>
          <p:cNvSpPr txBox="1"/>
          <p:nvPr>
            <p:custDataLst>
              <p:tags r:id="rId4"/>
            </p:custDataLst>
          </p:nvPr>
        </p:nvSpPr>
        <p:spPr>
          <a:xfrm>
            <a:off x="1738630" y="1278255"/>
            <a:ext cx="5312410" cy="538480"/>
          </a:xfrm>
          <a:prstGeom prst="rect">
            <a:avLst/>
          </a:prstGeom>
          <a:noFill/>
        </p:spPr>
        <p:txBody>
          <a:bodyPr wrap="square" lIns="67500" tIns="35100" rIns="67500" bIns="35100" rtlCol="0" anchor="ctr" anchorCtr="0">
            <a:normAutofit/>
          </a:bodyPr>
          <a:p>
            <a:pPr marL="0" lvl="0" indent="0" algn="l">
              <a:lnSpc>
                <a:spcPct val="100000"/>
              </a:lnSpc>
              <a:spcBef>
                <a:spcPts val="0"/>
              </a:spcBef>
              <a:spcAft>
                <a:spcPts val="0"/>
              </a:spcAft>
              <a:buSzPct val="100000"/>
            </a:pPr>
            <a:r>
              <a:rPr lang="zh-CN" altLang="en-US" sz="1400" smtClean="0">
                <a:solidFill>
                  <a:schemeClr val="tx1"/>
                </a:solidFill>
                <a:sym typeface="Arial" panose="020B0604020202020204" pitchFamily="34" charset="0"/>
              </a:rPr>
              <a:t>会手工创建、编辑、保存演示文稿。</a:t>
            </a:r>
            <a:endParaRPr lang="zh-CN" altLang="en-US" sz="1400" smtClean="0">
              <a:solidFill>
                <a:schemeClr val="tx1"/>
              </a:solidFill>
              <a:sym typeface="Arial" panose="020B0604020202020204" pitchFamily="34" charset="0"/>
            </a:endParaRPr>
          </a:p>
        </p:txBody>
      </p:sp>
      <p:sp>
        <p:nvSpPr>
          <p:cNvPr id="28" name="矩形: 圆角 27"/>
          <p:cNvSpPr/>
          <p:nvPr>
            <p:custDataLst>
              <p:tags r:id="rId5"/>
            </p:custDataLst>
          </p:nvPr>
        </p:nvSpPr>
        <p:spPr>
          <a:xfrm rot="8032692">
            <a:off x="914400" y="1440180"/>
            <a:ext cx="720725" cy="405765"/>
          </a:xfrm>
          <a:prstGeom prst="roundRect">
            <a:avLst>
              <a:gd name="adj" fmla="val 50000"/>
            </a:avLst>
          </a:prstGeom>
          <a:gradFill>
            <a:gsLst>
              <a:gs pos="0">
                <a:schemeClr val="accent3"/>
              </a:gs>
              <a:gs pos="32000">
                <a:schemeClr val="accent3">
                  <a:alpha val="50000"/>
                </a:schemeClr>
              </a:gs>
              <a:gs pos="100000">
                <a:schemeClr val="accent3">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3" name="文本框 32"/>
          <p:cNvSpPr txBox="1"/>
          <p:nvPr>
            <p:custDataLst>
              <p:tags r:id="rId6"/>
            </p:custDataLst>
          </p:nvPr>
        </p:nvSpPr>
        <p:spPr>
          <a:xfrm>
            <a:off x="1162685" y="1334135"/>
            <a:ext cx="421640" cy="431800"/>
          </a:xfrm>
          <a:prstGeom prst="rect">
            <a:avLst/>
          </a:prstGeom>
          <a:noFill/>
        </p:spPr>
        <p:txBody>
          <a:bodyPr wrap="square" rtlCol="0" anchor="ctr" anchorCtr="0">
            <a:normAutofit/>
          </a:bodyPr>
          <a:p>
            <a:pPr algn="ctr"/>
            <a:r>
              <a:rPr lang="en-US" altLang="zh-CN" sz="1600" b="1" dirty="0">
                <a:solidFill>
                  <a:schemeClr val="bg1"/>
                </a:solidFill>
              </a:rPr>
              <a:t>2</a:t>
            </a:r>
            <a:endParaRPr lang="en-US" altLang="zh-CN" sz="1600" b="1" dirty="0">
              <a:solidFill>
                <a:schemeClr val="bg1"/>
              </a:solidFill>
            </a:endParaRPr>
          </a:p>
        </p:txBody>
      </p:sp>
      <p:sp>
        <p:nvSpPr>
          <p:cNvPr id="38" name="文本框 37"/>
          <p:cNvSpPr txBox="1"/>
          <p:nvPr>
            <p:custDataLst>
              <p:tags r:id="rId7"/>
            </p:custDataLst>
          </p:nvPr>
        </p:nvSpPr>
        <p:spPr>
          <a:xfrm>
            <a:off x="1721485" y="1945640"/>
            <a:ext cx="5312410" cy="538480"/>
          </a:xfrm>
          <a:prstGeom prst="rect">
            <a:avLst/>
          </a:prstGeom>
          <a:noFill/>
        </p:spPr>
        <p:txBody>
          <a:bodyPr wrap="square" lIns="67500" tIns="35100" rIns="67500" bIns="35100" rtlCol="0" anchor="ctr" anchorCtr="0">
            <a:normAutofit/>
          </a:bodyPr>
          <a:p>
            <a:pPr marL="0" lvl="0" indent="0" algn="l">
              <a:lnSpc>
                <a:spcPct val="100000"/>
              </a:lnSpc>
              <a:spcBef>
                <a:spcPts val="0"/>
              </a:spcBef>
              <a:spcAft>
                <a:spcPts val="0"/>
              </a:spcAft>
              <a:buSzPct val="100000"/>
            </a:pPr>
            <a:r>
              <a:rPr lang="zh-CN" altLang="en-US" sz="1400" smtClean="0">
                <a:solidFill>
                  <a:schemeClr val="tx1"/>
                </a:solidFill>
                <a:sym typeface="Arial" panose="020B0604020202020204" pitchFamily="34" charset="0"/>
              </a:rPr>
              <a:t>会设置幻灯片主题。</a:t>
            </a:r>
            <a:endParaRPr lang="zh-CN" altLang="en-US" sz="1400" smtClean="0">
              <a:solidFill>
                <a:schemeClr val="tx1"/>
              </a:solidFill>
              <a:sym typeface="Arial" panose="020B0604020202020204" pitchFamily="34" charset="0"/>
            </a:endParaRPr>
          </a:p>
        </p:txBody>
      </p:sp>
      <p:sp>
        <p:nvSpPr>
          <p:cNvPr id="10" name="矩形: 圆角 28"/>
          <p:cNvSpPr/>
          <p:nvPr>
            <p:custDataLst>
              <p:tags r:id="rId8"/>
            </p:custDataLst>
          </p:nvPr>
        </p:nvSpPr>
        <p:spPr>
          <a:xfrm rot="8032692">
            <a:off x="914400" y="2106295"/>
            <a:ext cx="720725" cy="405765"/>
          </a:xfrm>
          <a:prstGeom prst="roundRect">
            <a:avLst>
              <a:gd name="adj" fmla="val 50000"/>
            </a:avLst>
          </a:prstGeom>
          <a:gradFill>
            <a:gsLst>
              <a:gs pos="0">
                <a:schemeClr val="accent2"/>
              </a:gs>
              <a:gs pos="32000">
                <a:schemeClr val="accent2">
                  <a:alpha val="50000"/>
                </a:schemeClr>
              </a:gs>
              <a:gs pos="100000">
                <a:schemeClr val="accent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1" name="文本框 10"/>
          <p:cNvSpPr txBox="1"/>
          <p:nvPr>
            <p:custDataLst>
              <p:tags r:id="rId9"/>
            </p:custDataLst>
          </p:nvPr>
        </p:nvSpPr>
        <p:spPr>
          <a:xfrm>
            <a:off x="1162685" y="2000250"/>
            <a:ext cx="421640" cy="431800"/>
          </a:xfrm>
          <a:prstGeom prst="rect">
            <a:avLst/>
          </a:prstGeom>
          <a:noFill/>
        </p:spPr>
        <p:txBody>
          <a:bodyPr wrap="square" rtlCol="0" anchor="ctr" anchorCtr="0">
            <a:normAutofit/>
          </a:bodyPr>
          <a:p>
            <a:pPr algn="ctr"/>
            <a:r>
              <a:rPr lang="en-US" altLang="zh-CN" sz="1600" b="1" dirty="0">
                <a:solidFill>
                  <a:srgbClr val="000000"/>
                </a:solidFill>
              </a:rPr>
              <a:t>3</a:t>
            </a:r>
            <a:endParaRPr lang="en-US" altLang="zh-CN" sz="1600" b="1" dirty="0">
              <a:solidFill>
                <a:srgbClr val="000000"/>
              </a:solidFill>
            </a:endParaRPr>
          </a:p>
        </p:txBody>
      </p:sp>
      <p:sp>
        <p:nvSpPr>
          <p:cNvPr id="30" name="矩形: 圆角 29"/>
          <p:cNvSpPr/>
          <p:nvPr>
            <p:custDataLst>
              <p:tags r:id="rId10"/>
            </p:custDataLst>
          </p:nvPr>
        </p:nvSpPr>
        <p:spPr>
          <a:xfrm rot="8032692">
            <a:off x="914400" y="2771140"/>
            <a:ext cx="720725" cy="405765"/>
          </a:xfrm>
          <a:prstGeom prst="roundRect">
            <a:avLst>
              <a:gd name="adj" fmla="val 50000"/>
            </a:avLst>
          </a:prstGeom>
          <a:gradFill>
            <a:gsLst>
              <a:gs pos="0">
                <a:schemeClr val="accent5"/>
              </a:gs>
              <a:gs pos="32000">
                <a:schemeClr val="accent5">
                  <a:alpha val="50000"/>
                </a:schemeClr>
              </a:gs>
              <a:gs pos="100000">
                <a:schemeClr val="accent5">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2" name="文本框 11"/>
          <p:cNvSpPr txBox="1"/>
          <p:nvPr>
            <p:custDataLst>
              <p:tags r:id="rId11"/>
            </p:custDataLst>
          </p:nvPr>
        </p:nvSpPr>
        <p:spPr>
          <a:xfrm>
            <a:off x="1162685" y="2665095"/>
            <a:ext cx="421640" cy="431800"/>
          </a:xfrm>
          <a:prstGeom prst="rect">
            <a:avLst/>
          </a:prstGeom>
          <a:noFill/>
        </p:spPr>
        <p:txBody>
          <a:bodyPr wrap="square" rtlCol="0" anchor="ctr" anchorCtr="0">
            <a:normAutofit/>
          </a:bodyPr>
          <a:p>
            <a:pPr algn="ctr"/>
            <a:r>
              <a:rPr lang="en-US" altLang="zh-CN" sz="1600" b="1" dirty="0">
                <a:solidFill>
                  <a:schemeClr val="bg1"/>
                </a:solidFill>
              </a:rPr>
              <a:t>4</a:t>
            </a:r>
            <a:endParaRPr lang="en-US" altLang="zh-CN" sz="1600" b="1" dirty="0">
              <a:solidFill>
                <a:schemeClr val="bg1"/>
              </a:solidFill>
            </a:endParaRPr>
          </a:p>
        </p:txBody>
      </p:sp>
      <p:sp>
        <p:nvSpPr>
          <p:cNvPr id="13" name="文本框 12"/>
          <p:cNvSpPr txBox="1"/>
          <p:nvPr>
            <p:custDataLst>
              <p:tags r:id="rId12"/>
            </p:custDataLst>
          </p:nvPr>
        </p:nvSpPr>
        <p:spPr>
          <a:xfrm>
            <a:off x="1738630" y="2611755"/>
            <a:ext cx="6623050" cy="538480"/>
          </a:xfrm>
          <a:prstGeom prst="rect">
            <a:avLst/>
          </a:prstGeom>
          <a:noFill/>
        </p:spPr>
        <p:txBody>
          <a:bodyPr wrap="square" lIns="67500" tIns="35100" rIns="67500" bIns="35100" rtlCol="0" anchor="ctr" anchorCtr="0"/>
          <a:p>
            <a:pPr marL="0" lvl="0" indent="0" algn="l">
              <a:lnSpc>
                <a:spcPct val="100000"/>
              </a:lnSpc>
              <a:spcBef>
                <a:spcPts val="0"/>
              </a:spcBef>
              <a:spcAft>
                <a:spcPts val="0"/>
              </a:spcAft>
              <a:buSzPct val="100000"/>
            </a:pPr>
            <a:r>
              <a:rPr lang="zh-CN" altLang="en-US" sz="1400" smtClean="0">
                <a:solidFill>
                  <a:schemeClr val="tx1"/>
                </a:solidFill>
                <a:sym typeface="Arial" panose="020B0604020202020204" pitchFamily="34" charset="0"/>
              </a:rPr>
              <a:t> 能熟练插入、编辑图片、表格、图表、SmartArt 图形等对象。</a:t>
            </a:r>
            <a:endParaRPr lang="zh-CN" altLang="en-US" sz="1400" smtClean="0">
              <a:solidFill>
                <a:schemeClr val="tx1"/>
              </a:solidFill>
              <a:sym typeface="Arial" panose="020B0604020202020204" pitchFamily="34" charset="0"/>
            </a:endParaRPr>
          </a:p>
        </p:txBody>
      </p:sp>
      <p:sp>
        <p:nvSpPr>
          <p:cNvPr id="14" name="矩形: 圆角 29"/>
          <p:cNvSpPr/>
          <p:nvPr>
            <p:custDataLst>
              <p:tags r:id="rId13"/>
            </p:custDataLst>
          </p:nvPr>
        </p:nvSpPr>
        <p:spPr>
          <a:xfrm rot="8032692">
            <a:off x="914400" y="3435985"/>
            <a:ext cx="720725" cy="405765"/>
          </a:xfrm>
          <a:prstGeom prst="roundRect">
            <a:avLst>
              <a:gd name="adj" fmla="val 50000"/>
            </a:avLst>
          </a:prstGeom>
          <a:gradFill>
            <a:gsLst>
              <a:gs pos="0">
                <a:schemeClr val="accent6"/>
              </a:gs>
              <a:gs pos="32000">
                <a:schemeClr val="accent6">
                  <a:alpha val="50000"/>
                </a:schemeClr>
              </a:gs>
              <a:gs pos="100000">
                <a:schemeClr val="accent6">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5" name="文本框 14"/>
          <p:cNvSpPr txBox="1"/>
          <p:nvPr>
            <p:custDataLst>
              <p:tags r:id="rId14"/>
            </p:custDataLst>
          </p:nvPr>
        </p:nvSpPr>
        <p:spPr>
          <a:xfrm>
            <a:off x="1162685" y="3329940"/>
            <a:ext cx="421640" cy="431800"/>
          </a:xfrm>
          <a:prstGeom prst="rect">
            <a:avLst/>
          </a:prstGeom>
          <a:noFill/>
        </p:spPr>
        <p:txBody>
          <a:bodyPr wrap="square" rtlCol="0" anchor="ctr" anchorCtr="0">
            <a:normAutofit/>
          </a:bodyPr>
          <a:p>
            <a:pPr algn="ctr"/>
            <a:r>
              <a:rPr lang="en-US" altLang="zh-CN" sz="1600" b="1" dirty="0" smtClean="0">
                <a:solidFill>
                  <a:srgbClr val="000000"/>
                </a:solidFill>
              </a:rPr>
              <a:t>5</a:t>
            </a:r>
            <a:endParaRPr lang="en-US" altLang="zh-CN" sz="1600" b="1" dirty="0" smtClean="0">
              <a:solidFill>
                <a:srgbClr val="000000"/>
              </a:solidFill>
            </a:endParaRPr>
          </a:p>
        </p:txBody>
      </p:sp>
      <p:sp>
        <p:nvSpPr>
          <p:cNvPr id="16" name="文本框 15"/>
          <p:cNvSpPr txBox="1"/>
          <p:nvPr>
            <p:custDataLst>
              <p:tags r:id="rId15"/>
            </p:custDataLst>
          </p:nvPr>
        </p:nvSpPr>
        <p:spPr>
          <a:xfrm>
            <a:off x="1738630" y="3276600"/>
            <a:ext cx="6303010" cy="538480"/>
          </a:xfrm>
          <a:prstGeom prst="rect">
            <a:avLst/>
          </a:prstGeom>
          <a:noFill/>
        </p:spPr>
        <p:txBody>
          <a:bodyPr wrap="square" lIns="67500" tIns="35100" rIns="67500" bIns="35100" rtlCol="0" anchor="ctr" anchorCtr="0">
            <a:normAutofit/>
          </a:bodyPr>
          <a:p>
            <a:pPr marL="0" lvl="0" indent="0" algn="l">
              <a:lnSpc>
                <a:spcPct val="100000"/>
              </a:lnSpc>
              <a:spcBef>
                <a:spcPts val="0"/>
              </a:spcBef>
              <a:spcAft>
                <a:spcPts val="0"/>
              </a:spcAft>
              <a:buSzPct val="100000"/>
            </a:pPr>
            <a:r>
              <a:rPr lang="zh-CN" altLang="en-US" sz="1400" smtClean="0">
                <a:solidFill>
                  <a:schemeClr val="tx1"/>
                </a:solidFill>
                <a:sym typeface="Arial" panose="020B0604020202020204" pitchFamily="34" charset="0"/>
              </a:rPr>
              <a:t>能熟练插入音频、视频等对象。</a:t>
            </a:r>
            <a:endParaRPr lang="zh-CN" altLang="en-US" sz="1400" smtClean="0">
              <a:solidFill>
                <a:schemeClr val="tx1"/>
              </a:solidFill>
              <a:sym typeface="Arial" panose="020B0604020202020204" pitchFamily="34" charset="0"/>
            </a:endParaRPr>
          </a:p>
        </p:txBody>
      </p:sp>
      <p:sp>
        <p:nvSpPr>
          <p:cNvPr id="45" name="矩形: 圆角 29"/>
          <p:cNvSpPr/>
          <p:nvPr>
            <p:custDataLst>
              <p:tags r:id="rId16"/>
            </p:custDataLst>
          </p:nvPr>
        </p:nvSpPr>
        <p:spPr>
          <a:xfrm rot="8032692">
            <a:off x="914400" y="4101465"/>
            <a:ext cx="720725" cy="405765"/>
          </a:xfrm>
          <a:prstGeom prst="roundRect">
            <a:avLst>
              <a:gd name="adj" fmla="val 50000"/>
            </a:avLst>
          </a:prstGeom>
          <a:gradFill>
            <a:gsLst>
              <a:gs pos="0">
                <a:schemeClr val="accent1"/>
              </a:gs>
              <a:gs pos="32000">
                <a:schemeClr val="accent1">
                  <a:alpha val="50000"/>
                </a:schemeClr>
              </a:gs>
              <a:gs pos="10000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6" name="文本框 45"/>
          <p:cNvSpPr txBox="1"/>
          <p:nvPr>
            <p:custDataLst>
              <p:tags r:id="rId17"/>
            </p:custDataLst>
          </p:nvPr>
        </p:nvSpPr>
        <p:spPr>
          <a:xfrm>
            <a:off x="1162685" y="3994785"/>
            <a:ext cx="421640" cy="431800"/>
          </a:xfrm>
          <a:prstGeom prst="rect">
            <a:avLst/>
          </a:prstGeom>
          <a:noFill/>
        </p:spPr>
        <p:txBody>
          <a:bodyPr wrap="square" rtlCol="0" anchor="ctr" anchorCtr="0">
            <a:normAutofit/>
          </a:bodyPr>
          <a:p>
            <a:pPr algn="ctr"/>
            <a:r>
              <a:rPr lang="en-US" altLang="zh-CN" sz="1600" b="1" dirty="0" smtClean="0">
                <a:solidFill>
                  <a:schemeClr val="bg1"/>
                </a:solidFill>
              </a:rPr>
              <a:t>6</a:t>
            </a:r>
            <a:endParaRPr lang="en-US" altLang="zh-CN" sz="1600" b="1" dirty="0" smtClean="0">
              <a:solidFill>
                <a:schemeClr val="bg1"/>
              </a:solidFill>
            </a:endParaRPr>
          </a:p>
        </p:txBody>
      </p:sp>
      <p:sp>
        <p:nvSpPr>
          <p:cNvPr id="47" name="文本框 46"/>
          <p:cNvSpPr txBox="1"/>
          <p:nvPr>
            <p:custDataLst>
              <p:tags r:id="rId18"/>
            </p:custDataLst>
          </p:nvPr>
        </p:nvSpPr>
        <p:spPr>
          <a:xfrm>
            <a:off x="1738630" y="3941445"/>
            <a:ext cx="5312410" cy="538480"/>
          </a:xfrm>
          <a:prstGeom prst="rect">
            <a:avLst/>
          </a:prstGeom>
          <a:noFill/>
        </p:spPr>
        <p:txBody>
          <a:bodyPr wrap="square" lIns="67500" tIns="35100" rIns="67500" bIns="35100" rtlCol="0" anchor="ctr" anchorCtr="0">
            <a:normAutofit/>
          </a:bodyPr>
          <a:p>
            <a:r>
              <a:rPr lang="en-US" altLang="zh-CN" sz="1400" dirty="0" smtClean="0">
                <a:solidFill>
                  <a:schemeClr val="tx1"/>
                </a:solidFill>
              </a:rPr>
              <a:t> 会使用不同的视图方式浏览演示文稿。</a:t>
            </a:r>
            <a:endParaRPr lang="en-US" altLang="zh-CN" sz="1400" dirty="0" smtClean="0">
              <a:solidFill>
                <a:schemeClr val="tx1"/>
              </a:solidFill>
            </a:endParaRPr>
          </a:p>
        </p:txBody>
      </p:sp>
      <p:grpSp>
        <p:nvGrpSpPr>
          <p:cNvPr id="5" name="组合 4"/>
          <p:cNvGrpSpPr/>
          <p:nvPr/>
        </p:nvGrpSpPr>
        <p:grpSpPr>
          <a:xfrm>
            <a:off x="6696710" y="500380"/>
            <a:ext cx="1468755" cy="1358900"/>
            <a:chOff x="6199" y="2617"/>
            <a:chExt cx="1763" cy="1763"/>
          </a:xfrm>
        </p:grpSpPr>
        <p:sp>
          <p:nvSpPr>
            <p:cNvPr id="26" name="圆角矩形 25"/>
            <p:cNvSpPr/>
            <p:nvPr>
              <p:custDataLst>
                <p:tags r:id="rId19"/>
              </p:custDataLst>
            </p:nvPr>
          </p:nvSpPr>
          <p:spPr>
            <a:xfrm>
              <a:off x="6199" y="2617"/>
              <a:ext cx="1763" cy="1763"/>
            </a:xfrm>
            <a:prstGeom prst="roundRect">
              <a:avLst/>
            </a:prstGeom>
            <a:solidFill>
              <a:sysClr val="window" lastClr="FFFFFF">
                <a:lumMod val="75000"/>
              </a:sysClr>
            </a:solidFill>
            <a:ln w="76200">
              <a:solidFill>
                <a:srgbClr val="4D576B">
                  <a:lumMod val="20000"/>
                  <a:lumOff val="80000"/>
                </a:srgbClr>
              </a:solidFill>
            </a:ln>
          </p:spPr>
          <p:style>
            <a:lnRef idx="2">
              <a:srgbClr val="1F74AD">
                <a:shade val="50000"/>
              </a:srgbClr>
            </a:lnRef>
            <a:fillRef idx="1">
              <a:srgbClr val="1F74AD"/>
            </a:fillRef>
            <a:effectRef idx="0">
              <a:srgbClr val="1F74AD"/>
            </a:effectRef>
            <a:fontRef idx="minor">
              <a:sysClr val="window" lastClr="FFFFFF"/>
            </a:fontRef>
          </p:style>
          <p:txBody>
            <a:bodyPr anchor="ctr"/>
            <a:p>
              <a:pPr algn="ctr">
                <a:lnSpc>
                  <a:spcPct val="120000"/>
                </a:lnSpc>
              </a:pPr>
              <a:endParaRPr sz="1350">
                <a:latin typeface="微软雅黑" panose="020B0503020204020204" charset="-122"/>
                <a:ea typeface="微软雅黑" panose="020B0503020204020204" charset="-122"/>
              </a:endParaRPr>
            </a:p>
          </p:txBody>
        </p:sp>
        <p:sp>
          <p:nvSpPr>
            <p:cNvPr id="27" name="圆角矩形 26"/>
            <p:cNvSpPr/>
            <p:nvPr>
              <p:custDataLst>
                <p:tags r:id="rId20"/>
              </p:custDataLst>
            </p:nvPr>
          </p:nvSpPr>
          <p:spPr>
            <a:xfrm>
              <a:off x="6309" y="2726"/>
              <a:ext cx="1544" cy="1544"/>
            </a:xfrm>
            <a:prstGeom prst="roundRect">
              <a:avLst/>
            </a:prstGeom>
            <a:solidFill>
              <a:sysClr val="window" lastClr="FFFFFF"/>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p>
              <a:pPr algn="ctr">
                <a:lnSpc>
                  <a:spcPct val="120000"/>
                </a:lnSpc>
              </a:pPr>
              <a:endParaRPr sz="1350">
                <a:latin typeface="微软雅黑" panose="020B0503020204020204" charset="-122"/>
                <a:ea typeface="微软雅黑" panose="020B0503020204020204" charset="-122"/>
              </a:endParaRPr>
            </a:p>
          </p:txBody>
        </p:sp>
        <p:sp>
          <p:nvSpPr>
            <p:cNvPr id="2" name="矩形 1"/>
            <p:cNvSpPr/>
            <p:nvPr>
              <p:custDataLst>
                <p:tags r:id="rId21"/>
              </p:custDataLst>
            </p:nvPr>
          </p:nvSpPr>
          <p:spPr>
            <a:xfrm>
              <a:off x="6521" y="2909"/>
              <a:ext cx="370" cy="191"/>
            </a:xfrm>
            <a:prstGeom prst="rect">
              <a:avLst/>
            </a:prstGeom>
            <a:solidFill>
              <a:srgbClr val="0096D6"/>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18" name="任意多边形 17"/>
            <p:cNvSpPr/>
            <p:nvPr>
              <p:custDataLst>
                <p:tags r:id="rId22"/>
              </p:custDataLst>
            </p:nvPr>
          </p:nvSpPr>
          <p:spPr>
            <a:xfrm>
              <a:off x="7451" y="3909"/>
              <a:ext cx="267" cy="267"/>
            </a:xfrm>
            <a:custGeom>
              <a:avLst/>
              <a:gdLst>
                <a:gd name="connsiteX0" fmla="*/ 259984 w 607639"/>
                <a:gd name="connsiteY0" fmla="*/ 430308 h 606722"/>
                <a:gd name="connsiteX1" fmla="*/ 287837 w 607639"/>
                <a:gd name="connsiteY1" fmla="*/ 458126 h 606722"/>
                <a:gd name="connsiteX2" fmla="*/ 139047 w 607639"/>
                <a:gd name="connsiteY2" fmla="*/ 606722 h 606722"/>
                <a:gd name="connsiteX3" fmla="*/ 111282 w 607639"/>
                <a:gd name="connsiteY3" fmla="*/ 578905 h 606722"/>
                <a:gd name="connsiteX4" fmla="*/ 204460 w 607639"/>
                <a:gd name="connsiteY4" fmla="*/ 374844 h 606722"/>
                <a:gd name="connsiteX5" fmla="*/ 232231 w 607639"/>
                <a:gd name="connsiteY5" fmla="*/ 402573 h 606722"/>
                <a:gd name="connsiteX6" fmla="*/ 27771 w 607639"/>
                <a:gd name="connsiteY6" fmla="*/ 606722 h 606722"/>
                <a:gd name="connsiteX7" fmla="*/ 0 w 607639"/>
                <a:gd name="connsiteY7" fmla="*/ 578904 h 606722"/>
                <a:gd name="connsiteX8" fmla="*/ 148791 w 607639"/>
                <a:gd name="connsiteY8" fmla="*/ 319309 h 606722"/>
                <a:gd name="connsiteX9" fmla="*/ 176555 w 607639"/>
                <a:gd name="connsiteY9" fmla="*/ 347040 h 606722"/>
                <a:gd name="connsiteX10" fmla="*/ 27853 w 607639"/>
                <a:gd name="connsiteY10" fmla="*/ 495652 h 606722"/>
                <a:gd name="connsiteX11" fmla="*/ 0 w 607639"/>
                <a:gd name="connsiteY11" fmla="*/ 467921 h 606722"/>
                <a:gd name="connsiteX12" fmla="*/ 482456 w 607639"/>
                <a:gd name="connsiteY12" fmla="*/ 291506 h 606722"/>
                <a:gd name="connsiteX13" fmla="*/ 441354 w 607639"/>
                <a:gd name="connsiteY13" fmla="*/ 444829 h 606722"/>
                <a:gd name="connsiteX14" fmla="*/ 385749 w 607639"/>
                <a:gd name="connsiteY14" fmla="*/ 500380 h 606722"/>
                <a:gd name="connsiteX15" fmla="*/ 329611 w 607639"/>
                <a:gd name="connsiteY15" fmla="*/ 444295 h 606722"/>
                <a:gd name="connsiteX16" fmla="*/ 218312 w 607639"/>
                <a:gd name="connsiteY16" fmla="*/ 277605 h 606722"/>
                <a:gd name="connsiteX17" fmla="*/ 329470 w 607639"/>
                <a:gd name="connsiteY17" fmla="*/ 388739 h 606722"/>
                <a:gd name="connsiteX18" fmla="*/ 301703 w 607639"/>
                <a:gd name="connsiteY18" fmla="*/ 416478 h 606722"/>
                <a:gd name="connsiteX19" fmla="*/ 190456 w 607639"/>
                <a:gd name="connsiteY19" fmla="*/ 305433 h 606722"/>
                <a:gd name="connsiteX20" fmla="*/ 315639 w 607639"/>
                <a:gd name="connsiteY20" fmla="*/ 124971 h 606722"/>
                <a:gd name="connsiteX21" fmla="*/ 162720 w 607639"/>
                <a:gd name="connsiteY21" fmla="*/ 277604 h 606722"/>
                <a:gd name="connsiteX22" fmla="*/ 106554 w 607639"/>
                <a:gd name="connsiteY22" fmla="*/ 221544 h 606722"/>
                <a:gd name="connsiteX23" fmla="*/ 162097 w 607639"/>
                <a:gd name="connsiteY23" fmla="*/ 166016 h 606722"/>
                <a:gd name="connsiteX24" fmla="*/ 459243 w 607639"/>
                <a:gd name="connsiteY24" fmla="*/ 120359 h 606722"/>
                <a:gd name="connsiteX25" fmla="*/ 431471 w 607639"/>
                <a:gd name="connsiteY25" fmla="*/ 148088 h 606722"/>
                <a:gd name="connsiteX26" fmla="*/ 459243 w 607639"/>
                <a:gd name="connsiteY26" fmla="*/ 175905 h 606722"/>
                <a:gd name="connsiteX27" fmla="*/ 487103 w 607639"/>
                <a:gd name="connsiteY27" fmla="*/ 148088 h 606722"/>
                <a:gd name="connsiteX28" fmla="*/ 445357 w 607639"/>
                <a:gd name="connsiteY28" fmla="*/ 50948 h 606722"/>
                <a:gd name="connsiteX29" fmla="*/ 556620 w 607639"/>
                <a:gd name="connsiteY29" fmla="*/ 161952 h 606722"/>
                <a:gd name="connsiteX30" fmla="*/ 357326 w 607639"/>
                <a:gd name="connsiteY30" fmla="*/ 360942 h 606722"/>
                <a:gd name="connsiteX31" fmla="*/ 246062 w 607639"/>
                <a:gd name="connsiteY31" fmla="*/ 249938 h 606722"/>
                <a:gd name="connsiteX32" fmla="*/ 607639 w 607639"/>
                <a:gd name="connsiteY32" fmla="*/ 0 h 606722"/>
                <a:gd name="connsiteX33" fmla="*/ 576136 w 607639"/>
                <a:gd name="connsiteY33" fmla="*/ 125818 h 606722"/>
                <a:gd name="connsiteX34" fmla="*/ 481539 w 607639"/>
                <a:gd name="connsiteY34" fmla="*/ 31454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7639" h="606722">
                  <a:moveTo>
                    <a:pt x="259984" y="430308"/>
                  </a:moveTo>
                  <a:lnTo>
                    <a:pt x="287837" y="458126"/>
                  </a:lnTo>
                  <a:lnTo>
                    <a:pt x="139047" y="606722"/>
                  </a:lnTo>
                  <a:lnTo>
                    <a:pt x="111282" y="578905"/>
                  </a:lnTo>
                  <a:close/>
                  <a:moveTo>
                    <a:pt x="204460" y="374844"/>
                  </a:moveTo>
                  <a:lnTo>
                    <a:pt x="232231" y="402573"/>
                  </a:lnTo>
                  <a:lnTo>
                    <a:pt x="27771" y="606722"/>
                  </a:lnTo>
                  <a:lnTo>
                    <a:pt x="0" y="578904"/>
                  </a:lnTo>
                  <a:close/>
                  <a:moveTo>
                    <a:pt x="148791" y="319309"/>
                  </a:moveTo>
                  <a:lnTo>
                    <a:pt x="176555" y="347040"/>
                  </a:lnTo>
                  <a:lnTo>
                    <a:pt x="27853" y="495652"/>
                  </a:lnTo>
                  <a:lnTo>
                    <a:pt x="0" y="467921"/>
                  </a:lnTo>
                  <a:close/>
                  <a:moveTo>
                    <a:pt x="482456" y="291506"/>
                  </a:moveTo>
                  <a:lnTo>
                    <a:pt x="441354" y="444829"/>
                  </a:lnTo>
                  <a:lnTo>
                    <a:pt x="385749" y="500380"/>
                  </a:lnTo>
                  <a:lnTo>
                    <a:pt x="329611" y="444295"/>
                  </a:lnTo>
                  <a:close/>
                  <a:moveTo>
                    <a:pt x="218312" y="277605"/>
                  </a:moveTo>
                  <a:lnTo>
                    <a:pt x="329470" y="388739"/>
                  </a:lnTo>
                  <a:lnTo>
                    <a:pt x="301703" y="416478"/>
                  </a:lnTo>
                  <a:lnTo>
                    <a:pt x="190456" y="305433"/>
                  </a:lnTo>
                  <a:close/>
                  <a:moveTo>
                    <a:pt x="315639" y="124971"/>
                  </a:moveTo>
                  <a:lnTo>
                    <a:pt x="162720" y="277604"/>
                  </a:lnTo>
                  <a:lnTo>
                    <a:pt x="106554" y="221544"/>
                  </a:lnTo>
                  <a:lnTo>
                    <a:pt x="162097" y="166016"/>
                  </a:lnTo>
                  <a:close/>
                  <a:moveTo>
                    <a:pt x="459243" y="120359"/>
                  </a:moveTo>
                  <a:lnTo>
                    <a:pt x="431471" y="148088"/>
                  </a:lnTo>
                  <a:lnTo>
                    <a:pt x="459243" y="175905"/>
                  </a:lnTo>
                  <a:lnTo>
                    <a:pt x="487103" y="148088"/>
                  </a:lnTo>
                  <a:close/>
                  <a:moveTo>
                    <a:pt x="445357" y="50948"/>
                  </a:moveTo>
                  <a:lnTo>
                    <a:pt x="556620" y="161952"/>
                  </a:lnTo>
                  <a:lnTo>
                    <a:pt x="357326" y="360942"/>
                  </a:lnTo>
                  <a:lnTo>
                    <a:pt x="246062" y="249938"/>
                  </a:lnTo>
                  <a:close/>
                  <a:moveTo>
                    <a:pt x="607639" y="0"/>
                  </a:moveTo>
                  <a:lnTo>
                    <a:pt x="576136" y="125818"/>
                  </a:lnTo>
                  <a:lnTo>
                    <a:pt x="481539" y="31454"/>
                  </a:lnTo>
                  <a:close/>
                </a:path>
              </a:pathLst>
            </a:custGeom>
            <a:solidFill>
              <a:srgbClr val="0096D6"/>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17" name="矩形 16"/>
            <p:cNvSpPr/>
            <p:nvPr>
              <p:custDataLst>
                <p:tags r:id="rId23"/>
              </p:custDataLst>
            </p:nvPr>
          </p:nvSpPr>
          <p:spPr>
            <a:xfrm>
              <a:off x="6521" y="2909"/>
              <a:ext cx="111" cy="191"/>
            </a:xfrm>
            <a:prstGeom prst="rect">
              <a:avLst/>
            </a:prstGeom>
            <a:solidFill>
              <a:srgbClr val="0096D6">
                <a:lumMod val="60000"/>
                <a:lumOff val="40000"/>
              </a:srgbClr>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grpSp>
      <p:sp>
        <p:nvSpPr>
          <p:cNvPr id="3" name="文本框 2"/>
          <p:cNvSpPr txBox="1"/>
          <p:nvPr>
            <p:custDataLst>
              <p:tags r:id="rId24"/>
            </p:custDataLst>
          </p:nvPr>
        </p:nvSpPr>
        <p:spPr>
          <a:xfrm>
            <a:off x="6964680" y="969645"/>
            <a:ext cx="996950" cy="467360"/>
          </a:xfrm>
          <a:prstGeom prst="rect">
            <a:avLst/>
          </a:prstGeom>
          <a:noFill/>
        </p:spPr>
        <p:txBody>
          <a:bodyPr wrap="square" numCol="1" rtlCol="0">
            <a:prstTxWarp prst="textPlain">
              <a:avLst>
                <a:gd name="adj" fmla="val 50636"/>
              </a:avLst>
            </a:prstTxWarp>
            <a:sp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l" defTabSz="914400" rtl="0" eaLnBrk="1" fontAlgn="auto" latinLnBrk="0" hangingPunct="1">
              <a:lnSpc>
                <a:spcPct val="120000"/>
              </a:lnSpc>
              <a:buClrTx/>
              <a:buSzTx/>
              <a:buFontTx/>
              <a:buNone/>
              <a:defRPr/>
            </a:pPr>
            <a:r>
              <a:rPr kumimoji="0" lang="zh-CN" altLang="en-US" sz="800" b="0" i="0" u="none" strike="noStrike" kern="1200" cap="none" spc="0" normalizeH="0" baseline="0" noProof="0" dirty="0">
                <a:ln>
                  <a:noFill/>
                </a:ln>
                <a:effectLst/>
                <a:uLnTx/>
                <a:uFillTx/>
                <a:latin typeface="微软雅黑" panose="020B0503020204020204" charset="-122"/>
                <a:ea typeface="微软雅黑" panose="020B0503020204020204" charset="-122"/>
              </a:rPr>
              <a:t>学习目标</a:t>
            </a:r>
            <a:endParaRPr kumimoji="0" lang="zh-CN" altLang="en-US" sz="800" b="0" i="0" u="none" strike="noStrike" kern="1200" cap="none" spc="0" normalizeH="0" baseline="0" noProof="0" dirty="0">
              <a:ln>
                <a:noFill/>
              </a:ln>
              <a:effectLst/>
              <a:uLnTx/>
              <a:uFillTx/>
              <a:latin typeface="微软雅黑" panose="020B0503020204020204" charset="-122"/>
              <a:ea typeface="微软雅黑" panose="020B0503020204020204" charset="-122"/>
            </a:endParaRPr>
          </a:p>
        </p:txBody>
      </p:sp>
    </p:spTree>
    <p:custDataLst>
      <p:tags r:id="rId25"/>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a:stCxn id="23" idx="3"/>
          </p:cNvCxnSpPr>
          <p:nvPr>
            <p:custDataLst>
              <p:tags r:id="rId1"/>
            </p:custDataLst>
          </p:nvPr>
        </p:nvCxnSpPr>
        <p:spPr>
          <a:xfrm>
            <a:off x="1124712" y="548640"/>
            <a:ext cx="3022745" cy="0"/>
          </a:xfrm>
          <a:prstGeom prst="line">
            <a:avLst/>
          </a:prstGeom>
          <a:ln w="28575">
            <a:solidFill>
              <a:srgbClr val="CCAC7E"/>
            </a:solidFill>
          </a:ln>
        </p:spPr>
        <p:style>
          <a:lnRef idx="1">
            <a:srgbClr val="8B7B57"/>
          </a:lnRef>
          <a:fillRef idx="0">
            <a:srgbClr val="8B7B57"/>
          </a:fillRef>
          <a:effectRef idx="0">
            <a:srgbClr val="8B7B57"/>
          </a:effectRef>
          <a:fontRef idx="minor">
            <a:sysClr val="windowText" lastClr="000000"/>
          </a:fontRef>
        </p:style>
      </p:cxnSp>
      <p:sp>
        <p:nvSpPr>
          <p:cNvPr id="23" name="菱形 22"/>
          <p:cNvSpPr/>
          <p:nvPr>
            <p:custDataLst>
              <p:tags r:id="rId2"/>
            </p:custDataLst>
          </p:nvPr>
        </p:nvSpPr>
        <p:spPr>
          <a:xfrm>
            <a:off x="594360" y="283464"/>
            <a:ext cx="530352" cy="530352"/>
          </a:xfrm>
          <a:prstGeom prst="diamond">
            <a:avLst/>
          </a:prstGeom>
          <a:noFill/>
          <a:ln w="38100">
            <a:solidFill>
              <a:srgbClr val="8AA9B4"/>
            </a:solidFill>
          </a:ln>
        </p:spPr>
        <p:style>
          <a:lnRef idx="2">
            <a:srgbClr val="8B7B57">
              <a:shade val="50000"/>
            </a:srgbClr>
          </a:lnRef>
          <a:fillRef idx="1">
            <a:srgbClr val="8B7B57"/>
          </a:fillRef>
          <a:effectRef idx="0">
            <a:srgbClr val="8B7B57"/>
          </a:effectRef>
          <a:fontRef idx="minor">
            <a:sysClr val="window" lastClr="FFFFFF"/>
          </a:fontRef>
        </p:style>
        <p:txBody>
          <a:bodyPr rtlCol="0" anchor="ctr"/>
          <a:p>
            <a:pPr algn="ctr"/>
            <a:endParaRPr lang="zh-CN" altLang="en-US" sz="1350"/>
          </a:p>
        </p:txBody>
      </p:sp>
      <p:sp>
        <p:nvSpPr>
          <p:cNvPr id="7" name="菱形 6"/>
          <p:cNvSpPr/>
          <p:nvPr>
            <p:custDataLst>
              <p:tags r:id="rId3"/>
            </p:custDataLst>
          </p:nvPr>
        </p:nvSpPr>
        <p:spPr>
          <a:xfrm>
            <a:off x="0" y="118872"/>
            <a:ext cx="859536" cy="859536"/>
          </a:xfrm>
          <a:prstGeom prst="diamond">
            <a:avLst/>
          </a:prstGeom>
          <a:solidFill>
            <a:srgbClr val="8AA9B4"/>
          </a:solidFill>
          <a:ln>
            <a:noFill/>
          </a:ln>
        </p:spPr>
        <p:style>
          <a:lnRef idx="2">
            <a:srgbClr val="8B7B57">
              <a:shade val="50000"/>
            </a:srgbClr>
          </a:lnRef>
          <a:fillRef idx="1">
            <a:srgbClr val="8B7B57"/>
          </a:fillRef>
          <a:effectRef idx="0">
            <a:srgbClr val="8B7B57"/>
          </a:effectRef>
          <a:fontRef idx="minor">
            <a:sysClr val="window" lastClr="FFFFFF"/>
          </a:fontRef>
        </p:style>
        <p:txBody>
          <a:bodyPr rtlCol="0" anchor="ctr"/>
          <a:p>
            <a:pPr algn="ctr"/>
            <a:endParaRPr lang="zh-CN" altLang="en-US" sz="1350"/>
          </a:p>
        </p:txBody>
      </p:sp>
      <p:grpSp>
        <p:nvGrpSpPr>
          <p:cNvPr id="2" name="组合 1"/>
          <p:cNvGrpSpPr/>
          <p:nvPr/>
        </p:nvGrpSpPr>
        <p:grpSpPr>
          <a:xfrm>
            <a:off x="594360" y="3437890"/>
            <a:ext cx="914400" cy="887095"/>
            <a:chOff x="453" y="6359"/>
            <a:chExt cx="1440" cy="1397"/>
          </a:xfrm>
        </p:grpSpPr>
        <p:sp>
          <p:nvSpPr>
            <p:cNvPr id="11" name="矩形 10"/>
            <p:cNvSpPr/>
            <p:nvPr>
              <p:custDataLst>
                <p:tags r:id="rId4"/>
              </p:custDataLst>
            </p:nvPr>
          </p:nvSpPr>
          <p:spPr>
            <a:xfrm>
              <a:off x="453" y="6359"/>
              <a:ext cx="224" cy="1174"/>
            </a:xfrm>
            <a:prstGeom prst="rect">
              <a:avLst/>
            </a:prstGeom>
            <a:solidFill>
              <a:srgbClr val="CCAC7E">
                <a:lumMod val="60000"/>
                <a:lumOff val="40000"/>
              </a:srgbClr>
            </a:solidFill>
            <a:ln>
              <a:noFill/>
            </a:ln>
          </p:spPr>
          <p:style>
            <a:lnRef idx="2">
              <a:srgbClr val="8B7B57">
                <a:shade val="50000"/>
              </a:srgbClr>
            </a:lnRef>
            <a:fillRef idx="1">
              <a:srgbClr val="8B7B57"/>
            </a:fillRef>
            <a:effectRef idx="0">
              <a:srgbClr val="8B7B57"/>
            </a:effectRef>
            <a:fontRef idx="minor">
              <a:sysClr val="window" lastClr="FFFFFF"/>
            </a:fontRef>
          </p:style>
          <p:txBody>
            <a:bodyPr rtlCol="0" anchor="ctr"/>
            <a:p>
              <a:pPr algn="ctr"/>
              <a:endParaRPr lang="zh-CN" altLang="en-US" sz="1350"/>
            </a:p>
          </p:txBody>
        </p:sp>
        <p:sp>
          <p:nvSpPr>
            <p:cNvPr id="28" name="矩形 27"/>
            <p:cNvSpPr/>
            <p:nvPr>
              <p:custDataLst>
                <p:tags r:id="rId5"/>
              </p:custDataLst>
            </p:nvPr>
          </p:nvSpPr>
          <p:spPr>
            <a:xfrm rot="5400000">
              <a:off x="1061" y="6924"/>
              <a:ext cx="224" cy="1441"/>
            </a:xfrm>
            <a:prstGeom prst="rect">
              <a:avLst/>
            </a:prstGeom>
            <a:solidFill>
              <a:srgbClr val="CCAC7E">
                <a:lumMod val="60000"/>
                <a:lumOff val="40000"/>
              </a:srgbClr>
            </a:solidFill>
            <a:ln>
              <a:noFill/>
            </a:ln>
          </p:spPr>
          <p:style>
            <a:lnRef idx="2">
              <a:srgbClr val="8B7B57">
                <a:shade val="50000"/>
              </a:srgbClr>
            </a:lnRef>
            <a:fillRef idx="1">
              <a:srgbClr val="8B7B57"/>
            </a:fillRef>
            <a:effectRef idx="0">
              <a:srgbClr val="8B7B57"/>
            </a:effectRef>
            <a:fontRef idx="minor">
              <a:sysClr val="window" lastClr="FFFFFF"/>
            </a:fontRef>
          </p:style>
          <p:txBody>
            <a:bodyPr rtlCol="0" anchor="ctr"/>
            <a:p>
              <a:pPr algn="ctr"/>
              <a:endParaRPr lang="zh-CN" altLang="en-US" sz="1350"/>
            </a:p>
          </p:txBody>
        </p:sp>
      </p:grpSp>
      <p:sp>
        <p:nvSpPr>
          <p:cNvPr id="17" name="矩形 16"/>
          <p:cNvSpPr/>
          <p:nvPr>
            <p:custDataLst>
              <p:tags r:id="rId6"/>
            </p:custDataLst>
          </p:nvPr>
        </p:nvSpPr>
        <p:spPr>
          <a:xfrm>
            <a:off x="5909585" y="2242029"/>
            <a:ext cx="2804648" cy="1050290"/>
          </a:xfrm>
          <a:prstGeom prst="rect">
            <a:avLst/>
          </a:prstGeom>
        </p:spPr>
        <p:txBody>
          <a:bodyPr wrap="square">
            <a:spAutoFit/>
          </a:bodyPr>
          <a:p>
            <a:pPr marL="0" lvl="0" indent="0" algn="just">
              <a:lnSpc>
                <a:spcPct val="130000"/>
              </a:lnSpc>
              <a:spcBef>
                <a:spcPts val="0"/>
              </a:spcBef>
              <a:spcAft>
                <a:spcPts val="1000"/>
              </a:spcAft>
              <a:buSzPct val="100000"/>
            </a:pPr>
            <a:r>
              <a:rPr sz="1200" kern="0" spc="150" dirty="0">
                <a:latin typeface="Arial" panose="020B0604020202020204" pitchFamily="34" charset="0"/>
                <a:ea typeface="微软雅黑" panose="020B0503020204020204" charset="-122"/>
                <a:cs typeface="Times New Roman" panose="02020603050405020304" pitchFamily="18" charset="0"/>
                <a:sym typeface="+mn-ea"/>
              </a:rPr>
              <a:t>（1）单击“开始”按钮，启动 PowerPoint 2016 应用程序，将弹出 PowerPoint的“打开或新建”窗口，如图 6-2 所示。</a:t>
            </a:r>
            <a:endParaRPr sz="1200" kern="0" spc="150" dirty="0">
              <a:latin typeface="Arial" panose="020B0604020202020204" pitchFamily="34" charset="0"/>
              <a:ea typeface="微软雅黑" panose="020B0503020204020204" charset="-122"/>
              <a:cs typeface="Times New Roman" panose="02020603050405020304" pitchFamily="18" charset="0"/>
              <a:sym typeface="+mn-ea"/>
            </a:endParaRPr>
          </a:p>
        </p:txBody>
      </p:sp>
      <p:sp>
        <p:nvSpPr>
          <p:cNvPr id="20" name="文本框 19"/>
          <p:cNvSpPr txBox="1"/>
          <p:nvPr>
            <p:custDataLst>
              <p:tags r:id="rId7"/>
            </p:custDataLst>
          </p:nvPr>
        </p:nvSpPr>
        <p:spPr>
          <a:xfrm>
            <a:off x="1124712" y="565918"/>
            <a:ext cx="3149570" cy="530327"/>
          </a:xfrm>
          <a:prstGeom prst="rect">
            <a:avLst/>
          </a:prstGeom>
          <a:noFill/>
        </p:spPr>
        <p:txBody>
          <a:bodyPr wrap="square" rtlCol="0" anchor="ctr">
            <a:normAutofit/>
          </a:bodyPr>
          <a:p>
            <a:pPr marL="0" indent="0" algn="l">
              <a:lnSpc>
                <a:spcPct val="100000"/>
              </a:lnSpc>
              <a:spcBef>
                <a:spcPts val="0"/>
              </a:spcBef>
              <a:spcAft>
                <a:spcPts val="0"/>
              </a:spcAft>
              <a:buSzPct val="100000"/>
            </a:pPr>
            <a:r>
              <a:rPr lang="zh-CN" altLang="en-US" sz="2400" b="1" cap="all" spc="100" dirty="0">
                <a:solidFill>
                  <a:schemeClr val="tx1"/>
                </a:solidFill>
                <a:uFillTx/>
                <a:latin typeface="Arial" panose="020B0604020202020204" pitchFamily="34" charset="0"/>
                <a:ea typeface="微软雅黑" panose="020B0503020204020204" charset="-122"/>
                <a:sym typeface="+mn-ea"/>
              </a:rPr>
              <a:t>启动 PowerPoint</a:t>
            </a:r>
            <a:endParaRPr lang="zh-CN" altLang="en-US" sz="2400" b="1" cap="all" spc="100" dirty="0">
              <a:solidFill>
                <a:schemeClr val="tx1"/>
              </a:solidFill>
              <a:uFillTx/>
              <a:latin typeface="Arial" panose="020B0604020202020204" pitchFamily="34" charset="0"/>
              <a:ea typeface="微软雅黑" panose="020B0503020204020204" charset="-122"/>
              <a:sym typeface="+mn-ea"/>
            </a:endParaRPr>
          </a:p>
        </p:txBody>
      </p:sp>
      <p:cxnSp>
        <p:nvCxnSpPr>
          <p:cNvPr id="29" name="直接连接符 28"/>
          <p:cNvCxnSpPr/>
          <p:nvPr>
            <p:custDataLst>
              <p:tags r:id="rId8"/>
            </p:custDataLst>
          </p:nvPr>
        </p:nvCxnSpPr>
        <p:spPr>
          <a:xfrm>
            <a:off x="1202507" y="1107131"/>
            <a:ext cx="3456578" cy="0"/>
          </a:xfrm>
          <a:prstGeom prst="line">
            <a:avLst/>
          </a:prstGeom>
          <a:ln w="28575">
            <a:solidFill>
              <a:srgbClr val="CCAC7E"/>
            </a:solidFill>
          </a:ln>
        </p:spPr>
        <p:style>
          <a:lnRef idx="1">
            <a:srgbClr val="8B7B57"/>
          </a:lnRef>
          <a:fillRef idx="0">
            <a:srgbClr val="8B7B57"/>
          </a:fillRef>
          <a:effectRef idx="0">
            <a:srgbClr val="8B7B57"/>
          </a:effectRef>
          <a:fontRef idx="minor">
            <a:sysClr val="windowText" lastClr="000000"/>
          </a:fontRef>
        </p:style>
      </p:cxnSp>
      <p:cxnSp>
        <p:nvCxnSpPr>
          <p:cNvPr id="32" name="直接连接符 31"/>
          <p:cNvCxnSpPr/>
          <p:nvPr>
            <p:custDataLst>
              <p:tags r:id="rId9"/>
            </p:custDataLst>
          </p:nvPr>
        </p:nvCxnSpPr>
        <p:spPr>
          <a:xfrm>
            <a:off x="4484915" y="978408"/>
            <a:ext cx="0" cy="208135"/>
          </a:xfrm>
          <a:prstGeom prst="line">
            <a:avLst/>
          </a:prstGeom>
          <a:ln w="28575">
            <a:solidFill>
              <a:srgbClr val="CCAC7E"/>
            </a:solidFill>
          </a:ln>
        </p:spPr>
        <p:style>
          <a:lnRef idx="1">
            <a:srgbClr val="8B7B57"/>
          </a:lnRef>
          <a:fillRef idx="0">
            <a:srgbClr val="8B7B57"/>
          </a:fillRef>
          <a:effectRef idx="0">
            <a:srgbClr val="8B7B57"/>
          </a:effectRef>
          <a:fontRef idx="minor">
            <a:sysClr val="windowText" lastClr="000000"/>
          </a:fontRef>
        </p:style>
      </p:cxnSp>
      <p:pic>
        <p:nvPicPr>
          <p:cNvPr id="3" name="图片 2"/>
          <p:cNvPicPr>
            <a:picLocks noChangeAspect="1"/>
          </p:cNvPicPr>
          <p:nvPr/>
        </p:nvPicPr>
        <p:blipFill>
          <a:blip r:embed="rId10">
            <a:clrChange>
              <a:clrFrom>
                <a:srgbClr val="FFFFFF">
                  <a:alpha val="100000"/>
                </a:srgbClr>
              </a:clrFrom>
              <a:clrTo>
                <a:srgbClr val="FFFFFF">
                  <a:alpha val="100000"/>
                  <a:alpha val="0"/>
                </a:srgbClr>
              </a:clrTo>
            </a:clrChange>
          </a:blip>
          <a:stretch>
            <a:fillRect/>
          </a:stretch>
        </p:blipFill>
        <p:spPr>
          <a:xfrm>
            <a:off x="859790" y="1835785"/>
            <a:ext cx="4923155" cy="2395855"/>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custDataLst>
              <p:tags r:id="rId1"/>
            </p:custDataLst>
          </p:nvPr>
        </p:nvPicPr>
        <p:blipFill rotWithShape="1">
          <a:blip r:embed="rId2"/>
          <a:srcRect t="4492" b="4492"/>
          <a:stretch>
            <a:fillRect/>
          </a:stretch>
        </p:blipFill>
        <p:spPr>
          <a:xfrm>
            <a:off x="350044" y="1035844"/>
            <a:ext cx="7255669" cy="2339579"/>
          </a:xfrm>
          <a:prstGeom prst="rect">
            <a:avLst/>
          </a:prstGeom>
        </p:spPr>
      </p:pic>
      <p:sp>
        <p:nvSpPr>
          <p:cNvPr id="35847" name="矩形 40"/>
          <p:cNvSpPr>
            <a:spLocks noChangeArrowheads="1"/>
          </p:cNvSpPr>
          <p:nvPr>
            <p:custDataLst>
              <p:tags r:id="rId3"/>
            </p:custDataLst>
          </p:nvPr>
        </p:nvSpPr>
        <p:spPr bwMode="auto">
          <a:xfrm>
            <a:off x="7681913" y="1035844"/>
            <a:ext cx="1082279" cy="2339579"/>
          </a:xfrm>
          <a:prstGeom prst="rect">
            <a:avLst/>
          </a:prstGeom>
          <a:solidFill>
            <a:schemeClr val="accent4"/>
          </a:solidFill>
          <a:ln>
            <a:noFill/>
          </a:ln>
        </p:spPr>
        <p:txBody>
          <a:bodyPr anchor="ct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endParaRPr lang="zh-CN" altLang="en-US" sz="1350">
              <a:solidFill>
                <a:srgbClr val="FFFFFF"/>
              </a:solidFill>
            </a:endParaRPr>
          </a:p>
        </p:txBody>
      </p:sp>
      <p:sp>
        <p:nvSpPr>
          <p:cNvPr id="2" name="文本框 1"/>
          <p:cNvSpPr txBox="1"/>
          <p:nvPr>
            <p:custDataLst>
              <p:tags r:id="rId4"/>
            </p:custDataLst>
          </p:nvPr>
        </p:nvSpPr>
        <p:spPr>
          <a:xfrm>
            <a:off x="223792" y="504636"/>
            <a:ext cx="5397953" cy="53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lnSpcReduction="10000"/>
          </a:bodyPr>
          <a:lstStyle>
            <a:defPPr>
              <a:defRPr lang="zh-CN"/>
            </a:defPPr>
            <a:lvl1pPr eaLnBrk="1" hangingPunct="1">
              <a:defRPr sz="4000" b="1">
                <a:solidFill>
                  <a:srgbClr val="FFFFFF"/>
                </a:solidFill>
                <a:latin typeface="+mj-ea"/>
                <a:ea typeface="+mj-ea"/>
              </a:defRPr>
            </a:lvl1pPr>
            <a:lvl2pPr marL="742950" indent="-285750"/>
            <a:lvl3pPr marL="1143000" indent="-228600"/>
            <a:lvl4pPr marL="1600200" indent="-228600"/>
            <a:lvl5pPr marL="2057400" indent="-228600"/>
            <a:lvl6pPr marL="2514600" indent="-228600" fontAlgn="base">
              <a:spcBef>
                <a:spcPct val="0"/>
              </a:spcBef>
              <a:spcAft>
                <a:spcPct val="0"/>
              </a:spcAft>
              <a:buFont typeface="Arial" panose="020B0604020202020204" pitchFamily="34" charset="0"/>
            </a:lvl6pPr>
            <a:lvl7pPr marL="2971800" indent="-228600" fontAlgn="base">
              <a:spcBef>
                <a:spcPct val="0"/>
              </a:spcBef>
              <a:spcAft>
                <a:spcPct val="0"/>
              </a:spcAft>
              <a:buFont typeface="Arial" panose="020B0604020202020204" pitchFamily="34" charset="0"/>
            </a:lvl7pPr>
            <a:lvl8pPr marL="3429000" indent="-228600" fontAlgn="base">
              <a:spcBef>
                <a:spcPct val="0"/>
              </a:spcBef>
              <a:spcAft>
                <a:spcPct val="0"/>
              </a:spcAft>
              <a:buFont typeface="Arial" panose="020B0604020202020204" pitchFamily="34" charset="0"/>
            </a:lvl8pPr>
            <a:lvl9pPr marL="3886200" indent="-228600" fontAlgn="base">
              <a:spcBef>
                <a:spcPct val="0"/>
              </a:spcBef>
              <a:spcAft>
                <a:spcPct val="0"/>
              </a:spcAft>
              <a:buFont typeface="Arial" panose="020B0604020202020204" pitchFamily="34" charset="0"/>
            </a:lvl9pPr>
          </a:lstStyle>
          <a:p>
            <a:pPr marL="0" indent="0" algn="l">
              <a:lnSpc>
                <a:spcPct val="100000"/>
              </a:lnSpc>
              <a:spcBef>
                <a:spcPts val="0"/>
              </a:spcBef>
              <a:spcAft>
                <a:spcPts val="0"/>
              </a:spcAft>
              <a:buSzPct val="100000"/>
            </a:pPr>
            <a:r>
              <a:rPr lang="zh-CN" altLang="en-US" sz="3000" dirty="0">
                <a:uFillTx/>
                <a:latin typeface="+mj-lt"/>
                <a:cs typeface="+mj-cs"/>
                <a:sym typeface="+mn-ea"/>
              </a:rPr>
              <a:t>启动 PowerPoint</a:t>
            </a:r>
            <a:endParaRPr lang="zh-CN" altLang="en-US" sz="3000" dirty="0">
              <a:uFillTx/>
              <a:latin typeface="+mj-lt"/>
              <a:cs typeface="+mj-cs"/>
              <a:sym typeface="+mn-ea"/>
            </a:endParaRPr>
          </a:p>
        </p:txBody>
      </p:sp>
      <p:sp>
        <p:nvSpPr>
          <p:cNvPr id="4" name="文本框 3"/>
          <p:cNvSpPr txBox="1"/>
          <p:nvPr>
            <p:custDataLst>
              <p:tags r:id="rId5"/>
            </p:custDataLst>
          </p:nvPr>
        </p:nvSpPr>
        <p:spPr>
          <a:xfrm>
            <a:off x="350044" y="3547520"/>
            <a:ext cx="8414147" cy="139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defPPr>
              <a:defRPr lang="zh-CN"/>
            </a:defPPr>
            <a:lvl1pPr eaLnBrk="1" hangingPunct="1">
              <a:defRPr>
                <a:latin typeface="+mn-ea"/>
                <a:ea typeface="+mn-ea"/>
              </a:defRPr>
            </a:lvl1pPr>
            <a:lvl2pPr marL="742950" indent="-285750"/>
            <a:lvl3pPr marL="1143000" indent="-228600"/>
            <a:lvl4pPr marL="1600200" indent="-228600"/>
            <a:lvl5pPr marL="2057400" indent="-228600"/>
            <a:lvl6pPr marL="2514600" indent="-228600" fontAlgn="base">
              <a:spcBef>
                <a:spcPct val="0"/>
              </a:spcBef>
              <a:spcAft>
                <a:spcPct val="0"/>
              </a:spcAft>
              <a:buFont typeface="Arial" panose="020B0604020202020204" pitchFamily="34" charset="0"/>
            </a:lvl6pPr>
            <a:lvl7pPr marL="2971800" indent="-228600" fontAlgn="base">
              <a:spcBef>
                <a:spcPct val="0"/>
              </a:spcBef>
              <a:spcAft>
                <a:spcPct val="0"/>
              </a:spcAft>
              <a:buFont typeface="Arial" panose="020B0604020202020204" pitchFamily="34" charset="0"/>
            </a:lvl7pPr>
            <a:lvl8pPr marL="3429000" indent="-228600" fontAlgn="base">
              <a:spcBef>
                <a:spcPct val="0"/>
              </a:spcBef>
              <a:spcAft>
                <a:spcPct val="0"/>
              </a:spcAft>
              <a:buFont typeface="Arial" panose="020B0604020202020204" pitchFamily="34" charset="0"/>
            </a:lvl8pPr>
            <a:lvl9pPr marL="3886200" indent="-228600" fontAlgn="base">
              <a:spcBef>
                <a:spcPct val="0"/>
              </a:spcBef>
              <a:spcAft>
                <a:spcPct val="0"/>
              </a:spcAft>
              <a:buFont typeface="Arial" panose="020B0604020202020204" pitchFamily="34" charset="0"/>
            </a:lvl9pPr>
          </a:lstStyle>
          <a:p>
            <a:pPr marL="0" indent="0" algn="l">
              <a:lnSpc>
                <a:spcPct val="100000"/>
              </a:lnSpc>
              <a:spcBef>
                <a:spcPts val="0"/>
              </a:spcBef>
              <a:spcAft>
                <a:spcPts val="0"/>
              </a:spcAft>
              <a:buSzPct val="100000"/>
            </a:pPr>
            <a:r>
              <a:rPr sz="1350" dirty="0">
                <a:latin typeface="+mn-lt"/>
                <a:sym typeface="+mn-ea"/>
              </a:rPr>
              <a:t>（2）单击“空白演示文稿”，将打开 PowerPoint 2016 的编辑窗口，同时新建名为“演示文稿 1”的空白演示文稿，如图 6-3 所示。该幻灯片通常可用作整个演示文稿的首页（封面页），所以系统自动为该幻灯片添加了主、副标题占位符。</a:t>
            </a:r>
            <a:endParaRPr sz="1350" dirty="0">
              <a:latin typeface="+mn-lt"/>
              <a:sym typeface="+mn-ea"/>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直接连接符 9"/>
          <p:cNvCxnSpPr>
            <a:stCxn id="23" idx="3"/>
          </p:cNvCxnSpPr>
          <p:nvPr>
            <p:custDataLst>
              <p:tags r:id="rId1"/>
            </p:custDataLst>
          </p:nvPr>
        </p:nvCxnSpPr>
        <p:spPr>
          <a:xfrm>
            <a:off x="1124712" y="548640"/>
            <a:ext cx="3022745" cy="0"/>
          </a:xfrm>
          <a:prstGeom prst="line">
            <a:avLst/>
          </a:prstGeom>
          <a:ln w="28575">
            <a:solidFill>
              <a:srgbClr val="CCAC7E"/>
            </a:solidFill>
          </a:ln>
        </p:spPr>
        <p:style>
          <a:lnRef idx="1">
            <a:srgbClr val="8B7B57"/>
          </a:lnRef>
          <a:fillRef idx="0">
            <a:srgbClr val="8B7B57"/>
          </a:fillRef>
          <a:effectRef idx="0">
            <a:srgbClr val="8B7B57"/>
          </a:effectRef>
          <a:fontRef idx="minor">
            <a:sysClr val="windowText" lastClr="000000"/>
          </a:fontRef>
        </p:style>
      </p:cxnSp>
      <p:sp>
        <p:nvSpPr>
          <p:cNvPr id="23" name="菱形 22"/>
          <p:cNvSpPr/>
          <p:nvPr>
            <p:custDataLst>
              <p:tags r:id="rId2"/>
            </p:custDataLst>
          </p:nvPr>
        </p:nvSpPr>
        <p:spPr>
          <a:xfrm>
            <a:off x="594360" y="283464"/>
            <a:ext cx="530352" cy="530352"/>
          </a:xfrm>
          <a:prstGeom prst="diamond">
            <a:avLst/>
          </a:prstGeom>
          <a:noFill/>
          <a:ln w="38100">
            <a:solidFill>
              <a:srgbClr val="8AA9B4"/>
            </a:solidFill>
          </a:ln>
        </p:spPr>
        <p:style>
          <a:lnRef idx="2">
            <a:srgbClr val="8B7B57">
              <a:shade val="50000"/>
            </a:srgbClr>
          </a:lnRef>
          <a:fillRef idx="1">
            <a:srgbClr val="8B7B57"/>
          </a:fillRef>
          <a:effectRef idx="0">
            <a:srgbClr val="8B7B57"/>
          </a:effectRef>
          <a:fontRef idx="minor">
            <a:sysClr val="window" lastClr="FFFFFF"/>
          </a:fontRef>
        </p:style>
        <p:txBody>
          <a:bodyPr rtlCol="0" anchor="ctr"/>
          <a:p>
            <a:pPr algn="ctr"/>
            <a:endParaRPr lang="zh-CN" altLang="en-US" sz="1350"/>
          </a:p>
        </p:txBody>
      </p:sp>
      <p:sp>
        <p:nvSpPr>
          <p:cNvPr id="7" name="菱形 6"/>
          <p:cNvSpPr/>
          <p:nvPr>
            <p:custDataLst>
              <p:tags r:id="rId3"/>
            </p:custDataLst>
          </p:nvPr>
        </p:nvSpPr>
        <p:spPr>
          <a:xfrm>
            <a:off x="0" y="118872"/>
            <a:ext cx="859536" cy="859536"/>
          </a:xfrm>
          <a:prstGeom prst="diamond">
            <a:avLst/>
          </a:prstGeom>
          <a:solidFill>
            <a:srgbClr val="8AA9B4"/>
          </a:solidFill>
          <a:ln>
            <a:noFill/>
          </a:ln>
        </p:spPr>
        <p:style>
          <a:lnRef idx="2">
            <a:srgbClr val="8B7B57">
              <a:shade val="50000"/>
            </a:srgbClr>
          </a:lnRef>
          <a:fillRef idx="1">
            <a:srgbClr val="8B7B57"/>
          </a:fillRef>
          <a:effectRef idx="0">
            <a:srgbClr val="8B7B57"/>
          </a:effectRef>
          <a:fontRef idx="minor">
            <a:sysClr val="window" lastClr="FFFFFF"/>
          </a:fontRef>
        </p:style>
        <p:txBody>
          <a:bodyPr rtlCol="0" anchor="ctr"/>
          <a:p>
            <a:pPr algn="ctr"/>
            <a:endParaRPr lang="zh-CN" altLang="en-US" sz="1350"/>
          </a:p>
        </p:txBody>
      </p:sp>
      <p:grpSp>
        <p:nvGrpSpPr>
          <p:cNvPr id="2" name="组合 1"/>
          <p:cNvGrpSpPr/>
          <p:nvPr/>
        </p:nvGrpSpPr>
        <p:grpSpPr>
          <a:xfrm>
            <a:off x="594360" y="3437890"/>
            <a:ext cx="914400" cy="887095"/>
            <a:chOff x="453" y="6359"/>
            <a:chExt cx="1440" cy="1397"/>
          </a:xfrm>
        </p:grpSpPr>
        <p:sp>
          <p:nvSpPr>
            <p:cNvPr id="11" name="矩形 10"/>
            <p:cNvSpPr/>
            <p:nvPr>
              <p:custDataLst>
                <p:tags r:id="rId4"/>
              </p:custDataLst>
            </p:nvPr>
          </p:nvSpPr>
          <p:spPr>
            <a:xfrm>
              <a:off x="453" y="6359"/>
              <a:ext cx="224" cy="1174"/>
            </a:xfrm>
            <a:prstGeom prst="rect">
              <a:avLst/>
            </a:prstGeom>
            <a:solidFill>
              <a:srgbClr val="CCAC7E">
                <a:lumMod val="60000"/>
                <a:lumOff val="40000"/>
              </a:srgbClr>
            </a:solidFill>
            <a:ln>
              <a:noFill/>
            </a:ln>
          </p:spPr>
          <p:style>
            <a:lnRef idx="2">
              <a:srgbClr val="8B7B57">
                <a:shade val="50000"/>
              </a:srgbClr>
            </a:lnRef>
            <a:fillRef idx="1">
              <a:srgbClr val="8B7B57"/>
            </a:fillRef>
            <a:effectRef idx="0">
              <a:srgbClr val="8B7B57"/>
            </a:effectRef>
            <a:fontRef idx="minor">
              <a:sysClr val="window" lastClr="FFFFFF"/>
            </a:fontRef>
          </p:style>
          <p:txBody>
            <a:bodyPr rtlCol="0" anchor="ctr"/>
            <a:p>
              <a:pPr algn="ctr"/>
              <a:endParaRPr lang="zh-CN" altLang="en-US" sz="1350"/>
            </a:p>
          </p:txBody>
        </p:sp>
        <p:sp>
          <p:nvSpPr>
            <p:cNvPr id="28" name="矩形 27"/>
            <p:cNvSpPr/>
            <p:nvPr>
              <p:custDataLst>
                <p:tags r:id="rId5"/>
              </p:custDataLst>
            </p:nvPr>
          </p:nvSpPr>
          <p:spPr>
            <a:xfrm rot="5400000">
              <a:off x="1061" y="6924"/>
              <a:ext cx="224" cy="1441"/>
            </a:xfrm>
            <a:prstGeom prst="rect">
              <a:avLst/>
            </a:prstGeom>
            <a:solidFill>
              <a:srgbClr val="CCAC7E">
                <a:lumMod val="60000"/>
                <a:lumOff val="40000"/>
              </a:srgbClr>
            </a:solidFill>
            <a:ln>
              <a:noFill/>
            </a:ln>
          </p:spPr>
          <p:style>
            <a:lnRef idx="2">
              <a:srgbClr val="8B7B57">
                <a:shade val="50000"/>
              </a:srgbClr>
            </a:lnRef>
            <a:fillRef idx="1">
              <a:srgbClr val="8B7B57"/>
            </a:fillRef>
            <a:effectRef idx="0">
              <a:srgbClr val="8B7B57"/>
            </a:effectRef>
            <a:fontRef idx="minor">
              <a:sysClr val="window" lastClr="FFFFFF"/>
            </a:fontRef>
          </p:style>
          <p:txBody>
            <a:bodyPr rtlCol="0" anchor="ctr"/>
            <a:p>
              <a:pPr algn="ctr"/>
              <a:endParaRPr lang="zh-CN" altLang="en-US" sz="1350"/>
            </a:p>
          </p:txBody>
        </p:sp>
      </p:grpSp>
      <p:sp>
        <p:nvSpPr>
          <p:cNvPr id="17" name="矩形 16"/>
          <p:cNvSpPr/>
          <p:nvPr>
            <p:custDataLst>
              <p:tags r:id="rId6"/>
            </p:custDataLst>
          </p:nvPr>
        </p:nvSpPr>
        <p:spPr>
          <a:xfrm>
            <a:off x="5581925" y="1608299"/>
            <a:ext cx="2804648" cy="2505710"/>
          </a:xfrm>
          <a:prstGeom prst="rect">
            <a:avLst/>
          </a:prstGeom>
        </p:spPr>
        <p:txBody>
          <a:bodyPr wrap="square">
            <a:spAutoFit/>
          </a:bodyPr>
          <a:p>
            <a:pPr marL="0" lvl="0" indent="0" algn="just">
              <a:lnSpc>
                <a:spcPct val="130000"/>
              </a:lnSpc>
              <a:spcBef>
                <a:spcPts val="0"/>
              </a:spcBef>
              <a:spcAft>
                <a:spcPts val="1000"/>
              </a:spcAft>
              <a:buSzPct val="100000"/>
            </a:pPr>
            <a:r>
              <a:rPr sz="1200" kern="0" spc="150" dirty="0">
                <a:latin typeface="Arial" panose="020B0604020202020204" pitchFamily="34" charset="0"/>
                <a:ea typeface="微软雅黑" panose="020B0503020204020204" charset="-122"/>
                <a:cs typeface="Times New Roman" panose="02020603050405020304" pitchFamily="18" charset="0"/>
                <a:sym typeface="+mn-ea"/>
              </a:rPr>
              <a:t>PowerPoint 启动后，创建一个仅包含有一张幻灯片的演示文稿，且这张幻灯片通常被用作整个演示文稿的“封面”。</a:t>
            </a:r>
            <a:endParaRPr sz="1200" kern="0" spc="150" dirty="0">
              <a:latin typeface="Arial" panose="020B0604020202020204" pitchFamily="34" charset="0"/>
              <a:ea typeface="微软雅黑" panose="020B0503020204020204" charset="-122"/>
              <a:cs typeface="Times New Roman" panose="02020603050405020304" pitchFamily="18" charset="0"/>
              <a:sym typeface="+mn-ea"/>
            </a:endParaRPr>
          </a:p>
          <a:p>
            <a:pPr marL="0" lvl="0" indent="0" algn="just">
              <a:lnSpc>
                <a:spcPct val="130000"/>
              </a:lnSpc>
              <a:spcBef>
                <a:spcPts val="0"/>
              </a:spcBef>
              <a:spcAft>
                <a:spcPts val="1000"/>
              </a:spcAft>
              <a:buSzPct val="100000"/>
            </a:pPr>
            <a:r>
              <a:rPr sz="1200" kern="0" spc="150" dirty="0">
                <a:latin typeface="Arial" panose="020B0604020202020204" pitchFamily="34" charset="0"/>
                <a:ea typeface="微软雅黑" panose="020B0503020204020204" charset="-122"/>
                <a:cs typeface="Times New Roman" panose="02020603050405020304" pitchFamily="18" charset="0"/>
                <a:sym typeface="+mn-ea"/>
              </a:rPr>
              <a:t>（1）单击文字占位符，输入需要的文字，可以添加文字内容，如图 6-4 所示。</a:t>
            </a:r>
            <a:endParaRPr sz="1200" kern="0" spc="150" dirty="0">
              <a:latin typeface="Arial" panose="020B0604020202020204" pitchFamily="34" charset="0"/>
              <a:ea typeface="微软雅黑" panose="020B0503020204020204" charset="-122"/>
              <a:cs typeface="Times New Roman" panose="02020603050405020304" pitchFamily="18" charset="0"/>
              <a:sym typeface="+mn-ea"/>
            </a:endParaRPr>
          </a:p>
          <a:p>
            <a:pPr marL="0" lvl="0" indent="0" algn="just">
              <a:lnSpc>
                <a:spcPct val="130000"/>
              </a:lnSpc>
              <a:spcBef>
                <a:spcPts val="0"/>
              </a:spcBef>
              <a:spcAft>
                <a:spcPts val="1000"/>
              </a:spcAft>
              <a:buSzPct val="100000"/>
            </a:pPr>
            <a:r>
              <a:rPr sz="1200" kern="0" spc="150" dirty="0">
                <a:latin typeface="Arial" panose="020B0604020202020204" pitchFamily="34" charset="0"/>
                <a:ea typeface="微软雅黑" panose="020B0503020204020204" charset="-122"/>
                <a:cs typeface="Times New Roman" panose="02020603050405020304" pitchFamily="18" charset="0"/>
                <a:sym typeface="+mn-ea"/>
              </a:rPr>
              <a:t>（2）使用“开始”选项卡中的“字体”组进行字形、颜色等的设置。</a:t>
            </a:r>
            <a:endParaRPr sz="1200" kern="0" spc="150" dirty="0">
              <a:latin typeface="Arial" panose="020B0604020202020204" pitchFamily="34" charset="0"/>
              <a:ea typeface="微软雅黑" panose="020B0503020204020204" charset="-122"/>
              <a:cs typeface="Times New Roman" panose="02020603050405020304" pitchFamily="18" charset="0"/>
              <a:sym typeface="+mn-ea"/>
            </a:endParaRPr>
          </a:p>
        </p:txBody>
      </p:sp>
      <p:sp>
        <p:nvSpPr>
          <p:cNvPr id="20" name="文本框 19"/>
          <p:cNvSpPr txBox="1"/>
          <p:nvPr>
            <p:custDataLst>
              <p:tags r:id="rId7"/>
            </p:custDataLst>
          </p:nvPr>
        </p:nvSpPr>
        <p:spPr>
          <a:xfrm>
            <a:off x="1124712" y="565918"/>
            <a:ext cx="3149570" cy="530327"/>
          </a:xfrm>
          <a:prstGeom prst="rect">
            <a:avLst/>
          </a:prstGeom>
          <a:noFill/>
        </p:spPr>
        <p:txBody>
          <a:bodyPr wrap="square" rtlCol="0" anchor="ctr">
            <a:normAutofit/>
          </a:bodyPr>
          <a:p>
            <a:pPr marL="0" indent="0" algn="l">
              <a:lnSpc>
                <a:spcPct val="100000"/>
              </a:lnSpc>
              <a:spcBef>
                <a:spcPts val="0"/>
              </a:spcBef>
              <a:spcAft>
                <a:spcPts val="0"/>
              </a:spcAft>
              <a:buSzPct val="100000"/>
            </a:pPr>
            <a:r>
              <a:rPr lang="zh-CN" altLang="en-US" sz="2400" b="1" cap="all" spc="100" dirty="0">
                <a:solidFill>
                  <a:schemeClr val="tx1"/>
                </a:solidFill>
                <a:uFillTx/>
                <a:latin typeface="Arial" panose="020B0604020202020204" pitchFamily="34" charset="0"/>
                <a:ea typeface="微软雅黑" panose="020B0503020204020204" charset="-122"/>
                <a:sym typeface="+mn-ea"/>
              </a:rPr>
              <a:t>输入文字</a:t>
            </a:r>
            <a:endParaRPr lang="zh-CN" altLang="en-US" sz="2400" b="1" cap="all" spc="100" dirty="0">
              <a:solidFill>
                <a:schemeClr val="tx1"/>
              </a:solidFill>
              <a:uFillTx/>
              <a:latin typeface="Arial" panose="020B0604020202020204" pitchFamily="34" charset="0"/>
              <a:ea typeface="微软雅黑" panose="020B0503020204020204" charset="-122"/>
              <a:sym typeface="+mn-ea"/>
            </a:endParaRPr>
          </a:p>
        </p:txBody>
      </p:sp>
      <p:cxnSp>
        <p:nvCxnSpPr>
          <p:cNvPr id="29" name="直接连接符 28"/>
          <p:cNvCxnSpPr/>
          <p:nvPr>
            <p:custDataLst>
              <p:tags r:id="rId8"/>
            </p:custDataLst>
          </p:nvPr>
        </p:nvCxnSpPr>
        <p:spPr>
          <a:xfrm>
            <a:off x="1202507" y="1107131"/>
            <a:ext cx="3456578" cy="0"/>
          </a:xfrm>
          <a:prstGeom prst="line">
            <a:avLst/>
          </a:prstGeom>
          <a:ln w="28575">
            <a:solidFill>
              <a:srgbClr val="CCAC7E"/>
            </a:solidFill>
          </a:ln>
        </p:spPr>
        <p:style>
          <a:lnRef idx="1">
            <a:srgbClr val="8B7B57"/>
          </a:lnRef>
          <a:fillRef idx="0">
            <a:srgbClr val="8B7B57"/>
          </a:fillRef>
          <a:effectRef idx="0">
            <a:srgbClr val="8B7B57"/>
          </a:effectRef>
          <a:fontRef idx="minor">
            <a:sysClr val="windowText" lastClr="000000"/>
          </a:fontRef>
        </p:style>
      </p:cxnSp>
      <p:cxnSp>
        <p:nvCxnSpPr>
          <p:cNvPr id="32" name="直接连接符 31"/>
          <p:cNvCxnSpPr/>
          <p:nvPr>
            <p:custDataLst>
              <p:tags r:id="rId9"/>
            </p:custDataLst>
          </p:nvPr>
        </p:nvCxnSpPr>
        <p:spPr>
          <a:xfrm>
            <a:off x="4484915" y="978408"/>
            <a:ext cx="0" cy="208135"/>
          </a:xfrm>
          <a:prstGeom prst="line">
            <a:avLst/>
          </a:prstGeom>
          <a:ln w="28575">
            <a:solidFill>
              <a:srgbClr val="CCAC7E"/>
            </a:solidFill>
          </a:ln>
        </p:spPr>
        <p:style>
          <a:lnRef idx="1">
            <a:srgbClr val="8B7B57"/>
          </a:lnRef>
          <a:fillRef idx="0">
            <a:srgbClr val="8B7B57"/>
          </a:fillRef>
          <a:effectRef idx="0">
            <a:srgbClr val="8B7B57"/>
          </a:effectRef>
          <a:fontRef idx="minor">
            <a:sysClr val="windowText" lastClr="000000"/>
          </a:fontRef>
        </p:style>
      </p:cxnSp>
      <p:pic>
        <p:nvPicPr>
          <p:cNvPr id="3" name="图片 2"/>
          <p:cNvPicPr>
            <a:picLocks noChangeAspect="1"/>
          </p:cNvPicPr>
          <p:nvPr/>
        </p:nvPicPr>
        <p:blipFill>
          <a:blip r:embed="rId10">
            <a:clrChange>
              <a:clrFrom>
                <a:srgbClr val="FFFFFF">
                  <a:alpha val="100000"/>
                </a:srgbClr>
              </a:clrFrom>
              <a:clrTo>
                <a:srgbClr val="FFFFFF">
                  <a:alpha val="100000"/>
                  <a:alpha val="0"/>
                </a:srgbClr>
              </a:clrTo>
            </a:clrChange>
          </a:blip>
          <a:stretch>
            <a:fillRect/>
          </a:stretch>
        </p:blipFill>
        <p:spPr>
          <a:xfrm>
            <a:off x="859790" y="1608455"/>
            <a:ext cx="4531360" cy="2644140"/>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矩形: 剪去单角 18"/>
          <p:cNvSpPr/>
          <p:nvPr>
            <p:custDataLst>
              <p:tags r:id="rId1"/>
            </p:custDataLst>
          </p:nvPr>
        </p:nvSpPr>
        <p:spPr>
          <a:xfrm flipV="1">
            <a:off x="286385" y="2878455"/>
            <a:ext cx="4207510" cy="1805940"/>
          </a:xfrm>
          <a:prstGeom prst="snip1Rect">
            <a:avLst>
              <a:gd name="adj" fmla="val 106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矩形: 剪去单角 21"/>
          <p:cNvSpPr/>
          <p:nvPr>
            <p:custDataLst>
              <p:tags r:id="rId2"/>
            </p:custDataLst>
          </p:nvPr>
        </p:nvSpPr>
        <p:spPr>
          <a:xfrm flipV="1">
            <a:off x="4649470" y="2879090"/>
            <a:ext cx="4207510" cy="1805940"/>
          </a:xfrm>
          <a:prstGeom prst="snip1Rect">
            <a:avLst>
              <a:gd name="adj" fmla="val 1064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17" name="图片 16"/>
          <p:cNvPicPr>
            <a:picLocks noChangeAspect="1"/>
          </p:cNvPicPr>
          <p:nvPr>
            <p:custDataLst>
              <p:tags r:id="rId3"/>
            </p:custDataLst>
          </p:nvPr>
        </p:nvPicPr>
        <p:blipFill rotWithShape="1">
          <a:blip r:embed="rId4">
            <a:clrChange>
              <a:clrFrom>
                <a:srgbClr val="FFFFFF">
                  <a:alpha val="100000"/>
                </a:srgbClr>
              </a:clrFrom>
              <a:clrTo>
                <a:srgbClr val="FFFFFF">
                  <a:alpha val="100000"/>
                  <a:alpha val="0"/>
                </a:srgbClr>
              </a:clrTo>
            </a:clrChange>
          </a:blip>
          <a:srcRect t="642" b="-118"/>
          <a:stretch>
            <a:fillRect/>
          </a:stretch>
        </p:blipFill>
        <p:spPr>
          <a:xfrm>
            <a:off x="286385" y="978535"/>
            <a:ext cx="4207510" cy="2162154"/>
          </a:xfrm>
          <a:prstGeom prst="rect">
            <a:avLst/>
          </a:prstGeom>
        </p:spPr>
      </p:pic>
      <p:pic>
        <p:nvPicPr>
          <p:cNvPr id="18" name="图片 17"/>
          <p:cNvPicPr>
            <a:picLocks noChangeAspect="1"/>
          </p:cNvPicPr>
          <p:nvPr>
            <p:custDataLst>
              <p:tags r:id="rId5"/>
            </p:custDataLst>
          </p:nvPr>
        </p:nvPicPr>
        <p:blipFill rotWithShape="1">
          <a:blip r:embed="rId6">
            <a:clrChange>
              <a:clrFrom>
                <a:srgbClr val="FFFFFF">
                  <a:alpha val="100000"/>
                </a:srgbClr>
              </a:clrFrom>
              <a:clrTo>
                <a:srgbClr val="FFFFFF">
                  <a:alpha val="100000"/>
                  <a:alpha val="0"/>
                </a:srgbClr>
              </a:clrTo>
            </a:clrChange>
          </a:blip>
          <a:srcRect t="1454" b="-370"/>
          <a:stretch>
            <a:fillRect/>
          </a:stretch>
        </p:blipFill>
        <p:spPr>
          <a:xfrm>
            <a:off x="4649470" y="978535"/>
            <a:ext cx="4207510" cy="2100580"/>
          </a:xfrm>
          <a:prstGeom prst="rect">
            <a:avLst/>
          </a:prstGeom>
        </p:spPr>
      </p:pic>
      <p:sp>
        <p:nvSpPr>
          <p:cNvPr id="12" name="矩形 11"/>
          <p:cNvSpPr/>
          <p:nvPr>
            <p:custDataLst>
              <p:tags r:id="rId7"/>
            </p:custDataLst>
          </p:nvPr>
        </p:nvSpPr>
        <p:spPr>
          <a:xfrm>
            <a:off x="0" y="0"/>
            <a:ext cx="9144000" cy="7774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13" name="Title 6"/>
          <p:cNvSpPr txBox="1"/>
          <p:nvPr>
            <p:custDataLst>
              <p:tags r:id="rId8"/>
            </p:custDataLst>
          </p:nvPr>
        </p:nvSpPr>
        <p:spPr>
          <a:xfrm>
            <a:off x="286529" y="139050"/>
            <a:ext cx="2336968" cy="461040"/>
          </a:xfrm>
          <a:prstGeom prst="rect">
            <a:avLst/>
          </a:prstGeom>
          <a:noFill/>
          <a:ln w="3175">
            <a:noFill/>
            <a:prstDash val="dash"/>
          </a:ln>
          <a:extLst>
            <a:ext uri="{909E8E84-426E-40DD-AFC4-6F175D3DCCD1}">
              <a14:hiddenFill xmlns:a14="http://schemas.microsoft.com/office/drawing/2010/main">
                <a:solidFill>
                  <a:schemeClr val="bg2"/>
                </a:solidFill>
              </a14:hiddenFill>
            </a:ext>
          </a:extLst>
        </p:spPr>
        <p:txBody>
          <a:bodyPr wrap="square" lIns="67500" tIns="35100" rIns="67500" bIns="35100" anchor="t"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30000"/>
              </a:lnSpc>
              <a:spcBef>
                <a:spcPts val="800"/>
              </a:spcBef>
              <a:spcAft>
                <a:spcPts val="0"/>
              </a:spcAft>
              <a:buSzPct val="100000"/>
            </a:pPr>
            <a:r>
              <a:rPr lang="zh-CN" altLang="en-US" sz="2250" b="1" spc="200" dirty="0">
                <a:ln w="3175">
                  <a:noFill/>
                  <a:prstDash val="dash"/>
                </a:ln>
                <a:solidFill>
                  <a:schemeClr val="bg1"/>
                </a:solidFill>
                <a:uFillTx/>
                <a:latin typeface="Arial" panose="020B0604020202020204" pitchFamily="34" charset="0"/>
                <a:ea typeface="微软雅黑" panose="020B0503020204020204" charset="-122"/>
                <a:cs typeface="微软雅黑" panose="020B0503020204020204" charset="-122"/>
                <a:sym typeface="+mn-ea"/>
              </a:rPr>
              <a:t>添加幻灯片</a:t>
            </a:r>
            <a:endParaRPr lang="zh-CN" altLang="en-US" sz="2250" b="1" spc="200" dirty="0">
              <a:ln w="3175">
                <a:noFill/>
                <a:prstDash val="dash"/>
              </a:ln>
              <a:solidFill>
                <a:schemeClr val="bg1"/>
              </a:solidFill>
              <a:uFillTx/>
              <a:latin typeface="Arial" panose="020B0604020202020204" pitchFamily="34" charset="0"/>
              <a:ea typeface="微软雅黑" panose="020B0503020204020204" charset="-122"/>
              <a:cs typeface="微软雅黑" panose="020B0503020204020204" charset="-122"/>
              <a:sym typeface="+mn-ea"/>
            </a:endParaRPr>
          </a:p>
        </p:txBody>
      </p:sp>
      <p:sp>
        <p:nvSpPr>
          <p:cNvPr id="21" name="文本框 20"/>
          <p:cNvSpPr txBox="1"/>
          <p:nvPr>
            <p:custDataLst>
              <p:tags r:id="rId9"/>
            </p:custDataLst>
          </p:nvPr>
        </p:nvSpPr>
        <p:spPr>
          <a:xfrm>
            <a:off x="497205" y="3192780"/>
            <a:ext cx="3909695" cy="1237615"/>
          </a:xfrm>
          <a:prstGeom prst="rect">
            <a:avLst/>
          </a:prstGeom>
          <a:noFill/>
        </p:spPr>
        <p:txBody>
          <a:bodyPr wrap="square" lIns="67500" tIns="35100" rIns="67500" bIns="35100" rtlCol="0">
            <a:normAutofit/>
          </a:bodyPr>
          <a:lstStyle/>
          <a:p>
            <a:pPr marL="0" indent="0" algn="l">
              <a:lnSpc>
                <a:spcPct val="150000"/>
              </a:lnSpc>
              <a:spcBef>
                <a:spcPts val="0"/>
              </a:spcBef>
              <a:spcAft>
                <a:spcPts val="0"/>
              </a:spcAft>
              <a:buSzPct val="100000"/>
            </a:pPr>
            <a:r>
              <a:rPr sz="1200" dirty="0">
                <a:solidFill>
                  <a:schemeClr val="tx1">
                    <a:lumMod val="75000"/>
                    <a:lumOff val="25000"/>
                  </a:schemeClr>
                </a:solidFill>
                <a:latin typeface="Arial" panose="020B0604020202020204" pitchFamily="34" charset="0"/>
                <a:ea typeface="微软雅黑" panose="020B0503020204020204" charset="-122"/>
                <a:sym typeface="+mn-ea"/>
              </a:rPr>
              <a:t>（1）在“开始”选项卡的“幻灯片”组中，单击“新建幻灯片” ，在下拉列表中显示当前可用的幻灯片版式，如图 6-5 所示，根据需要在列表中选择，例如，“空白”版式、“标题和内容”版式等。</a:t>
            </a:r>
            <a:endParaRPr sz="1200" dirty="0">
              <a:solidFill>
                <a:schemeClr val="tx1">
                  <a:lumMod val="75000"/>
                  <a:lumOff val="25000"/>
                </a:schemeClr>
              </a:solidFill>
              <a:latin typeface="Arial" panose="020B0604020202020204" pitchFamily="34" charset="0"/>
              <a:ea typeface="微软雅黑" panose="020B0503020204020204" charset="-122"/>
              <a:sym typeface="+mn-ea"/>
            </a:endParaRPr>
          </a:p>
        </p:txBody>
      </p:sp>
      <p:sp>
        <p:nvSpPr>
          <p:cNvPr id="24" name="文本框 23"/>
          <p:cNvSpPr txBox="1"/>
          <p:nvPr>
            <p:custDataLst>
              <p:tags r:id="rId10"/>
            </p:custDataLst>
          </p:nvPr>
        </p:nvSpPr>
        <p:spPr>
          <a:xfrm>
            <a:off x="4835525" y="3192780"/>
            <a:ext cx="3811270" cy="1237615"/>
          </a:xfrm>
          <a:prstGeom prst="rect">
            <a:avLst/>
          </a:prstGeom>
          <a:noFill/>
        </p:spPr>
        <p:txBody>
          <a:bodyPr wrap="square" lIns="67500" tIns="35100" rIns="67500" bIns="35100" rtlCol="0">
            <a:normAutofit/>
          </a:bodyPr>
          <a:lstStyle/>
          <a:p>
            <a:pPr marL="0" indent="0" algn="l">
              <a:lnSpc>
                <a:spcPct val="150000"/>
              </a:lnSpc>
              <a:spcBef>
                <a:spcPts val="0"/>
              </a:spcBef>
              <a:spcAft>
                <a:spcPts val="0"/>
              </a:spcAft>
              <a:buSzPct val="100000"/>
            </a:pPr>
            <a:r>
              <a:rPr sz="1200" dirty="0">
                <a:solidFill>
                  <a:schemeClr val="tx1">
                    <a:lumMod val="75000"/>
                    <a:lumOff val="25000"/>
                  </a:schemeClr>
                </a:solidFill>
                <a:latin typeface="Arial" panose="020B0604020202020204" pitchFamily="34" charset="0"/>
                <a:ea typeface="微软雅黑" panose="020B0503020204020204" charset="-122"/>
                <a:sym typeface="+mn-ea"/>
              </a:rPr>
              <a:t>（2）选择后将在当前幻灯片的后面添加一张指定版式的新幻灯片，如图 6-6 所示，添加的幻灯片是“标题和内容”版式，用需要的内容替换占位符即可。</a:t>
            </a:r>
            <a:endParaRPr sz="1200" dirty="0">
              <a:solidFill>
                <a:schemeClr val="tx1">
                  <a:lumMod val="75000"/>
                  <a:lumOff val="25000"/>
                </a:schemeClr>
              </a:solidFill>
              <a:latin typeface="Arial" panose="020B0604020202020204" pitchFamily="34" charset="0"/>
              <a:ea typeface="微软雅黑" panose="020B0503020204020204" charset="-122"/>
              <a:sym typeface="+mn-ea"/>
            </a:endParaRPr>
          </a:p>
        </p:txBody>
      </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02211" y="557353"/>
            <a:ext cx="8161909" cy="4004183"/>
            <a:chOff x="554" y="405"/>
            <a:chExt cx="13294" cy="7274"/>
          </a:xfrm>
        </p:grpSpPr>
        <p:pic>
          <p:nvPicPr>
            <p:cNvPr id="25" name="图片 24"/>
            <p:cNvPicPr/>
            <p:nvPr>
              <p:custDataLst>
                <p:tags r:id="rId1"/>
              </p:custDataLst>
            </p:nvPr>
          </p:nvPicPr>
          <p:blipFill rotWithShape="1">
            <a:blip r:embed="rId2"/>
            <a:srcRect/>
            <a:stretch>
              <a:fillRect/>
            </a:stretch>
          </p:blipFill>
          <p:spPr>
            <a:xfrm>
              <a:off x="7909" y="438"/>
              <a:ext cx="5906" cy="2990"/>
            </a:xfrm>
            <a:prstGeom prst="rect">
              <a:avLst/>
            </a:prstGeom>
          </p:spPr>
        </p:pic>
        <p:cxnSp>
          <p:nvCxnSpPr>
            <p:cNvPr id="3" name="直接连接符 2"/>
            <p:cNvCxnSpPr/>
            <p:nvPr>
              <p:custDataLst>
                <p:tags r:id="rId3"/>
              </p:custDataLst>
            </p:nvPr>
          </p:nvCxnSpPr>
          <p:spPr>
            <a:xfrm>
              <a:off x="7824" y="422"/>
              <a:ext cx="6022" cy="0"/>
            </a:xfrm>
            <a:prstGeom prst="line">
              <a:avLst/>
            </a:prstGeom>
            <a:ln w="28575">
              <a:solidFill>
                <a:schemeClr val="tx1">
                  <a:lumMod val="85000"/>
                  <a:lumOff val="1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4"/>
              </p:custDataLst>
            </p:nvPr>
          </p:nvCxnSpPr>
          <p:spPr>
            <a:xfrm>
              <a:off x="13848" y="405"/>
              <a:ext cx="0" cy="3178"/>
            </a:xfrm>
            <a:prstGeom prst="line">
              <a:avLst/>
            </a:prstGeom>
            <a:ln w="28575">
              <a:solidFill>
                <a:schemeClr val="tx1">
                  <a:lumMod val="85000"/>
                  <a:lumOff val="15000"/>
                </a:schemeClr>
              </a:solidFill>
              <a:prstDash val="solid"/>
            </a:ln>
          </p:spPr>
          <p:style>
            <a:lnRef idx="1">
              <a:schemeClr val="accent1"/>
            </a:lnRef>
            <a:fillRef idx="0">
              <a:schemeClr val="accent1"/>
            </a:fillRef>
            <a:effectRef idx="0">
              <a:schemeClr val="accent1"/>
            </a:effectRef>
            <a:fontRef idx="minor">
              <a:schemeClr val="tx1"/>
            </a:fontRef>
          </p:style>
        </p:cxnSp>
        <p:sp>
          <p:nvSpPr>
            <p:cNvPr id="34" name="矩形 33"/>
            <p:cNvSpPr/>
            <p:nvPr>
              <p:custDataLst>
                <p:tags r:id="rId5"/>
              </p:custDataLst>
            </p:nvPr>
          </p:nvSpPr>
          <p:spPr>
            <a:xfrm>
              <a:off x="554" y="422"/>
              <a:ext cx="7314" cy="3007"/>
            </a:xfrm>
            <a:prstGeom prst="rect">
              <a:avLst/>
            </a:prstGeom>
            <a:solidFill>
              <a:schemeClr val="bg1"/>
            </a:solidFill>
            <a:ln w="28575">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200" b="1">
                <a:solidFill>
                  <a:schemeClr val="bg1"/>
                </a:solidFill>
                <a:latin typeface="+mn-ea"/>
              </a:endParaRPr>
            </a:p>
          </p:txBody>
        </p:sp>
        <p:sp>
          <p:nvSpPr>
            <p:cNvPr id="6" name="矩形 5"/>
            <p:cNvSpPr/>
            <p:nvPr>
              <p:custDataLst>
                <p:tags r:id="rId6"/>
              </p:custDataLst>
            </p:nvPr>
          </p:nvSpPr>
          <p:spPr>
            <a:xfrm>
              <a:off x="554" y="3429"/>
              <a:ext cx="13292" cy="4250"/>
            </a:xfrm>
            <a:prstGeom prst="rect">
              <a:avLst/>
            </a:prstGeom>
            <a:solidFill>
              <a:schemeClr val="bg1"/>
            </a:solidFill>
            <a:ln w="28575">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200" b="1" dirty="0">
                <a:solidFill>
                  <a:schemeClr val="bg1"/>
                </a:solidFill>
                <a:latin typeface="+mn-ea"/>
              </a:endParaRPr>
            </a:p>
          </p:txBody>
        </p:sp>
        <p:sp>
          <p:nvSpPr>
            <p:cNvPr id="8" name="文本框 7"/>
            <p:cNvSpPr txBox="1"/>
            <p:nvPr>
              <p:custDataLst>
                <p:tags r:id="rId7"/>
              </p:custDataLst>
            </p:nvPr>
          </p:nvSpPr>
          <p:spPr>
            <a:xfrm>
              <a:off x="795" y="3930"/>
              <a:ext cx="12817" cy="3571"/>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285750" lvl="0" indent="-285750" algn="l" fontAlgn="ctr">
                <a:lnSpc>
                  <a:spcPct val="140000"/>
                </a:lnSpc>
                <a:spcBef>
                  <a:spcPts val="1000"/>
                </a:spcBef>
                <a:spcAft>
                  <a:spcPts val="0"/>
                </a:spcAft>
                <a:buSzPct val="100000"/>
                <a:buFont typeface="Wingdings" panose="05000000000000000000" charset="0"/>
                <a:buChar char="l"/>
              </a:pPr>
              <a:r>
                <a:rPr sz="1200" dirty="0">
                  <a:solidFill>
                    <a:schemeClr val="tx1">
                      <a:lumMod val="75000"/>
                      <a:lumOff val="25000"/>
                    </a:schemeClr>
                  </a:solidFill>
                  <a:latin typeface="Arial" panose="020B0604020202020204" pitchFamily="34" charset="0"/>
                  <a:ea typeface="微软雅黑" panose="020B0503020204020204" charset="-122"/>
                  <a:sym typeface="+mn-ea"/>
                </a:rPr>
                <a:t>PowerPoint 提供了大量用于自动设置幻灯片外观的“主题”。所谓“主题”指的是一整套关于幻灯片背景、字体、字号、颜色、修饰图案等元素的设计方案。使用主题可快速、简单地设计出美观大方的幻灯片效果。</a:t>
              </a:r>
              <a:endParaRPr sz="1200" dirty="0">
                <a:solidFill>
                  <a:schemeClr val="tx1">
                    <a:lumMod val="75000"/>
                    <a:lumOff val="25000"/>
                  </a:schemeClr>
                </a:solidFill>
                <a:latin typeface="Arial" panose="020B0604020202020204" pitchFamily="34" charset="0"/>
                <a:ea typeface="微软雅黑" panose="020B0503020204020204" charset="-122"/>
                <a:sym typeface="+mn-ea"/>
              </a:endParaRPr>
            </a:p>
            <a:p>
              <a:pPr marL="749300" lvl="1" indent="-304800" algn="l" fontAlgn="ctr">
                <a:lnSpc>
                  <a:spcPct val="140000"/>
                </a:lnSpc>
                <a:spcBef>
                  <a:spcPts val="0"/>
                </a:spcBef>
                <a:spcAft>
                  <a:spcPts val="0"/>
                </a:spcAft>
                <a:buSzPct val="100000"/>
                <a:buFont typeface="+mj-lt"/>
                <a:buAutoNum type="arabicPeriod"/>
              </a:pPr>
              <a:r>
                <a:rPr sz="1200" dirty="0">
                  <a:solidFill>
                    <a:schemeClr val="tx1">
                      <a:lumMod val="75000"/>
                      <a:lumOff val="25000"/>
                    </a:schemeClr>
                  </a:solidFill>
                  <a:latin typeface="Arial" panose="020B0604020202020204" pitchFamily="34" charset="0"/>
                  <a:ea typeface="微软雅黑" panose="020B0503020204020204" charset="-122"/>
                  <a:sym typeface="+mn-ea"/>
                </a:rPr>
                <a:t>在“设计”选项卡的“主题”组中，任选一种主题应用到当前演示文稿中，如图 6-7 所示。若要查看其他主题可单击其右侧的滚动条上下箭头按钮。</a:t>
              </a:r>
              <a:endParaRPr sz="1200" dirty="0">
                <a:solidFill>
                  <a:schemeClr val="tx1">
                    <a:lumMod val="75000"/>
                    <a:lumOff val="25000"/>
                  </a:schemeClr>
                </a:solidFill>
                <a:latin typeface="Arial" panose="020B0604020202020204" pitchFamily="34" charset="0"/>
                <a:ea typeface="微软雅黑" panose="020B0503020204020204" charset="-122"/>
                <a:sym typeface="+mn-ea"/>
              </a:endParaRPr>
            </a:p>
            <a:p>
              <a:pPr marL="749300" lvl="1" indent="-304800" algn="l" fontAlgn="ctr">
                <a:lnSpc>
                  <a:spcPct val="140000"/>
                </a:lnSpc>
                <a:spcBef>
                  <a:spcPts val="0"/>
                </a:spcBef>
                <a:spcAft>
                  <a:spcPts val="0"/>
                </a:spcAft>
                <a:buSzPct val="100000"/>
                <a:buFont typeface="+mj-lt"/>
                <a:buAutoNum type="arabicPeriod" startAt="2"/>
              </a:pPr>
              <a:r>
                <a:rPr sz="1200" dirty="0">
                  <a:solidFill>
                    <a:schemeClr val="tx1">
                      <a:lumMod val="75000"/>
                      <a:lumOff val="25000"/>
                    </a:schemeClr>
                  </a:solidFill>
                  <a:latin typeface="Arial" panose="020B0604020202020204" pitchFamily="34" charset="0"/>
                  <a:ea typeface="微软雅黑" panose="020B0503020204020204" charset="-122"/>
                  <a:sym typeface="+mn-ea"/>
                </a:rPr>
                <a:t>当用户将鼠标指向某一主题时，该主题的应用效果会立即显示到当前幻灯片上，鼠标移开时幻灯片恢复原状。单击某一个主题时，可将该主题真正应用到当前幻灯片。</a:t>
              </a:r>
              <a:endParaRPr sz="1200" dirty="0">
                <a:solidFill>
                  <a:schemeClr val="tx1">
                    <a:lumMod val="75000"/>
                    <a:lumOff val="25000"/>
                  </a:schemeClr>
                </a:solidFill>
                <a:latin typeface="Arial" panose="020B0604020202020204" pitchFamily="34" charset="0"/>
                <a:ea typeface="微软雅黑" panose="020B0503020204020204" charset="-122"/>
                <a:sym typeface="+mn-ea"/>
              </a:endParaRPr>
            </a:p>
          </p:txBody>
        </p:sp>
        <p:sp>
          <p:nvSpPr>
            <p:cNvPr id="9" name="矩形 8"/>
            <p:cNvSpPr/>
            <p:nvPr>
              <p:custDataLst>
                <p:tags r:id="rId8"/>
              </p:custDataLst>
            </p:nvPr>
          </p:nvSpPr>
          <p:spPr>
            <a:xfrm>
              <a:off x="554" y="422"/>
              <a:ext cx="390" cy="390"/>
            </a:xfrm>
            <a:prstGeom prst="rect">
              <a:avLst/>
            </a:prstGeom>
            <a:solidFill>
              <a:schemeClr val="accent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200" b="1">
                <a:solidFill>
                  <a:schemeClr val="bg1"/>
                </a:solidFill>
                <a:latin typeface="+mn-ea"/>
              </a:endParaRPr>
            </a:p>
          </p:txBody>
        </p:sp>
        <p:sp>
          <p:nvSpPr>
            <p:cNvPr id="16" name="文本框 15"/>
            <p:cNvSpPr txBox="1"/>
            <p:nvPr>
              <p:custDataLst>
                <p:tags r:id="rId9"/>
              </p:custDataLst>
            </p:nvPr>
          </p:nvSpPr>
          <p:spPr>
            <a:xfrm>
              <a:off x="795" y="1556"/>
              <a:ext cx="4290" cy="738"/>
            </a:xfrm>
            <a:prstGeom prst="rect">
              <a:avLst/>
            </a:prstGeom>
            <a:noFill/>
          </p:spPr>
          <p:txBody>
            <a:bodyPr wrap="square" lIns="76200" tIns="28575" rIns="47625" bIns="28575" rtlCol="0">
              <a:noAutofit/>
            </a:bodyPr>
            <a:lstStyle/>
            <a:p>
              <a:pPr marL="0" indent="0" algn="l">
                <a:lnSpc>
                  <a:spcPct val="100000"/>
                </a:lnSpc>
                <a:spcBef>
                  <a:spcPts val="0"/>
                </a:spcBef>
                <a:spcAft>
                  <a:spcPts val="0"/>
                </a:spcAft>
                <a:buSzPct val="100000"/>
                <a:buNone/>
              </a:pPr>
              <a:r>
                <a:rPr lang="zh-CN" altLang="en-US" sz="2700" b="1" spc="300" dirty="0">
                  <a:solidFill>
                    <a:schemeClr val="tx1">
                      <a:lumMod val="75000"/>
                      <a:lumOff val="25000"/>
                    </a:schemeClr>
                  </a:solidFill>
                  <a:uFillTx/>
                  <a:latin typeface="Arial" panose="020B0604020202020204" pitchFamily="34" charset="0"/>
                  <a:ea typeface="微软雅黑" panose="020B0503020204020204" charset="-122"/>
                  <a:sym typeface="+mn-ea"/>
                </a:rPr>
                <a:t>添加幻灯片</a:t>
              </a:r>
              <a:endParaRPr lang="zh-CN" altLang="en-US" sz="2700" b="1" spc="300" dirty="0">
                <a:solidFill>
                  <a:schemeClr val="tx1">
                    <a:lumMod val="75000"/>
                    <a:lumOff val="25000"/>
                  </a:schemeClr>
                </a:solidFill>
                <a:uFillTx/>
                <a:latin typeface="Arial" panose="020B0604020202020204" pitchFamily="34" charset="0"/>
                <a:ea typeface="微软雅黑" panose="020B0503020204020204" charset="-122"/>
                <a:sym typeface="+mn-ea"/>
              </a:endParaRPr>
            </a:p>
          </p:txBody>
        </p:sp>
      </p:gr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02211" y="557353"/>
            <a:ext cx="8161909" cy="4004183"/>
            <a:chOff x="554" y="405"/>
            <a:chExt cx="13294" cy="7274"/>
          </a:xfrm>
        </p:grpSpPr>
        <p:cxnSp>
          <p:nvCxnSpPr>
            <p:cNvPr id="3" name="直接连接符 2"/>
            <p:cNvCxnSpPr/>
            <p:nvPr>
              <p:custDataLst>
                <p:tags r:id="rId1"/>
              </p:custDataLst>
            </p:nvPr>
          </p:nvCxnSpPr>
          <p:spPr>
            <a:xfrm>
              <a:off x="7824" y="422"/>
              <a:ext cx="6022" cy="0"/>
            </a:xfrm>
            <a:prstGeom prst="line">
              <a:avLst/>
            </a:prstGeom>
            <a:ln w="28575">
              <a:solidFill>
                <a:schemeClr val="tx1">
                  <a:lumMod val="85000"/>
                  <a:lumOff val="1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2"/>
              </p:custDataLst>
            </p:nvPr>
          </p:nvCxnSpPr>
          <p:spPr>
            <a:xfrm>
              <a:off x="13848" y="405"/>
              <a:ext cx="0" cy="3178"/>
            </a:xfrm>
            <a:prstGeom prst="line">
              <a:avLst/>
            </a:prstGeom>
            <a:ln w="28575">
              <a:solidFill>
                <a:schemeClr val="tx1">
                  <a:lumMod val="85000"/>
                  <a:lumOff val="15000"/>
                </a:schemeClr>
              </a:solidFill>
              <a:prstDash val="solid"/>
            </a:ln>
          </p:spPr>
          <p:style>
            <a:lnRef idx="1">
              <a:schemeClr val="accent1"/>
            </a:lnRef>
            <a:fillRef idx="0">
              <a:schemeClr val="accent1"/>
            </a:fillRef>
            <a:effectRef idx="0">
              <a:schemeClr val="accent1"/>
            </a:effectRef>
            <a:fontRef idx="minor">
              <a:schemeClr val="tx1"/>
            </a:fontRef>
          </p:style>
        </p:cxnSp>
        <p:sp>
          <p:nvSpPr>
            <p:cNvPr id="34" name="矩形 33"/>
            <p:cNvSpPr/>
            <p:nvPr>
              <p:custDataLst>
                <p:tags r:id="rId3"/>
              </p:custDataLst>
            </p:nvPr>
          </p:nvSpPr>
          <p:spPr>
            <a:xfrm>
              <a:off x="554" y="422"/>
              <a:ext cx="7314" cy="3007"/>
            </a:xfrm>
            <a:prstGeom prst="rect">
              <a:avLst/>
            </a:prstGeom>
            <a:solidFill>
              <a:schemeClr val="bg1"/>
            </a:solidFill>
            <a:ln w="28575">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200" b="1">
                <a:solidFill>
                  <a:schemeClr val="bg1"/>
                </a:solidFill>
                <a:latin typeface="+mn-ea"/>
              </a:endParaRPr>
            </a:p>
          </p:txBody>
        </p:sp>
        <p:sp>
          <p:nvSpPr>
            <p:cNvPr id="6" name="矩形 5"/>
            <p:cNvSpPr/>
            <p:nvPr>
              <p:custDataLst>
                <p:tags r:id="rId4"/>
              </p:custDataLst>
            </p:nvPr>
          </p:nvSpPr>
          <p:spPr>
            <a:xfrm>
              <a:off x="554" y="3429"/>
              <a:ext cx="13292" cy="4250"/>
            </a:xfrm>
            <a:prstGeom prst="rect">
              <a:avLst/>
            </a:prstGeom>
            <a:solidFill>
              <a:schemeClr val="bg1"/>
            </a:solidFill>
            <a:ln w="28575">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200" b="1" dirty="0">
                <a:solidFill>
                  <a:schemeClr val="bg1"/>
                </a:solidFill>
                <a:latin typeface="+mn-ea"/>
              </a:endParaRPr>
            </a:p>
          </p:txBody>
        </p:sp>
        <p:sp>
          <p:nvSpPr>
            <p:cNvPr id="8" name="文本框 7"/>
            <p:cNvSpPr txBox="1"/>
            <p:nvPr>
              <p:custDataLst>
                <p:tags r:id="rId5"/>
              </p:custDataLst>
            </p:nvPr>
          </p:nvSpPr>
          <p:spPr>
            <a:xfrm>
              <a:off x="795" y="3930"/>
              <a:ext cx="12817" cy="3571"/>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lvl="0" indent="0" algn="l" fontAlgn="ctr">
                <a:lnSpc>
                  <a:spcPct val="140000"/>
                </a:lnSpc>
                <a:spcBef>
                  <a:spcPts val="1000"/>
                </a:spcBef>
                <a:spcAft>
                  <a:spcPts val="0"/>
                </a:spcAft>
                <a:buSzPct val="100000"/>
                <a:buFont typeface="Wingdings" panose="05000000000000000000" charset="0"/>
                <a:buNone/>
              </a:pPr>
              <a:r>
                <a:rPr sz="1200" dirty="0">
                  <a:solidFill>
                    <a:schemeClr val="tx1">
                      <a:lumMod val="75000"/>
                      <a:lumOff val="25000"/>
                    </a:schemeClr>
                  </a:solidFill>
                  <a:latin typeface="Arial" panose="020B0604020202020204" pitchFamily="34" charset="0"/>
                  <a:ea typeface="微软雅黑" panose="020B0503020204020204" charset="-122"/>
                  <a:sym typeface="+mn-ea"/>
                </a:rPr>
                <a:t>（1）与 Word、Excel 相似，PowerPoint 中的文字可以通过“开始”选项卡“字体”组中提供的各工具来设置格式，如图 6-8 所示。</a:t>
              </a:r>
              <a:endParaRPr sz="1200" dirty="0">
                <a:solidFill>
                  <a:schemeClr val="tx1">
                    <a:lumMod val="75000"/>
                    <a:lumOff val="25000"/>
                  </a:schemeClr>
                </a:solidFill>
                <a:latin typeface="Arial" panose="020B0604020202020204" pitchFamily="34" charset="0"/>
                <a:ea typeface="微软雅黑" panose="020B0503020204020204" charset="-122"/>
                <a:sym typeface="+mn-ea"/>
              </a:endParaRPr>
            </a:p>
            <a:p>
              <a:pPr lvl="0" indent="0" algn="l" fontAlgn="ctr">
                <a:lnSpc>
                  <a:spcPct val="140000"/>
                </a:lnSpc>
                <a:spcBef>
                  <a:spcPts val="1000"/>
                </a:spcBef>
                <a:spcAft>
                  <a:spcPts val="0"/>
                </a:spcAft>
                <a:buSzPct val="100000"/>
                <a:buFont typeface="Wingdings" panose="05000000000000000000" charset="0"/>
                <a:buNone/>
              </a:pPr>
              <a:r>
                <a:rPr sz="1200" dirty="0">
                  <a:solidFill>
                    <a:schemeClr val="tx1">
                      <a:lumMod val="75000"/>
                      <a:lumOff val="25000"/>
                    </a:schemeClr>
                  </a:solidFill>
                  <a:latin typeface="Arial" panose="020B0604020202020204" pitchFamily="34" charset="0"/>
                  <a:ea typeface="微软雅黑" panose="020B0503020204020204" charset="-122"/>
                  <a:sym typeface="+mn-ea"/>
                </a:rPr>
                <a:t>“字体”组工具栏中绝大多数工具与 Word 相同，具有 PowerPoint 特色的是设置“阴影”按钮 。在选择了某些文本后单击该按钮可以为文字添加阴影效果，使之在幻灯片中更加醒目。</a:t>
              </a:r>
              <a:endParaRPr sz="1200" dirty="0">
                <a:solidFill>
                  <a:schemeClr val="tx1">
                    <a:lumMod val="75000"/>
                    <a:lumOff val="25000"/>
                  </a:schemeClr>
                </a:solidFill>
                <a:latin typeface="Arial" panose="020B0604020202020204" pitchFamily="34" charset="0"/>
                <a:ea typeface="微软雅黑" panose="020B0503020204020204" charset="-122"/>
                <a:sym typeface="+mn-ea"/>
              </a:endParaRPr>
            </a:p>
            <a:p>
              <a:pPr lvl="0" indent="0" algn="l" fontAlgn="ctr">
                <a:lnSpc>
                  <a:spcPct val="140000"/>
                </a:lnSpc>
                <a:spcBef>
                  <a:spcPts val="1000"/>
                </a:spcBef>
                <a:spcAft>
                  <a:spcPts val="0"/>
                </a:spcAft>
                <a:buSzPct val="100000"/>
                <a:buFont typeface="Wingdings" panose="05000000000000000000" charset="0"/>
                <a:buNone/>
              </a:pPr>
              <a:r>
                <a:rPr sz="1200" dirty="0">
                  <a:solidFill>
                    <a:schemeClr val="tx1">
                      <a:lumMod val="75000"/>
                      <a:lumOff val="25000"/>
                    </a:schemeClr>
                  </a:solidFill>
                  <a:latin typeface="Arial" panose="020B0604020202020204" pitchFamily="34" charset="0"/>
                  <a:ea typeface="微软雅黑" panose="020B0503020204020204" charset="-122"/>
                  <a:sym typeface="+mn-ea"/>
                </a:rPr>
                <a:t>若需要更多的字体格式设置，可以单击“字体”组右下角的 按钮，在弹出的“字体”对话框中，通过“字体”及“字符间距”选项卡中提供的功能设置。</a:t>
              </a:r>
              <a:endParaRPr sz="1200" dirty="0">
                <a:solidFill>
                  <a:schemeClr val="tx1">
                    <a:lumMod val="75000"/>
                    <a:lumOff val="25000"/>
                  </a:schemeClr>
                </a:solidFill>
                <a:latin typeface="Arial" panose="020B0604020202020204" pitchFamily="34" charset="0"/>
                <a:ea typeface="微软雅黑" panose="020B0503020204020204" charset="-122"/>
                <a:sym typeface="+mn-ea"/>
              </a:endParaRPr>
            </a:p>
            <a:p>
              <a:pPr lvl="0" indent="0" algn="l" fontAlgn="ctr">
                <a:lnSpc>
                  <a:spcPct val="140000"/>
                </a:lnSpc>
                <a:spcBef>
                  <a:spcPts val="1000"/>
                </a:spcBef>
                <a:spcAft>
                  <a:spcPts val="0"/>
                </a:spcAft>
                <a:buSzPct val="100000"/>
                <a:buFont typeface="Wingdings" panose="05000000000000000000" charset="0"/>
                <a:buNone/>
              </a:pPr>
              <a:endParaRPr sz="1200" dirty="0">
                <a:solidFill>
                  <a:schemeClr val="tx1">
                    <a:lumMod val="75000"/>
                    <a:lumOff val="25000"/>
                  </a:schemeClr>
                </a:solidFill>
                <a:latin typeface="Arial" panose="020B0604020202020204" pitchFamily="34" charset="0"/>
                <a:ea typeface="微软雅黑" panose="020B0503020204020204" charset="-122"/>
                <a:sym typeface="+mn-ea"/>
              </a:endParaRPr>
            </a:p>
          </p:txBody>
        </p:sp>
        <p:sp>
          <p:nvSpPr>
            <p:cNvPr id="9" name="矩形 8"/>
            <p:cNvSpPr/>
            <p:nvPr>
              <p:custDataLst>
                <p:tags r:id="rId6"/>
              </p:custDataLst>
            </p:nvPr>
          </p:nvSpPr>
          <p:spPr>
            <a:xfrm>
              <a:off x="554" y="422"/>
              <a:ext cx="390" cy="390"/>
            </a:xfrm>
            <a:prstGeom prst="rect">
              <a:avLst/>
            </a:prstGeom>
            <a:solidFill>
              <a:schemeClr val="accent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200" b="1">
                <a:solidFill>
                  <a:schemeClr val="bg1"/>
                </a:solidFill>
                <a:latin typeface="+mn-ea"/>
              </a:endParaRPr>
            </a:p>
          </p:txBody>
        </p:sp>
        <p:sp>
          <p:nvSpPr>
            <p:cNvPr id="16" name="文本框 15"/>
            <p:cNvSpPr txBox="1"/>
            <p:nvPr>
              <p:custDataLst>
                <p:tags r:id="rId7"/>
              </p:custDataLst>
            </p:nvPr>
          </p:nvSpPr>
          <p:spPr>
            <a:xfrm>
              <a:off x="795" y="1556"/>
              <a:ext cx="6437" cy="738"/>
            </a:xfrm>
            <a:prstGeom prst="rect">
              <a:avLst/>
            </a:prstGeom>
            <a:noFill/>
          </p:spPr>
          <p:txBody>
            <a:bodyPr wrap="square" lIns="76200" tIns="28575" rIns="47625" bIns="28575" rtlCol="0">
              <a:noAutofit/>
            </a:bodyPr>
            <a:lstStyle/>
            <a:p>
              <a:pPr marL="0" indent="0" algn="l">
                <a:lnSpc>
                  <a:spcPct val="100000"/>
                </a:lnSpc>
                <a:spcBef>
                  <a:spcPts val="0"/>
                </a:spcBef>
                <a:spcAft>
                  <a:spcPts val="0"/>
                </a:spcAft>
                <a:buSzPct val="100000"/>
                <a:buNone/>
              </a:pPr>
              <a:r>
                <a:rPr lang="zh-CN" altLang="en-US" sz="2700" b="1" spc="300" dirty="0">
                  <a:solidFill>
                    <a:schemeClr val="tx1">
                      <a:lumMod val="75000"/>
                      <a:lumOff val="25000"/>
                    </a:schemeClr>
                  </a:solidFill>
                  <a:uFillTx/>
                  <a:latin typeface="Arial" panose="020B0604020202020204" pitchFamily="34" charset="0"/>
                  <a:ea typeface="微软雅黑" panose="020B0503020204020204" charset="-122"/>
                  <a:sym typeface="+mn-ea"/>
                </a:rPr>
                <a:t>设置文字和段落格式</a:t>
              </a:r>
              <a:endParaRPr lang="zh-CN" altLang="en-US" sz="2700" b="1" spc="300" dirty="0">
                <a:solidFill>
                  <a:schemeClr val="tx1">
                    <a:lumMod val="75000"/>
                    <a:lumOff val="25000"/>
                  </a:schemeClr>
                </a:solidFill>
                <a:uFillTx/>
                <a:latin typeface="Arial" panose="020B0604020202020204" pitchFamily="34" charset="0"/>
                <a:ea typeface="微软雅黑" panose="020B0503020204020204" charset="-122"/>
                <a:sym typeface="+mn-ea"/>
              </a:endParaRPr>
            </a:p>
          </p:txBody>
        </p:sp>
      </p:grpSp>
      <p:pic>
        <p:nvPicPr>
          <p:cNvPr id="5" name="图片 4"/>
          <p:cNvPicPr>
            <a:picLocks noChangeAspect="1"/>
          </p:cNvPicPr>
          <p:nvPr/>
        </p:nvPicPr>
        <p:blipFill>
          <a:blip r:embed="rId8">
            <a:clrChange>
              <a:clrFrom>
                <a:srgbClr val="FFFFFF">
                  <a:alpha val="100000"/>
                </a:srgbClr>
              </a:clrFrom>
              <a:clrTo>
                <a:srgbClr val="FFFFFF">
                  <a:alpha val="100000"/>
                  <a:alpha val="0"/>
                </a:srgbClr>
              </a:clrTo>
            </a:clrChange>
          </a:blip>
          <a:stretch>
            <a:fillRect/>
          </a:stretch>
        </p:blipFill>
        <p:spPr>
          <a:xfrm>
            <a:off x="5082540" y="591820"/>
            <a:ext cx="3491865" cy="1576705"/>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平行四边形 256"/>
          <p:cNvSpPr/>
          <p:nvPr>
            <p:custDataLst>
              <p:tags r:id="rId1"/>
            </p:custDataLst>
          </p:nvPr>
        </p:nvSpPr>
        <p:spPr>
          <a:xfrm>
            <a:off x="3879533" y="0"/>
            <a:ext cx="5132070" cy="5143500"/>
          </a:xfrm>
          <a:prstGeom prst="parallelogram">
            <a:avLst>
              <a:gd name="adj" fmla="val 49944"/>
            </a:avLst>
          </a:prstGeom>
          <a:solidFill>
            <a:srgbClr val="00B0F0">
              <a:alpha val="30000"/>
            </a:srgbClr>
          </a:solidFill>
          <a:ln>
            <a:noFill/>
          </a:ln>
          <a:effectLst>
            <a:outerShdw blurRad="406400" dist="292100" algn="l" rotWithShape="0">
              <a:prstClr val="black">
                <a:alpha val="4000"/>
              </a:prstClr>
            </a:outerShdw>
          </a:effec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259" name="平行四边形 258"/>
          <p:cNvSpPr/>
          <p:nvPr>
            <p:custDataLst>
              <p:tags r:id="rId2"/>
            </p:custDataLst>
          </p:nvPr>
        </p:nvSpPr>
        <p:spPr>
          <a:xfrm>
            <a:off x="1197610" y="3729355"/>
            <a:ext cx="998855" cy="1414780"/>
          </a:xfrm>
          <a:prstGeom prst="parallelogram">
            <a:avLst>
              <a:gd name="adj" fmla="val 71296"/>
            </a:avLst>
          </a:prstGeom>
          <a:solidFill>
            <a:srgbClr val="00B0F0">
              <a:alpha val="11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260" name="平行四边形 259"/>
          <p:cNvSpPr/>
          <p:nvPr>
            <p:custDataLst>
              <p:tags r:id="rId3"/>
            </p:custDataLst>
          </p:nvPr>
        </p:nvSpPr>
        <p:spPr>
          <a:xfrm>
            <a:off x="622935" y="3729355"/>
            <a:ext cx="998855" cy="1414780"/>
          </a:xfrm>
          <a:prstGeom prst="parallelogram">
            <a:avLst>
              <a:gd name="adj" fmla="val 71296"/>
            </a:avLst>
          </a:prstGeom>
          <a:solidFill>
            <a:srgbClr val="00B0F0">
              <a:alpha val="11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261" name="平行四边形 260"/>
          <p:cNvSpPr/>
          <p:nvPr>
            <p:custDataLst>
              <p:tags r:id="rId4"/>
            </p:custDataLst>
          </p:nvPr>
        </p:nvSpPr>
        <p:spPr>
          <a:xfrm>
            <a:off x="48260" y="3729355"/>
            <a:ext cx="998855" cy="1414780"/>
          </a:xfrm>
          <a:prstGeom prst="parallelogram">
            <a:avLst>
              <a:gd name="adj" fmla="val 71296"/>
            </a:avLst>
          </a:prstGeom>
          <a:solidFill>
            <a:srgbClr val="00B0F0">
              <a:alpha val="11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3" name="任意多边形: 形状 136"/>
          <p:cNvSpPr/>
          <p:nvPr>
            <p:custDataLst>
              <p:tags r:id="rId5"/>
            </p:custDataLst>
          </p:nvPr>
        </p:nvSpPr>
        <p:spPr>
          <a:xfrm>
            <a:off x="7984490" y="116205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4" name="任意多边形: 形状 137"/>
          <p:cNvSpPr/>
          <p:nvPr>
            <p:custDataLst>
              <p:tags r:id="rId6"/>
            </p:custDataLst>
          </p:nvPr>
        </p:nvSpPr>
        <p:spPr>
          <a:xfrm>
            <a:off x="8091170" y="116205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5" name="任意多边形: 形状 138"/>
          <p:cNvSpPr/>
          <p:nvPr>
            <p:custDataLst>
              <p:tags r:id="rId7"/>
            </p:custDataLst>
          </p:nvPr>
        </p:nvSpPr>
        <p:spPr>
          <a:xfrm>
            <a:off x="8197850" y="116205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6" name="任意多边形: 形状 139"/>
          <p:cNvSpPr/>
          <p:nvPr>
            <p:custDataLst>
              <p:tags r:id="rId8"/>
            </p:custDataLst>
          </p:nvPr>
        </p:nvSpPr>
        <p:spPr>
          <a:xfrm>
            <a:off x="8305800" y="116205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7" name="任意多边形: 形状 140"/>
          <p:cNvSpPr/>
          <p:nvPr>
            <p:custDataLst>
              <p:tags r:id="rId9"/>
            </p:custDataLst>
          </p:nvPr>
        </p:nvSpPr>
        <p:spPr>
          <a:xfrm>
            <a:off x="8412480" y="116205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8" name="任意多边形: 形状 141"/>
          <p:cNvSpPr/>
          <p:nvPr>
            <p:custDataLst>
              <p:tags r:id="rId10"/>
            </p:custDataLst>
          </p:nvPr>
        </p:nvSpPr>
        <p:spPr>
          <a:xfrm>
            <a:off x="8626475" y="116205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9" name="任意多边形: 形状 142"/>
          <p:cNvSpPr/>
          <p:nvPr>
            <p:custDataLst>
              <p:tags r:id="rId11"/>
            </p:custDataLst>
          </p:nvPr>
        </p:nvSpPr>
        <p:spPr>
          <a:xfrm>
            <a:off x="8839835" y="116205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20" name="任意多边形: 形状 143"/>
          <p:cNvSpPr/>
          <p:nvPr>
            <p:custDataLst>
              <p:tags r:id="rId12"/>
            </p:custDataLst>
          </p:nvPr>
        </p:nvSpPr>
        <p:spPr>
          <a:xfrm>
            <a:off x="8519160" y="116205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21" name="任意多边形: 形状 144"/>
          <p:cNvSpPr/>
          <p:nvPr>
            <p:custDataLst>
              <p:tags r:id="rId13"/>
            </p:custDataLst>
          </p:nvPr>
        </p:nvSpPr>
        <p:spPr>
          <a:xfrm>
            <a:off x="8733155" y="116205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22" name="任意多边形: 形状 145"/>
          <p:cNvSpPr/>
          <p:nvPr>
            <p:custDataLst>
              <p:tags r:id="rId14"/>
            </p:custDataLst>
          </p:nvPr>
        </p:nvSpPr>
        <p:spPr>
          <a:xfrm>
            <a:off x="7877810" y="116205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3" name="任意多边形: 形状 147"/>
          <p:cNvSpPr/>
          <p:nvPr>
            <p:custDataLst>
              <p:tags r:id="rId15"/>
            </p:custDataLst>
          </p:nvPr>
        </p:nvSpPr>
        <p:spPr>
          <a:xfrm>
            <a:off x="8060690" y="10401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4" name="任意多边形: 形状 148"/>
          <p:cNvSpPr/>
          <p:nvPr>
            <p:custDataLst>
              <p:tags r:id="rId16"/>
            </p:custDataLst>
          </p:nvPr>
        </p:nvSpPr>
        <p:spPr>
          <a:xfrm>
            <a:off x="8167370" y="10401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5" name="任意多边形: 形状 149"/>
          <p:cNvSpPr/>
          <p:nvPr>
            <p:custDataLst>
              <p:tags r:id="rId17"/>
            </p:custDataLst>
          </p:nvPr>
        </p:nvSpPr>
        <p:spPr>
          <a:xfrm>
            <a:off x="8274050" y="10401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6" name="任意多边形: 形状 150"/>
          <p:cNvSpPr/>
          <p:nvPr>
            <p:custDataLst>
              <p:tags r:id="rId18"/>
            </p:custDataLst>
          </p:nvPr>
        </p:nvSpPr>
        <p:spPr>
          <a:xfrm>
            <a:off x="8382000" y="10401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7" name="任意多边形: 形状 151"/>
          <p:cNvSpPr/>
          <p:nvPr>
            <p:custDataLst>
              <p:tags r:id="rId19"/>
            </p:custDataLst>
          </p:nvPr>
        </p:nvSpPr>
        <p:spPr>
          <a:xfrm>
            <a:off x="8488680" y="10401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8" name="任意多边形: 形状 152"/>
          <p:cNvSpPr/>
          <p:nvPr>
            <p:custDataLst>
              <p:tags r:id="rId20"/>
            </p:custDataLst>
          </p:nvPr>
        </p:nvSpPr>
        <p:spPr>
          <a:xfrm>
            <a:off x="8702675" y="10401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9" name="任意多边形: 形状 153"/>
          <p:cNvSpPr/>
          <p:nvPr>
            <p:custDataLst>
              <p:tags r:id="rId21"/>
            </p:custDataLst>
          </p:nvPr>
        </p:nvSpPr>
        <p:spPr>
          <a:xfrm>
            <a:off x="8916035" y="10401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0" name="任意多边形: 形状 154"/>
          <p:cNvSpPr/>
          <p:nvPr>
            <p:custDataLst>
              <p:tags r:id="rId22"/>
            </p:custDataLst>
          </p:nvPr>
        </p:nvSpPr>
        <p:spPr>
          <a:xfrm>
            <a:off x="8595360" y="10401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1" name="任意多边形: 形状 155"/>
          <p:cNvSpPr/>
          <p:nvPr>
            <p:custDataLst>
              <p:tags r:id="rId23"/>
            </p:custDataLst>
          </p:nvPr>
        </p:nvSpPr>
        <p:spPr>
          <a:xfrm>
            <a:off x="8809355" y="10401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2" name="任意多边形: 形状 156"/>
          <p:cNvSpPr/>
          <p:nvPr>
            <p:custDataLst>
              <p:tags r:id="rId24"/>
            </p:custDataLst>
          </p:nvPr>
        </p:nvSpPr>
        <p:spPr>
          <a:xfrm>
            <a:off x="7954010" y="104013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3" name="任意多边形: 形状 158"/>
          <p:cNvSpPr/>
          <p:nvPr>
            <p:custDataLst>
              <p:tags r:id="rId25"/>
            </p:custDataLst>
          </p:nvPr>
        </p:nvSpPr>
        <p:spPr>
          <a:xfrm>
            <a:off x="8060690" y="114744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4" name="任意多边形: 形状 159"/>
          <p:cNvSpPr/>
          <p:nvPr>
            <p:custDataLst>
              <p:tags r:id="rId26"/>
            </p:custDataLst>
          </p:nvPr>
        </p:nvSpPr>
        <p:spPr>
          <a:xfrm>
            <a:off x="8167370" y="114744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5" name="任意多边形: 形状 160"/>
          <p:cNvSpPr/>
          <p:nvPr>
            <p:custDataLst>
              <p:tags r:id="rId27"/>
            </p:custDataLst>
          </p:nvPr>
        </p:nvSpPr>
        <p:spPr>
          <a:xfrm>
            <a:off x="8274050" y="114744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6" name="任意多边形: 形状 161"/>
          <p:cNvSpPr/>
          <p:nvPr>
            <p:custDataLst>
              <p:tags r:id="rId28"/>
            </p:custDataLst>
          </p:nvPr>
        </p:nvSpPr>
        <p:spPr>
          <a:xfrm>
            <a:off x="8382000" y="114744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7" name="任意多边形: 形状 162"/>
          <p:cNvSpPr/>
          <p:nvPr>
            <p:custDataLst>
              <p:tags r:id="rId29"/>
            </p:custDataLst>
          </p:nvPr>
        </p:nvSpPr>
        <p:spPr>
          <a:xfrm>
            <a:off x="8488680" y="114744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8" name="任意多边形: 形状 163"/>
          <p:cNvSpPr/>
          <p:nvPr>
            <p:custDataLst>
              <p:tags r:id="rId30"/>
            </p:custDataLst>
          </p:nvPr>
        </p:nvSpPr>
        <p:spPr>
          <a:xfrm>
            <a:off x="8702675" y="114744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9" name="任意多边形: 形状 164"/>
          <p:cNvSpPr/>
          <p:nvPr>
            <p:custDataLst>
              <p:tags r:id="rId31"/>
            </p:custDataLst>
          </p:nvPr>
        </p:nvSpPr>
        <p:spPr>
          <a:xfrm>
            <a:off x="8916035" y="114744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0" name="任意多边形: 形状 165"/>
          <p:cNvSpPr/>
          <p:nvPr>
            <p:custDataLst>
              <p:tags r:id="rId32"/>
            </p:custDataLst>
          </p:nvPr>
        </p:nvSpPr>
        <p:spPr>
          <a:xfrm>
            <a:off x="8595360" y="114744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1" name="任意多边形: 形状 166"/>
          <p:cNvSpPr/>
          <p:nvPr>
            <p:custDataLst>
              <p:tags r:id="rId33"/>
            </p:custDataLst>
          </p:nvPr>
        </p:nvSpPr>
        <p:spPr>
          <a:xfrm>
            <a:off x="8809355" y="114744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2" name="任意多边形: 形状 167"/>
          <p:cNvSpPr/>
          <p:nvPr>
            <p:custDataLst>
              <p:tags r:id="rId34"/>
            </p:custDataLst>
          </p:nvPr>
        </p:nvSpPr>
        <p:spPr>
          <a:xfrm>
            <a:off x="7954010" y="114744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3" name="任意多边形: 形状 169"/>
          <p:cNvSpPr/>
          <p:nvPr>
            <p:custDataLst>
              <p:tags r:id="rId35"/>
            </p:custDataLst>
          </p:nvPr>
        </p:nvSpPr>
        <p:spPr>
          <a:xfrm>
            <a:off x="8060690" y="12541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4" name="任意多边形: 形状 170"/>
          <p:cNvSpPr/>
          <p:nvPr>
            <p:custDataLst>
              <p:tags r:id="rId36"/>
            </p:custDataLst>
          </p:nvPr>
        </p:nvSpPr>
        <p:spPr>
          <a:xfrm>
            <a:off x="8167370" y="12541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5" name="任意多边形: 形状 171"/>
          <p:cNvSpPr/>
          <p:nvPr>
            <p:custDataLst>
              <p:tags r:id="rId37"/>
            </p:custDataLst>
          </p:nvPr>
        </p:nvSpPr>
        <p:spPr>
          <a:xfrm>
            <a:off x="8274050" y="125412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6" name="任意多边形: 形状 172"/>
          <p:cNvSpPr/>
          <p:nvPr>
            <p:custDataLst>
              <p:tags r:id="rId38"/>
            </p:custDataLst>
          </p:nvPr>
        </p:nvSpPr>
        <p:spPr>
          <a:xfrm>
            <a:off x="8382000" y="125412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7" name="任意多边形: 形状 173"/>
          <p:cNvSpPr/>
          <p:nvPr>
            <p:custDataLst>
              <p:tags r:id="rId39"/>
            </p:custDataLst>
          </p:nvPr>
        </p:nvSpPr>
        <p:spPr>
          <a:xfrm>
            <a:off x="8488680" y="125412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8" name="任意多边形: 形状 174"/>
          <p:cNvSpPr/>
          <p:nvPr>
            <p:custDataLst>
              <p:tags r:id="rId40"/>
            </p:custDataLst>
          </p:nvPr>
        </p:nvSpPr>
        <p:spPr>
          <a:xfrm>
            <a:off x="8702675" y="125412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9" name="任意多边形: 形状 175"/>
          <p:cNvSpPr/>
          <p:nvPr>
            <p:custDataLst>
              <p:tags r:id="rId41"/>
            </p:custDataLst>
          </p:nvPr>
        </p:nvSpPr>
        <p:spPr>
          <a:xfrm>
            <a:off x="8916035" y="125412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0" name="任意多边形: 形状 176"/>
          <p:cNvSpPr/>
          <p:nvPr>
            <p:custDataLst>
              <p:tags r:id="rId42"/>
            </p:custDataLst>
          </p:nvPr>
        </p:nvSpPr>
        <p:spPr>
          <a:xfrm>
            <a:off x="8595360" y="125412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1" name="任意多边形: 形状 177"/>
          <p:cNvSpPr/>
          <p:nvPr>
            <p:custDataLst>
              <p:tags r:id="rId43"/>
            </p:custDataLst>
          </p:nvPr>
        </p:nvSpPr>
        <p:spPr>
          <a:xfrm>
            <a:off x="8809355" y="125412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2" name="任意多边形: 形状 178"/>
          <p:cNvSpPr/>
          <p:nvPr>
            <p:custDataLst>
              <p:tags r:id="rId44"/>
            </p:custDataLst>
          </p:nvPr>
        </p:nvSpPr>
        <p:spPr>
          <a:xfrm>
            <a:off x="7954010" y="125412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3" name="任意多边形: 形状 180"/>
          <p:cNvSpPr/>
          <p:nvPr>
            <p:custDataLst>
              <p:tags r:id="rId45"/>
            </p:custDataLst>
          </p:nvPr>
        </p:nvSpPr>
        <p:spPr>
          <a:xfrm>
            <a:off x="8060690" y="13614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4" name="任意多边形: 形状 181"/>
          <p:cNvSpPr/>
          <p:nvPr>
            <p:custDataLst>
              <p:tags r:id="rId46"/>
            </p:custDataLst>
          </p:nvPr>
        </p:nvSpPr>
        <p:spPr>
          <a:xfrm>
            <a:off x="8167370" y="13614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5" name="任意多边形: 形状 182"/>
          <p:cNvSpPr/>
          <p:nvPr>
            <p:custDataLst>
              <p:tags r:id="rId47"/>
            </p:custDataLst>
          </p:nvPr>
        </p:nvSpPr>
        <p:spPr>
          <a:xfrm>
            <a:off x="8274050" y="136144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6" name="任意多边形: 形状 183"/>
          <p:cNvSpPr/>
          <p:nvPr>
            <p:custDataLst>
              <p:tags r:id="rId48"/>
            </p:custDataLst>
          </p:nvPr>
        </p:nvSpPr>
        <p:spPr>
          <a:xfrm>
            <a:off x="8382000" y="136144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7" name="任意多边形: 形状 184"/>
          <p:cNvSpPr/>
          <p:nvPr>
            <p:custDataLst>
              <p:tags r:id="rId49"/>
            </p:custDataLst>
          </p:nvPr>
        </p:nvSpPr>
        <p:spPr>
          <a:xfrm>
            <a:off x="8488680" y="136144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8" name="任意多边形: 形状 185"/>
          <p:cNvSpPr/>
          <p:nvPr>
            <p:custDataLst>
              <p:tags r:id="rId50"/>
            </p:custDataLst>
          </p:nvPr>
        </p:nvSpPr>
        <p:spPr>
          <a:xfrm>
            <a:off x="8702675" y="136144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9" name="任意多边形: 形状 186"/>
          <p:cNvSpPr/>
          <p:nvPr>
            <p:custDataLst>
              <p:tags r:id="rId51"/>
            </p:custDataLst>
          </p:nvPr>
        </p:nvSpPr>
        <p:spPr>
          <a:xfrm>
            <a:off x="8916035" y="136144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0" name="任意多边形: 形状 187"/>
          <p:cNvSpPr/>
          <p:nvPr>
            <p:custDataLst>
              <p:tags r:id="rId52"/>
            </p:custDataLst>
          </p:nvPr>
        </p:nvSpPr>
        <p:spPr>
          <a:xfrm>
            <a:off x="8595360" y="136144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1" name="任意多边形: 形状 188"/>
          <p:cNvSpPr/>
          <p:nvPr>
            <p:custDataLst>
              <p:tags r:id="rId53"/>
            </p:custDataLst>
          </p:nvPr>
        </p:nvSpPr>
        <p:spPr>
          <a:xfrm>
            <a:off x="8809355" y="136144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2" name="任意多边形: 形状 189"/>
          <p:cNvSpPr/>
          <p:nvPr>
            <p:custDataLst>
              <p:tags r:id="rId54"/>
            </p:custDataLst>
          </p:nvPr>
        </p:nvSpPr>
        <p:spPr>
          <a:xfrm>
            <a:off x="7954010" y="136144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3" name="任意多边形: 形状 191"/>
          <p:cNvSpPr/>
          <p:nvPr>
            <p:custDataLst>
              <p:tags r:id="rId55"/>
            </p:custDataLst>
          </p:nvPr>
        </p:nvSpPr>
        <p:spPr>
          <a:xfrm>
            <a:off x="8060690" y="146875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4" name="任意多边形: 形状 192"/>
          <p:cNvSpPr/>
          <p:nvPr>
            <p:custDataLst>
              <p:tags r:id="rId56"/>
            </p:custDataLst>
          </p:nvPr>
        </p:nvSpPr>
        <p:spPr>
          <a:xfrm>
            <a:off x="8167370" y="146875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5" name="任意多边形: 形状 193"/>
          <p:cNvSpPr/>
          <p:nvPr>
            <p:custDataLst>
              <p:tags r:id="rId57"/>
            </p:custDataLst>
          </p:nvPr>
        </p:nvSpPr>
        <p:spPr>
          <a:xfrm>
            <a:off x="8274050" y="146875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6" name="任意多边形: 形状 194"/>
          <p:cNvSpPr/>
          <p:nvPr>
            <p:custDataLst>
              <p:tags r:id="rId58"/>
            </p:custDataLst>
          </p:nvPr>
        </p:nvSpPr>
        <p:spPr>
          <a:xfrm>
            <a:off x="8382000" y="146875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7" name="任意多边形: 形状 195"/>
          <p:cNvSpPr/>
          <p:nvPr>
            <p:custDataLst>
              <p:tags r:id="rId59"/>
            </p:custDataLst>
          </p:nvPr>
        </p:nvSpPr>
        <p:spPr>
          <a:xfrm>
            <a:off x="8488680" y="146875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8" name="任意多边形: 形状 196"/>
          <p:cNvSpPr/>
          <p:nvPr>
            <p:custDataLst>
              <p:tags r:id="rId60"/>
            </p:custDataLst>
          </p:nvPr>
        </p:nvSpPr>
        <p:spPr>
          <a:xfrm>
            <a:off x="8702675" y="146875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9" name="任意多边形: 形状 197"/>
          <p:cNvSpPr/>
          <p:nvPr>
            <p:custDataLst>
              <p:tags r:id="rId61"/>
            </p:custDataLst>
          </p:nvPr>
        </p:nvSpPr>
        <p:spPr>
          <a:xfrm>
            <a:off x="8916035" y="146875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0" name="任意多边形: 形状 198"/>
          <p:cNvSpPr/>
          <p:nvPr>
            <p:custDataLst>
              <p:tags r:id="rId62"/>
            </p:custDataLst>
          </p:nvPr>
        </p:nvSpPr>
        <p:spPr>
          <a:xfrm>
            <a:off x="8595360" y="146875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1" name="任意多边形: 形状 199"/>
          <p:cNvSpPr/>
          <p:nvPr>
            <p:custDataLst>
              <p:tags r:id="rId63"/>
            </p:custDataLst>
          </p:nvPr>
        </p:nvSpPr>
        <p:spPr>
          <a:xfrm>
            <a:off x="8809355" y="146875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2" name="任意多边形: 形状 200"/>
          <p:cNvSpPr/>
          <p:nvPr>
            <p:custDataLst>
              <p:tags r:id="rId64"/>
            </p:custDataLst>
          </p:nvPr>
        </p:nvSpPr>
        <p:spPr>
          <a:xfrm>
            <a:off x="7954010" y="146812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3" name="任意多边形: 形状 202"/>
          <p:cNvSpPr/>
          <p:nvPr>
            <p:custDataLst>
              <p:tags r:id="rId65"/>
            </p:custDataLst>
          </p:nvPr>
        </p:nvSpPr>
        <p:spPr>
          <a:xfrm>
            <a:off x="8060690" y="157543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4" name="任意多边形: 形状 203"/>
          <p:cNvSpPr/>
          <p:nvPr>
            <p:custDataLst>
              <p:tags r:id="rId66"/>
            </p:custDataLst>
          </p:nvPr>
        </p:nvSpPr>
        <p:spPr>
          <a:xfrm>
            <a:off x="8167370" y="157543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5" name="任意多边形: 形状 204"/>
          <p:cNvSpPr/>
          <p:nvPr>
            <p:custDataLst>
              <p:tags r:id="rId67"/>
            </p:custDataLst>
          </p:nvPr>
        </p:nvSpPr>
        <p:spPr>
          <a:xfrm>
            <a:off x="8274050" y="157543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6" name="任意多边形: 形状 205"/>
          <p:cNvSpPr/>
          <p:nvPr>
            <p:custDataLst>
              <p:tags r:id="rId68"/>
            </p:custDataLst>
          </p:nvPr>
        </p:nvSpPr>
        <p:spPr>
          <a:xfrm>
            <a:off x="8382000" y="157543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7" name="任意多边形: 形状 206"/>
          <p:cNvSpPr/>
          <p:nvPr>
            <p:custDataLst>
              <p:tags r:id="rId69"/>
            </p:custDataLst>
          </p:nvPr>
        </p:nvSpPr>
        <p:spPr>
          <a:xfrm>
            <a:off x="8488680" y="157543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8" name="任意多边形: 形状 207"/>
          <p:cNvSpPr/>
          <p:nvPr>
            <p:custDataLst>
              <p:tags r:id="rId70"/>
            </p:custDataLst>
          </p:nvPr>
        </p:nvSpPr>
        <p:spPr>
          <a:xfrm>
            <a:off x="8702675" y="157543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9" name="任意多边形: 形状 208"/>
          <p:cNvSpPr/>
          <p:nvPr>
            <p:custDataLst>
              <p:tags r:id="rId71"/>
            </p:custDataLst>
          </p:nvPr>
        </p:nvSpPr>
        <p:spPr>
          <a:xfrm>
            <a:off x="8916035" y="157543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0" name="任意多边形: 形状 209"/>
          <p:cNvSpPr/>
          <p:nvPr>
            <p:custDataLst>
              <p:tags r:id="rId72"/>
            </p:custDataLst>
          </p:nvPr>
        </p:nvSpPr>
        <p:spPr>
          <a:xfrm>
            <a:off x="8595360" y="157543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1" name="任意多边形: 形状 210"/>
          <p:cNvSpPr/>
          <p:nvPr>
            <p:custDataLst>
              <p:tags r:id="rId73"/>
            </p:custDataLst>
          </p:nvPr>
        </p:nvSpPr>
        <p:spPr>
          <a:xfrm>
            <a:off x="8809355" y="157543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2" name="任意多边形: 形状 211"/>
          <p:cNvSpPr/>
          <p:nvPr>
            <p:custDataLst>
              <p:tags r:id="rId74"/>
            </p:custDataLst>
          </p:nvPr>
        </p:nvSpPr>
        <p:spPr>
          <a:xfrm>
            <a:off x="7954010" y="157543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3" name="任意多边形: 形状 213"/>
          <p:cNvSpPr/>
          <p:nvPr>
            <p:custDataLst>
              <p:tags r:id="rId75"/>
            </p:custDataLst>
          </p:nvPr>
        </p:nvSpPr>
        <p:spPr>
          <a:xfrm>
            <a:off x="8060690" y="168211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4" name="任意多边形: 形状 214"/>
          <p:cNvSpPr/>
          <p:nvPr>
            <p:custDataLst>
              <p:tags r:id="rId76"/>
            </p:custDataLst>
          </p:nvPr>
        </p:nvSpPr>
        <p:spPr>
          <a:xfrm>
            <a:off x="8167370" y="168211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5" name="任意多边形: 形状 215"/>
          <p:cNvSpPr/>
          <p:nvPr>
            <p:custDataLst>
              <p:tags r:id="rId77"/>
            </p:custDataLst>
          </p:nvPr>
        </p:nvSpPr>
        <p:spPr>
          <a:xfrm>
            <a:off x="8274050" y="168211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6" name="任意多边形: 形状 216"/>
          <p:cNvSpPr/>
          <p:nvPr>
            <p:custDataLst>
              <p:tags r:id="rId78"/>
            </p:custDataLst>
          </p:nvPr>
        </p:nvSpPr>
        <p:spPr>
          <a:xfrm>
            <a:off x="8382000" y="168211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7" name="任意多边形: 形状 217"/>
          <p:cNvSpPr/>
          <p:nvPr>
            <p:custDataLst>
              <p:tags r:id="rId79"/>
            </p:custDataLst>
          </p:nvPr>
        </p:nvSpPr>
        <p:spPr>
          <a:xfrm>
            <a:off x="8488680" y="168211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8" name="任意多边形: 形状 218"/>
          <p:cNvSpPr/>
          <p:nvPr>
            <p:custDataLst>
              <p:tags r:id="rId80"/>
            </p:custDataLst>
          </p:nvPr>
        </p:nvSpPr>
        <p:spPr>
          <a:xfrm>
            <a:off x="8702675" y="16821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9" name="任意多边形: 形状 219"/>
          <p:cNvSpPr/>
          <p:nvPr>
            <p:custDataLst>
              <p:tags r:id="rId81"/>
            </p:custDataLst>
          </p:nvPr>
        </p:nvSpPr>
        <p:spPr>
          <a:xfrm>
            <a:off x="8916035" y="16821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0" name="任意多边形: 形状 220"/>
          <p:cNvSpPr/>
          <p:nvPr>
            <p:custDataLst>
              <p:tags r:id="rId82"/>
            </p:custDataLst>
          </p:nvPr>
        </p:nvSpPr>
        <p:spPr>
          <a:xfrm>
            <a:off x="8595360" y="16821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1" name="任意多边形: 形状 221"/>
          <p:cNvSpPr/>
          <p:nvPr>
            <p:custDataLst>
              <p:tags r:id="rId83"/>
            </p:custDataLst>
          </p:nvPr>
        </p:nvSpPr>
        <p:spPr>
          <a:xfrm>
            <a:off x="8809355" y="168211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2" name="任意多边形: 形状 222"/>
          <p:cNvSpPr/>
          <p:nvPr>
            <p:custDataLst>
              <p:tags r:id="rId84"/>
            </p:custDataLst>
          </p:nvPr>
        </p:nvSpPr>
        <p:spPr>
          <a:xfrm>
            <a:off x="7954010" y="168211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3" name="任意多边形: 形状 224"/>
          <p:cNvSpPr/>
          <p:nvPr>
            <p:custDataLst>
              <p:tags r:id="rId85"/>
            </p:custDataLst>
          </p:nvPr>
        </p:nvSpPr>
        <p:spPr>
          <a:xfrm>
            <a:off x="8060690" y="17894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4" name="任意多边形: 形状 225"/>
          <p:cNvSpPr/>
          <p:nvPr>
            <p:custDataLst>
              <p:tags r:id="rId86"/>
            </p:custDataLst>
          </p:nvPr>
        </p:nvSpPr>
        <p:spPr>
          <a:xfrm>
            <a:off x="8167370" y="17894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5" name="任意多边形: 形状 226"/>
          <p:cNvSpPr/>
          <p:nvPr>
            <p:custDataLst>
              <p:tags r:id="rId87"/>
            </p:custDataLst>
          </p:nvPr>
        </p:nvSpPr>
        <p:spPr>
          <a:xfrm>
            <a:off x="8274050" y="17894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6" name="任意多边形: 形状 227"/>
          <p:cNvSpPr/>
          <p:nvPr>
            <p:custDataLst>
              <p:tags r:id="rId88"/>
            </p:custDataLst>
          </p:nvPr>
        </p:nvSpPr>
        <p:spPr>
          <a:xfrm>
            <a:off x="8382000" y="17894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7" name="任意多边形: 形状 228"/>
          <p:cNvSpPr/>
          <p:nvPr>
            <p:custDataLst>
              <p:tags r:id="rId89"/>
            </p:custDataLst>
          </p:nvPr>
        </p:nvSpPr>
        <p:spPr>
          <a:xfrm>
            <a:off x="8488680" y="17894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8" name="任意多边形: 形状 229"/>
          <p:cNvSpPr/>
          <p:nvPr>
            <p:custDataLst>
              <p:tags r:id="rId90"/>
            </p:custDataLst>
          </p:nvPr>
        </p:nvSpPr>
        <p:spPr>
          <a:xfrm>
            <a:off x="8702675" y="17894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9" name="任意多边形: 形状 230"/>
          <p:cNvSpPr/>
          <p:nvPr>
            <p:custDataLst>
              <p:tags r:id="rId91"/>
            </p:custDataLst>
          </p:nvPr>
        </p:nvSpPr>
        <p:spPr>
          <a:xfrm>
            <a:off x="8916035" y="17894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0" name="任意多边形: 形状 231"/>
          <p:cNvSpPr/>
          <p:nvPr>
            <p:custDataLst>
              <p:tags r:id="rId92"/>
            </p:custDataLst>
          </p:nvPr>
        </p:nvSpPr>
        <p:spPr>
          <a:xfrm>
            <a:off x="8595360" y="17894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1" name="任意多边形: 形状 232"/>
          <p:cNvSpPr/>
          <p:nvPr>
            <p:custDataLst>
              <p:tags r:id="rId93"/>
            </p:custDataLst>
          </p:nvPr>
        </p:nvSpPr>
        <p:spPr>
          <a:xfrm>
            <a:off x="8809355" y="17894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2" name="任意多边形: 形状 233"/>
          <p:cNvSpPr/>
          <p:nvPr>
            <p:custDataLst>
              <p:tags r:id="rId94"/>
            </p:custDataLst>
          </p:nvPr>
        </p:nvSpPr>
        <p:spPr>
          <a:xfrm>
            <a:off x="7954010" y="178879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3" name="任意多边形: 形状 235"/>
          <p:cNvSpPr/>
          <p:nvPr>
            <p:custDataLst>
              <p:tags r:id="rId95"/>
            </p:custDataLst>
          </p:nvPr>
        </p:nvSpPr>
        <p:spPr>
          <a:xfrm>
            <a:off x="8060690" y="18961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4" name="任意多边形: 形状 236"/>
          <p:cNvSpPr/>
          <p:nvPr>
            <p:custDataLst>
              <p:tags r:id="rId96"/>
            </p:custDataLst>
          </p:nvPr>
        </p:nvSpPr>
        <p:spPr>
          <a:xfrm>
            <a:off x="8167370" y="18961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5" name="任意多边形: 形状 237"/>
          <p:cNvSpPr/>
          <p:nvPr>
            <p:custDataLst>
              <p:tags r:id="rId97"/>
            </p:custDataLst>
          </p:nvPr>
        </p:nvSpPr>
        <p:spPr>
          <a:xfrm>
            <a:off x="8274050" y="189611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6" name="任意多边形: 形状 238"/>
          <p:cNvSpPr/>
          <p:nvPr>
            <p:custDataLst>
              <p:tags r:id="rId98"/>
            </p:custDataLst>
          </p:nvPr>
        </p:nvSpPr>
        <p:spPr>
          <a:xfrm>
            <a:off x="8382000" y="189611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7" name="任意多边形: 形状 239"/>
          <p:cNvSpPr/>
          <p:nvPr>
            <p:custDataLst>
              <p:tags r:id="rId99"/>
            </p:custDataLst>
          </p:nvPr>
        </p:nvSpPr>
        <p:spPr>
          <a:xfrm>
            <a:off x="8488680" y="189611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8" name="任意多边形: 形状 240"/>
          <p:cNvSpPr/>
          <p:nvPr>
            <p:custDataLst>
              <p:tags r:id="rId100"/>
            </p:custDataLst>
          </p:nvPr>
        </p:nvSpPr>
        <p:spPr>
          <a:xfrm>
            <a:off x="8702675" y="18961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9" name="任意多边形: 形状 241"/>
          <p:cNvSpPr/>
          <p:nvPr>
            <p:custDataLst>
              <p:tags r:id="rId101"/>
            </p:custDataLst>
          </p:nvPr>
        </p:nvSpPr>
        <p:spPr>
          <a:xfrm>
            <a:off x="8916035" y="18961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0" name="任意多边形: 形状 242"/>
          <p:cNvSpPr/>
          <p:nvPr>
            <p:custDataLst>
              <p:tags r:id="rId102"/>
            </p:custDataLst>
          </p:nvPr>
        </p:nvSpPr>
        <p:spPr>
          <a:xfrm>
            <a:off x="8595360" y="18961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1" name="任意多边形: 形状 243"/>
          <p:cNvSpPr/>
          <p:nvPr>
            <p:custDataLst>
              <p:tags r:id="rId103"/>
            </p:custDataLst>
          </p:nvPr>
        </p:nvSpPr>
        <p:spPr>
          <a:xfrm>
            <a:off x="8809355" y="189611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2" name="任意多边形: 形状 244"/>
          <p:cNvSpPr/>
          <p:nvPr>
            <p:custDataLst>
              <p:tags r:id="rId104"/>
            </p:custDataLst>
          </p:nvPr>
        </p:nvSpPr>
        <p:spPr>
          <a:xfrm>
            <a:off x="7954010" y="189611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10" name="矩形: 圆角 1127"/>
          <p:cNvSpPr/>
          <p:nvPr>
            <p:custDataLst>
              <p:tags r:id="rId105"/>
            </p:custDataLst>
          </p:nvPr>
        </p:nvSpPr>
        <p:spPr>
          <a:xfrm>
            <a:off x="601672" y="1301918"/>
            <a:ext cx="2551681" cy="3023800"/>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8000"/>
              </a:prstClr>
            </a:outerShdw>
          </a:effec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13" name="斜纹 512"/>
          <p:cNvSpPr/>
          <p:nvPr>
            <p:custDataLst>
              <p:tags r:id="rId106"/>
            </p:custDataLst>
          </p:nvPr>
        </p:nvSpPr>
        <p:spPr>
          <a:xfrm rot="8100000">
            <a:off x="-183048" y="407657"/>
            <a:ext cx="366095" cy="366095"/>
          </a:xfrm>
          <a:prstGeom prst="diagStripe">
            <a:avLst/>
          </a:prstGeom>
          <a:solidFill>
            <a:srgbClr val="44546A">
              <a:lumMod val="20000"/>
              <a:lumOff val="80000"/>
            </a:srgbClr>
          </a:solidFill>
          <a:ln>
            <a:noFill/>
          </a:ln>
          <a:effec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kumimoji="1" lang="zh-CN" altLang="en-US" sz="1350">
              <a:solidFill>
                <a:sysClr val="windowText" lastClr="000000"/>
              </a:solidFill>
            </a:endParaRPr>
          </a:p>
        </p:txBody>
      </p:sp>
      <p:sp>
        <p:nvSpPr>
          <p:cNvPr id="9" name="同心圆 262"/>
          <p:cNvSpPr/>
          <p:nvPr>
            <p:custDataLst>
              <p:tags r:id="rId107"/>
            </p:custDataLst>
          </p:nvPr>
        </p:nvSpPr>
        <p:spPr>
          <a:xfrm>
            <a:off x="676035" y="1382767"/>
            <a:ext cx="225533" cy="225533"/>
          </a:xfrm>
          <a:prstGeom prst="donut">
            <a:avLst/>
          </a:prstGeom>
          <a:ln w="25400">
            <a:solidFill>
              <a:sysClr val="window" lastClr="FFFFFF"/>
            </a:solid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kumimoji="1" lang="zh-CN" altLang="en-US" sz="1350">
              <a:solidFill>
                <a:sysClr val="windowText" lastClr="000000"/>
              </a:solidFill>
            </a:endParaRPr>
          </a:p>
        </p:txBody>
      </p:sp>
      <p:sp>
        <p:nvSpPr>
          <p:cNvPr id="10" name="矩形: 圆角 1128"/>
          <p:cNvSpPr/>
          <p:nvPr>
            <p:custDataLst>
              <p:tags r:id="rId108"/>
            </p:custDataLst>
          </p:nvPr>
        </p:nvSpPr>
        <p:spPr>
          <a:xfrm>
            <a:off x="3439495" y="1302065"/>
            <a:ext cx="5131594" cy="3024697"/>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11000"/>
              </a:prstClr>
            </a:outerShdw>
          </a:effec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15" name="同心圆 262"/>
          <p:cNvSpPr/>
          <p:nvPr>
            <p:custDataLst>
              <p:tags r:id="rId109"/>
            </p:custDataLst>
          </p:nvPr>
        </p:nvSpPr>
        <p:spPr>
          <a:xfrm>
            <a:off x="8284129" y="4036432"/>
            <a:ext cx="225533" cy="225533"/>
          </a:xfrm>
          <a:prstGeom prst="donut">
            <a:avLst/>
          </a:prstGeom>
          <a:ln w="25400">
            <a:solidFill>
              <a:sysClr val="window" lastClr="FFFFFF"/>
            </a:solid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kumimoji="1" lang="zh-CN" altLang="en-US" sz="1350">
              <a:solidFill>
                <a:sysClr val="windowText" lastClr="000000"/>
              </a:solidFill>
            </a:endParaRPr>
          </a:p>
        </p:txBody>
      </p:sp>
      <p:sp>
        <p:nvSpPr>
          <p:cNvPr id="12" name="文本框 11"/>
          <p:cNvSpPr txBox="1"/>
          <p:nvPr>
            <p:custDataLst>
              <p:tags r:id="rId110"/>
            </p:custDataLst>
          </p:nvPr>
        </p:nvSpPr>
        <p:spPr>
          <a:xfrm>
            <a:off x="756285" y="1729740"/>
            <a:ext cx="2228215" cy="238379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0" lvl="0" indent="0" algn="just">
              <a:lnSpc>
                <a:spcPct val="130000"/>
              </a:lnSpc>
              <a:spcBef>
                <a:spcPts val="0"/>
              </a:spcBef>
              <a:spcAft>
                <a:spcPts val="1000"/>
              </a:spcAft>
              <a:buSzPct val="100000"/>
            </a:pPr>
            <a:r>
              <a:rPr sz="1200" b="1" dirty="0">
                <a:solidFill>
                  <a:sysClr val="windowText" lastClr="000000">
                    <a:lumMod val="50000"/>
                    <a:lumOff val="50000"/>
                  </a:sysClr>
                </a:solidFill>
                <a:latin typeface="Arial" panose="020B0604020202020204" pitchFamily="34" charset="0"/>
                <a:ea typeface="微软雅黑" panose="020B0503020204020204" charset="-122"/>
              </a:rPr>
              <a:t>（2）在“开始”选项卡的“段落”组中提供了一些常用的用于段落设置的工具。例如，项目符号和编号、对齐方式、行距调整等。也可以在“段落”对话框中，通过“缩进和间距”及“中文版式”选项卡中提供的功能进行适当的设置，如图 6-9 所示。</a:t>
            </a:r>
            <a:endParaRPr sz="1200" b="1" dirty="0">
              <a:solidFill>
                <a:sysClr val="windowText" lastClr="000000">
                  <a:lumMod val="50000"/>
                  <a:lumOff val="50000"/>
                </a:sysClr>
              </a:solidFill>
              <a:latin typeface="Arial" panose="020B0604020202020204" pitchFamily="34" charset="0"/>
              <a:ea typeface="微软雅黑" panose="020B0503020204020204" charset="-122"/>
            </a:endParaRPr>
          </a:p>
        </p:txBody>
      </p:sp>
      <p:pic>
        <p:nvPicPr>
          <p:cNvPr id="2" name="图片 1"/>
          <p:cNvPicPr>
            <a:picLocks noChangeAspect="1"/>
          </p:cNvPicPr>
          <p:nvPr/>
        </p:nvPicPr>
        <p:blipFill>
          <a:blip r:embed="rId111"/>
          <a:stretch>
            <a:fillRect/>
          </a:stretch>
        </p:blipFill>
        <p:spPr>
          <a:xfrm>
            <a:off x="3589020" y="1571625"/>
            <a:ext cx="4823460" cy="2484120"/>
          </a:xfrm>
          <a:prstGeom prst="rect">
            <a:avLst/>
          </a:prstGeom>
        </p:spPr>
      </p:pic>
    </p:spTree>
    <p:custDataLst>
      <p:tags r:id="rId112"/>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5" name="组合 114"/>
          <p:cNvGrpSpPr/>
          <p:nvPr userDrawn="1"/>
        </p:nvGrpSpPr>
        <p:grpSpPr>
          <a:xfrm rot="0">
            <a:off x="66675" y="227965"/>
            <a:ext cx="8947150" cy="4686935"/>
            <a:chOff x="0" y="304200"/>
            <a:chExt cx="12192000" cy="6249600"/>
          </a:xfrm>
        </p:grpSpPr>
        <p:sp>
          <p:nvSpPr>
            <p:cNvPr id="15" name="矩形 14"/>
            <p:cNvSpPr/>
            <p:nvPr userDrawn="1">
              <p:custDataLst>
                <p:tags r:id="rId1"/>
              </p:custDataLst>
            </p:nvPr>
          </p:nvSpPr>
          <p:spPr>
            <a:xfrm>
              <a:off x="0" y="2123388"/>
              <a:ext cx="12192000" cy="261122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rgbClr val="FFFFFF"/>
                </a:solidFill>
                <a:latin typeface="微软雅黑" panose="020B0503020204020204" charset="-122"/>
                <a:ea typeface="微软雅黑" panose="020B0503020204020204" charset="-122"/>
              </a:endParaRPr>
            </a:p>
          </p:txBody>
        </p:sp>
        <p:sp>
          <p:nvSpPr>
            <p:cNvPr id="16" name="矩形 15"/>
            <p:cNvSpPr/>
            <p:nvPr userDrawn="1">
              <p:custDataLst>
                <p:tags r:id="rId2"/>
              </p:custDataLst>
            </p:nvPr>
          </p:nvSpPr>
          <p:spPr>
            <a:xfrm>
              <a:off x="292800" y="304200"/>
              <a:ext cx="11606400" cy="62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FFFFF"/>
                </a:solidFill>
                <a:latin typeface="微软雅黑" panose="020B0503020204020204" charset="-122"/>
                <a:ea typeface="微软雅黑" panose="020B0503020204020204" charset="-122"/>
              </a:endParaRPr>
            </a:p>
          </p:txBody>
        </p:sp>
      </p:grpSp>
      <p:sp>
        <p:nvSpPr>
          <p:cNvPr id="10" name="Title 6"/>
          <p:cNvSpPr txBox="1"/>
          <p:nvPr>
            <p:custDataLst>
              <p:tags r:id="rId3"/>
            </p:custDataLst>
          </p:nvPr>
        </p:nvSpPr>
        <p:spPr>
          <a:xfrm>
            <a:off x="800099" y="1011904"/>
            <a:ext cx="4073621" cy="641984"/>
          </a:xfrm>
          <a:prstGeom prst="rect">
            <a:avLst/>
          </a:prstGeom>
          <a:noFill/>
          <a:ln w="3175">
            <a:noFill/>
            <a:prstDash val="dash"/>
          </a:ln>
        </p:spPr>
        <p:txBody>
          <a:bodyPr wrap="square" lIns="54000" tIns="27000" rIns="54000" bIns="81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0"/>
              </a:spcBef>
              <a:spcAft>
                <a:spcPts val="800"/>
              </a:spcAft>
              <a:buSzPct val="100000"/>
              <a:buFontTx/>
              <a:buNone/>
              <a:defRPr/>
            </a:pPr>
            <a:r>
              <a:rPr lang="zh-CN" altLang="en-US" sz="2700" b="1" spc="300">
                <a:solidFill>
                  <a:srgbClr val="000000"/>
                </a:solidFill>
                <a:latin typeface="Arial" panose="020B0604020202020204" pitchFamily="34" charset="0"/>
                <a:ea typeface="微软雅黑" panose="020B0503020204020204" charset="-122"/>
                <a:cs typeface="+mn-ea"/>
                <a:sym typeface="+mn-ea"/>
              </a:rPr>
              <a:t>插入图片</a:t>
            </a:r>
            <a:endParaRPr lang="zh-CN" altLang="en-US" sz="2700" b="1" spc="300">
              <a:solidFill>
                <a:srgbClr val="000000"/>
              </a:solidFill>
              <a:latin typeface="Arial" panose="020B0604020202020204" pitchFamily="34" charset="0"/>
              <a:ea typeface="微软雅黑" panose="020B0503020204020204" charset="-122"/>
              <a:cs typeface="+mn-ea"/>
              <a:sym typeface="+mn-ea"/>
            </a:endParaRPr>
          </a:p>
        </p:txBody>
      </p:sp>
      <p:sp>
        <p:nvSpPr>
          <p:cNvPr id="6" name="同心圆 1"/>
          <p:cNvSpPr/>
          <p:nvPr>
            <p:custDataLst>
              <p:tags r:id="rId4"/>
            </p:custDataLst>
          </p:nvPr>
        </p:nvSpPr>
        <p:spPr>
          <a:xfrm>
            <a:off x="4445096" y="4070574"/>
            <a:ext cx="314325" cy="314325"/>
          </a:xfrm>
          <a:prstGeom prst="donut">
            <a:avLst>
              <a:gd name="adj" fmla="val 20455"/>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0000"/>
              </a:solidFill>
              <a:latin typeface="微软雅黑" panose="020B0503020204020204" charset="-122"/>
              <a:ea typeface="微软雅黑" panose="020B0503020204020204" charset="-122"/>
            </a:endParaRPr>
          </a:p>
        </p:txBody>
      </p:sp>
      <p:cxnSp>
        <p:nvCxnSpPr>
          <p:cNvPr id="7" name="直接连接符 6"/>
          <p:cNvCxnSpPr/>
          <p:nvPr>
            <p:custDataLst>
              <p:tags r:id="rId5"/>
            </p:custDataLst>
          </p:nvPr>
        </p:nvCxnSpPr>
        <p:spPr>
          <a:xfrm>
            <a:off x="685799" y="1719580"/>
            <a:ext cx="4074300" cy="0"/>
          </a:xfrm>
          <a:prstGeom prst="line">
            <a:avLst/>
          </a:prstGeom>
          <a:ln w="12700">
            <a:solidFill>
              <a:srgbClr val="A5A5DD"/>
            </a:solidFill>
          </a:ln>
        </p:spPr>
        <p:style>
          <a:lnRef idx="1">
            <a:schemeClr val="accent1"/>
          </a:lnRef>
          <a:fillRef idx="0">
            <a:schemeClr val="accent1"/>
          </a:fillRef>
          <a:effectRef idx="0">
            <a:schemeClr val="accent1"/>
          </a:effectRef>
          <a:fontRef idx="minor">
            <a:schemeClr val="tx1"/>
          </a:fontRef>
        </p:style>
      </p:cxnSp>
      <p:sp>
        <p:nvSpPr>
          <p:cNvPr id="12" name="椭圆 11"/>
          <p:cNvSpPr/>
          <p:nvPr>
            <p:custDataLst>
              <p:tags r:id="rId6"/>
            </p:custDataLst>
          </p:nvPr>
        </p:nvSpPr>
        <p:spPr>
          <a:xfrm>
            <a:off x="149225" y="1181735"/>
            <a:ext cx="472440" cy="472440"/>
          </a:xfrm>
          <a:prstGeom prst="ellipse">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charset="-122"/>
              <a:ea typeface="微软雅黑" panose="020B0503020204020204" charset="-122"/>
            </a:endParaRPr>
          </a:p>
        </p:txBody>
      </p:sp>
      <p:sp>
        <p:nvSpPr>
          <p:cNvPr id="13" name="椭圆 12"/>
          <p:cNvSpPr/>
          <p:nvPr>
            <p:custDataLst>
              <p:tags r:id="rId7"/>
            </p:custDataLst>
          </p:nvPr>
        </p:nvSpPr>
        <p:spPr>
          <a:xfrm>
            <a:off x="436880" y="1567562"/>
            <a:ext cx="303530" cy="303530"/>
          </a:xfrm>
          <a:prstGeom prst="ellipse">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charset="-122"/>
              <a:ea typeface="微软雅黑" panose="020B0503020204020204" charset="-122"/>
            </a:endParaRPr>
          </a:p>
        </p:txBody>
      </p:sp>
      <p:sp>
        <p:nvSpPr>
          <p:cNvPr id="2" name="文本框 17"/>
          <p:cNvSpPr txBox="1"/>
          <p:nvPr>
            <p:custDataLst>
              <p:tags r:id="rId8"/>
            </p:custDataLst>
          </p:nvPr>
        </p:nvSpPr>
        <p:spPr>
          <a:xfrm>
            <a:off x="800100" y="1893570"/>
            <a:ext cx="3959225" cy="2491105"/>
          </a:xfrm>
          <a:prstGeom prst="rect">
            <a:avLst/>
          </a:prstGeom>
        </p:spPr>
        <p:txBody>
          <a:bodyPr vert="horz" wrap="square" lIns="67500" tIns="35100" rIns="67500" bIns="35100" rtlCol="0">
            <a:spAutoFit/>
          </a:bodyPr>
          <a:lstStyle>
            <a:defPPr>
              <a:defRPr lang="zh-CN"/>
            </a:defPPr>
            <a:lvl1pPr indent="0" algn="ctr" defTabSz="913765">
              <a:spcBef>
                <a:spcPct val="20000"/>
              </a:spcBef>
              <a:buFont typeface="Arial" panose="020B0604020202020204" pitchFamily="34" charset="0"/>
              <a:buNone/>
              <a:defRPr>
                <a:solidFill>
                  <a:srgbClr val="FFFFFF">
                    <a:lumMod val="65000"/>
                  </a:srgbClr>
                </a:solidFill>
                <a:latin typeface="Arial" panose="020B0604020202020204" pitchFamily="34" charset="0"/>
              </a:defRPr>
            </a:lvl1pPr>
            <a:lvl2pPr marL="742950" indent="-285750">
              <a:spcBef>
                <a:spcPct val="20000"/>
              </a:spcBef>
              <a:buFont typeface="Arial" panose="020B0604020202020204" pitchFamily="34" charset="0"/>
              <a:buChar char="–"/>
              <a:defRPr sz="1200">
                <a:solidFill>
                  <a:srgbClr val="FFFFFF">
                    <a:lumMod val="65000"/>
                  </a:srgbClr>
                </a:solidFill>
              </a:defRPr>
            </a:lvl2pPr>
            <a:lvl3pPr marL="1143000" indent="-228600">
              <a:spcBef>
                <a:spcPct val="20000"/>
              </a:spcBef>
              <a:buFont typeface="Arial" panose="020B0604020202020204" pitchFamily="34" charset="0"/>
              <a:buChar char="•"/>
              <a:defRPr sz="1100">
                <a:solidFill>
                  <a:srgbClr val="FFFFFF">
                    <a:lumMod val="65000"/>
                  </a:srgbClr>
                </a:solidFill>
              </a:defRPr>
            </a:lvl3pPr>
            <a:lvl4pPr marL="1600200" indent="-228600">
              <a:spcBef>
                <a:spcPct val="20000"/>
              </a:spcBef>
              <a:buFont typeface="Arial" panose="020B0604020202020204" pitchFamily="34" charset="0"/>
              <a:buChar char="–"/>
              <a:defRPr sz="1050">
                <a:solidFill>
                  <a:srgbClr val="FFFFFF">
                    <a:lumMod val="65000"/>
                  </a:srgbClr>
                </a:solidFill>
              </a:defRPr>
            </a:lvl4pPr>
            <a:lvl5pPr marL="2057400" indent="-228600">
              <a:spcBef>
                <a:spcPct val="20000"/>
              </a:spcBef>
              <a:buFont typeface="Arial" panose="020B0604020202020204" pitchFamily="34" charset="0"/>
              <a:buChar char="»"/>
              <a:defRPr sz="1050">
                <a:solidFill>
                  <a:srgbClr val="FFFFFF">
                    <a:lumMod val="65000"/>
                  </a:srgbClr>
                </a:solidFill>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marL="171450" lvl="0" indent="-171450" algn="just" defTabSz="685165" fontAlgn="auto">
              <a:lnSpc>
                <a:spcPct val="150000"/>
              </a:lnSpc>
              <a:spcBef>
                <a:spcPts val="800"/>
              </a:spcBef>
              <a:spcAft>
                <a:spcPts val="0"/>
              </a:spcAft>
              <a:buSzPct val="100000"/>
              <a:buFont typeface="Wingdings" panose="05000000000000000000" charset="0"/>
              <a:buChar char="n"/>
            </a:pPr>
            <a:r>
              <a:rPr sz="1200" spc="100" dirty="0">
                <a:solidFill>
                  <a:srgbClr val="000000"/>
                </a:solidFill>
                <a:uFillTx/>
                <a:latin typeface="Arial" panose="020B0604020202020204" pitchFamily="34" charset="0"/>
                <a:ea typeface="微软雅黑" panose="020B0503020204020204" charset="-122"/>
                <a:sym typeface="+mn-ea"/>
              </a:rPr>
              <a:t>当一张新幻灯片以某种版式添加到当前演示文稿中后，可以看到多数版式中包含有“对象占位符区”，如图 6-10 所示，单击其中某个图标系统将引导用户把希望的对象插入当前幻灯片中。</a:t>
            </a:r>
            <a:endParaRPr sz="1200" spc="100" dirty="0">
              <a:solidFill>
                <a:srgbClr val="000000"/>
              </a:solidFill>
              <a:uFillTx/>
              <a:latin typeface="Arial" panose="020B0604020202020204" pitchFamily="34" charset="0"/>
              <a:ea typeface="微软雅黑" panose="020B0503020204020204" charset="-122"/>
              <a:sym typeface="+mn-ea"/>
            </a:endParaRPr>
          </a:p>
          <a:p>
            <a:pPr marL="171450" lvl="0" indent="-171450" algn="just" defTabSz="685165" fontAlgn="auto">
              <a:lnSpc>
                <a:spcPct val="150000"/>
              </a:lnSpc>
              <a:spcBef>
                <a:spcPts val="800"/>
              </a:spcBef>
              <a:spcAft>
                <a:spcPts val="0"/>
              </a:spcAft>
              <a:buSzPct val="100000"/>
              <a:buFont typeface="Wingdings" panose="05000000000000000000" charset="0"/>
              <a:buChar char="n"/>
            </a:pPr>
            <a:r>
              <a:rPr sz="1200" spc="100" dirty="0">
                <a:solidFill>
                  <a:srgbClr val="000000"/>
                </a:solidFill>
                <a:uFillTx/>
                <a:latin typeface="Arial" panose="020B0604020202020204" pitchFamily="34" charset="0"/>
                <a:ea typeface="微软雅黑" panose="020B0503020204020204" charset="-122"/>
                <a:sym typeface="+mn-ea"/>
              </a:rPr>
              <a:t>在单击“图片”占位符后，将弹出“插入图片”对话框，如图 6-11 所示，在对话框中选择需要的图片，单击“确定”按钮，即可将对象插入当前幻灯片中。</a:t>
            </a:r>
            <a:endParaRPr sz="1200" spc="100" dirty="0">
              <a:solidFill>
                <a:srgbClr val="000000"/>
              </a:solidFill>
              <a:uFillTx/>
              <a:latin typeface="Arial" panose="020B0604020202020204" pitchFamily="34" charset="0"/>
              <a:ea typeface="微软雅黑" panose="020B0503020204020204" charset="-122"/>
              <a:sym typeface="+mn-ea"/>
            </a:endParaRPr>
          </a:p>
          <a:p>
            <a:pPr marL="171450" lvl="0" indent="-171450" algn="just" defTabSz="685165" fontAlgn="auto">
              <a:lnSpc>
                <a:spcPct val="150000"/>
              </a:lnSpc>
              <a:spcBef>
                <a:spcPts val="800"/>
              </a:spcBef>
              <a:spcAft>
                <a:spcPts val="0"/>
              </a:spcAft>
              <a:buSzPct val="100000"/>
              <a:buFont typeface="Wingdings" panose="05000000000000000000" charset="0"/>
              <a:buChar char="n"/>
            </a:pPr>
            <a:r>
              <a:rPr sz="1200" spc="100" dirty="0">
                <a:solidFill>
                  <a:srgbClr val="000000"/>
                </a:solidFill>
                <a:uFillTx/>
                <a:latin typeface="Arial" panose="020B0604020202020204" pitchFamily="34" charset="0"/>
                <a:ea typeface="微软雅黑" panose="020B0503020204020204" charset="-122"/>
                <a:sym typeface="+mn-ea"/>
              </a:rPr>
              <a:t>（3）在幻灯片中，可以拖动调整</a:t>
            </a:r>
            <a:r>
              <a:rPr sz="1200" dirty="0">
                <a:solidFill>
                  <a:srgbClr val="000000"/>
                </a:solidFill>
                <a:uFillTx/>
                <a:latin typeface="Arial" panose="020B0604020202020204" pitchFamily="34" charset="0"/>
                <a:ea typeface="微软雅黑" panose="020B0503020204020204" charset="-122"/>
                <a:sym typeface="+mn-ea"/>
              </a:rPr>
              <a:t>图片的位置和大小。</a:t>
            </a:r>
            <a:endParaRPr sz="1200" dirty="0">
              <a:solidFill>
                <a:srgbClr val="000000"/>
              </a:solidFill>
              <a:uFillTx/>
              <a:latin typeface="Arial" panose="020B0604020202020204" pitchFamily="34" charset="0"/>
              <a:ea typeface="微软雅黑" panose="020B0503020204020204" charset="-122"/>
              <a:sym typeface="+mn-ea"/>
            </a:endParaRPr>
          </a:p>
        </p:txBody>
      </p:sp>
      <p:pic>
        <p:nvPicPr>
          <p:cNvPr id="8" name="图片 7"/>
          <p:cNvPicPr>
            <a:picLocks noChangeAspect="1"/>
          </p:cNvPicPr>
          <p:nvPr/>
        </p:nvPicPr>
        <p:blipFill>
          <a:blip r:embed="rId9"/>
          <a:stretch>
            <a:fillRect/>
          </a:stretch>
        </p:blipFill>
        <p:spPr>
          <a:xfrm>
            <a:off x="4928235" y="418465"/>
            <a:ext cx="3599815" cy="4404360"/>
          </a:xfrm>
          <a:prstGeom prst="rect">
            <a:avLst/>
          </a:prstGeom>
        </p:spPr>
      </p:pic>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5" name="组合 114"/>
          <p:cNvGrpSpPr/>
          <p:nvPr userDrawn="1"/>
        </p:nvGrpSpPr>
        <p:grpSpPr>
          <a:xfrm rot="0">
            <a:off x="66675" y="227965"/>
            <a:ext cx="8947150" cy="4686935"/>
            <a:chOff x="0" y="304200"/>
            <a:chExt cx="12192000" cy="6249600"/>
          </a:xfrm>
        </p:grpSpPr>
        <p:sp>
          <p:nvSpPr>
            <p:cNvPr id="15" name="矩形 14"/>
            <p:cNvSpPr/>
            <p:nvPr userDrawn="1">
              <p:custDataLst>
                <p:tags r:id="rId1"/>
              </p:custDataLst>
            </p:nvPr>
          </p:nvSpPr>
          <p:spPr>
            <a:xfrm>
              <a:off x="0" y="2123388"/>
              <a:ext cx="12192000" cy="261122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rgbClr val="FFFFFF"/>
                </a:solidFill>
                <a:latin typeface="微软雅黑" panose="020B0503020204020204" charset="-122"/>
                <a:ea typeface="微软雅黑" panose="020B0503020204020204" charset="-122"/>
              </a:endParaRPr>
            </a:p>
          </p:txBody>
        </p:sp>
        <p:sp>
          <p:nvSpPr>
            <p:cNvPr id="16" name="矩形 15"/>
            <p:cNvSpPr/>
            <p:nvPr userDrawn="1">
              <p:custDataLst>
                <p:tags r:id="rId2"/>
              </p:custDataLst>
            </p:nvPr>
          </p:nvSpPr>
          <p:spPr>
            <a:xfrm>
              <a:off x="292800" y="304200"/>
              <a:ext cx="11606400" cy="62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FFFFF"/>
                </a:solidFill>
                <a:latin typeface="微软雅黑" panose="020B0503020204020204" charset="-122"/>
                <a:ea typeface="微软雅黑" panose="020B0503020204020204" charset="-122"/>
              </a:endParaRPr>
            </a:p>
          </p:txBody>
        </p:sp>
      </p:grpSp>
      <p:sp>
        <p:nvSpPr>
          <p:cNvPr id="10" name="Title 6"/>
          <p:cNvSpPr txBox="1"/>
          <p:nvPr>
            <p:custDataLst>
              <p:tags r:id="rId3"/>
            </p:custDataLst>
          </p:nvPr>
        </p:nvSpPr>
        <p:spPr>
          <a:xfrm>
            <a:off x="800099" y="1011904"/>
            <a:ext cx="4073621" cy="641984"/>
          </a:xfrm>
          <a:prstGeom prst="rect">
            <a:avLst/>
          </a:prstGeom>
          <a:noFill/>
          <a:ln w="3175">
            <a:noFill/>
            <a:prstDash val="dash"/>
          </a:ln>
        </p:spPr>
        <p:txBody>
          <a:bodyPr wrap="square" lIns="54000" tIns="27000" rIns="54000" bIns="81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0"/>
              </a:spcBef>
              <a:spcAft>
                <a:spcPts val="800"/>
              </a:spcAft>
              <a:buSzPct val="100000"/>
              <a:buFontTx/>
              <a:buNone/>
              <a:defRPr/>
            </a:pPr>
            <a:r>
              <a:rPr lang="zh-CN" altLang="en-US" sz="2700" b="1" spc="300">
                <a:solidFill>
                  <a:srgbClr val="000000"/>
                </a:solidFill>
                <a:latin typeface="Arial" panose="020B0604020202020204" pitchFamily="34" charset="0"/>
                <a:ea typeface="微软雅黑" panose="020B0503020204020204" charset="-122"/>
                <a:cs typeface="+mn-ea"/>
                <a:sym typeface="+mn-ea"/>
              </a:rPr>
              <a:t>插入表格</a:t>
            </a:r>
            <a:endParaRPr lang="zh-CN" altLang="en-US" sz="2700" b="1" spc="300">
              <a:solidFill>
                <a:srgbClr val="000000"/>
              </a:solidFill>
              <a:latin typeface="Arial" panose="020B0604020202020204" pitchFamily="34" charset="0"/>
              <a:ea typeface="微软雅黑" panose="020B0503020204020204" charset="-122"/>
              <a:cs typeface="+mn-ea"/>
              <a:sym typeface="+mn-ea"/>
            </a:endParaRPr>
          </a:p>
        </p:txBody>
      </p:sp>
      <p:sp>
        <p:nvSpPr>
          <p:cNvPr id="6" name="同心圆 1"/>
          <p:cNvSpPr/>
          <p:nvPr>
            <p:custDataLst>
              <p:tags r:id="rId4"/>
            </p:custDataLst>
          </p:nvPr>
        </p:nvSpPr>
        <p:spPr>
          <a:xfrm>
            <a:off x="4445096" y="4070574"/>
            <a:ext cx="314325" cy="314325"/>
          </a:xfrm>
          <a:prstGeom prst="donut">
            <a:avLst>
              <a:gd name="adj" fmla="val 20455"/>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0000"/>
              </a:solidFill>
              <a:latin typeface="微软雅黑" panose="020B0503020204020204" charset="-122"/>
              <a:ea typeface="微软雅黑" panose="020B0503020204020204" charset="-122"/>
            </a:endParaRPr>
          </a:p>
        </p:txBody>
      </p:sp>
      <p:cxnSp>
        <p:nvCxnSpPr>
          <p:cNvPr id="7" name="直接连接符 6"/>
          <p:cNvCxnSpPr/>
          <p:nvPr>
            <p:custDataLst>
              <p:tags r:id="rId5"/>
            </p:custDataLst>
          </p:nvPr>
        </p:nvCxnSpPr>
        <p:spPr>
          <a:xfrm>
            <a:off x="685799" y="1719580"/>
            <a:ext cx="4074300" cy="0"/>
          </a:xfrm>
          <a:prstGeom prst="line">
            <a:avLst/>
          </a:prstGeom>
          <a:ln w="12700">
            <a:solidFill>
              <a:srgbClr val="A5A5DD"/>
            </a:solidFill>
          </a:ln>
        </p:spPr>
        <p:style>
          <a:lnRef idx="1">
            <a:schemeClr val="accent1"/>
          </a:lnRef>
          <a:fillRef idx="0">
            <a:schemeClr val="accent1"/>
          </a:fillRef>
          <a:effectRef idx="0">
            <a:schemeClr val="accent1"/>
          </a:effectRef>
          <a:fontRef idx="minor">
            <a:schemeClr val="tx1"/>
          </a:fontRef>
        </p:style>
      </p:cxnSp>
      <p:sp>
        <p:nvSpPr>
          <p:cNvPr id="12" name="椭圆 11"/>
          <p:cNvSpPr/>
          <p:nvPr>
            <p:custDataLst>
              <p:tags r:id="rId6"/>
            </p:custDataLst>
          </p:nvPr>
        </p:nvSpPr>
        <p:spPr>
          <a:xfrm>
            <a:off x="149225" y="1181735"/>
            <a:ext cx="472440" cy="472440"/>
          </a:xfrm>
          <a:prstGeom prst="ellipse">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charset="-122"/>
              <a:ea typeface="微软雅黑" panose="020B0503020204020204" charset="-122"/>
            </a:endParaRPr>
          </a:p>
        </p:txBody>
      </p:sp>
      <p:sp>
        <p:nvSpPr>
          <p:cNvPr id="13" name="椭圆 12"/>
          <p:cNvSpPr/>
          <p:nvPr>
            <p:custDataLst>
              <p:tags r:id="rId7"/>
            </p:custDataLst>
          </p:nvPr>
        </p:nvSpPr>
        <p:spPr>
          <a:xfrm>
            <a:off x="436880" y="1567562"/>
            <a:ext cx="303530" cy="303530"/>
          </a:xfrm>
          <a:prstGeom prst="ellipse">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charset="-122"/>
              <a:ea typeface="微软雅黑" panose="020B0503020204020204" charset="-122"/>
            </a:endParaRPr>
          </a:p>
        </p:txBody>
      </p:sp>
      <p:sp>
        <p:nvSpPr>
          <p:cNvPr id="2" name="文本框 17"/>
          <p:cNvSpPr txBox="1"/>
          <p:nvPr>
            <p:custDataLst>
              <p:tags r:id="rId8"/>
            </p:custDataLst>
          </p:nvPr>
        </p:nvSpPr>
        <p:spPr>
          <a:xfrm>
            <a:off x="800100" y="1871345"/>
            <a:ext cx="3782060" cy="2443480"/>
          </a:xfrm>
          <a:prstGeom prst="rect">
            <a:avLst/>
          </a:prstGeom>
        </p:spPr>
        <p:txBody>
          <a:bodyPr vert="horz" wrap="square" lIns="67500" tIns="35100" rIns="67500" bIns="35100" rtlCol="0">
            <a:spAutoFit/>
          </a:bodyPr>
          <a:lstStyle>
            <a:defPPr>
              <a:defRPr lang="zh-CN"/>
            </a:defPPr>
            <a:lvl1pPr indent="0" algn="ctr" defTabSz="913765">
              <a:spcBef>
                <a:spcPct val="20000"/>
              </a:spcBef>
              <a:buFont typeface="Arial" panose="020B0604020202020204" pitchFamily="34" charset="0"/>
              <a:buNone/>
              <a:defRPr>
                <a:solidFill>
                  <a:srgbClr val="FFFFFF">
                    <a:lumMod val="65000"/>
                  </a:srgbClr>
                </a:solidFill>
                <a:latin typeface="Arial" panose="020B0604020202020204" pitchFamily="34" charset="0"/>
              </a:defRPr>
            </a:lvl1pPr>
            <a:lvl2pPr marL="742950" indent="-285750">
              <a:spcBef>
                <a:spcPct val="20000"/>
              </a:spcBef>
              <a:buFont typeface="Arial" panose="020B0604020202020204" pitchFamily="34" charset="0"/>
              <a:buChar char="–"/>
              <a:defRPr sz="1200">
                <a:solidFill>
                  <a:srgbClr val="FFFFFF">
                    <a:lumMod val="65000"/>
                  </a:srgbClr>
                </a:solidFill>
              </a:defRPr>
            </a:lvl2pPr>
            <a:lvl3pPr marL="1143000" indent="-228600">
              <a:spcBef>
                <a:spcPct val="20000"/>
              </a:spcBef>
              <a:buFont typeface="Arial" panose="020B0604020202020204" pitchFamily="34" charset="0"/>
              <a:buChar char="•"/>
              <a:defRPr sz="1100">
                <a:solidFill>
                  <a:srgbClr val="FFFFFF">
                    <a:lumMod val="65000"/>
                  </a:srgbClr>
                </a:solidFill>
              </a:defRPr>
            </a:lvl3pPr>
            <a:lvl4pPr marL="1600200" indent="-228600">
              <a:spcBef>
                <a:spcPct val="20000"/>
              </a:spcBef>
              <a:buFont typeface="Arial" panose="020B0604020202020204" pitchFamily="34" charset="0"/>
              <a:buChar char="–"/>
              <a:defRPr sz="1050">
                <a:solidFill>
                  <a:srgbClr val="FFFFFF">
                    <a:lumMod val="65000"/>
                  </a:srgbClr>
                </a:solidFill>
              </a:defRPr>
            </a:lvl4pPr>
            <a:lvl5pPr marL="2057400" indent="-228600">
              <a:spcBef>
                <a:spcPct val="20000"/>
              </a:spcBef>
              <a:buFont typeface="Arial" panose="020B0604020202020204" pitchFamily="34" charset="0"/>
              <a:buChar char="»"/>
              <a:defRPr sz="1050">
                <a:solidFill>
                  <a:srgbClr val="FFFFFF">
                    <a:lumMod val="65000"/>
                  </a:srgbClr>
                </a:solidFill>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marL="171450" lvl="0" indent="-171450" algn="just" defTabSz="685165" fontAlgn="auto">
              <a:lnSpc>
                <a:spcPct val="130000"/>
              </a:lnSpc>
              <a:spcBef>
                <a:spcPts val="800"/>
              </a:spcBef>
              <a:spcAft>
                <a:spcPts val="0"/>
              </a:spcAft>
              <a:buSzPct val="100000"/>
              <a:buFont typeface="Wingdings" panose="05000000000000000000" charset="0"/>
              <a:buChar char="n"/>
            </a:pPr>
            <a:r>
              <a:rPr sz="1150" spc="100" dirty="0">
                <a:solidFill>
                  <a:srgbClr val="000000"/>
                </a:solidFill>
                <a:uFillTx/>
                <a:latin typeface="Arial" panose="020B0604020202020204" pitchFamily="34" charset="0"/>
                <a:ea typeface="微软雅黑" panose="020B0503020204020204" charset="-122"/>
                <a:sym typeface="+mn-ea"/>
              </a:rPr>
              <a:t>在“插入”选项卡的“表格”组中，单击“表格”图标 ，将显示下拉列表，如图 6-12 所示。</a:t>
            </a:r>
            <a:endParaRPr sz="1150" spc="100" dirty="0">
              <a:solidFill>
                <a:srgbClr val="000000"/>
              </a:solidFill>
              <a:uFillTx/>
              <a:latin typeface="Arial" panose="020B0604020202020204" pitchFamily="34" charset="0"/>
              <a:ea typeface="微软雅黑" panose="020B0503020204020204" charset="-122"/>
              <a:sym typeface="+mn-ea"/>
            </a:endParaRPr>
          </a:p>
          <a:p>
            <a:pPr marL="171450" lvl="0" indent="-171450" algn="just" defTabSz="685165" fontAlgn="auto">
              <a:lnSpc>
                <a:spcPct val="130000"/>
              </a:lnSpc>
              <a:spcBef>
                <a:spcPts val="800"/>
              </a:spcBef>
              <a:spcAft>
                <a:spcPts val="0"/>
              </a:spcAft>
              <a:buSzPct val="100000"/>
              <a:buFont typeface="Wingdings" panose="05000000000000000000" charset="0"/>
              <a:buChar char="n"/>
            </a:pPr>
            <a:r>
              <a:rPr sz="1150" spc="100" dirty="0">
                <a:solidFill>
                  <a:srgbClr val="000000"/>
                </a:solidFill>
                <a:uFillTx/>
                <a:latin typeface="Arial" panose="020B0604020202020204" pitchFamily="34" charset="0"/>
                <a:ea typeface="微软雅黑" panose="020B0503020204020204" charset="-122"/>
                <a:sym typeface="+mn-ea"/>
              </a:rPr>
              <a:t>拖动鼠标指定所需的表格行列数（如 3 列 4 行的表格）。当拖动鼠标时，可以在幻灯片编辑区看到实时的表格样式。放开鼠标后，指定行列数的表格将被插入当前幻灯片中。</a:t>
            </a:r>
            <a:endParaRPr sz="1150" spc="100" dirty="0">
              <a:solidFill>
                <a:srgbClr val="000000"/>
              </a:solidFill>
              <a:uFillTx/>
              <a:latin typeface="Arial" panose="020B0604020202020204" pitchFamily="34" charset="0"/>
              <a:ea typeface="微软雅黑" panose="020B0503020204020204" charset="-122"/>
              <a:sym typeface="+mn-ea"/>
            </a:endParaRPr>
          </a:p>
          <a:p>
            <a:pPr marL="171450" lvl="0" indent="-171450" algn="just" defTabSz="685165" fontAlgn="auto">
              <a:lnSpc>
                <a:spcPct val="130000"/>
              </a:lnSpc>
              <a:spcBef>
                <a:spcPts val="800"/>
              </a:spcBef>
              <a:spcAft>
                <a:spcPts val="0"/>
              </a:spcAft>
              <a:buSzPct val="100000"/>
              <a:buFont typeface="Wingdings" panose="05000000000000000000" charset="0"/>
              <a:buChar char="n"/>
            </a:pPr>
            <a:r>
              <a:rPr sz="1150" spc="100" dirty="0">
                <a:solidFill>
                  <a:srgbClr val="000000"/>
                </a:solidFill>
                <a:uFillTx/>
                <a:latin typeface="Arial" panose="020B0604020202020204" pitchFamily="34" charset="0"/>
                <a:ea typeface="微软雅黑" panose="020B0503020204020204" charset="-122"/>
                <a:sym typeface="+mn-ea"/>
              </a:rPr>
              <a:t>在表格中输入相应的内容，并设置字体格式。</a:t>
            </a:r>
            <a:endParaRPr sz="1150" spc="100" dirty="0">
              <a:solidFill>
                <a:srgbClr val="000000"/>
              </a:solidFill>
              <a:uFillTx/>
              <a:latin typeface="Arial" panose="020B0604020202020204" pitchFamily="34" charset="0"/>
              <a:ea typeface="微软雅黑" panose="020B0503020204020204" charset="-122"/>
              <a:sym typeface="+mn-ea"/>
            </a:endParaRPr>
          </a:p>
          <a:p>
            <a:pPr marL="171450" lvl="0" indent="-171450" algn="just" defTabSz="685165" fontAlgn="auto">
              <a:lnSpc>
                <a:spcPct val="130000"/>
              </a:lnSpc>
              <a:spcBef>
                <a:spcPts val="800"/>
              </a:spcBef>
              <a:spcAft>
                <a:spcPts val="0"/>
              </a:spcAft>
              <a:buSzPct val="100000"/>
              <a:buFont typeface="Wingdings" panose="05000000000000000000" charset="0"/>
              <a:buChar char="n"/>
            </a:pPr>
            <a:r>
              <a:rPr sz="1150" spc="100" dirty="0">
                <a:solidFill>
                  <a:srgbClr val="000000"/>
                </a:solidFill>
                <a:uFillTx/>
                <a:latin typeface="Arial" panose="020B0604020202020204" pitchFamily="34" charset="0"/>
                <a:ea typeface="微软雅黑" panose="020B0503020204020204" charset="-122"/>
                <a:sym typeface="+mn-ea"/>
              </a:rPr>
              <a:t>在“表格工具”的“设计”选项卡中，可以更改表格的外观，如图 6-13 所示。</a:t>
            </a:r>
            <a:endParaRPr sz="1150" spc="100" dirty="0">
              <a:solidFill>
                <a:srgbClr val="000000"/>
              </a:solidFill>
              <a:uFillTx/>
              <a:latin typeface="Arial" panose="020B0604020202020204" pitchFamily="34" charset="0"/>
              <a:ea typeface="微软雅黑" panose="020B0503020204020204" charset="-122"/>
              <a:sym typeface="+mn-ea"/>
            </a:endParaRPr>
          </a:p>
        </p:txBody>
      </p:sp>
      <p:pic>
        <p:nvPicPr>
          <p:cNvPr id="3" name="图片 2"/>
          <p:cNvPicPr>
            <a:picLocks noChangeAspect="1"/>
          </p:cNvPicPr>
          <p:nvPr/>
        </p:nvPicPr>
        <p:blipFill>
          <a:blip r:embed="rId9"/>
          <a:stretch>
            <a:fillRect/>
          </a:stretch>
        </p:blipFill>
        <p:spPr>
          <a:xfrm>
            <a:off x="4873625" y="602615"/>
            <a:ext cx="3778885" cy="3938905"/>
          </a:xfrm>
          <a:prstGeom prst="rect">
            <a:avLst/>
          </a:prstGeom>
        </p:spPr>
      </p:pic>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5" name="组合 114"/>
          <p:cNvGrpSpPr/>
          <p:nvPr userDrawn="1"/>
        </p:nvGrpSpPr>
        <p:grpSpPr>
          <a:xfrm rot="0">
            <a:off x="-3175" y="228600"/>
            <a:ext cx="9144000" cy="4686935"/>
            <a:chOff x="0" y="304200"/>
            <a:chExt cx="12192000" cy="6249600"/>
          </a:xfrm>
        </p:grpSpPr>
        <p:sp>
          <p:nvSpPr>
            <p:cNvPr id="15" name="矩形 14"/>
            <p:cNvSpPr/>
            <p:nvPr userDrawn="1">
              <p:custDataLst>
                <p:tags r:id="rId1"/>
              </p:custDataLst>
            </p:nvPr>
          </p:nvSpPr>
          <p:spPr>
            <a:xfrm>
              <a:off x="0" y="2123388"/>
              <a:ext cx="12192000" cy="261122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rgbClr val="FFFFFF"/>
                </a:solidFill>
                <a:latin typeface="微软雅黑" panose="020B0503020204020204" charset="-122"/>
                <a:ea typeface="微软雅黑" panose="020B0503020204020204" charset="-122"/>
              </a:endParaRPr>
            </a:p>
          </p:txBody>
        </p:sp>
        <p:sp>
          <p:nvSpPr>
            <p:cNvPr id="16" name="矩形 15"/>
            <p:cNvSpPr/>
            <p:nvPr userDrawn="1">
              <p:custDataLst>
                <p:tags r:id="rId2"/>
              </p:custDataLst>
            </p:nvPr>
          </p:nvSpPr>
          <p:spPr>
            <a:xfrm>
              <a:off x="292800" y="304200"/>
              <a:ext cx="11606400" cy="62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FFFFF"/>
                </a:solidFill>
                <a:latin typeface="微软雅黑" panose="020B0503020204020204" charset="-122"/>
                <a:ea typeface="微软雅黑" panose="020B0503020204020204" charset="-122"/>
              </a:endParaRPr>
            </a:p>
          </p:txBody>
        </p:sp>
      </p:grpSp>
      <p:sp>
        <p:nvSpPr>
          <p:cNvPr id="18" name="矩形: 圆角 17"/>
          <p:cNvSpPr/>
          <p:nvPr>
            <p:custDataLst>
              <p:tags r:id="rId3"/>
            </p:custDataLst>
          </p:nvPr>
        </p:nvSpPr>
        <p:spPr>
          <a:xfrm>
            <a:off x="693420" y="1722120"/>
            <a:ext cx="3133090" cy="1864360"/>
          </a:xfrm>
          <a:prstGeom prst="roundRect">
            <a:avLst>
              <a:gd name="adj" fmla="val 3638"/>
            </a:avLst>
          </a:prstGeom>
          <a:noFill/>
          <a:ln>
            <a:solidFill>
              <a:srgbClr val="6969C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19" name="矩形: 圆角 18"/>
          <p:cNvSpPr/>
          <p:nvPr>
            <p:custDataLst>
              <p:tags r:id="rId4"/>
            </p:custDataLst>
          </p:nvPr>
        </p:nvSpPr>
        <p:spPr>
          <a:xfrm>
            <a:off x="966470" y="1538605"/>
            <a:ext cx="2586355" cy="35814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22" name="文本框 21"/>
          <p:cNvSpPr txBox="1"/>
          <p:nvPr>
            <p:custDataLst>
              <p:tags r:id="rId5"/>
            </p:custDataLst>
          </p:nvPr>
        </p:nvSpPr>
        <p:spPr>
          <a:xfrm>
            <a:off x="1435418" y="1539875"/>
            <a:ext cx="1648460" cy="354965"/>
          </a:xfrm>
          <a:prstGeom prst="rect">
            <a:avLst/>
          </a:prstGeom>
          <a:noFill/>
        </p:spPr>
        <p:txBody>
          <a:bodyPr wrap="square" lIns="68580" tIns="34290" rIns="68580" bIns="34290" rtlCol="0" anchor="ctr">
            <a:normAutofit/>
          </a:bodyPr>
          <a:p>
            <a:pPr algn="ctr">
              <a:lnSpc>
                <a:spcPct val="120000"/>
              </a:lnSpc>
            </a:pPr>
            <a:r>
              <a:rPr lang="zh-CN" altLang="en-US" sz="1350" b="1" spc="300">
                <a:solidFill>
                  <a:srgbClr val="FFFFFF"/>
                </a:solidFill>
                <a:latin typeface="微软雅黑" panose="020B0503020204020204" charset="-122"/>
                <a:ea typeface="微软雅黑" panose="020B0503020204020204" charset="-122"/>
                <a:sym typeface="Arial" panose="020B0604020202020204" pitchFamily="34" charset="0"/>
              </a:rPr>
              <a:t>添加标题</a:t>
            </a:r>
            <a:endParaRPr lang="zh-CN" altLang="en-US" sz="1350" b="1" spc="300">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24" name="文本框 23"/>
          <p:cNvSpPr txBox="1"/>
          <p:nvPr>
            <p:custDataLst>
              <p:tags r:id="rId6"/>
            </p:custDataLst>
          </p:nvPr>
        </p:nvSpPr>
        <p:spPr>
          <a:xfrm>
            <a:off x="966470" y="2118995"/>
            <a:ext cx="2729865" cy="1123315"/>
          </a:xfrm>
          <a:prstGeom prst="rect">
            <a:avLst/>
          </a:prstGeom>
          <a:noFill/>
        </p:spPr>
        <p:txBody>
          <a:bodyPr wrap="square" lIns="68580" tIns="34290" rIns="68580" bIns="34290" rtlCol="0" anchor="ctr">
            <a:noAutofit/>
          </a:bodyPr>
          <a:p>
            <a:pPr marL="0" lvl="0" indent="0" algn="just">
              <a:lnSpc>
                <a:spcPct val="150000"/>
              </a:lnSpc>
              <a:spcBef>
                <a:spcPts val="0"/>
              </a:spcBef>
              <a:spcAft>
                <a:spcPts val="0"/>
              </a:spcAft>
              <a:buSzPct val="100000"/>
              <a:buNone/>
            </a:pPr>
            <a:r>
              <a:rPr lang="zh-CN" altLang="en-US" sz="1000" spc="150">
                <a:solidFill>
                  <a:srgbClr val="000000"/>
                </a:solidFill>
                <a:latin typeface="微软雅黑" panose="020B0503020204020204" charset="-122"/>
                <a:ea typeface="微软雅黑" panose="020B0503020204020204" charset="-122"/>
                <a:cs typeface="微软雅黑" panose="020B0503020204020204" charset="-122"/>
              </a:rPr>
              <a:t>（</a:t>
            </a:r>
            <a:r>
              <a:rPr lang="en-US" altLang="zh-CN" sz="1000" spc="150">
                <a:solidFill>
                  <a:srgbClr val="000000"/>
                </a:solidFill>
                <a:latin typeface="微软雅黑" panose="020B0503020204020204" charset="-122"/>
                <a:ea typeface="微软雅黑" panose="020B0503020204020204" charset="-122"/>
                <a:cs typeface="微软雅黑" panose="020B0503020204020204" charset="-122"/>
              </a:rPr>
              <a:t>1</a:t>
            </a:r>
            <a:r>
              <a:rPr lang="zh-CN" altLang="en-US" sz="1000" spc="150">
                <a:solidFill>
                  <a:srgbClr val="000000"/>
                </a:solidFill>
                <a:latin typeface="微软雅黑" panose="020B0503020204020204" charset="-122"/>
                <a:ea typeface="微软雅黑" panose="020B0503020204020204" charset="-122"/>
                <a:cs typeface="微软雅黑" panose="020B0503020204020204" charset="-122"/>
              </a:rPr>
              <a:t>）在“插入”选项卡的“插图”组中，单击“图表”按钮 ，将显示“插入图表”对话框，如图 6-14 所示。</a:t>
            </a:r>
            <a:endParaRPr lang="zh-CN" altLang="en-US" sz="1000" spc="150">
              <a:solidFill>
                <a:srgbClr val="000000"/>
              </a:solidFill>
              <a:latin typeface="微软雅黑" panose="020B0503020204020204" charset="-122"/>
              <a:ea typeface="微软雅黑" panose="020B0503020204020204" charset="-122"/>
              <a:cs typeface="微软雅黑" panose="020B0503020204020204" charset="-122"/>
            </a:endParaRPr>
          </a:p>
          <a:p>
            <a:pPr marL="0" lvl="0" indent="0" algn="just">
              <a:lnSpc>
                <a:spcPct val="150000"/>
              </a:lnSpc>
              <a:spcBef>
                <a:spcPts val="0"/>
              </a:spcBef>
              <a:spcAft>
                <a:spcPts val="0"/>
              </a:spcAft>
              <a:buSzPct val="100000"/>
              <a:buNone/>
            </a:pPr>
            <a:r>
              <a:rPr lang="zh-CN" altLang="en-US" sz="1000" spc="150">
                <a:solidFill>
                  <a:srgbClr val="000000"/>
                </a:solidFill>
                <a:latin typeface="微软雅黑" panose="020B0503020204020204" charset="-122"/>
                <a:ea typeface="微软雅黑" panose="020B0503020204020204" charset="-122"/>
                <a:cs typeface="微软雅黑" panose="020B0503020204020204" charset="-122"/>
              </a:rPr>
              <a:t>（2）在左侧窗格中选择某种“模板”，再在右侧窗格中选择具体的图表样式，选择后单击“确定”按钮。</a:t>
            </a:r>
            <a:endParaRPr lang="zh-CN" altLang="en-US" sz="1000" spc="15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custDataLst>
              <p:tags r:id="rId7"/>
            </p:custDataLst>
          </p:nvPr>
        </p:nvSpPr>
        <p:spPr>
          <a:xfrm>
            <a:off x="464775" y="449912"/>
            <a:ext cx="8208690" cy="524855"/>
          </a:xfrm>
          <a:prstGeom prst="rect">
            <a:avLst/>
          </a:prstGeom>
          <a:blipFill dpi="0" rotWithShape="1">
            <a:blip r:embed="rId8">
              <a:alphaModFix amt="0"/>
            </a:blip>
            <a:srcRect/>
            <a:tile tx="0" ty="0" sx="100000" sy="100000" flip="none" algn="tl"/>
          </a:blipFill>
        </p:spPr>
        <p:txBody>
          <a:bodyPr wrap="square"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spcBef>
                <a:spcPts val="0"/>
              </a:spcBef>
              <a:spcAft>
                <a:spcPts val="0"/>
              </a:spcAft>
              <a:buSzPct val="100000"/>
              <a:buNone/>
            </a:pPr>
            <a:r>
              <a:rPr lang="zh-CN" altLang="en-US" sz="2400" b="1" spc="300">
                <a:solidFill>
                  <a:srgbClr val="000000"/>
                </a:solidFill>
                <a:latin typeface="微软雅黑" panose="020B0503020204020204" charset="-122"/>
                <a:ea typeface="微软雅黑" panose="020B0503020204020204" charset="-122"/>
              </a:rPr>
              <a:t> 使用图表</a:t>
            </a:r>
            <a:endParaRPr lang="zh-CN" altLang="en-US" sz="2400" b="1" spc="300">
              <a:solidFill>
                <a:srgbClr val="000000"/>
              </a:solidFill>
              <a:latin typeface="微软雅黑" panose="020B0503020204020204" charset="-122"/>
              <a:ea typeface="微软雅黑" panose="020B0503020204020204" charset="-122"/>
            </a:endParaRPr>
          </a:p>
        </p:txBody>
      </p:sp>
      <p:pic>
        <p:nvPicPr>
          <p:cNvPr id="160" name="图片 159"/>
          <p:cNvPicPr>
            <a:picLocks noChangeAspect="1"/>
          </p:cNvPicPr>
          <p:nvPr userDrawn="1">
            <p:custDataLst>
              <p:tags r:id="rId9"/>
            </p:custDataLst>
          </p:nvPr>
        </p:nvPicPr>
        <p:blipFill>
          <a:blip r:embed="rId10">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pic>
        <p:nvPicPr>
          <p:cNvPr id="2" name="图片 1"/>
          <p:cNvPicPr>
            <a:picLocks noChangeAspect="1"/>
          </p:cNvPicPr>
          <p:nvPr>
            <p:custDataLst>
              <p:tags r:id="rId11"/>
            </p:custDataLst>
          </p:nvPr>
        </p:nvPicPr>
        <p:blipFill>
          <a:blip r:embed="rId12"/>
          <a:stretch>
            <a:fillRect/>
          </a:stretch>
        </p:blipFill>
        <p:spPr>
          <a:xfrm>
            <a:off x="4040505" y="1280160"/>
            <a:ext cx="4724400" cy="2748915"/>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5" name="组合 114"/>
          <p:cNvGrpSpPr/>
          <p:nvPr userDrawn="1"/>
        </p:nvGrpSpPr>
        <p:grpSpPr>
          <a:xfrm rot="0">
            <a:off x="-98425" y="228600"/>
            <a:ext cx="9144000" cy="4686935"/>
            <a:chOff x="0" y="304200"/>
            <a:chExt cx="12192000" cy="6249600"/>
          </a:xfrm>
        </p:grpSpPr>
        <p:sp>
          <p:nvSpPr>
            <p:cNvPr id="15" name="矩形 14"/>
            <p:cNvSpPr/>
            <p:nvPr userDrawn="1">
              <p:custDataLst>
                <p:tags r:id="rId1"/>
              </p:custDataLst>
            </p:nvPr>
          </p:nvSpPr>
          <p:spPr>
            <a:xfrm>
              <a:off x="0" y="2123388"/>
              <a:ext cx="12192000" cy="261122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rgbClr val="FFFFFF"/>
                </a:solidFill>
                <a:latin typeface="微软雅黑" panose="020B0503020204020204" charset="-122"/>
                <a:ea typeface="微软雅黑" panose="020B0503020204020204" charset="-122"/>
              </a:endParaRPr>
            </a:p>
          </p:txBody>
        </p:sp>
        <p:sp>
          <p:nvSpPr>
            <p:cNvPr id="16" name="矩形 15"/>
            <p:cNvSpPr/>
            <p:nvPr userDrawn="1">
              <p:custDataLst>
                <p:tags r:id="rId2"/>
              </p:custDataLst>
            </p:nvPr>
          </p:nvSpPr>
          <p:spPr>
            <a:xfrm>
              <a:off x="292800" y="304200"/>
              <a:ext cx="11606400" cy="62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FFFFF"/>
                </a:solidFill>
                <a:latin typeface="微软雅黑" panose="020B0503020204020204" charset="-122"/>
                <a:ea typeface="微软雅黑" panose="020B0503020204020204" charset="-122"/>
              </a:endParaRPr>
            </a:p>
          </p:txBody>
        </p:sp>
      </p:grpSp>
      <p:sp>
        <p:nvSpPr>
          <p:cNvPr id="29" name="矩形: 圆角 28"/>
          <p:cNvSpPr/>
          <p:nvPr>
            <p:custDataLst>
              <p:tags r:id="rId3"/>
            </p:custDataLst>
          </p:nvPr>
        </p:nvSpPr>
        <p:spPr>
          <a:xfrm>
            <a:off x="571500" y="1711960"/>
            <a:ext cx="3133090" cy="2085340"/>
          </a:xfrm>
          <a:prstGeom prst="roundRect">
            <a:avLst>
              <a:gd name="adj" fmla="val 3638"/>
            </a:avLst>
          </a:prstGeom>
          <a:noFill/>
          <a:ln>
            <a:solidFill>
              <a:srgbClr val="AE64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30" name="矩形: 圆角 29"/>
          <p:cNvSpPr/>
          <p:nvPr>
            <p:custDataLst>
              <p:tags r:id="rId4"/>
            </p:custDataLst>
          </p:nvPr>
        </p:nvSpPr>
        <p:spPr>
          <a:xfrm>
            <a:off x="844550" y="1527810"/>
            <a:ext cx="2586355" cy="358140"/>
          </a:xfrm>
          <a:prstGeom prst="roundRect">
            <a:avLst>
              <a:gd name="adj" fmla="val 50000"/>
            </a:avLst>
          </a:prstGeom>
          <a:solidFill>
            <a:srgbClr val="AE6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31" name="文本框 30"/>
          <p:cNvSpPr txBox="1"/>
          <p:nvPr>
            <p:custDataLst>
              <p:tags r:id="rId5"/>
            </p:custDataLst>
          </p:nvPr>
        </p:nvSpPr>
        <p:spPr>
          <a:xfrm>
            <a:off x="1313498" y="1529715"/>
            <a:ext cx="1648460" cy="354965"/>
          </a:xfrm>
          <a:prstGeom prst="rect">
            <a:avLst/>
          </a:prstGeom>
          <a:noFill/>
        </p:spPr>
        <p:txBody>
          <a:bodyPr wrap="square" lIns="68580" tIns="34290" rIns="68580" bIns="34290" rtlCol="0" anchor="ctr">
            <a:normAutofit/>
          </a:bodyPr>
          <a:p>
            <a:pPr algn="ctr">
              <a:lnSpc>
                <a:spcPct val="120000"/>
              </a:lnSpc>
            </a:pPr>
            <a:r>
              <a:rPr lang="zh-CN" altLang="en-US" sz="1350" b="1" spc="300">
                <a:solidFill>
                  <a:srgbClr val="FFFFFF"/>
                </a:solidFill>
                <a:latin typeface="微软雅黑" panose="020B0503020204020204" charset="-122"/>
                <a:ea typeface="微软雅黑" panose="020B0503020204020204" charset="-122"/>
                <a:sym typeface="Arial" panose="020B0604020202020204" pitchFamily="34" charset="0"/>
              </a:rPr>
              <a:t>添加标题</a:t>
            </a:r>
            <a:endParaRPr lang="zh-CN" altLang="en-US" sz="1350" b="1" spc="300">
              <a:solidFill>
                <a:srgbClr val="FFFFFF"/>
              </a:solidFill>
              <a:latin typeface="微软雅黑" panose="020B0503020204020204" charset="-122"/>
              <a:ea typeface="微软雅黑" panose="020B0503020204020204" charset="-122"/>
              <a:sym typeface="Arial" panose="020B0604020202020204" pitchFamily="34" charset="0"/>
            </a:endParaRPr>
          </a:p>
        </p:txBody>
      </p:sp>
      <p:sp>
        <p:nvSpPr>
          <p:cNvPr id="37" name="文本框 36"/>
          <p:cNvSpPr txBox="1"/>
          <p:nvPr>
            <p:custDataLst>
              <p:tags r:id="rId6"/>
            </p:custDataLst>
          </p:nvPr>
        </p:nvSpPr>
        <p:spPr>
          <a:xfrm>
            <a:off x="751205" y="1942465"/>
            <a:ext cx="2865120" cy="1795145"/>
          </a:xfrm>
          <a:prstGeom prst="rect">
            <a:avLst/>
          </a:prstGeom>
          <a:noFill/>
        </p:spPr>
        <p:txBody>
          <a:bodyPr wrap="square" lIns="68580" tIns="34290" rIns="68580" bIns="34290" rtlCol="0" anchor="ctr"/>
          <a:p>
            <a:pPr marL="0" lvl="0" indent="0" algn="l">
              <a:lnSpc>
                <a:spcPct val="130000"/>
              </a:lnSpc>
              <a:spcBef>
                <a:spcPts val="0"/>
              </a:spcBef>
              <a:spcAft>
                <a:spcPts val="0"/>
              </a:spcAft>
              <a:buSzPct val="100000"/>
              <a:buNone/>
            </a:pPr>
            <a:r>
              <a:rPr lang="zh-CN" altLang="en-US" sz="1000" spc="100">
                <a:solidFill>
                  <a:srgbClr val="000000"/>
                </a:solidFill>
                <a:uFillTx/>
                <a:latin typeface="微软雅黑" panose="020B0503020204020204" charset="-122"/>
                <a:ea typeface="微软雅黑" panose="020B0503020204020204" charset="-122"/>
                <a:cs typeface="微软雅黑" panose="020B0503020204020204" charset="-122"/>
              </a:rPr>
              <a:t>（3）此时将打开一个包含有示例数据的 Excel 电子表格窗口，如图 6-15 所示。</a:t>
            </a:r>
            <a:endParaRPr lang="en-US" altLang="zh-CN" sz="1000" spc="100">
              <a:solidFill>
                <a:srgbClr val="000000"/>
              </a:solidFill>
              <a:uFillTx/>
              <a:latin typeface="微软雅黑" panose="020B0503020204020204" charset="-122"/>
              <a:ea typeface="微软雅黑" panose="020B0503020204020204" charset="-122"/>
              <a:cs typeface="微软雅黑" panose="020B0503020204020204" charset="-122"/>
            </a:endParaRPr>
          </a:p>
          <a:p>
            <a:pPr marL="0" lvl="0" indent="0" algn="l">
              <a:lnSpc>
                <a:spcPct val="130000"/>
              </a:lnSpc>
              <a:spcBef>
                <a:spcPts val="0"/>
              </a:spcBef>
              <a:spcAft>
                <a:spcPts val="0"/>
              </a:spcAft>
              <a:buSzPct val="100000"/>
              <a:buNone/>
            </a:pPr>
            <a:r>
              <a:rPr lang="zh-CN" altLang="en-US" sz="1000" spc="100">
                <a:solidFill>
                  <a:srgbClr val="000000"/>
                </a:solidFill>
                <a:uFillTx/>
                <a:latin typeface="微软雅黑" panose="020B0503020204020204" charset="-122"/>
                <a:ea typeface="微软雅黑" panose="020B0503020204020204" charset="-122"/>
                <a:cs typeface="微软雅黑" panose="020B0503020204020204" charset="-122"/>
              </a:rPr>
              <a:t>（4）根据实际需要，在 Excel 中对示例数据进行修改，这些修改将自动表现到幻灯片的图表中。示例数据编辑完毕后，可直接单击 Excel 窗口右上角的“关闭” 退出Excel。</a:t>
            </a:r>
            <a:endParaRPr lang="zh-CN" altLang="en-US" sz="1000" spc="100">
              <a:solidFill>
                <a:srgbClr val="000000"/>
              </a:solidFill>
              <a:uFillTx/>
              <a:latin typeface="微软雅黑" panose="020B0503020204020204" charset="-122"/>
              <a:ea typeface="微软雅黑" panose="020B0503020204020204" charset="-122"/>
              <a:cs typeface="微软雅黑" panose="020B0503020204020204" charset="-122"/>
            </a:endParaRPr>
          </a:p>
          <a:p>
            <a:pPr marL="0" lvl="0" indent="0" algn="l">
              <a:lnSpc>
                <a:spcPct val="130000"/>
              </a:lnSpc>
              <a:spcBef>
                <a:spcPts val="0"/>
              </a:spcBef>
              <a:spcAft>
                <a:spcPts val="0"/>
              </a:spcAft>
              <a:buSzPct val="100000"/>
              <a:buNone/>
            </a:pPr>
            <a:r>
              <a:rPr lang="zh-CN" altLang="en-US" sz="1000" spc="100">
                <a:solidFill>
                  <a:srgbClr val="000000"/>
                </a:solidFill>
                <a:uFillTx/>
                <a:latin typeface="微软雅黑" panose="020B0503020204020204" charset="-122"/>
                <a:ea typeface="微软雅黑" panose="020B0503020204020204" charset="-122"/>
                <a:cs typeface="微软雅黑" panose="020B0503020204020204" charset="-122"/>
              </a:rPr>
              <a:t>（5）利用“设计”选项卡，可以修改图表样式，也可以调整图表元素的字体格式等。</a:t>
            </a:r>
            <a:endParaRPr lang="zh-CN" altLang="en-US" sz="1000" spc="100">
              <a:solidFill>
                <a:srgbClr val="000000"/>
              </a:solidFill>
              <a:uFillTx/>
              <a:latin typeface="微软雅黑" panose="020B0503020204020204" charset="-122"/>
              <a:ea typeface="微软雅黑" panose="020B0503020204020204" charset="-122"/>
              <a:cs typeface="微软雅黑" panose="020B0503020204020204" charset="-122"/>
            </a:endParaRPr>
          </a:p>
        </p:txBody>
      </p:sp>
      <p:pic>
        <p:nvPicPr>
          <p:cNvPr id="160" name="图片 159"/>
          <p:cNvPicPr>
            <a:picLocks noChangeAspect="1"/>
          </p:cNvPicPr>
          <p:nvPr userDrawn="1">
            <p:custDataLst>
              <p:tags r:id="rId7"/>
            </p:custDataLst>
          </p:nvPr>
        </p:nvPicPr>
        <p:blipFill>
          <a:blip r:embed="rId8">
            <a:extLst>
              <a:ext uri="{28A0092B-C50C-407E-A947-70E740481C1C}">
                <a14:useLocalDpi xmlns:a14="http://schemas.microsoft.com/office/drawing/2010/main" val="0"/>
              </a:ext>
            </a:extLst>
          </a:blip>
          <a:stretch>
            <a:fillRect/>
          </a:stretch>
        </p:blipFill>
        <p:spPr>
          <a:xfrm>
            <a:off x="7931976" y="3954677"/>
            <a:ext cx="1101947" cy="1188823"/>
          </a:xfrm>
          <a:prstGeom prst="rect">
            <a:avLst/>
          </a:prstGeom>
        </p:spPr>
      </p:pic>
      <p:sp>
        <p:nvSpPr>
          <p:cNvPr id="3" name="文本框 2"/>
          <p:cNvSpPr txBox="1"/>
          <p:nvPr>
            <p:custDataLst>
              <p:tags r:id="rId9"/>
            </p:custDataLst>
          </p:nvPr>
        </p:nvSpPr>
        <p:spPr>
          <a:xfrm>
            <a:off x="464775" y="449912"/>
            <a:ext cx="8208690" cy="524855"/>
          </a:xfrm>
          <a:prstGeom prst="rect">
            <a:avLst/>
          </a:prstGeom>
          <a:blipFill dpi="0" rotWithShape="1">
            <a:blip r:embed="rId10">
              <a:alphaModFix amt="0"/>
            </a:blip>
            <a:srcRect/>
            <a:tile tx="0" ty="0" sx="100000" sy="100000" flip="none" algn="tl"/>
          </a:blipFill>
        </p:spPr>
        <p:txBody>
          <a:bodyPr wrap="square"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spcBef>
                <a:spcPts val="0"/>
              </a:spcBef>
              <a:spcAft>
                <a:spcPts val="0"/>
              </a:spcAft>
              <a:buSzPct val="100000"/>
              <a:buNone/>
            </a:pPr>
            <a:r>
              <a:rPr lang="zh-CN" altLang="en-US" sz="2400" b="1" spc="300">
                <a:solidFill>
                  <a:srgbClr val="000000"/>
                </a:solidFill>
                <a:latin typeface="微软雅黑" panose="020B0503020204020204" charset="-122"/>
                <a:ea typeface="微软雅黑" panose="020B0503020204020204" charset="-122"/>
              </a:rPr>
              <a:t> 使用图表</a:t>
            </a:r>
            <a:endParaRPr lang="zh-CN" altLang="en-US" sz="2400" b="1" spc="300">
              <a:solidFill>
                <a:srgbClr val="000000"/>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1"/>
          <a:stretch>
            <a:fillRect/>
          </a:stretch>
        </p:blipFill>
        <p:spPr>
          <a:xfrm>
            <a:off x="3877310" y="1437640"/>
            <a:ext cx="4716780" cy="2517140"/>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椭圆 13"/>
          <p:cNvSpPr/>
          <p:nvPr>
            <p:custDataLst>
              <p:tags r:id="rId1"/>
            </p:custDataLst>
          </p:nvPr>
        </p:nvSpPr>
        <p:spPr>
          <a:xfrm>
            <a:off x="8107718" y="4294573"/>
            <a:ext cx="732407" cy="732407"/>
          </a:xfrm>
          <a:prstGeom prst="ellipse">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0" name="文本框 9"/>
          <p:cNvSpPr txBox="1"/>
          <p:nvPr>
            <p:custDataLst>
              <p:tags r:id="rId2"/>
            </p:custDataLst>
          </p:nvPr>
        </p:nvSpPr>
        <p:spPr>
          <a:xfrm>
            <a:off x="1771650" y="2392045"/>
            <a:ext cx="5989320" cy="1301750"/>
          </a:xfrm>
          <a:prstGeom prst="rect">
            <a:avLst/>
          </a:prstGeom>
          <a:noFill/>
        </p:spPr>
        <p:txBody>
          <a:bodyPr wrap="square" rtlCol="0">
            <a:noAutofit/>
          </a:bodyPr>
          <a:p>
            <a:pPr marL="0" marR="0" lvl="0" indent="0" algn="l" defTabSz="914400" rtl="0" eaLnBrk="1" fontAlgn="auto" latinLnBrk="0" hangingPunct="1">
              <a:lnSpc>
                <a:spcPct val="150000"/>
              </a:lnSpc>
              <a:spcBef>
                <a:spcPts val="0"/>
              </a:spcBef>
              <a:spcAft>
                <a:spcPts val="2000"/>
              </a:spcAft>
              <a:buSzPct val="100000"/>
              <a:buFontTx/>
              <a:buNone/>
              <a:defRPr/>
            </a:pPr>
            <a:r>
              <a:rPr kumimoji="0" lang="zh-CN" altLang="en-US" sz="1400" b="0" i="0" kern="1200" cap="none" spc="100" normalizeH="0" noProof="0">
                <a:ln>
                  <a:noFill/>
                </a:ln>
                <a:solidFill>
                  <a:srgbClr val="404040"/>
                </a:solidFill>
                <a:effectLst/>
                <a:latin typeface="微软雅黑" panose="020B0503020204020204" charset="-122"/>
                <a:ea typeface="微软雅黑" panose="020B0503020204020204" charset="-122"/>
                <a:cs typeface="微软雅黑" panose="020B0503020204020204" charset="-122"/>
              </a:rPr>
              <a:t>插入幻灯片中的图表所使用的数据，虽然是以 Excel 电子表格的形式展现的，但这些数据并没有保存到一个可见的 Excel 工作簿中，而是以嵌入PowerPoint 文档的形式保存到了当前演示文稿文件中。</a:t>
            </a:r>
            <a:endParaRPr kumimoji="0" lang="zh-CN" altLang="en-US" sz="1400" b="0" i="0" kern="1200" cap="none" spc="100" normalizeH="0" noProof="0">
              <a:ln>
                <a:noFill/>
              </a:ln>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8" name="任意多边形: 形状 7"/>
          <p:cNvSpPr/>
          <p:nvPr>
            <p:custDataLst>
              <p:tags r:id="rId3"/>
            </p:custDataLst>
          </p:nvPr>
        </p:nvSpPr>
        <p:spPr>
          <a:xfrm>
            <a:off x="0" y="0"/>
            <a:ext cx="1564690" cy="1731146"/>
          </a:xfrm>
          <a:custGeom>
            <a:avLst/>
            <a:gdLst>
              <a:gd name="connsiteX0" fmla="*/ 0 w 2086253"/>
              <a:gd name="connsiteY0" fmla="*/ 0 h 2308195"/>
              <a:gd name="connsiteX1" fmla="*/ 1970371 w 2086253"/>
              <a:gd name="connsiteY1" fmla="*/ 0 h 2308195"/>
              <a:gd name="connsiteX2" fmla="*/ 2010021 w 2086253"/>
              <a:gd name="connsiteY2" fmla="*/ 108330 h 2308195"/>
              <a:gd name="connsiteX3" fmla="*/ 2086253 w 2086253"/>
              <a:gd name="connsiteY3" fmla="*/ 612560 h 2308195"/>
              <a:gd name="connsiteX4" fmla="*/ 390618 w 2086253"/>
              <a:gd name="connsiteY4" fmla="*/ 2308195 h 2308195"/>
              <a:gd name="connsiteX5" fmla="*/ 48889 w 2086253"/>
              <a:gd name="connsiteY5" fmla="*/ 2273746 h 2308195"/>
              <a:gd name="connsiteX6" fmla="*/ 0 w 2086253"/>
              <a:gd name="connsiteY6" fmla="*/ 2261175 h 2308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86253" h="2308195">
                <a:moveTo>
                  <a:pt x="0" y="0"/>
                </a:moveTo>
                <a:lnTo>
                  <a:pt x="1970371" y="0"/>
                </a:lnTo>
                <a:lnTo>
                  <a:pt x="2010021" y="108330"/>
                </a:lnTo>
                <a:cubicBezTo>
                  <a:pt x="2059564" y="267616"/>
                  <a:pt x="2086253" y="436971"/>
                  <a:pt x="2086253" y="612560"/>
                </a:cubicBezTo>
                <a:cubicBezTo>
                  <a:pt x="2086253" y="1549033"/>
                  <a:pt x="1327091" y="2308195"/>
                  <a:pt x="390618" y="2308195"/>
                </a:cubicBezTo>
                <a:cubicBezTo>
                  <a:pt x="273559" y="2308195"/>
                  <a:pt x="159270" y="2296333"/>
                  <a:pt x="48889" y="2273746"/>
                </a:cubicBezTo>
                <a:lnTo>
                  <a:pt x="0" y="2261175"/>
                </a:ln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9" name="任意多边形: 形状 8"/>
          <p:cNvSpPr/>
          <p:nvPr>
            <p:custDataLst>
              <p:tags r:id="rId4"/>
            </p:custDataLst>
          </p:nvPr>
        </p:nvSpPr>
        <p:spPr>
          <a:xfrm>
            <a:off x="6864095" y="4294573"/>
            <a:ext cx="1486926" cy="848928"/>
          </a:xfrm>
          <a:custGeom>
            <a:avLst/>
            <a:gdLst>
              <a:gd name="connsiteX0" fmla="*/ 1267288 w 2534576"/>
              <a:gd name="connsiteY0" fmla="*/ 0 h 1447061"/>
              <a:gd name="connsiteX1" fmla="*/ 2534576 w 2534576"/>
              <a:gd name="connsiteY1" fmla="*/ 1267288 h 1447061"/>
              <a:gd name="connsiteX2" fmla="*/ 2528033 w 2534576"/>
              <a:gd name="connsiteY2" fmla="*/ 1396861 h 1447061"/>
              <a:gd name="connsiteX3" fmla="*/ 2520372 w 2534576"/>
              <a:gd name="connsiteY3" fmla="*/ 1447061 h 1447061"/>
              <a:gd name="connsiteX4" fmla="*/ 14205 w 2534576"/>
              <a:gd name="connsiteY4" fmla="*/ 1447061 h 1447061"/>
              <a:gd name="connsiteX5" fmla="*/ 6543 w 2534576"/>
              <a:gd name="connsiteY5" fmla="*/ 1396861 h 1447061"/>
              <a:gd name="connsiteX6" fmla="*/ 0 w 2534576"/>
              <a:gd name="connsiteY6" fmla="*/ 1267288 h 1447061"/>
              <a:gd name="connsiteX7" fmla="*/ 1267288 w 2534576"/>
              <a:gd name="connsiteY7" fmla="*/ 0 h 1447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34576" h="1447061">
                <a:moveTo>
                  <a:pt x="1267288" y="0"/>
                </a:moveTo>
                <a:cubicBezTo>
                  <a:pt x="1967192" y="0"/>
                  <a:pt x="2534576" y="567384"/>
                  <a:pt x="2534576" y="1267288"/>
                </a:cubicBezTo>
                <a:cubicBezTo>
                  <a:pt x="2534576" y="1311032"/>
                  <a:pt x="2532360" y="1354259"/>
                  <a:pt x="2528033" y="1396861"/>
                </a:cubicBezTo>
                <a:lnTo>
                  <a:pt x="2520372" y="1447061"/>
                </a:lnTo>
                <a:lnTo>
                  <a:pt x="14205" y="1447061"/>
                </a:lnTo>
                <a:lnTo>
                  <a:pt x="6543" y="1396861"/>
                </a:lnTo>
                <a:cubicBezTo>
                  <a:pt x="2217" y="1354259"/>
                  <a:pt x="0" y="1311032"/>
                  <a:pt x="0" y="1267288"/>
                </a:cubicBezTo>
                <a:cubicBezTo>
                  <a:pt x="0" y="567384"/>
                  <a:pt x="567384" y="0"/>
                  <a:pt x="1267288" y="0"/>
                </a:cubicBezTo>
                <a:close/>
              </a:path>
            </a:pathLst>
          </a:cu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3" name="椭圆 12"/>
          <p:cNvSpPr/>
          <p:nvPr>
            <p:custDataLst>
              <p:tags r:id="rId5"/>
            </p:custDataLst>
          </p:nvPr>
        </p:nvSpPr>
        <p:spPr>
          <a:xfrm>
            <a:off x="2536794" y="326254"/>
            <a:ext cx="972105" cy="972105"/>
          </a:xfrm>
          <a:prstGeom prst="ellipse">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 name="文本框 3"/>
          <p:cNvSpPr txBox="1"/>
          <p:nvPr>
            <p:custDataLst>
              <p:tags r:id="rId6"/>
            </p:custDataLst>
          </p:nvPr>
        </p:nvSpPr>
        <p:spPr>
          <a:xfrm>
            <a:off x="1772172" y="1845446"/>
            <a:ext cx="5989275" cy="592455"/>
          </a:xfrm>
          <a:prstGeom prst="rect">
            <a:avLst/>
          </a:prstGeom>
          <a:noFill/>
        </p:spPr>
        <p:txBody>
          <a:bodyPr wrap="square" rtlCol="0">
            <a:noAutofit/>
          </a:bodyPr>
          <a:p>
            <a:pPr marL="0" marR="0" lvl="0" indent="0" algn="l" defTabSz="914400" rtl="0" eaLnBrk="1" fontAlgn="auto" latinLnBrk="0" hangingPunct="1">
              <a:lnSpc>
                <a:spcPct val="100000"/>
              </a:lnSpc>
              <a:spcBef>
                <a:spcPts val="0"/>
              </a:spcBef>
              <a:spcAft>
                <a:spcPts val="0"/>
              </a:spcAft>
              <a:buSzPct val="100000"/>
              <a:buFontTx/>
              <a:buNone/>
              <a:defRPr/>
            </a:pPr>
            <a:r>
              <a:rPr kumimoji="0" lang="zh-CN" altLang="en-US" sz="2700" b="1" i="0" kern="1200" cap="none" spc="0" normalizeH="0" noProof="0">
                <a:ln>
                  <a:noFill/>
                </a:ln>
                <a:solidFill>
                  <a:srgbClr val="404040"/>
                </a:solidFill>
                <a:effectLst/>
                <a:latin typeface="微软雅黑" panose="020B0503020204020204" charset="-122"/>
                <a:ea typeface="微软雅黑" panose="020B0503020204020204" charset="-122"/>
                <a:cs typeface="+mn-cs"/>
              </a:rPr>
              <a:t>提示</a:t>
            </a:r>
            <a:endParaRPr kumimoji="0" lang="zh-CN" altLang="en-US" sz="2700" b="1" i="0" kern="1200" cap="none" spc="0" normalizeH="0" noProof="0">
              <a:ln>
                <a:noFill/>
              </a:ln>
              <a:solidFill>
                <a:srgbClr val="404040"/>
              </a:solidFill>
              <a:effectLst/>
              <a:latin typeface="微软雅黑" panose="020B0503020204020204" charset="-122"/>
              <a:ea typeface="微软雅黑" panose="020B0503020204020204" charset="-122"/>
              <a:cs typeface="+mn-cs"/>
            </a:endParaRPr>
          </a:p>
        </p:txBody>
      </p:sp>
    </p:spTree>
    <p:custDataLst>
      <p:tags r:id="rId7"/>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custDataLst>
              <p:tags r:id="rId1"/>
            </p:custDataLst>
          </p:nvPr>
        </p:nvSpPr>
        <p:spPr>
          <a:xfrm>
            <a:off x="5150869" y="0"/>
            <a:ext cx="3993131" cy="5143500"/>
          </a:xfrm>
          <a:prstGeom prst="rect">
            <a:avLst/>
          </a:prstGeom>
          <a:solidFill>
            <a:srgbClr val="A2CCE1"/>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baseline="0">
              <a:solidFill>
                <a:srgbClr val="FFFFFF"/>
              </a:solidFill>
              <a:latin typeface="微软雅黑" panose="020B0503020204020204" charset="-122"/>
              <a:ea typeface="微软雅黑" panose="020B0503020204020204" charset="-122"/>
            </a:endParaRPr>
          </a:p>
        </p:txBody>
      </p:sp>
      <p:grpSp>
        <p:nvGrpSpPr>
          <p:cNvPr id="6" name="组合 5"/>
          <p:cNvGrpSpPr/>
          <p:nvPr userDrawn="1">
            <p:custDataLst>
              <p:tags r:id="rId2"/>
            </p:custDataLst>
          </p:nvPr>
        </p:nvGrpSpPr>
        <p:grpSpPr>
          <a:xfrm rot="20310956">
            <a:off x="219227" y="260732"/>
            <a:ext cx="881159" cy="522149"/>
            <a:chOff x="4175125" y="1726565"/>
            <a:chExt cx="1094105" cy="648335"/>
          </a:xfrm>
        </p:grpSpPr>
        <p:sp>
          <p:nvSpPr>
            <p:cNvPr id="7" name="Freeform 64"/>
            <p:cNvSpPr/>
            <p:nvPr userDrawn="1">
              <p:custDataLst>
                <p:tags r:id="rId3"/>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8" name="Rectangle 66"/>
            <p:cNvSpPr>
              <a:spLocks noChangeArrowheads="1"/>
            </p:cNvSpPr>
            <p:nvPr userDrawn="1">
              <p:custDataLst>
                <p:tags r:id="rId4"/>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9" name="Rectangle 67"/>
            <p:cNvSpPr>
              <a:spLocks noChangeArrowheads="1"/>
            </p:cNvSpPr>
            <p:nvPr userDrawn="1">
              <p:custDataLst>
                <p:tags r:id="rId5"/>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11" name="Rectangle 68"/>
            <p:cNvSpPr>
              <a:spLocks noChangeArrowheads="1"/>
            </p:cNvSpPr>
            <p:nvPr userDrawn="1">
              <p:custDataLst>
                <p:tags r:id="rId6"/>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12" name="Rectangle 69"/>
            <p:cNvSpPr>
              <a:spLocks noChangeArrowheads="1"/>
            </p:cNvSpPr>
            <p:nvPr userDrawn="1">
              <p:custDataLst>
                <p:tags r:id="rId7"/>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13" name="Rectangle 70"/>
            <p:cNvSpPr>
              <a:spLocks noChangeArrowheads="1"/>
            </p:cNvSpPr>
            <p:nvPr userDrawn="1">
              <p:custDataLst>
                <p:tags r:id="rId8"/>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grpSp>
      <p:sp>
        <p:nvSpPr>
          <p:cNvPr id="5" name="Title 6"/>
          <p:cNvSpPr txBox="1"/>
          <p:nvPr>
            <p:custDataLst>
              <p:tags r:id="rId9"/>
            </p:custDataLst>
          </p:nvPr>
        </p:nvSpPr>
        <p:spPr>
          <a:xfrm>
            <a:off x="655320" y="1363980"/>
            <a:ext cx="2894330" cy="2744470"/>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55245" lvl="1" indent="0" algn="just" fontAlgn="ctr">
              <a:lnSpc>
                <a:spcPct val="130000"/>
              </a:lnSpc>
              <a:spcBef>
                <a:spcPts val="1000"/>
              </a:spcBef>
              <a:spcAft>
                <a:spcPts val="0"/>
              </a:spcAft>
              <a:buSzPct val="100000"/>
              <a:buFont typeface="+mj-ea"/>
              <a:buNone/>
            </a:pPr>
            <a:r>
              <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rPr>
              <a:t>（1）在“插入”选项卡的“插图”组中，单击“SmartArt”按钮      。或者在“对象占位符”列表中单击 图标。</a:t>
            </a:r>
            <a:endPar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endParaRPr>
          </a:p>
          <a:p>
            <a:pPr marL="55245" lvl="1" indent="0" algn="just" fontAlgn="ctr">
              <a:lnSpc>
                <a:spcPct val="130000"/>
              </a:lnSpc>
              <a:spcBef>
                <a:spcPts val="1000"/>
              </a:spcBef>
              <a:spcAft>
                <a:spcPts val="0"/>
              </a:spcAft>
              <a:buSzPct val="100000"/>
              <a:buFont typeface="+mj-ea"/>
              <a:buNone/>
            </a:pPr>
            <a:r>
              <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rPr>
              <a:t>（2）在弹出的“选择 SmartArt 图形”对话框中，如图 6-16 所示，左侧列出了SmartArt 图形的分类，中间部分列出了每个分类中具体的 SmartArt 图形样式，右侧显示出了该样式的默认效果、名称及应用范围说明。效果图中的横线表示用户可以输入文本的位置。</a:t>
            </a:r>
            <a:endPar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 name="Title 6"/>
          <p:cNvSpPr txBox="1"/>
          <p:nvPr>
            <p:custDataLst>
              <p:tags r:id="rId10"/>
            </p:custDataLst>
          </p:nvPr>
        </p:nvSpPr>
        <p:spPr>
          <a:xfrm>
            <a:off x="456300" y="456300"/>
            <a:ext cx="8232506" cy="493394"/>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charset="-122"/>
                <a:ea typeface="微软雅黑" panose="020B0503020204020204" charset="-122"/>
                <a:cs typeface="微软雅黑" panose="020B0503020204020204" charset="-122"/>
              </a:rPr>
              <a:t>使用 SmartArt 图形</a:t>
            </a:r>
            <a:endParaRPr kumimoji="0" lang="zh-CN" altLang="en-US" sz="2700" b="1" i="0" spc="300" noProof="0">
              <a:ln w="3175">
                <a:noFill/>
                <a:prstDash val="dash"/>
              </a:ln>
              <a:solidFill>
                <a:srgbClr val="404040"/>
              </a:solidFill>
              <a:effectLst/>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11"/>
          <a:stretch>
            <a:fillRect/>
          </a:stretch>
        </p:blipFill>
        <p:spPr>
          <a:xfrm>
            <a:off x="4003040" y="1268095"/>
            <a:ext cx="4785360" cy="2740025"/>
          </a:xfrm>
          <a:prstGeom prst="rect">
            <a:avLst/>
          </a:prstGeom>
        </p:spPr>
      </p:pic>
      <p:pic>
        <p:nvPicPr>
          <p:cNvPr id="14" name="图片 13"/>
          <p:cNvPicPr>
            <a:picLocks noChangeAspect="1"/>
          </p:cNvPicPr>
          <p:nvPr/>
        </p:nvPicPr>
        <p:blipFill>
          <a:blip r:embed="rId12"/>
          <a:stretch>
            <a:fillRect/>
          </a:stretch>
        </p:blipFill>
        <p:spPr>
          <a:xfrm>
            <a:off x="2861945" y="1691640"/>
            <a:ext cx="216000" cy="158824"/>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custDataLst>
              <p:tags r:id="rId1"/>
            </p:custDataLst>
          </p:nvPr>
        </p:nvSpPr>
        <p:spPr>
          <a:xfrm>
            <a:off x="5150869" y="0"/>
            <a:ext cx="3993131" cy="5143500"/>
          </a:xfrm>
          <a:prstGeom prst="rect">
            <a:avLst/>
          </a:prstGeom>
          <a:solidFill>
            <a:srgbClr val="A2CCE1"/>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baseline="0">
              <a:solidFill>
                <a:srgbClr val="FFFFFF"/>
              </a:solidFill>
              <a:latin typeface="微软雅黑" panose="020B0503020204020204" charset="-122"/>
              <a:ea typeface="微软雅黑" panose="020B0503020204020204" charset="-122"/>
            </a:endParaRPr>
          </a:p>
        </p:txBody>
      </p:sp>
      <p:grpSp>
        <p:nvGrpSpPr>
          <p:cNvPr id="6" name="组合 5"/>
          <p:cNvGrpSpPr/>
          <p:nvPr userDrawn="1">
            <p:custDataLst>
              <p:tags r:id="rId2"/>
            </p:custDataLst>
          </p:nvPr>
        </p:nvGrpSpPr>
        <p:grpSpPr>
          <a:xfrm rot="20310956">
            <a:off x="219227" y="260732"/>
            <a:ext cx="881159" cy="522149"/>
            <a:chOff x="4175125" y="1726565"/>
            <a:chExt cx="1094105" cy="648335"/>
          </a:xfrm>
        </p:grpSpPr>
        <p:sp>
          <p:nvSpPr>
            <p:cNvPr id="7" name="Freeform 64"/>
            <p:cNvSpPr/>
            <p:nvPr userDrawn="1">
              <p:custDataLst>
                <p:tags r:id="rId3"/>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8" name="Rectangle 66"/>
            <p:cNvSpPr>
              <a:spLocks noChangeArrowheads="1"/>
            </p:cNvSpPr>
            <p:nvPr userDrawn="1">
              <p:custDataLst>
                <p:tags r:id="rId4"/>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9" name="Rectangle 67"/>
            <p:cNvSpPr>
              <a:spLocks noChangeArrowheads="1"/>
            </p:cNvSpPr>
            <p:nvPr userDrawn="1">
              <p:custDataLst>
                <p:tags r:id="rId5"/>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11" name="Rectangle 68"/>
            <p:cNvSpPr>
              <a:spLocks noChangeArrowheads="1"/>
            </p:cNvSpPr>
            <p:nvPr userDrawn="1">
              <p:custDataLst>
                <p:tags r:id="rId6"/>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12" name="Rectangle 69"/>
            <p:cNvSpPr>
              <a:spLocks noChangeArrowheads="1"/>
            </p:cNvSpPr>
            <p:nvPr userDrawn="1">
              <p:custDataLst>
                <p:tags r:id="rId7"/>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13" name="Rectangle 70"/>
            <p:cNvSpPr>
              <a:spLocks noChangeArrowheads="1"/>
            </p:cNvSpPr>
            <p:nvPr userDrawn="1">
              <p:custDataLst>
                <p:tags r:id="rId8"/>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grpSp>
      <p:sp>
        <p:nvSpPr>
          <p:cNvPr id="5" name="Title 6"/>
          <p:cNvSpPr txBox="1"/>
          <p:nvPr>
            <p:custDataLst>
              <p:tags r:id="rId9"/>
            </p:custDataLst>
          </p:nvPr>
        </p:nvSpPr>
        <p:spPr>
          <a:xfrm>
            <a:off x="641350" y="1189355"/>
            <a:ext cx="3268980" cy="3276600"/>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55245" lvl="1" indent="0" algn="just" fontAlgn="ctr">
              <a:lnSpc>
                <a:spcPct val="130000"/>
              </a:lnSpc>
              <a:spcBef>
                <a:spcPts val="500"/>
              </a:spcBef>
              <a:spcAft>
                <a:spcPts val="0"/>
              </a:spcAft>
              <a:buSzPct val="100000"/>
              <a:buFont typeface="+mj-ea"/>
              <a:buNone/>
            </a:pPr>
            <a:r>
              <a:rPr lang="zh-CN" altLang="en-US" sz="11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rPr>
              <a:t>（3）单击“确定”按钮，所选 SmartArt 图形以默认样式插入当前幻灯片中，如图6-17 所示。</a:t>
            </a:r>
            <a:endParaRPr lang="zh-CN" altLang="en-US" sz="11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endParaRPr>
          </a:p>
          <a:p>
            <a:pPr marL="55245" lvl="1" indent="0" algn="just" fontAlgn="ctr">
              <a:lnSpc>
                <a:spcPct val="130000"/>
              </a:lnSpc>
              <a:spcBef>
                <a:spcPts val="500"/>
              </a:spcBef>
              <a:spcAft>
                <a:spcPts val="0"/>
              </a:spcAft>
              <a:buSzPct val="100000"/>
              <a:buFont typeface="+mj-ea"/>
              <a:buNone/>
            </a:pPr>
            <a:r>
              <a:rPr lang="zh-CN" altLang="en-US" sz="11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rPr>
              <a:t>（4）插入幻灯片中的 SmartArt 图形默认会在形状中带有一些文本占位符，单击这些占位符可向形状中添加文字。文字的默认格式由幻灯片所使用的主题决定，可以根据实际需要使用“开始”选项卡“字体”组中提供的工具修改或对文字应用某种艺术字样式。</a:t>
            </a:r>
            <a:endParaRPr lang="zh-CN" altLang="en-US" sz="11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endParaRPr>
          </a:p>
          <a:p>
            <a:pPr marL="55245" lvl="1" indent="0" algn="just" fontAlgn="ctr">
              <a:lnSpc>
                <a:spcPct val="130000"/>
              </a:lnSpc>
              <a:spcBef>
                <a:spcPts val="500"/>
              </a:spcBef>
              <a:spcAft>
                <a:spcPts val="0"/>
              </a:spcAft>
              <a:buSzPct val="100000"/>
              <a:buFont typeface="+mj-ea"/>
              <a:buNone/>
            </a:pPr>
            <a:r>
              <a:rPr lang="zh-CN" altLang="en-US" sz="11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rPr>
              <a:t>（5）在“SmartArt 工具”下的“设计”选项卡的“绘制图形”组中，单击“文本窗格”按钮              ，将在 SmartArt 图形旁边显示一个“在此处键入文字”窗格（默认显示）。可以在该窗格中按照示例提示输入或编辑文本，输入完毕后，单击窗格右上角的关闭按钮。</a:t>
            </a:r>
            <a:endParaRPr lang="zh-CN" altLang="en-US" sz="11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 name="Title 6"/>
          <p:cNvSpPr txBox="1"/>
          <p:nvPr>
            <p:custDataLst>
              <p:tags r:id="rId10"/>
            </p:custDataLst>
          </p:nvPr>
        </p:nvSpPr>
        <p:spPr>
          <a:xfrm>
            <a:off x="456300" y="456300"/>
            <a:ext cx="8232506" cy="493394"/>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charset="-122"/>
                <a:ea typeface="微软雅黑" panose="020B0503020204020204" charset="-122"/>
                <a:cs typeface="微软雅黑" panose="020B0503020204020204" charset="-122"/>
              </a:rPr>
              <a:t>使用 SmartArt 图形</a:t>
            </a:r>
            <a:endParaRPr kumimoji="0" lang="zh-CN" altLang="en-US" sz="2700" b="1" i="0" spc="300" noProof="0">
              <a:ln w="3175">
                <a:noFill/>
                <a:prstDash val="dash"/>
              </a:ln>
              <a:solidFill>
                <a:srgbClr val="404040"/>
              </a:solidFill>
              <a:effectLst/>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1"/>
          <a:srcRect t="4839"/>
          <a:stretch>
            <a:fillRect/>
          </a:stretch>
        </p:blipFill>
        <p:spPr>
          <a:xfrm>
            <a:off x="4208780" y="1357630"/>
            <a:ext cx="4701540" cy="2595880"/>
          </a:xfrm>
          <a:prstGeom prst="rect">
            <a:avLst/>
          </a:prstGeom>
        </p:spPr>
      </p:pic>
      <p:pic>
        <p:nvPicPr>
          <p:cNvPr id="15" name="图片 14"/>
          <p:cNvPicPr>
            <a:picLocks noChangeAspect="1"/>
          </p:cNvPicPr>
          <p:nvPr/>
        </p:nvPicPr>
        <p:blipFill>
          <a:blip r:embed="rId12"/>
          <a:stretch>
            <a:fillRect/>
          </a:stretch>
        </p:blipFill>
        <p:spPr>
          <a:xfrm>
            <a:off x="911860" y="3582035"/>
            <a:ext cx="684000" cy="135568"/>
          </a:xfrm>
          <a:prstGeom prst="rect">
            <a:avLst/>
          </a:prstGeom>
        </p:spPr>
      </p:pic>
    </p:spTree>
    <p:custDataLst>
      <p:tags r:id="rId13"/>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平行四边形 257"/>
          <p:cNvSpPr/>
          <p:nvPr>
            <p:custDataLst>
              <p:tags r:id="rId1"/>
            </p:custDataLst>
          </p:nvPr>
        </p:nvSpPr>
        <p:spPr>
          <a:xfrm>
            <a:off x="3879533" y="0"/>
            <a:ext cx="5132070" cy="5143500"/>
          </a:xfrm>
          <a:prstGeom prst="parallelogram">
            <a:avLst>
              <a:gd name="adj" fmla="val 49944"/>
            </a:avLst>
          </a:prstGeom>
          <a:solidFill>
            <a:schemeClr val="accent5">
              <a:lumMod val="20000"/>
              <a:lumOff val="80000"/>
            </a:schemeClr>
          </a:solidFill>
          <a:ln>
            <a:noFill/>
          </a:ln>
          <a:effectLst>
            <a:outerShdw blurRad="406400" dist="292100" algn="l" rotWithShape="0">
              <a:prstClr val="black">
                <a:alpha val="4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21" name="平行四边形 620"/>
          <p:cNvSpPr/>
          <p:nvPr>
            <p:custDataLst>
              <p:tags r:id="rId2"/>
            </p:custDataLst>
          </p:nvPr>
        </p:nvSpPr>
        <p:spPr>
          <a:xfrm>
            <a:off x="1197293" y="3729038"/>
            <a:ext cx="998696" cy="1414463"/>
          </a:xfrm>
          <a:prstGeom prst="parallelogram">
            <a:avLst>
              <a:gd name="adj" fmla="val 71296"/>
            </a:avLst>
          </a:prstGeom>
          <a:solidFill>
            <a:sysClr val="window" lastClr="FFFFFF">
              <a:lumMod val="95000"/>
              <a:alpha val="50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22" name="平行四边形 621"/>
          <p:cNvSpPr/>
          <p:nvPr>
            <p:custDataLst>
              <p:tags r:id="rId3"/>
            </p:custDataLst>
          </p:nvPr>
        </p:nvSpPr>
        <p:spPr>
          <a:xfrm>
            <a:off x="622935" y="3729038"/>
            <a:ext cx="998696" cy="1414463"/>
          </a:xfrm>
          <a:prstGeom prst="parallelogram">
            <a:avLst>
              <a:gd name="adj" fmla="val 71296"/>
            </a:avLst>
          </a:prstGeom>
          <a:solidFill>
            <a:sysClr val="window" lastClr="FFFFFF">
              <a:lumMod val="95000"/>
              <a:alpha val="50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23" name="平行四边形 622"/>
          <p:cNvSpPr/>
          <p:nvPr>
            <p:custDataLst>
              <p:tags r:id="rId4"/>
            </p:custDataLst>
          </p:nvPr>
        </p:nvSpPr>
        <p:spPr>
          <a:xfrm>
            <a:off x="48101" y="3729038"/>
            <a:ext cx="998696" cy="1414463"/>
          </a:xfrm>
          <a:prstGeom prst="parallelogram">
            <a:avLst>
              <a:gd name="adj" fmla="val 71296"/>
            </a:avLst>
          </a:prstGeom>
          <a:solidFill>
            <a:sysClr val="window" lastClr="FFFFFF">
              <a:lumMod val="95000"/>
              <a:alpha val="50000"/>
            </a:sysClr>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11" name="任意多边形: 形状 136"/>
          <p:cNvSpPr/>
          <p:nvPr>
            <p:custDataLst>
              <p:tags r:id="rId5"/>
            </p:custDataLst>
          </p:nvPr>
        </p:nvSpPr>
        <p:spPr>
          <a:xfrm>
            <a:off x="7984331" y="1162050"/>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12" name="任意多边形: 形状 137"/>
          <p:cNvSpPr/>
          <p:nvPr>
            <p:custDataLst>
              <p:tags r:id="rId6"/>
            </p:custDataLst>
          </p:nvPr>
        </p:nvSpPr>
        <p:spPr>
          <a:xfrm>
            <a:off x="8091011" y="1162050"/>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13" name="任意多边形: 形状 138"/>
          <p:cNvSpPr/>
          <p:nvPr>
            <p:custDataLst>
              <p:tags r:id="rId7"/>
            </p:custDataLst>
          </p:nvPr>
        </p:nvSpPr>
        <p:spPr>
          <a:xfrm>
            <a:off x="8197691" y="1162050"/>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14" name="任意多边形: 形状 139"/>
          <p:cNvSpPr/>
          <p:nvPr>
            <p:custDataLst>
              <p:tags r:id="rId8"/>
            </p:custDataLst>
          </p:nvPr>
        </p:nvSpPr>
        <p:spPr>
          <a:xfrm>
            <a:off x="8305324" y="1162050"/>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15" name="任意多边形: 形状 140"/>
          <p:cNvSpPr/>
          <p:nvPr>
            <p:custDataLst>
              <p:tags r:id="rId9"/>
            </p:custDataLst>
          </p:nvPr>
        </p:nvSpPr>
        <p:spPr>
          <a:xfrm>
            <a:off x="8412004" y="1162050"/>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16" name="任意多边形: 形状 141"/>
          <p:cNvSpPr/>
          <p:nvPr>
            <p:custDataLst>
              <p:tags r:id="rId10"/>
            </p:custDataLst>
          </p:nvPr>
        </p:nvSpPr>
        <p:spPr>
          <a:xfrm>
            <a:off x="8626316" y="1162050"/>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17" name="任意多边形: 形状 142"/>
          <p:cNvSpPr/>
          <p:nvPr>
            <p:custDataLst>
              <p:tags r:id="rId11"/>
            </p:custDataLst>
          </p:nvPr>
        </p:nvSpPr>
        <p:spPr>
          <a:xfrm>
            <a:off x="8839676" y="1162050"/>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18" name="任意多边形: 形状 143"/>
          <p:cNvSpPr/>
          <p:nvPr>
            <p:custDataLst>
              <p:tags r:id="rId12"/>
            </p:custDataLst>
          </p:nvPr>
        </p:nvSpPr>
        <p:spPr>
          <a:xfrm>
            <a:off x="8518684" y="1162050"/>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19" name="任意多边形: 形状 144"/>
          <p:cNvSpPr/>
          <p:nvPr>
            <p:custDataLst>
              <p:tags r:id="rId13"/>
            </p:custDataLst>
          </p:nvPr>
        </p:nvSpPr>
        <p:spPr>
          <a:xfrm>
            <a:off x="8732996" y="1162050"/>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20" name="任意多边形: 形状 145"/>
          <p:cNvSpPr/>
          <p:nvPr>
            <p:custDataLst>
              <p:tags r:id="rId14"/>
            </p:custDataLst>
          </p:nvPr>
        </p:nvSpPr>
        <p:spPr>
          <a:xfrm>
            <a:off x="7877651" y="1162050"/>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01" name="任意多边形: 形状 147"/>
          <p:cNvSpPr/>
          <p:nvPr>
            <p:custDataLst>
              <p:tags r:id="rId15"/>
            </p:custDataLst>
          </p:nvPr>
        </p:nvSpPr>
        <p:spPr>
          <a:xfrm>
            <a:off x="7984331" y="1268730"/>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02" name="任意多边形: 形状 148"/>
          <p:cNvSpPr/>
          <p:nvPr>
            <p:custDataLst>
              <p:tags r:id="rId16"/>
            </p:custDataLst>
          </p:nvPr>
        </p:nvSpPr>
        <p:spPr>
          <a:xfrm>
            <a:off x="8091011" y="1268730"/>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03" name="任意多边形: 形状 149"/>
          <p:cNvSpPr/>
          <p:nvPr>
            <p:custDataLst>
              <p:tags r:id="rId17"/>
            </p:custDataLst>
          </p:nvPr>
        </p:nvSpPr>
        <p:spPr>
          <a:xfrm>
            <a:off x="8197691" y="1268730"/>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04" name="任意多边形: 形状 150"/>
          <p:cNvSpPr/>
          <p:nvPr>
            <p:custDataLst>
              <p:tags r:id="rId18"/>
            </p:custDataLst>
          </p:nvPr>
        </p:nvSpPr>
        <p:spPr>
          <a:xfrm>
            <a:off x="8305324" y="1268730"/>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05" name="任意多边形: 形状 151"/>
          <p:cNvSpPr/>
          <p:nvPr>
            <p:custDataLst>
              <p:tags r:id="rId19"/>
            </p:custDataLst>
          </p:nvPr>
        </p:nvSpPr>
        <p:spPr>
          <a:xfrm>
            <a:off x="8412004" y="1268730"/>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06" name="任意多边形: 形状 152"/>
          <p:cNvSpPr/>
          <p:nvPr>
            <p:custDataLst>
              <p:tags r:id="rId20"/>
            </p:custDataLst>
          </p:nvPr>
        </p:nvSpPr>
        <p:spPr>
          <a:xfrm>
            <a:off x="8626316" y="1268730"/>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07" name="任意多边形: 形状 153"/>
          <p:cNvSpPr/>
          <p:nvPr>
            <p:custDataLst>
              <p:tags r:id="rId21"/>
            </p:custDataLst>
          </p:nvPr>
        </p:nvSpPr>
        <p:spPr>
          <a:xfrm>
            <a:off x="8839676" y="1268730"/>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08" name="任意多边形: 形状 154"/>
          <p:cNvSpPr/>
          <p:nvPr>
            <p:custDataLst>
              <p:tags r:id="rId22"/>
            </p:custDataLst>
          </p:nvPr>
        </p:nvSpPr>
        <p:spPr>
          <a:xfrm>
            <a:off x="8518684" y="1268730"/>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09" name="任意多边形: 形状 155"/>
          <p:cNvSpPr/>
          <p:nvPr>
            <p:custDataLst>
              <p:tags r:id="rId23"/>
            </p:custDataLst>
          </p:nvPr>
        </p:nvSpPr>
        <p:spPr>
          <a:xfrm>
            <a:off x="8732996" y="1268730"/>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10" name="任意多边形: 形状 156"/>
          <p:cNvSpPr/>
          <p:nvPr>
            <p:custDataLst>
              <p:tags r:id="rId24"/>
            </p:custDataLst>
          </p:nvPr>
        </p:nvSpPr>
        <p:spPr>
          <a:xfrm>
            <a:off x="7877651" y="1268730"/>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91" name="任意多边形: 形状 158"/>
          <p:cNvSpPr/>
          <p:nvPr>
            <p:custDataLst>
              <p:tags r:id="rId25"/>
            </p:custDataLst>
          </p:nvPr>
        </p:nvSpPr>
        <p:spPr>
          <a:xfrm>
            <a:off x="7984331" y="1376363"/>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92" name="任意多边形: 形状 159"/>
          <p:cNvSpPr/>
          <p:nvPr>
            <p:custDataLst>
              <p:tags r:id="rId26"/>
            </p:custDataLst>
          </p:nvPr>
        </p:nvSpPr>
        <p:spPr>
          <a:xfrm>
            <a:off x="8091011" y="1376363"/>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93" name="任意多边形: 形状 160"/>
          <p:cNvSpPr/>
          <p:nvPr>
            <p:custDataLst>
              <p:tags r:id="rId27"/>
            </p:custDataLst>
          </p:nvPr>
        </p:nvSpPr>
        <p:spPr>
          <a:xfrm>
            <a:off x="8197691" y="1376363"/>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94" name="任意多边形: 形状 161"/>
          <p:cNvSpPr/>
          <p:nvPr>
            <p:custDataLst>
              <p:tags r:id="rId28"/>
            </p:custDataLst>
          </p:nvPr>
        </p:nvSpPr>
        <p:spPr>
          <a:xfrm>
            <a:off x="8305324" y="1376363"/>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95" name="任意多边形: 形状 162"/>
          <p:cNvSpPr/>
          <p:nvPr>
            <p:custDataLst>
              <p:tags r:id="rId29"/>
            </p:custDataLst>
          </p:nvPr>
        </p:nvSpPr>
        <p:spPr>
          <a:xfrm>
            <a:off x="8412004" y="1376363"/>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96" name="任意多边形: 形状 163"/>
          <p:cNvSpPr/>
          <p:nvPr>
            <p:custDataLst>
              <p:tags r:id="rId30"/>
            </p:custDataLst>
          </p:nvPr>
        </p:nvSpPr>
        <p:spPr>
          <a:xfrm>
            <a:off x="8626316" y="137636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97" name="任意多边形: 形状 164"/>
          <p:cNvSpPr/>
          <p:nvPr>
            <p:custDataLst>
              <p:tags r:id="rId31"/>
            </p:custDataLst>
          </p:nvPr>
        </p:nvSpPr>
        <p:spPr>
          <a:xfrm>
            <a:off x="8839676" y="137636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98" name="任意多边形: 形状 165"/>
          <p:cNvSpPr/>
          <p:nvPr>
            <p:custDataLst>
              <p:tags r:id="rId32"/>
            </p:custDataLst>
          </p:nvPr>
        </p:nvSpPr>
        <p:spPr>
          <a:xfrm>
            <a:off x="8518684" y="137636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99" name="任意多边形: 形状 166"/>
          <p:cNvSpPr/>
          <p:nvPr>
            <p:custDataLst>
              <p:tags r:id="rId33"/>
            </p:custDataLst>
          </p:nvPr>
        </p:nvSpPr>
        <p:spPr>
          <a:xfrm>
            <a:off x="8732996" y="1376363"/>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600" name="任意多边形: 形状 167"/>
          <p:cNvSpPr/>
          <p:nvPr>
            <p:custDataLst>
              <p:tags r:id="rId34"/>
            </p:custDataLst>
          </p:nvPr>
        </p:nvSpPr>
        <p:spPr>
          <a:xfrm>
            <a:off x="7877651" y="1376363"/>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81" name="任意多边形: 形状 169"/>
          <p:cNvSpPr/>
          <p:nvPr>
            <p:custDataLst>
              <p:tags r:id="rId35"/>
            </p:custDataLst>
          </p:nvPr>
        </p:nvSpPr>
        <p:spPr>
          <a:xfrm>
            <a:off x="7984331" y="1483043"/>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82" name="任意多边形: 形状 170"/>
          <p:cNvSpPr/>
          <p:nvPr>
            <p:custDataLst>
              <p:tags r:id="rId36"/>
            </p:custDataLst>
          </p:nvPr>
        </p:nvSpPr>
        <p:spPr>
          <a:xfrm>
            <a:off x="8091011" y="1483043"/>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83" name="任意多边形: 形状 171"/>
          <p:cNvSpPr/>
          <p:nvPr>
            <p:custDataLst>
              <p:tags r:id="rId37"/>
            </p:custDataLst>
          </p:nvPr>
        </p:nvSpPr>
        <p:spPr>
          <a:xfrm>
            <a:off x="8197691" y="1483043"/>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84" name="任意多边形: 形状 172"/>
          <p:cNvSpPr/>
          <p:nvPr>
            <p:custDataLst>
              <p:tags r:id="rId38"/>
            </p:custDataLst>
          </p:nvPr>
        </p:nvSpPr>
        <p:spPr>
          <a:xfrm>
            <a:off x="8305324" y="1483043"/>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85" name="任意多边形: 形状 173"/>
          <p:cNvSpPr/>
          <p:nvPr>
            <p:custDataLst>
              <p:tags r:id="rId39"/>
            </p:custDataLst>
          </p:nvPr>
        </p:nvSpPr>
        <p:spPr>
          <a:xfrm>
            <a:off x="8412004" y="1483043"/>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86" name="任意多边形: 形状 174"/>
          <p:cNvSpPr/>
          <p:nvPr>
            <p:custDataLst>
              <p:tags r:id="rId40"/>
            </p:custDataLst>
          </p:nvPr>
        </p:nvSpPr>
        <p:spPr>
          <a:xfrm>
            <a:off x="8626316" y="148304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87" name="任意多边形: 形状 175"/>
          <p:cNvSpPr/>
          <p:nvPr>
            <p:custDataLst>
              <p:tags r:id="rId41"/>
            </p:custDataLst>
          </p:nvPr>
        </p:nvSpPr>
        <p:spPr>
          <a:xfrm>
            <a:off x="8839676" y="148304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88" name="任意多边形: 形状 176"/>
          <p:cNvSpPr/>
          <p:nvPr>
            <p:custDataLst>
              <p:tags r:id="rId42"/>
            </p:custDataLst>
          </p:nvPr>
        </p:nvSpPr>
        <p:spPr>
          <a:xfrm>
            <a:off x="8518684" y="148304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89" name="任意多边形: 形状 177"/>
          <p:cNvSpPr/>
          <p:nvPr>
            <p:custDataLst>
              <p:tags r:id="rId43"/>
            </p:custDataLst>
          </p:nvPr>
        </p:nvSpPr>
        <p:spPr>
          <a:xfrm>
            <a:off x="8732996" y="1483043"/>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90" name="任意多边形: 形状 178"/>
          <p:cNvSpPr/>
          <p:nvPr>
            <p:custDataLst>
              <p:tags r:id="rId44"/>
            </p:custDataLst>
          </p:nvPr>
        </p:nvSpPr>
        <p:spPr>
          <a:xfrm>
            <a:off x="7877651" y="1483043"/>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71" name="任意多边形: 形状 180"/>
          <p:cNvSpPr/>
          <p:nvPr>
            <p:custDataLst>
              <p:tags r:id="rId45"/>
            </p:custDataLst>
          </p:nvPr>
        </p:nvSpPr>
        <p:spPr>
          <a:xfrm>
            <a:off x="7984331" y="1589723"/>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72" name="任意多边形: 形状 181"/>
          <p:cNvSpPr/>
          <p:nvPr>
            <p:custDataLst>
              <p:tags r:id="rId46"/>
            </p:custDataLst>
          </p:nvPr>
        </p:nvSpPr>
        <p:spPr>
          <a:xfrm>
            <a:off x="8091011" y="1589723"/>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73" name="任意多边形: 形状 182"/>
          <p:cNvSpPr/>
          <p:nvPr>
            <p:custDataLst>
              <p:tags r:id="rId47"/>
            </p:custDataLst>
          </p:nvPr>
        </p:nvSpPr>
        <p:spPr>
          <a:xfrm>
            <a:off x="8197691" y="1589723"/>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74" name="任意多边形: 形状 183"/>
          <p:cNvSpPr/>
          <p:nvPr>
            <p:custDataLst>
              <p:tags r:id="rId48"/>
            </p:custDataLst>
          </p:nvPr>
        </p:nvSpPr>
        <p:spPr>
          <a:xfrm>
            <a:off x="8305324" y="1589723"/>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75" name="任意多边形: 形状 184"/>
          <p:cNvSpPr/>
          <p:nvPr>
            <p:custDataLst>
              <p:tags r:id="rId49"/>
            </p:custDataLst>
          </p:nvPr>
        </p:nvSpPr>
        <p:spPr>
          <a:xfrm>
            <a:off x="8412004" y="1589723"/>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76" name="任意多边形: 形状 185"/>
          <p:cNvSpPr/>
          <p:nvPr>
            <p:custDataLst>
              <p:tags r:id="rId50"/>
            </p:custDataLst>
          </p:nvPr>
        </p:nvSpPr>
        <p:spPr>
          <a:xfrm>
            <a:off x="8626316" y="158972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77" name="任意多边形: 形状 186"/>
          <p:cNvSpPr/>
          <p:nvPr>
            <p:custDataLst>
              <p:tags r:id="rId51"/>
            </p:custDataLst>
          </p:nvPr>
        </p:nvSpPr>
        <p:spPr>
          <a:xfrm>
            <a:off x="8839676" y="158972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78" name="任意多边形: 形状 187"/>
          <p:cNvSpPr/>
          <p:nvPr>
            <p:custDataLst>
              <p:tags r:id="rId52"/>
            </p:custDataLst>
          </p:nvPr>
        </p:nvSpPr>
        <p:spPr>
          <a:xfrm>
            <a:off x="8518684" y="1589723"/>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79" name="任意多边形: 形状 188"/>
          <p:cNvSpPr/>
          <p:nvPr>
            <p:custDataLst>
              <p:tags r:id="rId53"/>
            </p:custDataLst>
          </p:nvPr>
        </p:nvSpPr>
        <p:spPr>
          <a:xfrm>
            <a:off x="8732996" y="1589723"/>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80" name="任意多边形: 形状 189"/>
          <p:cNvSpPr/>
          <p:nvPr>
            <p:custDataLst>
              <p:tags r:id="rId54"/>
            </p:custDataLst>
          </p:nvPr>
        </p:nvSpPr>
        <p:spPr>
          <a:xfrm>
            <a:off x="7877651" y="1589723"/>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61" name="任意多边形: 形状 191"/>
          <p:cNvSpPr/>
          <p:nvPr>
            <p:custDataLst>
              <p:tags r:id="rId55"/>
            </p:custDataLst>
          </p:nvPr>
        </p:nvSpPr>
        <p:spPr>
          <a:xfrm>
            <a:off x="7984331" y="1697355"/>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62" name="任意多边形: 形状 192"/>
          <p:cNvSpPr/>
          <p:nvPr>
            <p:custDataLst>
              <p:tags r:id="rId56"/>
            </p:custDataLst>
          </p:nvPr>
        </p:nvSpPr>
        <p:spPr>
          <a:xfrm>
            <a:off x="8091011" y="1697355"/>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63" name="任意多边形: 形状 193"/>
          <p:cNvSpPr/>
          <p:nvPr>
            <p:custDataLst>
              <p:tags r:id="rId57"/>
            </p:custDataLst>
          </p:nvPr>
        </p:nvSpPr>
        <p:spPr>
          <a:xfrm>
            <a:off x="8197691" y="1697355"/>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64" name="任意多边形: 形状 194"/>
          <p:cNvSpPr/>
          <p:nvPr>
            <p:custDataLst>
              <p:tags r:id="rId58"/>
            </p:custDataLst>
          </p:nvPr>
        </p:nvSpPr>
        <p:spPr>
          <a:xfrm>
            <a:off x="8305324" y="1697355"/>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65" name="任意多边形: 形状 195"/>
          <p:cNvSpPr/>
          <p:nvPr>
            <p:custDataLst>
              <p:tags r:id="rId59"/>
            </p:custDataLst>
          </p:nvPr>
        </p:nvSpPr>
        <p:spPr>
          <a:xfrm>
            <a:off x="8412004" y="1697355"/>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66" name="任意多边形: 形状 196"/>
          <p:cNvSpPr/>
          <p:nvPr>
            <p:custDataLst>
              <p:tags r:id="rId60"/>
            </p:custDataLst>
          </p:nvPr>
        </p:nvSpPr>
        <p:spPr>
          <a:xfrm>
            <a:off x="8626316" y="169735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67" name="任意多边形: 形状 197"/>
          <p:cNvSpPr/>
          <p:nvPr>
            <p:custDataLst>
              <p:tags r:id="rId61"/>
            </p:custDataLst>
          </p:nvPr>
        </p:nvSpPr>
        <p:spPr>
          <a:xfrm>
            <a:off x="8839676" y="169735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68" name="任意多边形: 形状 198"/>
          <p:cNvSpPr/>
          <p:nvPr>
            <p:custDataLst>
              <p:tags r:id="rId62"/>
            </p:custDataLst>
          </p:nvPr>
        </p:nvSpPr>
        <p:spPr>
          <a:xfrm>
            <a:off x="8518684" y="169735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69" name="任意多边形: 形状 199"/>
          <p:cNvSpPr/>
          <p:nvPr>
            <p:custDataLst>
              <p:tags r:id="rId63"/>
            </p:custDataLst>
          </p:nvPr>
        </p:nvSpPr>
        <p:spPr>
          <a:xfrm>
            <a:off x="8732996" y="1697355"/>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70" name="任意多边形: 形状 200"/>
          <p:cNvSpPr/>
          <p:nvPr>
            <p:custDataLst>
              <p:tags r:id="rId64"/>
            </p:custDataLst>
          </p:nvPr>
        </p:nvSpPr>
        <p:spPr>
          <a:xfrm>
            <a:off x="7877651" y="1696403"/>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51" name="任意多边形: 形状 202"/>
          <p:cNvSpPr/>
          <p:nvPr>
            <p:custDataLst>
              <p:tags r:id="rId65"/>
            </p:custDataLst>
          </p:nvPr>
        </p:nvSpPr>
        <p:spPr>
          <a:xfrm>
            <a:off x="7984331" y="1804035"/>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52" name="任意多边形: 形状 203"/>
          <p:cNvSpPr/>
          <p:nvPr>
            <p:custDataLst>
              <p:tags r:id="rId66"/>
            </p:custDataLst>
          </p:nvPr>
        </p:nvSpPr>
        <p:spPr>
          <a:xfrm>
            <a:off x="8091011" y="1804035"/>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53" name="任意多边形: 形状 204"/>
          <p:cNvSpPr/>
          <p:nvPr>
            <p:custDataLst>
              <p:tags r:id="rId67"/>
            </p:custDataLst>
          </p:nvPr>
        </p:nvSpPr>
        <p:spPr>
          <a:xfrm>
            <a:off x="8197691" y="1804035"/>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54" name="任意多边形: 形状 205"/>
          <p:cNvSpPr/>
          <p:nvPr>
            <p:custDataLst>
              <p:tags r:id="rId68"/>
            </p:custDataLst>
          </p:nvPr>
        </p:nvSpPr>
        <p:spPr>
          <a:xfrm>
            <a:off x="8305324" y="1804035"/>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55" name="任意多边形: 形状 206"/>
          <p:cNvSpPr/>
          <p:nvPr>
            <p:custDataLst>
              <p:tags r:id="rId69"/>
            </p:custDataLst>
          </p:nvPr>
        </p:nvSpPr>
        <p:spPr>
          <a:xfrm>
            <a:off x="8412004" y="1804035"/>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56" name="任意多边形: 形状 207"/>
          <p:cNvSpPr/>
          <p:nvPr>
            <p:custDataLst>
              <p:tags r:id="rId70"/>
            </p:custDataLst>
          </p:nvPr>
        </p:nvSpPr>
        <p:spPr>
          <a:xfrm>
            <a:off x="8626316" y="180403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57" name="任意多边形: 形状 208"/>
          <p:cNvSpPr/>
          <p:nvPr>
            <p:custDataLst>
              <p:tags r:id="rId71"/>
            </p:custDataLst>
          </p:nvPr>
        </p:nvSpPr>
        <p:spPr>
          <a:xfrm>
            <a:off x="8839676" y="180403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58" name="任意多边形: 形状 209"/>
          <p:cNvSpPr/>
          <p:nvPr>
            <p:custDataLst>
              <p:tags r:id="rId72"/>
            </p:custDataLst>
          </p:nvPr>
        </p:nvSpPr>
        <p:spPr>
          <a:xfrm>
            <a:off x="8518684" y="180403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59" name="任意多边形: 形状 210"/>
          <p:cNvSpPr/>
          <p:nvPr>
            <p:custDataLst>
              <p:tags r:id="rId73"/>
            </p:custDataLst>
          </p:nvPr>
        </p:nvSpPr>
        <p:spPr>
          <a:xfrm>
            <a:off x="8732996" y="1804035"/>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60" name="任意多边形: 形状 211"/>
          <p:cNvSpPr/>
          <p:nvPr>
            <p:custDataLst>
              <p:tags r:id="rId74"/>
            </p:custDataLst>
          </p:nvPr>
        </p:nvSpPr>
        <p:spPr>
          <a:xfrm>
            <a:off x="7877651" y="1804035"/>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41" name="任意多边形: 形状 213"/>
          <p:cNvSpPr/>
          <p:nvPr>
            <p:custDataLst>
              <p:tags r:id="rId75"/>
            </p:custDataLst>
          </p:nvPr>
        </p:nvSpPr>
        <p:spPr>
          <a:xfrm>
            <a:off x="7984331" y="1910715"/>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42" name="任意多边形: 形状 214"/>
          <p:cNvSpPr/>
          <p:nvPr>
            <p:custDataLst>
              <p:tags r:id="rId76"/>
            </p:custDataLst>
          </p:nvPr>
        </p:nvSpPr>
        <p:spPr>
          <a:xfrm>
            <a:off x="8091011" y="1910715"/>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43" name="任意多边形: 形状 215"/>
          <p:cNvSpPr/>
          <p:nvPr>
            <p:custDataLst>
              <p:tags r:id="rId77"/>
            </p:custDataLst>
          </p:nvPr>
        </p:nvSpPr>
        <p:spPr>
          <a:xfrm>
            <a:off x="8197691" y="1910715"/>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44" name="任意多边形: 形状 216"/>
          <p:cNvSpPr/>
          <p:nvPr>
            <p:custDataLst>
              <p:tags r:id="rId78"/>
            </p:custDataLst>
          </p:nvPr>
        </p:nvSpPr>
        <p:spPr>
          <a:xfrm>
            <a:off x="8305324" y="1910715"/>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45" name="任意多边形: 形状 217"/>
          <p:cNvSpPr/>
          <p:nvPr>
            <p:custDataLst>
              <p:tags r:id="rId79"/>
            </p:custDataLst>
          </p:nvPr>
        </p:nvSpPr>
        <p:spPr>
          <a:xfrm>
            <a:off x="8412004" y="1910715"/>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46" name="任意多边形: 形状 218"/>
          <p:cNvSpPr/>
          <p:nvPr>
            <p:custDataLst>
              <p:tags r:id="rId80"/>
            </p:custDataLst>
          </p:nvPr>
        </p:nvSpPr>
        <p:spPr>
          <a:xfrm>
            <a:off x="8626316" y="191071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47" name="任意多边形: 形状 219"/>
          <p:cNvSpPr/>
          <p:nvPr>
            <p:custDataLst>
              <p:tags r:id="rId81"/>
            </p:custDataLst>
          </p:nvPr>
        </p:nvSpPr>
        <p:spPr>
          <a:xfrm>
            <a:off x="8839676" y="191071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48" name="任意多边形: 形状 220"/>
          <p:cNvSpPr/>
          <p:nvPr>
            <p:custDataLst>
              <p:tags r:id="rId82"/>
            </p:custDataLst>
          </p:nvPr>
        </p:nvSpPr>
        <p:spPr>
          <a:xfrm>
            <a:off x="8518684" y="1910715"/>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49" name="任意多边形: 形状 221"/>
          <p:cNvSpPr/>
          <p:nvPr>
            <p:custDataLst>
              <p:tags r:id="rId83"/>
            </p:custDataLst>
          </p:nvPr>
        </p:nvSpPr>
        <p:spPr>
          <a:xfrm>
            <a:off x="8732996" y="1910715"/>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50" name="任意多边形: 形状 222"/>
          <p:cNvSpPr/>
          <p:nvPr>
            <p:custDataLst>
              <p:tags r:id="rId84"/>
            </p:custDataLst>
          </p:nvPr>
        </p:nvSpPr>
        <p:spPr>
          <a:xfrm>
            <a:off x="7877651" y="1910715"/>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31" name="任意多边形: 形状 224"/>
          <p:cNvSpPr/>
          <p:nvPr>
            <p:custDataLst>
              <p:tags r:id="rId85"/>
            </p:custDataLst>
          </p:nvPr>
        </p:nvSpPr>
        <p:spPr>
          <a:xfrm>
            <a:off x="7984331" y="2018348"/>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32" name="任意多边形: 形状 225"/>
          <p:cNvSpPr/>
          <p:nvPr>
            <p:custDataLst>
              <p:tags r:id="rId86"/>
            </p:custDataLst>
          </p:nvPr>
        </p:nvSpPr>
        <p:spPr>
          <a:xfrm>
            <a:off x="8091011" y="2018348"/>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33" name="任意多边形: 形状 226"/>
          <p:cNvSpPr/>
          <p:nvPr>
            <p:custDataLst>
              <p:tags r:id="rId87"/>
            </p:custDataLst>
          </p:nvPr>
        </p:nvSpPr>
        <p:spPr>
          <a:xfrm>
            <a:off x="8197691" y="2018348"/>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34" name="任意多边形: 形状 227"/>
          <p:cNvSpPr/>
          <p:nvPr>
            <p:custDataLst>
              <p:tags r:id="rId88"/>
            </p:custDataLst>
          </p:nvPr>
        </p:nvSpPr>
        <p:spPr>
          <a:xfrm>
            <a:off x="8305324" y="2018348"/>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35" name="任意多边形: 形状 228"/>
          <p:cNvSpPr/>
          <p:nvPr>
            <p:custDataLst>
              <p:tags r:id="rId89"/>
            </p:custDataLst>
          </p:nvPr>
        </p:nvSpPr>
        <p:spPr>
          <a:xfrm>
            <a:off x="8412004" y="2018348"/>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36" name="任意多边形: 形状 229"/>
          <p:cNvSpPr/>
          <p:nvPr>
            <p:custDataLst>
              <p:tags r:id="rId90"/>
            </p:custDataLst>
          </p:nvPr>
        </p:nvSpPr>
        <p:spPr>
          <a:xfrm>
            <a:off x="8626316" y="2018348"/>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37" name="任意多边形: 形状 230"/>
          <p:cNvSpPr/>
          <p:nvPr>
            <p:custDataLst>
              <p:tags r:id="rId91"/>
            </p:custDataLst>
          </p:nvPr>
        </p:nvSpPr>
        <p:spPr>
          <a:xfrm>
            <a:off x="8839676" y="2018348"/>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38" name="任意多边形: 形状 231"/>
          <p:cNvSpPr/>
          <p:nvPr>
            <p:custDataLst>
              <p:tags r:id="rId92"/>
            </p:custDataLst>
          </p:nvPr>
        </p:nvSpPr>
        <p:spPr>
          <a:xfrm>
            <a:off x="8518684" y="2018348"/>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39" name="任意多边形: 形状 232"/>
          <p:cNvSpPr/>
          <p:nvPr>
            <p:custDataLst>
              <p:tags r:id="rId93"/>
            </p:custDataLst>
          </p:nvPr>
        </p:nvSpPr>
        <p:spPr>
          <a:xfrm>
            <a:off x="8732996" y="2018348"/>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40" name="任意多边形: 形状 233"/>
          <p:cNvSpPr/>
          <p:nvPr>
            <p:custDataLst>
              <p:tags r:id="rId94"/>
            </p:custDataLst>
          </p:nvPr>
        </p:nvSpPr>
        <p:spPr>
          <a:xfrm>
            <a:off x="7877651" y="2017395"/>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21" name="任意多边形: 形状 235"/>
          <p:cNvSpPr/>
          <p:nvPr>
            <p:custDataLst>
              <p:tags r:id="rId95"/>
            </p:custDataLst>
          </p:nvPr>
        </p:nvSpPr>
        <p:spPr>
          <a:xfrm>
            <a:off x="7984331" y="2125028"/>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22" name="任意多边形: 形状 236"/>
          <p:cNvSpPr/>
          <p:nvPr>
            <p:custDataLst>
              <p:tags r:id="rId96"/>
            </p:custDataLst>
          </p:nvPr>
        </p:nvSpPr>
        <p:spPr>
          <a:xfrm>
            <a:off x="8091011" y="2125028"/>
            <a:ext cx="21431" cy="21431"/>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23" name="任意多边形: 形状 237"/>
          <p:cNvSpPr/>
          <p:nvPr>
            <p:custDataLst>
              <p:tags r:id="rId97"/>
            </p:custDataLst>
          </p:nvPr>
        </p:nvSpPr>
        <p:spPr>
          <a:xfrm>
            <a:off x="8197691" y="2125028"/>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24" name="任意多边形: 形状 238"/>
          <p:cNvSpPr/>
          <p:nvPr>
            <p:custDataLst>
              <p:tags r:id="rId98"/>
            </p:custDataLst>
          </p:nvPr>
        </p:nvSpPr>
        <p:spPr>
          <a:xfrm>
            <a:off x="8305324" y="2125028"/>
            <a:ext cx="21431" cy="21431"/>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25" name="任意多边形: 形状 239"/>
          <p:cNvSpPr/>
          <p:nvPr>
            <p:custDataLst>
              <p:tags r:id="rId99"/>
            </p:custDataLst>
          </p:nvPr>
        </p:nvSpPr>
        <p:spPr>
          <a:xfrm>
            <a:off x="8412004" y="2125028"/>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26" name="任意多边形: 形状 240"/>
          <p:cNvSpPr/>
          <p:nvPr>
            <p:custDataLst>
              <p:tags r:id="rId100"/>
            </p:custDataLst>
          </p:nvPr>
        </p:nvSpPr>
        <p:spPr>
          <a:xfrm>
            <a:off x="8626316" y="2125028"/>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27" name="任意多边形: 形状 241"/>
          <p:cNvSpPr/>
          <p:nvPr>
            <p:custDataLst>
              <p:tags r:id="rId101"/>
            </p:custDataLst>
          </p:nvPr>
        </p:nvSpPr>
        <p:spPr>
          <a:xfrm>
            <a:off x="8839676" y="2125028"/>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28" name="任意多边形: 形状 242"/>
          <p:cNvSpPr/>
          <p:nvPr>
            <p:custDataLst>
              <p:tags r:id="rId102"/>
            </p:custDataLst>
          </p:nvPr>
        </p:nvSpPr>
        <p:spPr>
          <a:xfrm>
            <a:off x="8518684" y="2125028"/>
            <a:ext cx="21431" cy="21431"/>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29" name="任意多边形: 形状 243"/>
          <p:cNvSpPr/>
          <p:nvPr>
            <p:custDataLst>
              <p:tags r:id="rId103"/>
            </p:custDataLst>
          </p:nvPr>
        </p:nvSpPr>
        <p:spPr>
          <a:xfrm>
            <a:off x="8732996" y="2125028"/>
            <a:ext cx="21431" cy="21431"/>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30" name="任意多边形: 形状 244"/>
          <p:cNvSpPr/>
          <p:nvPr>
            <p:custDataLst>
              <p:tags r:id="rId104"/>
            </p:custDataLst>
          </p:nvPr>
        </p:nvSpPr>
        <p:spPr>
          <a:xfrm>
            <a:off x="7877651" y="2125028"/>
            <a:ext cx="21431" cy="21431"/>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rgbClr val="4472C4">
                    <a:shade val="50000"/>
                  </a:srgbClr>
                </a:solidFill>
                <a:prstDash val="solid"/>
                <a:miter lim="800000"/>
                <a:headEnd/>
                <a:tailEnd/>
              </a14:hiddenLine>
            </a:ext>
          </a:ex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10" name="矩形: 圆角 1127"/>
          <p:cNvSpPr/>
          <p:nvPr>
            <p:custDataLst>
              <p:tags r:id="rId105"/>
            </p:custDataLst>
          </p:nvPr>
        </p:nvSpPr>
        <p:spPr>
          <a:xfrm>
            <a:off x="622300" y="1184275"/>
            <a:ext cx="5113655" cy="3476625"/>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8000"/>
              </a:prstClr>
            </a:outerShdw>
          </a:effec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p>
        </p:txBody>
      </p:sp>
      <p:sp>
        <p:nvSpPr>
          <p:cNvPr id="515" name="同心圆 262"/>
          <p:cNvSpPr/>
          <p:nvPr>
            <p:custDataLst>
              <p:tags r:id="rId106"/>
            </p:custDataLst>
          </p:nvPr>
        </p:nvSpPr>
        <p:spPr>
          <a:xfrm>
            <a:off x="8540115" y="4379119"/>
            <a:ext cx="225743" cy="225743"/>
          </a:xfrm>
          <a:prstGeom prst="donut">
            <a:avLst/>
          </a:prstGeom>
          <a:ln w="25400">
            <a:solidFill>
              <a:sysClr val="window" lastClr="FFFFFF"/>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kumimoji="1" lang="zh-CN" altLang="en-US" sz="1350">
              <a:solidFill>
                <a:sysClr val="windowText" lastClr="000000"/>
              </a:solidFill>
            </a:endParaRPr>
          </a:p>
        </p:txBody>
      </p:sp>
      <p:sp>
        <p:nvSpPr>
          <p:cNvPr id="11" name="同心圆 262"/>
          <p:cNvSpPr/>
          <p:nvPr>
            <p:custDataLst>
              <p:tags r:id="rId107"/>
            </p:custDataLst>
          </p:nvPr>
        </p:nvSpPr>
        <p:spPr>
          <a:xfrm>
            <a:off x="731520" y="1273493"/>
            <a:ext cx="225743" cy="225743"/>
          </a:xfrm>
          <a:prstGeom prst="donut">
            <a:avLst/>
          </a:prstGeom>
          <a:ln w="25400">
            <a:solidFill>
              <a:sysClr val="window" lastClr="FFFFFF"/>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kumimoji="1" lang="zh-CN" altLang="en-US" sz="1350">
              <a:solidFill>
                <a:sysClr val="windowText" lastClr="000000"/>
              </a:solidFill>
            </a:endParaRPr>
          </a:p>
        </p:txBody>
      </p:sp>
      <p:sp>
        <p:nvSpPr>
          <p:cNvPr id="12" name="文本框 11"/>
          <p:cNvSpPr txBox="1"/>
          <p:nvPr>
            <p:custDataLst>
              <p:tags r:id="rId108"/>
            </p:custDataLst>
          </p:nvPr>
        </p:nvSpPr>
        <p:spPr>
          <a:xfrm>
            <a:off x="881380" y="1398270"/>
            <a:ext cx="3380105" cy="2980690"/>
          </a:xfrm>
          <a:prstGeom prst="rect">
            <a:avLst/>
          </a:prstGeom>
          <a:noFill/>
        </p:spPr>
        <p:txBody>
          <a:bodyPr wrap="square" lIns="76200" tIns="0" rIns="61912" bIns="0" rtlCol="0" anchor="ctr" anchorCtr="0">
            <a:noAutofit/>
          </a:bodyPr>
          <a:lstStyle>
            <a:defPPr>
              <a:defRPr lang="zh-CN"/>
            </a:defPPr>
            <a:lvl1pPr fontAlgn="auto">
              <a:lnSpc>
                <a:spcPct val="130000"/>
              </a:lnSpc>
              <a:spcAft>
                <a:spcPts val="1000"/>
              </a:spcAft>
              <a:defRPr sz="1600" spc="150"/>
            </a:lvl1pPr>
          </a:lstStyle>
          <a:p>
            <a:pPr marL="0" lvl="0" indent="0" algn="l">
              <a:lnSpc>
                <a:spcPct val="130000"/>
              </a:lnSpc>
              <a:spcBef>
                <a:spcPts val="0"/>
              </a:spcBef>
              <a:spcAft>
                <a:spcPts val="500"/>
              </a:spcAft>
              <a:buSzPct val="100000"/>
            </a:pPr>
            <a:r>
              <a:rPr sz="1000" spc="100" dirty="0">
                <a:solidFill>
                  <a:schemeClr val="tx1">
                    <a:lumMod val="75000"/>
                    <a:lumOff val="25000"/>
                  </a:schemeClr>
                </a:solidFill>
                <a:uFillTx/>
                <a:latin typeface="微软雅黑" panose="020B0503020204020204" charset="-122"/>
                <a:ea typeface="微软雅黑" panose="020B0503020204020204" charset="-122"/>
              </a:rPr>
              <a:t>（6）若需要修改形状中已有的文字或向新添加的形状中输入文字，除了可使用“在此处键入文字”窗格外，还可以用鼠标右键单击需要修改文字的形状，在快捷菜单中单击“编辑文字”，切换到文字编辑状态（形状中出现插入点光标）。</a:t>
            </a:r>
            <a:endParaRPr sz="1000" spc="100" dirty="0">
              <a:solidFill>
                <a:schemeClr val="tx1">
                  <a:lumMod val="75000"/>
                  <a:lumOff val="25000"/>
                </a:schemeClr>
              </a:solidFill>
              <a:uFillTx/>
              <a:latin typeface="微软雅黑" panose="020B0503020204020204" charset="-122"/>
              <a:ea typeface="微软雅黑" panose="020B0503020204020204" charset="-122"/>
            </a:endParaRPr>
          </a:p>
          <a:p>
            <a:pPr marL="0" lvl="0" indent="0" algn="just">
              <a:lnSpc>
                <a:spcPct val="130000"/>
              </a:lnSpc>
              <a:spcBef>
                <a:spcPts val="0"/>
              </a:spcBef>
              <a:spcAft>
                <a:spcPts val="500"/>
              </a:spcAft>
              <a:buSzPct val="100000"/>
            </a:pPr>
            <a:r>
              <a:rPr sz="1000" spc="100" dirty="0">
                <a:solidFill>
                  <a:schemeClr val="tx1">
                    <a:lumMod val="75000"/>
                    <a:lumOff val="25000"/>
                  </a:schemeClr>
                </a:solidFill>
                <a:uFillTx/>
                <a:latin typeface="微软雅黑" panose="020B0503020204020204" charset="-122"/>
                <a:ea typeface="微软雅黑" panose="020B0503020204020204" charset="-122"/>
              </a:rPr>
              <a:t>（7）在“SmartArt 工具”下的“设计”选项卡中，单击“创建图形”组中的“添加形状”按钮              。若单击该按钮右侧的下拉箭头 ，在下拉选项中选择把添加形状放在何处，如“在后面添加形状”。在幻灯片左侧出现的“在此处键入文字”窗格中输入文本，如图 6-18 所示，则右侧幻灯片中的图形自动添加。</a:t>
            </a:r>
            <a:endParaRPr sz="1000" spc="100" dirty="0">
              <a:solidFill>
                <a:schemeClr val="tx1">
                  <a:lumMod val="75000"/>
                  <a:lumOff val="25000"/>
                </a:schemeClr>
              </a:solidFill>
              <a:uFillTx/>
              <a:latin typeface="微软雅黑" panose="020B0503020204020204" charset="-122"/>
              <a:ea typeface="微软雅黑" panose="020B0503020204020204" charset="-122"/>
            </a:endParaRPr>
          </a:p>
        </p:txBody>
      </p:sp>
      <p:sp>
        <p:nvSpPr>
          <p:cNvPr id="6" name="斜纹 5"/>
          <p:cNvSpPr/>
          <p:nvPr>
            <p:custDataLst>
              <p:tags r:id="rId109"/>
            </p:custDataLst>
          </p:nvPr>
        </p:nvSpPr>
        <p:spPr>
          <a:xfrm rot="8100000">
            <a:off x="-182095" y="398132"/>
            <a:ext cx="366095" cy="366095"/>
          </a:xfrm>
          <a:prstGeom prst="diagStripe">
            <a:avLst/>
          </a:prstGeom>
          <a:solidFill>
            <a:srgbClr val="44546A">
              <a:lumMod val="20000"/>
              <a:lumOff val="80000"/>
            </a:srgbClr>
          </a:solidFill>
          <a:ln>
            <a:noFill/>
          </a:ln>
          <a:effectLst/>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kumimoji="1" lang="zh-CN" altLang="en-US" sz="1350">
              <a:solidFill>
                <a:sysClr val="windowText" lastClr="000000"/>
              </a:solidFill>
            </a:endParaRPr>
          </a:p>
        </p:txBody>
      </p:sp>
      <p:pic>
        <p:nvPicPr>
          <p:cNvPr id="3" name="图片 2"/>
          <p:cNvPicPr>
            <a:picLocks noChangeAspect="1"/>
          </p:cNvPicPr>
          <p:nvPr/>
        </p:nvPicPr>
        <p:blipFill>
          <a:blip r:embed="rId110"/>
          <a:stretch>
            <a:fillRect/>
          </a:stretch>
        </p:blipFill>
        <p:spPr>
          <a:xfrm>
            <a:off x="1118870" y="3156585"/>
            <a:ext cx="648000" cy="144000"/>
          </a:xfrm>
          <a:prstGeom prst="rect">
            <a:avLst/>
          </a:prstGeom>
        </p:spPr>
      </p:pic>
      <p:pic>
        <p:nvPicPr>
          <p:cNvPr id="4" name="图片 3"/>
          <p:cNvPicPr>
            <a:picLocks noChangeAspect="1"/>
          </p:cNvPicPr>
          <p:nvPr/>
        </p:nvPicPr>
        <p:blipFill>
          <a:blip r:embed="rId111"/>
          <a:stretch>
            <a:fillRect/>
          </a:stretch>
        </p:blipFill>
        <p:spPr>
          <a:xfrm>
            <a:off x="4286885" y="1646555"/>
            <a:ext cx="4574540" cy="2552700"/>
          </a:xfrm>
          <a:prstGeom prst="rect">
            <a:avLst/>
          </a:prstGeom>
        </p:spPr>
      </p:pic>
    </p:spTree>
    <p:custDataLst>
      <p:tags r:id="rId112"/>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p:cNvSpPr txBox="1"/>
          <p:nvPr>
            <p:custDataLst>
              <p:tags r:id="rId1"/>
            </p:custDataLst>
          </p:nvPr>
        </p:nvSpPr>
        <p:spPr>
          <a:xfrm>
            <a:off x="374015" y="3183255"/>
            <a:ext cx="8402955" cy="1466850"/>
          </a:xfrm>
          <a:prstGeom prst="rect">
            <a:avLst/>
          </a:prstGeom>
          <a:noFill/>
          <a:ln w="3175">
            <a:noFill/>
            <a:prstDash val="dash"/>
          </a:ln>
        </p:spPr>
        <p:txBody>
          <a:bodyPr wrap="square" lIns="67500" tIns="35100" rIns="67500" bIns="35100" anchor="t" anchorCtr="0"/>
          <a:lstStyle>
            <a:lvl1pPr algn="l" defTabSz="913765" rtl="0" eaLnBrk="1" latinLnBrk="0" hangingPunct="1">
              <a:lnSpc>
                <a:spcPct val="90000"/>
              </a:lnSpc>
              <a:spcBef>
                <a:spcPct val="0"/>
              </a:spcBef>
              <a:buNone/>
              <a:defRPr lang="en-US" sz="2745" b="0" kern="1200" cap="none" spc="-49" baseline="0" dirty="0" smtClean="0">
                <a:ln w="3175">
                  <a:noFill/>
                </a:ln>
                <a:solidFill>
                  <a:sysClr val="windowText" lastClr="000000"/>
                </a:solidFill>
                <a:effectLst/>
                <a:latin typeface="Arial" panose="020B0604020202020204" pitchFamily="34" charset="0"/>
                <a:ea typeface="微软雅黑" panose="020B0503020204020204" charset="-122"/>
                <a:cs typeface="Segoe UI" panose="020B0502040204020203" pitchFamily="34" charset="0"/>
              </a:defRPr>
            </a:lvl1pPr>
          </a:lstStyle>
          <a:p>
            <a:pPr indent="0" algn="l">
              <a:lnSpc>
                <a:spcPct val="135000"/>
              </a:lnSpc>
              <a:spcBef>
                <a:spcPts val="0"/>
              </a:spcBef>
              <a:spcAft>
                <a:spcPts val="1500"/>
              </a:spcAft>
              <a:buSzPct val="100000"/>
              <a:buFont typeface="Wingdings" panose="05000000000000000000" charset="0"/>
            </a:pPr>
            <a:r>
              <a:rPr lang="zh-CN" altLang="en-US" sz="1200" spc="150">
                <a:ln w="3175">
                  <a:noFill/>
                  <a:prstDash val="dash"/>
                </a:ln>
                <a:solidFill>
                  <a:schemeClr val="tx1">
                    <a:lumMod val="85000"/>
                    <a:lumOff val="15000"/>
                  </a:schemeClr>
                </a:solidFill>
                <a:uFillTx/>
                <a:cs typeface="微软雅黑" panose="020B0503020204020204" charset="-122"/>
              </a:rPr>
              <a:t>（8）在“SmartArt 工具”下的“设计”选项卡的“SmartArt 样式”组中，用鼠标指向某样式，在幻灯片中会立即将该样式显示到 SmartArt 图形上，如图 6-19 所示。用鼠标单击某样式可将其应用到 SmartArt 图形。</a:t>
            </a:r>
            <a:endParaRPr lang="zh-CN" altLang="en-US" sz="1200" spc="150">
              <a:ln w="3175">
                <a:noFill/>
                <a:prstDash val="dash"/>
              </a:ln>
              <a:solidFill>
                <a:schemeClr val="tx1">
                  <a:lumMod val="85000"/>
                  <a:lumOff val="15000"/>
                </a:schemeClr>
              </a:solidFill>
              <a:uFillTx/>
              <a:cs typeface="微软雅黑" panose="020B0503020204020204" charset="-122"/>
            </a:endParaRPr>
          </a:p>
          <a:p>
            <a:pPr indent="0" algn="l">
              <a:lnSpc>
                <a:spcPct val="135000"/>
              </a:lnSpc>
              <a:spcBef>
                <a:spcPts val="0"/>
              </a:spcBef>
              <a:spcAft>
                <a:spcPts val="1500"/>
              </a:spcAft>
              <a:buSzPct val="100000"/>
              <a:buFont typeface="Wingdings" panose="05000000000000000000" charset="0"/>
            </a:pPr>
            <a:r>
              <a:rPr lang="zh-CN" altLang="en-US" sz="1200" spc="150">
                <a:ln w="3175">
                  <a:noFill/>
                  <a:prstDash val="dash"/>
                </a:ln>
                <a:solidFill>
                  <a:schemeClr val="tx1">
                    <a:lumMod val="85000"/>
                    <a:lumOff val="15000"/>
                  </a:schemeClr>
                </a:solidFill>
                <a:uFillTx/>
                <a:cs typeface="微软雅黑" panose="020B0503020204020204" charset="-122"/>
              </a:rPr>
              <a:t>（9）单击“更改颜色”按钮 ，显示颜色方案列表，如图 6-20 所示，单击某方案可将其应用到 SmartArt 图形上。</a:t>
            </a:r>
            <a:endParaRPr lang="zh-CN" altLang="en-US" sz="1200" spc="150">
              <a:ln w="3175">
                <a:noFill/>
                <a:prstDash val="dash"/>
              </a:ln>
              <a:solidFill>
                <a:schemeClr val="tx1">
                  <a:lumMod val="85000"/>
                  <a:lumOff val="15000"/>
                </a:schemeClr>
              </a:solidFill>
              <a:uFillTx/>
              <a:cs typeface="微软雅黑" panose="020B0503020204020204" charset="-122"/>
            </a:endParaRPr>
          </a:p>
        </p:txBody>
      </p:sp>
      <p:sp>
        <p:nvSpPr>
          <p:cNvPr id="13" name="矩形 12"/>
          <p:cNvSpPr/>
          <p:nvPr>
            <p:custDataLst>
              <p:tags r:id="rId2"/>
            </p:custDataLst>
          </p:nvPr>
        </p:nvSpPr>
        <p:spPr>
          <a:xfrm>
            <a:off x="0" y="0"/>
            <a:ext cx="9144000" cy="14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7500" tIns="35100" rIns="67500" bIns="35100" rtlCol="0" anchor="ctr">
            <a:normAutofit fontScale="35000" lnSpcReduction="20000"/>
          </a:bodyPr>
          <a:lstStyle/>
          <a:p>
            <a:pPr algn="ctr"/>
            <a:endParaRPr lang="zh-CN" altLang="en-US" sz="1350">
              <a:latin typeface="Arial" panose="020B0604020202020204" pitchFamily="34" charset="0"/>
            </a:endParaRPr>
          </a:p>
        </p:txBody>
      </p:sp>
      <p:grpSp>
        <p:nvGrpSpPr>
          <p:cNvPr id="6" name="组合 5"/>
          <p:cNvGrpSpPr/>
          <p:nvPr>
            <p:custDataLst>
              <p:tags r:id="rId3"/>
            </p:custDataLst>
          </p:nvPr>
        </p:nvGrpSpPr>
        <p:grpSpPr>
          <a:xfrm>
            <a:off x="0" y="5003959"/>
            <a:ext cx="9153525" cy="144000"/>
            <a:chOff x="0" y="10667"/>
            <a:chExt cx="19220" cy="133"/>
          </a:xfrm>
          <a:solidFill>
            <a:schemeClr val="accent1"/>
          </a:solidFill>
        </p:grpSpPr>
        <p:sp>
          <p:nvSpPr>
            <p:cNvPr id="7" name="矩形 6"/>
            <p:cNvSpPr/>
            <p:nvPr>
              <p:custDataLst>
                <p:tags r:id="rId4"/>
              </p:custDataLst>
            </p:nvPr>
          </p:nvSpPr>
          <p:spPr>
            <a:xfrm>
              <a:off x="0" y="10667"/>
              <a:ext cx="17391" cy="13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sz="1350">
                <a:latin typeface="Arial" panose="020B0604020202020204" pitchFamily="34" charset="0"/>
              </a:endParaRPr>
            </a:p>
          </p:txBody>
        </p:sp>
        <p:sp>
          <p:nvSpPr>
            <p:cNvPr id="8" name="矩形 7"/>
            <p:cNvSpPr/>
            <p:nvPr>
              <p:custDataLst>
                <p:tags r:id="rId5"/>
              </p:custDataLst>
            </p:nvPr>
          </p:nvSpPr>
          <p:spPr>
            <a:xfrm flipV="1">
              <a:off x="18354" y="10667"/>
              <a:ext cx="866" cy="13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zh-CN" altLang="en-US" sz="1350">
                <a:latin typeface="Arial" panose="020B0604020202020204" pitchFamily="34" charset="0"/>
              </a:endParaRPr>
            </a:p>
          </p:txBody>
        </p:sp>
      </p:grpSp>
      <p:pic>
        <p:nvPicPr>
          <p:cNvPr id="9" name="图片 8"/>
          <p:cNvPicPr>
            <a:picLocks noChangeAspect="1"/>
          </p:cNvPicPr>
          <p:nvPr/>
        </p:nvPicPr>
        <p:blipFill>
          <a:blip r:embed="rId6"/>
          <a:stretch>
            <a:fillRect/>
          </a:stretch>
        </p:blipFill>
        <p:spPr>
          <a:xfrm>
            <a:off x="424180" y="761365"/>
            <a:ext cx="4032885" cy="2309495"/>
          </a:xfrm>
          <a:prstGeom prst="rect">
            <a:avLst/>
          </a:prstGeom>
        </p:spPr>
      </p:pic>
      <p:pic>
        <p:nvPicPr>
          <p:cNvPr id="10" name="图片 9"/>
          <p:cNvPicPr>
            <a:picLocks noChangeAspect="1"/>
          </p:cNvPicPr>
          <p:nvPr/>
        </p:nvPicPr>
        <p:blipFill>
          <a:blip r:embed="rId7"/>
          <a:stretch>
            <a:fillRect/>
          </a:stretch>
        </p:blipFill>
        <p:spPr>
          <a:xfrm>
            <a:off x="4678680" y="761365"/>
            <a:ext cx="4098290" cy="2288540"/>
          </a:xfrm>
          <a:prstGeom prst="rect">
            <a:avLst/>
          </a:prstGeom>
        </p:spPr>
      </p:pic>
    </p:spTree>
    <p:custDataLst>
      <p:tags r:id="rId8"/>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custDataLst>
              <p:tags r:id="rId1"/>
            </p:custDataLst>
          </p:nvPr>
        </p:nvSpPr>
        <p:spPr>
          <a:xfrm>
            <a:off x="4875530" y="1242060"/>
            <a:ext cx="3623945" cy="1371600"/>
          </a:xfrm>
          <a:prstGeom prst="rect">
            <a:avLst/>
          </a:prstGeom>
          <a:noFill/>
        </p:spPr>
        <p:txBody>
          <a:bodyPr wrap="square" lIns="76200" tIns="28575" rIns="57150" bIns="28575" rtlCol="0" anchor="ctr" anchorCtr="0">
            <a:noAutofit/>
          </a:bodyPr>
          <a:lstStyle>
            <a:defPPr>
              <a:defRPr lang="zh-CN"/>
            </a:defPPr>
            <a:lvl1pPr>
              <a:defRPr sz="2400" spc="200">
                <a:latin typeface="微软雅黑" panose="020B0503020204020204" charset="-122"/>
                <a:ea typeface="微软雅黑" panose="020B0503020204020204" charset="-122"/>
              </a:defRPr>
            </a:lvl1pPr>
          </a:lstStyle>
          <a:p>
            <a:pPr lvl="0" indent="0" algn="l" fontAlgn="ctr">
              <a:lnSpc>
                <a:spcPct val="130000"/>
              </a:lnSpc>
              <a:spcBef>
                <a:spcPts val="500"/>
              </a:spcBef>
              <a:spcAft>
                <a:spcPts val="0"/>
              </a:spcAft>
              <a:buSzPct val="100000"/>
              <a:buFont typeface="+mj-ea"/>
              <a:buNone/>
            </a:pPr>
            <a:r>
              <a:rPr sz="1000" spc="100">
                <a:solidFill>
                  <a:schemeClr val="tx1">
                    <a:lumMod val="75000"/>
                    <a:lumOff val="25000"/>
                  </a:schemeClr>
                </a:solidFill>
                <a:uFillTx/>
                <a:cs typeface="微软雅黑" panose="020B0503020204020204" charset="-122"/>
              </a:rPr>
              <a:t>（1）在 PowerPoint 幻灯片窗格中，选择需要插入音频对象的幻灯片。</a:t>
            </a:r>
            <a:endParaRPr sz="1000" spc="100">
              <a:solidFill>
                <a:schemeClr val="tx1">
                  <a:lumMod val="75000"/>
                  <a:lumOff val="25000"/>
                </a:schemeClr>
              </a:solidFill>
              <a:uFillTx/>
              <a:cs typeface="微软雅黑" panose="020B0503020204020204" charset="-122"/>
            </a:endParaRPr>
          </a:p>
          <a:p>
            <a:pPr lvl="0" indent="0" algn="l" fontAlgn="ctr">
              <a:lnSpc>
                <a:spcPct val="130000"/>
              </a:lnSpc>
              <a:spcBef>
                <a:spcPts val="500"/>
              </a:spcBef>
              <a:spcAft>
                <a:spcPts val="0"/>
              </a:spcAft>
              <a:buSzPct val="100000"/>
              <a:buFont typeface="+mj-ea"/>
              <a:buNone/>
            </a:pPr>
            <a:r>
              <a:rPr sz="1000" spc="100">
                <a:solidFill>
                  <a:schemeClr val="tx1">
                    <a:lumMod val="75000"/>
                    <a:lumOff val="25000"/>
                  </a:schemeClr>
                </a:solidFill>
                <a:uFillTx/>
                <a:cs typeface="微软雅黑" panose="020B0503020204020204" charset="-122"/>
              </a:rPr>
              <a:t>（2）在“插入”选项卡“媒体”组中单击“音频”按钮 ，在下拉列表中单击“PC上的音频”。</a:t>
            </a:r>
            <a:endParaRPr sz="1000" spc="100">
              <a:solidFill>
                <a:schemeClr val="tx1">
                  <a:lumMod val="75000"/>
                  <a:lumOff val="25000"/>
                </a:schemeClr>
              </a:solidFill>
              <a:uFillTx/>
              <a:cs typeface="微软雅黑" panose="020B0503020204020204" charset="-122"/>
            </a:endParaRPr>
          </a:p>
        </p:txBody>
      </p:sp>
      <p:sp>
        <p:nvSpPr>
          <p:cNvPr id="7" name="矩形 6"/>
          <p:cNvSpPr/>
          <p:nvPr>
            <p:custDataLst>
              <p:tags r:id="rId2"/>
            </p:custDataLst>
          </p:nvPr>
        </p:nvSpPr>
        <p:spPr>
          <a:xfrm>
            <a:off x="0" y="-9622"/>
            <a:ext cx="9144000" cy="762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kumimoji="1" lang="zh-CN" altLang="en-US" sz="1350">
              <a:solidFill>
                <a:schemeClr val="tx1">
                  <a:lumMod val="50000"/>
                  <a:lumOff val="50000"/>
                </a:schemeClr>
              </a:solidFill>
              <a:sym typeface="+mn-ea"/>
            </a:endParaRPr>
          </a:p>
        </p:txBody>
      </p:sp>
      <p:sp>
        <p:nvSpPr>
          <p:cNvPr id="5" name="文本框 4"/>
          <p:cNvSpPr txBox="1"/>
          <p:nvPr>
            <p:custDataLst>
              <p:tags r:id="rId3"/>
            </p:custDataLst>
          </p:nvPr>
        </p:nvSpPr>
        <p:spPr>
          <a:xfrm>
            <a:off x="262890" y="180975"/>
            <a:ext cx="8618220" cy="381003"/>
          </a:xfrm>
          <a:prstGeom prst="rect">
            <a:avLst/>
          </a:prstGeom>
          <a:noFill/>
        </p:spPr>
        <p:txBody>
          <a:bodyPr wrap="square" lIns="76200" tIns="28575" rIns="57150" bIns="28575" rtlCol="0" anchor="ctr" anchorCtr="0">
            <a:noAutofit/>
          </a:bodyPr>
          <a:lstStyle>
            <a:defPPr>
              <a:defRPr lang="zh-CN"/>
            </a:defPPr>
            <a:lvl1pPr>
              <a:defRPr sz="2400" spc="200">
                <a:latin typeface="微软雅黑" panose="020B0503020204020204" charset="-122"/>
                <a:ea typeface="微软雅黑" panose="020B0503020204020204" charset="-122"/>
              </a:defRPr>
            </a:lvl1pPr>
          </a:lstStyle>
          <a:p>
            <a:pPr marL="0" lvl="0" indent="0" algn="l">
              <a:lnSpc>
                <a:spcPct val="100000"/>
              </a:lnSpc>
              <a:spcBef>
                <a:spcPts val="0"/>
              </a:spcBef>
              <a:spcAft>
                <a:spcPts val="0"/>
              </a:spcAft>
              <a:buSzPct val="100000"/>
              <a:buFontTx/>
              <a:buNone/>
            </a:pPr>
            <a:r>
              <a:rPr lang="zh-CN" altLang="en-US" sz="2100" b="1" spc="300">
                <a:solidFill>
                  <a:schemeClr val="bg1"/>
                </a:solidFill>
                <a:latin typeface="Arial" panose="020B0604020202020204" pitchFamily="34" charset="0"/>
              </a:rPr>
              <a:t>向幻灯片中插入音频</a:t>
            </a:r>
            <a:endParaRPr lang="zh-CN" altLang="en-US" sz="2100" b="1" spc="300">
              <a:solidFill>
                <a:schemeClr val="bg1"/>
              </a:solidFill>
              <a:latin typeface="Arial" panose="020B0604020202020204" pitchFamily="34" charset="0"/>
            </a:endParaRPr>
          </a:p>
        </p:txBody>
      </p:sp>
      <p:grpSp>
        <p:nvGrpSpPr>
          <p:cNvPr id="6" name="组合 5"/>
          <p:cNvGrpSpPr/>
          <p:nvPr>
            <p:custDataLst>
              <p:tags r:id="rId4"/>
            </p:custDataLst>
          </p:nvPr>
        </p:nvGrpSpPr>
        <p:grpSpPr>
          <a:xfrm>
            <a:off x="0" y="4894580"/>
            <a:ext cx="9153525" cy="253365"/>
            <a:chOff x="0" y="10667"/>
            <a:chExt cx="19220" cy="133"/>
          </a:xfrm>
          <a:solidFill>
            <a:schemeClr val="accent1"/>
          </a:solidFill>
        </p:grpSpPr>
        <p:sp>
          <p:nvSpPr>
            <p:cNvPr id="3" name="矩形 2"/>
            <p:cNvSpPr/>
            <p:nvPr>
              <p:custDataLst>
                <p:tags r:id="rId5"/>
              </p:custDataLst>
            </p:nvPr>
          </p:nvSpPr>
          <p:spPr>
            <a:xfrm>
              <a:off x="0" y="10667"/>
              <a:ext cx="17391" cy="13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85000" lnSpcReduction="10000"/>
            </a:bodyPr>
            <a:p>
              <a:pPr algn="ctr"/>
              <a:endParaRPr lang="zh-CN" altLang="en-US" sz="1350">
                <a:latin typeface="Arial" panose="020B0604020202020204" pitchFamily="34" charset="0"/>
              </a:endParaRPr>
            </a:p>
          </p:txBody>
        </p:sp>
        <p:sp>
          <p:nvSpPr>
            <p:cNvPr id="8" name="矩形 7"/>
            <p:cNvSpPr/>
            <p:nvPr>
              <p:custDataLst>
                <p:tags r:id="rId6"/>
              </p:custDataLst>
            </p:nvPr>
          </p:nvSpPr>
          <p:spPr>
            <a:xfrm flipV="1">
              <a:off x="18354" y="10667"/>
              <a:ext cx="866" cy="13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85000" lnSpcReduction="10000"/>
            </a:bodyPr>
            <a:p>
              <a:pPr algn="ctr"/>
              <a:endParaRPr lang="zh-CN" altLang="en-US" sz="1350">
                <a:latin typeface="Arial" panose="020B0604020202020204" pitchFamily="34" charset="0"/>
              </a:endParaRPr>
            </a:p>
          </p:txBody>
        </p:sp>
      </p:grpSp>
      <p:pic>
        <p:nvPicPr>
          <p:cNvPr id="9" name="图片 8"/>
          <p:cNvPicPr>
            <a:picLocks noChangeAspect="1"/>
          </p:cNvPicPr>
          <p:nvPr/>
        </p:nvPicPr>
        <p:blipFill>
          <a:blip r:embed="rId7"/>
          <a:stretch>
            <a:fillRect/>
          </a:stretch>
        </p:blipFill>
        <p:spPr>
          <a:xfrm>
            <a:off x="600710" y="1028700"/>
            <a:ext cx="3994785" cy="2005965"/>
          </a:xfrm>
          <a:prstGeom prst="rect">
            <a:avLst/>
          </a:prstGeom>
        </p:spPr>
      </p:pic>
      <p:pic>
        <p:nvPicPr>
          <p:cNvPr id="10" name="图片 9"/>
          <p:cNvPicPr>
            <a:picLocks noChangeAspect="1"/>
          </p:cNvPicPr>
          <p:nvPr/>
        </p:nvPicPr>
        <p:blipFill>
          <a:blip r:embed="rId8"/>
          <a:stretch>
            <a:fillRect/>
          </a:stretch>
        </p:blipFill>
        <p:spPr>
          <a:xfrm>
            <a:off x="4818380" y="2668270"/>
            <a:ext cx="3738245" cy="2001520"/>
          </a:xfrm>
          <a:prstGeom prst="rect">
            <a:avLst/>
          </a:prstGeom>
        </p:spPr>
      </p:pic>
      <p:sp>
        <p:nvSpPr>
          <p:cNvPr id="11" name="文本框 10"/>
          <p:cNvSpPr txBox="1"/>
          <p:nvPr>
            <p:custDataLst>
              <p:tags r:id="rId9"/>
            </p:custDataLst>
          </p:nvPr>
        </p:nvSpPr>
        <p:spPr>
          <a:xfrm>
            <a:off x="525780" y="3034665"/>
            <a:ext cx="4069715" cy="1529715"/>
          </a:xfrm>
          <a:prstGeom prst="rect">
            <a:avLst/>
          </a:prstGeom>
          <a:noFill/>
        </p:spPr>
        <p:txBody>
          <a:bodyPr wrap="square" lIns="76200" tIns="28575" rIns="57150" bIns="28575" rtlCol="0" anchor="ctr" anchorCtr="0">
            <a:noAutofit/>
          </a:bodyPr>
          <a:lstStyle>
            <a:defPPr>
              <a:defRPr lang="zh-CN"/>
            </a:defPPr>
            <a:lvl1pPr>
              <a:defRPr sz="2400" spc="200">
                <a:latin typeface="微软雅黑" panose="020B0503020204020204" charset="-122"/>
                <a:ea typeface="微软雅黑" panose="020B0503020204020204" charset="-122"/>
              </a:defRPr>
            </a:lvl1pPr>
          </a:lstStyle>
          <a:p>
            <a:pPr lvl="0" indent="0" algn="just" fontAlgn="ctr">
              <a:lnSpc>
                <a:spcPct val="130000"/>
              </a:lnSpc>
              <a:spcBef>
                <a:spcPts val="500"/>
              </a:spcBef>
              <a:spcAft>
                <a:spcPts val="0"/>
              </a:spcAft>
              <a:buSzPct val="100000"/>
              <a:buFont typeface="+mj-ea"/>
              <a:buNone/>
            </a:pPr>
            <a:r>
              <a:rPr sz="1000" spc="100">
                <a:solidFill>
                  <a:schemeClr val="tx1">
                    <a:lumMod val="75000"/>
                    <a:lumOff val="25000"/>
                  </a:schemeClr>
                </a:solidFill>
                <a:uFillTx/>
                <a:cs typeface="微软雅黑" panose="020B0503020204020204" charset="-122"/>
              </a:rPr>
              <a:t>（3）在弹出的“插入音频”对话框中，如图 6-21 所示，选择插入幻灯片中的音频文件，单击“插入”按钮。[ 说明：“插入”按钮下拉列表中有“插入”（将音频文件嵌入幻灯片中）或“链接到文件”两种处理方式 ] 单击“音频文件”按钮，将显示PowerPoint 所支持的所有音频文件格式。</a:t>
            </a:r>
            <a:endParaRPr sz="1000" spc="100">
              <a:solidFill>
                <a:schemeClr val="tx1">
                  <a:lumMod val="75000"/>
                  <a:lumOff val="25000"/>
                </a:schemeClr>
              </a:solidFill>
              <a:uFillTx/>
              <a:cs typeface="微软雅黑" panose="020B0503020204020204" charset="-122"/>
            </a:endParaRPr>
          </a:p>
          <a:p>
            <a:pPr lvl="0" indent="0" algn="just" fontAlgn="ctr">
              <a:lnSpc>
                <a:spcPct val="130000"/>
              </a:lnSpc>
              <a:spcBef>
                <a:spcPts val="500"/>
              </a:spcBef>
              <a:spcAft>
                <a:spcPts val="0"/>
              </a:spcAft>
              <a:buSzPct val="100000"/>
              <a:buFont typeface="+mj-ea"/>
              <a:buNone/>
            </a:pPr>
            <a:r>
              <a:rPr sz="1000" spc="100">
                <a:solidFill>
                  <a:schemeClr val="tx1">
                    <a:lumMod val="75000"/>
                    <a:lumOff val="25000"/>
                  </a:schemeClr>
                </a:solidFill>
                <a:uFillTx/>
                <a:cs typeface="微软雅黑" panose="020B0503020204020204" charset="-122"/>
              </a:rPr>
              <a:t>（4）音频文件插入幻灯片后，PowerPoint 将其显示为一个扬声器图标和一个相关联的播放工具条，可以用鼠标将其拖动到幻灯片的任何位置，如图 6-22 所示</a:t>
            </a:r>
            <a:r>
              <a:rPr lang="zh-CN" sz="1000" spc="100">
                <a:solidFill>
                  <a:schemeClr val="tx1">
                    <a:lumMod val="75000"/>
                    <a:lumOff val="25000"/>
                  </a:schemeClr>
                </a:solidFill>
                <a:uFillTx/>
                <a:cs typeface="微软雅黑" panose="020B0503020204020204" charset="-122"/>
              </a:rPr>
              <a:t>。</a:t>
            </a:r>
            <a:endParaRPr lang="zh-CN" sz="1000" spc="100">
              <a:solidFill>
                <a:schemeClr val="tx1">
                  <a:lumMod val="75000"/>
                  <a:lumOff val="25000"/>
                </a:schemeClr>
              </a:solidFill>
              <a:uFillTx/>
              <a:cs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custDataLst>
              <p:tags r:id="rId1"/>
            </p:custDataLst>
          </p:nvPr>
        </p:nvSpPr>
        <p:spPr>
          <a:xfrm>
            <a:off x="0" y="-9622"/>
            <a:ext cx="9144000" cy="762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kumimoji="1" lang="zh-CN" altLang="en-US" sz="1350">
              <a:solidFill>
                <a:schemeClr val="tx1">
                  <a:lumMod val="50000"/>
                  <a:lumOff val="50000"/>
                </a:schemeClr>
              </a:solidFill>
              <a:sym typeface="+mn-ea"/>
            </a:endParaRPr>
          </a:p>
        </p:txBody>
      </p:sp>
      <p:sp>
        <p:nvSpPr>
          <p:cNvPr id="5" name="文本框 4"/>
          <p:cNvSpPr txBox="1"/>
          <p:nvPr>
            <p:custDataLst>
              <p:tags r:id="rId2"/>
            </p:custDataLst>
          </p:nvPr>
        </p:nvSpPr>
        <p:spPr>
          <a:xfrm>
            <a:off x="262890" y="180975"/>
            <a:ext cx="8618220" cy="381003"/>
          </a:xfrm>
          <a:prstGeom prst="rect">
            <a:avLst/>
          </a:prstGeom>
          <a:noFill/>
        </p:spPr>
        <p:txBody>
          <a:bodyPr wrap="square" lIns="76200" tIns="28575" rIns="57150" bIns="28575" rtlCol="0" anchor="ctr" anchorCtr="0">
            <a:noAutofit/>
          </a:bodyPr>
          <a:lstStyle>
            <a:defPPr>
              <a:defRPr lang="zh-CN"/>
            </a:defPPr>
            <a:lvl1pPr>
              <a:defRPr sz="2400" spc="200">
                <a:latin typeface="微软雅黑" panose="020B0503020204020204" charset="-122"/>
                <a:ea typeface="微软雅黑" panose="020B0503020204020204" charset="-122"/>
              </a:defRPr>
            </a:lvl1pPr>
          </a:lstStyle>
          <a:p>
            <a:pPr marL="0" lvl="0" indent="0" algn="l">
              <a:lnSpc>
                <a:spcPct val="100000"/>
              </a:lnSpc>
              <a:spcBef>
                <a:spcPts val="0"/>
              </a:spcBef>
              <a:spcAft>
                <a:spcPts val="0"/>
              </a:spcAft>
              <a:buSzPct val="100000"/>
              <a:buFontTx/>
              <a:buNone/>
            </a:pPr>
            <a:r>
              <a:rPr lang="zh-CN" altLang="en-US" sz="2100" b="1" spc="300">
                <a:solidFill>
                  <a:schemeClr val="bg1"/>
                </a:solidFill>
                <a:latin typeface="Arial" panose="020B0604020202020204" pitchFamily="34" charset="0"/>
              </a:rPr>
              <a:t>向幻灯片中插入音频</a:t>
            </a:r>
            <a:endParaRPr lang="zh-CN" altLang="en-US" sz="2100" b="1" spc="300">
              <a:solidFill>
                <a:schemeClr val="bg1"/>
              </a:solidFill>
              <a:latin typeface="Arial" panose="020B0604020202020204" pitchFamily="34" charset="0"/>
            </a:endParaRPr>
          </a:p>
        </p:txBody>
      </p:sp>
      <p:grpSp>
        <p:nvGrpSpPr>
          <p:cNvPr id="6" name="组合 5"/>
          <p:cNvGrpSpPr/>
          <p:nvPr>
            <p:custDataLst>
              <p:tags r:id="rId3"/>
            </p:custDataLst>
          </p:nvPr>
        </p:nvGrpSpPr>
        <p:grpSpPr>
          <a:xfrm>
            <a:off x="0" y="4894580"/>
            <a:ext cx="9153525" cy="253365"/>
            <a:chOff x="0" y="10667"/>
            <a:chExt cx="19220" cy="133"/>
          </a:xfrm>
          <a:solidFill>
            <a:schemeClr val="accent1"/>
          </a:solidFill>
        </p:grpSpPr>
        <p:sp>
          <p:nvSpPr>
            <p:cNvPr id="3" name="矩形 2"/>
            <p:cNvSpPr/>
            <p:nvPr>
              <p:custDataLst>
                <p:tags r:id="rId4"/>
              </p:custDataLst>
            </p:nvPr>
          </p:nvSpPr>
          <p:spPr>
            <a:xfrm>
              <a:off x="0" y="10667"/>
              <a:ext cx="17391" cy="13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85000" lnSpcReduction="10000"/>
            </a:bodyPr>
            <a:p>
              <a:pPr algn="ctr"/>
              <a:endParaRPr lang="zh-CN" altLang="en-US" sz="1350">
                <a:latin typeface="Arial" panose="020B0604020202020204" pitchFamily="34" charset="0"/>
              </a:endParaRPr>
            </a:p>
          </p:txBody>
        </p:sp>
        <p:sp>
          <p:nvSpPr>
            <p:cNvPr id="8" name="矩形 7"/>
            <p:cNvSpPr/>
            <p:nvPr>
              <p:custDataLst>
                <p:tags r:id="rId5"/>
              </p:custDataLst>
            </p:nvPr>
          </p:nvSpPr>
          <p:spPr>
            <a:xfrm flipV="1">
              <a:off x="18354" y="10667"/>
              <a:ext cx="866" cy="13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85000" lnSpcReduction="10000"/>
            </a:bodyPr>
            <a:p>
              <a:pPr algn="ctr"/>
              <a:endParaRPr lang="zh-CN" altLang="en-US" sz="1350">
                <a:latin typeface="Arial" panose="020B0604020202020204" pitchFamily="34" charset="0"/>
              </a:endParaRPr>
            </a:p>
          </p:txBody>
        </p:sp>
      </p:grpSp>
      <p:sp>
        <p:nvSpPr>
          <p:cNvPr id="11" name="文本框 10"/>
          <p:cNvSpPr txBox="1"/>
          <p:nvPr>
            <p:custDataLst>
              <p:tags r:id="rId6"/>
            </p:custDataLst>
          </p:nvPr>
        </p:nvSpPr>
        <p:spPr>
          <a:xfrm>
            <a:off x="810260" y="1256665"/>
            <a:ext cx="7378065" cy="3133725"/>
          </a:xfrm>
          <a:prstGeom prst="rect">
            <a:avLst/>
          </a:prstGeom>
          <a:noFill/>
        </p:spPr>
        <p:txBody>
          <a:bodyPr wrap="square" lIns="76200" tIns="28575" rIns="57150" bIns="28575" rtlCol="0" anchor="ctr" anchorCtr="0">
            <a:noAutofit/>
          </a:bodyPr>
          <a:lstStyle>
            <a:defPPr>
              <a:defRPr lang="zh-CN"/>
            </a:defPPr>
            <a:lvl1pPr>
              <a:defRPr sz="2400" spc="200">
                <a:latin typeface="微软雅黑" panose="020B0503020204020204" charset="-122"/>
                <a:ea typeface="微软雅黑" panose="020B0503020204020204" charset="-122"/>
              </a:defRPr>
            </a:lvl1pPr>
          </a:lstStyle>
          <a:p>
            <a:pPr lvl="0" indent="0" algn="just" fontAlgn="ctr">
              <a:lnSpc>
                <a:spcPct val="130000"/>
              </a:lnSpc>
              <a:spcBef>
                <a:spcPts val="1000"/>
              </a:spcBef>
              <a:spcAft>
                <a:spcPts val="0"/>
              </a:spcAft>
              <a:buSzPct val="100000"/>
              <a:buFont typeface="+mj-ea"/>
              <a:buNone/>
            </a:pPr>
            <a:r>
              <a:rPr sz="1200" spc="100">
                <a:solidFill>
                  <a:schemeClr val="tx1">
                    <a:lumMod val="75000"/>
                    <a:lumOff val="25000"/>
                  </a:schemeClr>
                </a:solidFill>
                <a:uFillTx/>
                <a:cs typeface="微软雅黑" panose="020B0503020204020204" charset="-122"/>
              </a:rPr>
              <a:t>（5）音频对象插入幻灯片后或再次选中音频图标时，会显示“音频工具”及其中包含的“格式”和“播放”两个选项卡。“格式”选项卡中提供了用于设置播放图标外观的一些功能，而最常用的播放方式功能设置则集中在“播放”选项卡中。</a:t>
            </a:r>
            <a:endParaRPr sz="1200" spc="100">
              <a:solidFill>
                <a:schemeClr val="tx1">
                  <a:lumMod val="75000"/>
                  <a:lumOff val="25000"/>
                </a:schemeClr>
              </a:solidFill>
              <a:uFillTx/>
              <a:cs typeface="微软雅黑" panose="020B0503020204020204" charset="-122"/>
            </a:endParaRPr>
          </a:p>
          <a:p>
            <a:pPr lvl="0" indent="0" algn="just" fontAlgn="ctr">
              <a:lnSpc>
                <a:spcPct val="130000"/>
              </a:lnSpc>
              <a:spcBef>
                <a:spcPts val="1000"/>
              </a:spcBef>
              <a:spcAft>
                <a:spcPts val="0"/>
              </a:spcAft>
              <a:buSzPct val="100000"/>
              <a:buFont typeface="+mj-ea"/>
              <a:buNone/>
            </a:pPr>
            <a:r>
              <a:rPr sz="1200" spc="100">
                <a:solidFill>
                  <a:schemeClr val="tx1">
                    <a:lumMod val="75000"/>
                    <a:lumOff val="25000"/>
                  </a:schemeClr>
                </a:solidFill>
                <a:uFillTx/>
                <a:cs typeface="微软雅黑" panose="020B0503020204020204" charset="-122"/>
              </a:rPr>
              <a:t>（6）单击“预览”组中的“播放”图标 ，将开始播放插入的音频对象。当音频播放到某位置时，单击“书签”组中“添加书签”按钮 ，可在音频文件的当前位置添加一个标记，以方便用户随时跳转到该位置。单击“删除标签”按钮可清除在音频文件中添加的所有标记。</a:t>
            </a:r>
            <a:endParaRPr sz="1200" spc="100">
              <a:solidFill>
                <a:schemeClr val="tx1">
                  <a:lumMod val="75000"/>
                  <a:lumOff val="25000"/>
                </a:schemeClr>
              </a:solidFill>
              <a:uFillTx/>
              <a:cs typeface="微软雅黑" panose="020B0503020204020204" charset="-122"/>
            </a:endParaRPr>
          </a:p>
          <a:p>
            <a:pPr lvl="0" indent="0" algn="just" fontAlgn="ctr">
              <a:lnSpc>
                <a:spcPct val="130000"/>
              </a:lnSpc>
              <a:spcBef>
                <a:spcPts val="1000"/>
              </a:spcBef>
              <a:spcAft>
                <a:spcPts val="0"/>
              </a:spcAft>
              <a:buSzPct val="100000"/>
              <a:buFont typeface="+mj-ea"/>
              <a:buNone/>
            </a:pPr>
            <a:r>
              <a:rPr sz="1200" spc="100">
                <a:solidFill>
                  <a:schemeClr val="tx1">
                    <a:lumMod val="75000"/>
                    <a:lumOff val="25000"/>
                  </a:schemeClr>
                </a:solidFill>
                <a:uFillTx/>
                <a:cs typeface="微软雅黑" panose="020B0503020204020204" charset="-122"/>
              </a:rPr>
              <a:t>（7）在“音频选项”组中，可以设置何时开始播放音频。默认选项为“单击时”，也就是当播放到包含音频对象的幻灯片时，单击鼠标就开始播放。</a:t>
            </a:r>
            <a:endParaRPr sz="1200" spc="100">
              <a:solidFill>
                <a:schemeClr val="tx1">
                  <a:lumMod val="75000"/>
                  <a:lumOff val="25000"/>
                </a:schemeClr>
              </a:solidFill>
              <a:uFillTx/>
              <a:cs typeface="微软雅黑" panose="020B0503020204020204" charset="-122"/>
            </a:endParaRPr>
          </a:p>
          <a:p>
            <a:pPr lvl="0" indent="0" algn="just" fontAlgn="ctr">
              <a:lnSpc>
                <a:spcPct val="130000"/>
              </a:lnSpc>
              <a:spcBef>
                <a:spcPts val="1000"/>
              </a:spcBef>
              <a:spcAft>
                <a:spcPts val="0"/>
              </a:spcAft>
              <a:buSzPct val="100000"/>
              <a:buFont typeface="+mj-ea"/>
              <a:buNone/>
            </a:pPr>
            <a:r>
              <a:rPr sz="1200" spc="100">
                <a:solidFill>
                  <a:schemeClr val="tx1">
                    <a:lumMod val="75000"/>
                    <a:lumOff val="25000"/>
                  </a:schemeClr>
                </a:solidFill>
                <a:uFillTx/>
                <a:cs typeface="微软雅黑" panose="020B0503020204020204" charset="-122"/>
              </a:rPr>
              <a:t>（8）若选择了“音频选项”组中的“循环播放，直到停止”复选框，表示音频在本幻灯片显示期间循环播放，直到切换至其他幻灯片。若选择“播放完毕返回开头”复选框，则表示音频播放完毕后返回到开头并停止播放。</a:t>
            </a:r>
            <a:endParaRPr sz="1200" spc="100">
              <a:solidFill>
                <a:schemeClr val="tx1">
                  <a:lumMod val="75000"/>
                  <a:lumOff val="25000"/>
                </a:schemeClr>
              </a:solidFill>
              <a:uFillTx/>
              <a:cs typeface="微软雅黑" panose="020B0503020204020204" charset="-122"/>
            </a:endParaRPr>
          </a:p>
        </p:txBody>
      </p:sp>
    </p:spTree>
    <p:custDataLst>
      <p:tags r:id="rId7"/>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任意多边形: 形状 21"/>
          <p:cNvSpPr/>
          <p:nvPr>
            <p:custDataLst>
              <p:tags r:id="rId1"/>
            </p:custDataLst>
          </p:nvPr>
        </p:nvSpPr>
        <p:spPr>
          <a:xfrm>
            <a:off x="1238324" y="567877"/>
            <a:ext cx="7700598" cy="4202774"/>
          </a:xfrm>
          <a:custGeom>
            <a:avLst/>
            <a:gdLst>
              <a:gd name="connsiteX0" fmla="*/ 0 w 3802742"/>
              <a:gd name="connsiteY0" fmla="*/ 348343 h 3817257"/>
              <a:gd name="connsiteX1" fmla="*/ 0 w 3802742"/>
              <a:gd name="connsiteY1" fmla="*/ 0 h 3817257"/>
              <a:gd name="connsiteX2" fmla="*/ 3802742 w 3802742"/>
              <a:gd name="connsiteY2" fmla="*/ 0 h 3817257"/>
              <a:gd name="connsiteX3" fmla="*/ 3802742 w 3802742"/>
              <a:gd name="connsiteY3" fmla="*/ 3817257 h 3817257"/>
              <a:gd name="connsiteX4" fmla="*/ 0 w 3802742"/>
              <a:gd name="connsiteY4" fmla="*/ 3817257 h 3817257"/>
              <a:gd name="connsiteX5" fmla="*/ 0 w 3802742"/>
              <a:gd name="connsiteY5" fmla="*/ 3454400 h 381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02742" h="3817257">
                <a:moveTo>
                  <a:pt x="0" y="348343"/>
                </a:moveTo>
                <a:lnTo>
                  <a:pt x="0" y="0"/>
                </a:lnTo>
                <a:lnTo>
                  <a:pt x="3802742" y="0"/>
                </a:lnTo>
                <a:lnTo>
                  <a:pt x="3802742" y="3817257"/>
                </a:lnTo>
                <a:lnTo>
                  <a:pt x="0" y="3817257"/>
                </a:lnTo>
                <a:lnTo>
                  <a:pt x="0" y="3454400"/>
                </a:lnTo>
              </a:path>
            </a:pathLst>
          </a:custGeom>
          <a:solidFill>
            <a:sysClr val="window" lastClr="FFFFFF"/>
          </a:solidFill>
          <a:ln>
            <a:solidFill>
              <a:sysClr val="window" lastClr="FFFFFF">
                <a:lumMod val="50000"/>
              </a:sys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p>
            <a:pPr algn="ct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7" name="文本框 6"/>
          <p:cNvSpPr txBox="1"/>
          <p:nvPr>
            <p:custDataLst>
              <p:tags r:id="rId2"/>
            </p:custDataLst>
          </p:nvPr>
        </p:nvSpPr>
        <p:spPr>
          <a:xfrm>
            <a:off x="2698115" y="1416685"/>
            <a:ext cx="5875655" cy="2964180"/>
          </a:xfrm>
          <a:prstGeom prst="rect">
            <a:avLst/>
          </a:prstGeom>
          <a:noFill/>
        </p:spPr>
        <p:txBody>
          <a:bodyPr wrap="square" lIns="67500" tIns="35100" rIns="67500" bIns="35100" rtlCol="0">
            <a:spAutoFit/>
          </a:bodyPr>
          <a:lstStyle>
            <a:defPPr>
              <a:defRPr lang="zh-CN"/>
            </a:defPPr>
            <a:lvl1pPr fontAlgn="auto">
              <a:lnSpc>
                <a:spcPct val="130000"/>
              </a:lnSpc>
              <a:spcAft>
                <a:spcPts val="1000"/>
              </a:spcAft>
              <a:defRPr sz="1600" spc="150"/>
            </a:lvl1pPr>
          </a:lstStyle>
          <a:p>
            <a:pPr marL="0" lvl="0" indent="0" algn="just">
              <a:lnSpc>
                <a:spcPct val="130000"/>
              </a:lnSpc>
              <a:spcBef>
                <a:spcPts val="0"/>
              </a:spcBef>
              <a:spcAft>
                <a:spcPts val="500"/>
              </a:spcAft>
              <a:buSzPct val="100000"/>
            </a:pPr>
            <a:r>
              <a:rPr sz="1200" dirty="0">
                <a:solidFill>
                  <a:srgbClr val="000000">
                    <a:lumMod val="75000"/>
                    <a:lumOff val="25000"/>
                  </a:srgbClr>
                </a:solidFill>
                <a:latin typeface="Arial" panose="020B0604020202020204" pitchFamily="34" charset="0"/>
                <a:ea typeface="微软雅黑" panose="020B0503020204020204" charset="-122"/>
              </a:rPr>
              <a:t>（1）在 PowerPoint 幻灯片窗格中，选择需要插入视频对象的幻灯片。</a:t>
            </a:r>
            <a:endParaRPr sz="1200" dirty="0">
              <a:solidFill>
                <a:srgbClr val="000000">
                  <a:lumMod val="75000"/>
                  <a:lumOff val="25000"/>
                </a:srgbClr>
              </a:solidFill>
              <a:latin typeface="Arial" panose="020B0604020202020204" pitchFamily="34" charset="0"/>
              <a:ea typeface="微软雅黑" panose="020B0503020204020204" charset="-122"/>
            </a:endParaRPr>
          </a:p>
          <a:p>
            <a:pPr marL="0" lvl="0" indent="0" algn="just">
              <a:lnSpc>
                <a:spcPct val="130000"/>
              </a:lnSpc>
              <a:spcBef>
                <a:spcPts val="0"/>
              </a:spcBef>
              <a:spcAft>
                <a:spcPts val="500"/>
              </a:spcAft>
              <a:buSzPct val="100000"/>
            </a:pPr>
            <a:r>
              <a:rPr sz="1200" dirty="0">
                <a:solidFill>
                  <a:srgbClr val="000000">
                    <a:lumMod val="75000"/>
                    <a:lumOff val="25000"/>
                  </a:srgbClr>
                </a:solidFill>
                <a:latin typeface="Arial" panose="020B0604020202020204" pitchFamily="34" charset="0"/>
                <a:ea typeface="微软雅黑" panose="020B0503020204020204" charset="-122"/>
              </a:rPr>
              <a:t>（2）在“插入”选项卡“媒体”组中单击“视频”按钮 ，从下拉列表中单击“PC 上的视频”；或单击显示在幻灯片对象占位符列表中的“插入视频文件”图标 。</a:t>
            </a:r>
            <a:endParaRPr sz="1200" dirty="0">
              <a:solidFill>
                <a:srgbClr val="000000">
                  <a:lumMod val="75000"/>
                  <a:lumOff val="25000"/>
                </a:srgbClr>
              </a:solidFill>
              <a:latin typeface="Arial" panose="020B0604020202020204" pitchFamily="34" charset="0"/>
              <a:ea typeface="微软雅黑" panose="020B0503020204020204" charset="-122"/>
            </a:endParaRPr>
          </a:p>
          <a:p>
            <a:pPr marL="0" lvl="0" indent="0" algn="just">
              <a:lnSpc>
                <a:spcPct val="130000"/>
              </a:lnSpc>
              <a:spcBef>
                <a:spcPts val="0"/>
              </a:spcBef>
              <a:spcAft>
                <a:spcPts val="500"/>
              </a:spcAft>
              <a:buSzPct val="100000"/>
            </a:pPr>
            <a:r>
              <a:rPr sz="1200" dirty="0">
                <a:solidFill>
                  <a:srgbClr val="000000">
                    <a:lumMod val="75000"/>
                    <a:lumOff val="25000"/>
                  </a:srgbClr>
                </a:solidFill>
                <a:latin typeface="Arial" panose="020B0604020202020204" pitchFamily="34" charset="0"/>
                <a:ea typeface="微软雅黑" panose="020B0503020204020204" charset="-122"/>
              </a:rPr>
              <a:t>（3）在“插入视频”对话框中，选择要插入到幻灯片中的视频文件后，单击“插入”按钮，如图 6-23 所示。</a:t>
            </a:r>
            <a:endParaRPr sz="1200" dirty="0">
              <a:solidFill>
                <a:srgbClr val="000000">
                  <a:lumMod val="75000"/>
                  <a:lumOff val="25000"/>
                </a:srgbClr>
              </a:solidFill>
              <a:latin typeface="Arial" panose="020B0604020202020204" pitchFamily="34" charset="0"/>
              <a:ea typeface="微软雅黑" panose="020B0503020204020204" charset="-122"/>
            </a:endParaRPr>
          </a:p>
          <a:p>
            <a:pPr marL="0" lvl="0" indent="0" algn="just">
              <a:lnSpc>
                <a:spcPct val="130000"/>
              </a:lnSpc>
              <a:spcBef>
                <a:spcPts val="0"/>
              </a:spcBef>
              <a:spcAft>
                <a:spcPts val="500"/>
              </a:spcAft>
              <a:buSzPct val="100000"/>
            </a:pPr>
            <a:r>
              <a:rPr sz="1200" dirty="0">
                <a:solidFill>
                  <a:srgbClr val="000000">
                    <a:lumMod val="75000"/>
                    <a:lumOff val="25000"/>
                  </a:srgbClr>
                </a:solidFill>
                <a:latin typeface="Arial" panose="020B0604020202020204" pitchFamily="34" charset="0"/>
                <a:ea typeface="微软雅黑" panose="020B0503020204020204" charset="-122"/>
              </a:rPr>
              <a:t>（4）视频文件插入幻灯片后，将显示播放窗口和相关联的播放工具条。可以用鼠标将其拖动到幻灯片的任何位置，也可以通过拖动其四周八个控制点改变视频播放窗口的大小。</a:t>
            </a:r>
            <a:endParaRPr sz="1200" dirty="0">
              <a:solidFill>
                <a:srgbClr val="000000">
                  <a:lumMod val="75000"/>
                  <a:lumOff val="25000"/>
                </a:srgbClr>
              </a:solidFill>
              <a:latin typeface="Arial" panose="020B0604020202020204" pitchFamily="34" charset="0"/>
              <a:ea typeface="微软雅黑" panose="020B0503020204020204" charset="-122"/>
            </a:endParaRPr>
          </a:p>
          <a:p>
            <a:pPr marL="0" lvl="0" indent="0" algn="just">
              <a:lnSpc>
                <a:spcPct val="130000"/>
              </a:lnSpc>
              <a:spcBef>
                <a:spcPts val="0"/>
              </a:spcBef>
              <a:spcAft>
                <a:spcPts val="500"/>
              </a:spcAft>
              <a:buSzPct val="100000"/>
            </a:pPr>
            <a:r>
              <a:rPr sz="1200" dirty="0">
                <a:solidFill>
                  <a:srgbClr val="000000">
                    <a:lumMod val="75000"/>
                    <a:lumOff val="25000"/>
                  </a:srgbClr>
                </a:solidFill>
                <a:latin typeface="Arial" panose="020B0604020202020204" pitchFamily="34" charset="0"/>
                <a:ea typeface="微软雅黑" panose="020B0503020204020204" charset="-122"/>
              </a:rPr>
              <a:t>（5）视频对象插入幻灯片后或再次选中视频播放窗口时，会显示“视频工具”的“格式”和“播放”选项卡。“格式”选项卡中提供了用于设置播放窗口外观的一些功能，“播放”选项卡提供了设置播放方式功能，如图 6-24 所示。</a:t>
            </a:r>
            <a:endParaRPr sz="1200" dirty="0">
              <a:solidFill>
                <a:srgbClr val="000000">
                  <a:lumMod val="75000"/>
                  <a:lumOff val="25000"/>
                </a:srgbClr>
              </a:solidFill>
              <a:latin typeface="Arial" panose="020B0604020202020204" pitchFamily="34" charset="0"/>
              <a:ea typeface="微软雅黑" panose="020B0503020204020204" charset="-122"/>
            </a:endParaRPr>
          </a:p>
        </p:txBody>
      </p:sp>
      <p:sp>
        <p:nvSpPr>
          <p:cNvPr id="20" name="矩形 19"/>
          <p:cNvSpPr/>
          <p:nvPr>
            <p:custDataLst>
              <p:tags r:id="rId3"/>
            </p:custDataLst>
          </p:nvPr>
        </p:nvSpPr>
        <p:spPr>
          <a:xfrm>
            <a:off x="8848784" y="4653310"/>
            <a:ext cx="174171" cy="174171"/>
          </a:xfrm>
          <a:prstGeom prst="rect">
            <a:avLst/>
          </a:prstGeom>
          <a:solidFill>
            <a:srgbClr val="4D576B"/>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 name="矩形 5"/>
          <p:cNvSpPr/>
          <p:nvPr>
            <p:custDataLst>
              <p:tags r:id="rId4"/>
            </p:custDataLst>
          </p:nvPr>
        </p:nvSpPr>
        <p:spPr>
          <a:xfrm>
            <a:off x="76200" y="1009084"/>
            <a:ext cx="2461973" cy="3229607"/>
          </a:xfrm>
          <a:prstGeom prst="rect">
            <a:avLst/>
          </a:prstGeom>
          <a:pattFill prst="ltDnDiag">
            <a:fgClr>
              <a:srgbClr val="1F74AD">
                <a:lumMod val="20000"/>
                <a:lumOff val="80000"/>
              </a:srgbClr>
            </a:fgClr>
            <a:bgClr>
              <a:sysClr val="window" lastClr="FFFFFF"/>
            </a:bgClr>
          </a:patt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p>
            <a:pPr algn="ctr"/>
            <a:endParaRPr kumimoji="1" lang="zh-CN" altLang="en-US" sz="1200" b="1" dirty="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custDataLst>
              <p:tags r:id="rId5"/>
            </p:custDataLst>
          </p:nvPr>
        </p:nvSpPr>
        <p:spPr>
          <a:xfrm>
            <a:off x="2636811" y="948257"/>
            <a:ext cx="5324475" cy="468630"/>
          </a:xfrm>
          <a:prstGeom prst="rect">
            <a:avLst/>
          </a:prstGeom>
          <a:noFill/>
        </p:spPr>
        <p:txBody>
          <a:bodyPr wrap="square" lIns="67500" tIns="35100" rIns="67500" bIns="35100" rtlCol="0">
            <a:normAutofit/>
          </a:bodyPr>
          <a:lstStyle/>
          <a:p>
            <a:pPr marL="0" indent="0" algn="l">
              <a:lnSpc>
                <a:spcPct val="100000"/>
              </a:lnSpc>
              <a:spcBef>
                <a:spcPts val="0"/>
              </a:spcBef>
              <a:spcAft>
                <a:spcPts val="0"/>
              </a:spcAft>
              <a:buSzPct val="100000"/>
            </a:pPr>
            <a:r>
              <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rPr>
              <a:t>向幻灯片中插入视频</a:t>
            </a:r>
            <a:endPar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endParaRPr>
          </a:p>
        </p:txBody>
      </p:sp>
      <p:pic>
        <p:nvPicPr>
          <p:cNvPr id="14" name="图片 13"/>
          <p:cNvPicPr>
            <a:picLocks noChangeAspect="1"/>
          </p:cNvPicPr>
          <p:nvPr>
            <p:custDataLst>
              <p:tags r:id="rId6"/>
            </p:custDataLst>
          </p:nvPr>
        </p:nvPicPr>
        <p:blipFill>
          <a:blip r:embed="rId7"/>
          <a:srcRect l="24984" r="24984"/>
          <a:stretch>
            <a:fillRect/>
          </a:stretch>
        </p:blipFill>
        <p:spPr>
          <a:xfrm>
            <a:off x="176642" y="1119634"/>
            <a:ext cx="2261086" cy="3014783"/>
          </a:xfrm>
          <a:custGeom>
            <a:avLst/>
            <a:gdLst>
              <a:gd name="connsiteX0" fmla="*/ 0 w 3014783"/>
              <a:gd name="connsiteY0" fmla="*/ 0 h 4019710"/>
              <a:gd name="connsiteX1" fmla="*/ 3014783 w 3014783"/>
              <a:gd name="connsiteY1" fmla="*/ 0 h 4019710"/>
              <a:gd name="connsiteX2" fmla="*/ 3014783 w 3014783"/>
              <a:gd name="connsiteY2" fmla="*/ 4019710 h 4019710"/>
              <a:gd name="connsiteX3" fmla="*/ 0 w 3014783"/>
              <a:gd name="connsiteY3" fmla="*/ 4019710 h 4019710"/>
            </a:gdLst>
            <a:ahLst/>
            <a:cxnLst>
              <a:cxn ang="0">
                <a:pos x="connsiteX0" y="connsiteY0"/>
              </a:cxn>
              <a:cxn ang="0">
                <a:pos x="connsiteX1" y="connsiteY1"/>
              </a:cxn>
              <a:cxn ang="0">
                <a:pos x="connsiteX2" y="connsiteY2"/>
              </a:cxn>
              <a:cxn ang="0">
                <a:pos x="connsiteX3" y="connsiteY3"/>
              </a:cxn>
            </a:cxnLst>
            <a:rect l="l" t="t" r="r" b="b"/>
            <a:pathLst>
              <a:path w="3014783" h="4019710">
                <a:moveTo>
                  <a:pt x="0" y="0"/>
                </a:moveTo>
                <a:lnTo>
                  <a:pt x="3014783" y="0"/>
                </a:lnTo>
                <a:lnTo>
                  <a:pt x="3014783" y="4019710"/>
                </a:lnTo>
                <a:lnTo>
                  <a:pt x="0" y="4019710"/>
                </a:lnTo>
                <a:close/>
              </a:path>
            </a:pathLst>
          </a:custGeom>
        </p:spPr>
      </p:pic>
    </p:spTree>
    <p:custDataLst>
      <p:tags r:id="rId8"/>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custDataLst>
              <p:tags r:id="rId1"/>
            </p:custDataLst>
          </p:nvPr>
        </p:nvPicPr>
        <p:blipFill>
          <a:blip r:embed="rId2"/>
          <a:srcRect/>
          <a:stretch>
            <a:fillRect/>
          </a:stretch>
        </p:blipFill>
        <p:spPr>
          <a:xfrm>
            <a:off x="423386" y="1113049"/>
            <a:ext cx="4183380" cy="2279703"/>
          </a:xfrm>
          <a:prstGeom prst="rect">
            <a:avLst/>
          </a:prstGeom>
        </p:spPr>
      </p:pic>
      <p:pic>
        <p:nvPicPr>
          <p:cNvPr id="6" name="图片 5"/>
          <p:cNvPicPr>
            <a:picLocks noChangeAspect="1"/>
          </p:cNvPicPr>
          <p:nvPr>
            <p:custDataLst>
              <p:tags r:id="rId3"/>
            </p:custDataLst>
          </p:nvPr>
        </p:nvPicPr>
        <p:blipFill>
          <a:blip r:embed="rId4"/>
          <a:srcRect/>
          <a:stretch>
            <a:fillRect/>
          </a:stretch>
        </p:blipFill>
        <p:spPr>
          <a:xfrm>
            <a:off x="4264343" y="1816657"/>
            <a:ext cx="4557235" cy="2399820"/>
          </a:xfrm>
          <a:prstGeom prst="rect">
            <a:avLst/>
          </a:prstGeom>
        </p:spPr>
      </p:pic>
      <p:cxnSp>
        <p:nvCxnSpPr>
          <p:cNvPr id="4" name="直接连接符 3"/>
          <p:cNvCxnSpPr/>
          <p:nvPr>
            <p:custDataLst>
              <p:tags r:id="rId5"/>
            </p:custDataLst>
          </p:nvPr>
        </p:nvCxnSpPr>
        <p:spPr>
          <a:xfrm>
            <a:off x="409575" y="682466"/>
            <a:ext cx="6687026" cy="31909"/>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6"/>
            </p:custDataLst>
          </p:nvPr>
        </p:nvCxnSpPr>
        <p:spPr>
          <a:xfrm>
            <a:off x="1415891" y="4686300"/>
            <a:ext cx="742521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8966835" y="702945"/>
            <a:ext cx="0" cy="32146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8602980" y="702945"/>
            <a:ext cx="3652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9"/>
            </p:custDataLst>
          </p:nvPr>
        </p:nvCxnSpPr>
        <p:spPr>
          <a:xfrm>
            <a:off x="236220" y="866299"/>
            <a:ext cx="0" cy="27927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10"/>
            </p:custDataLst>
          </p:nvPr>
        </p:nvCxnSpPr>
        <p:spPr>
          <a:xfrm>
            <a:off x="247174" y="4101465"/>
            <a:ext cx="0" cy="59531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1"/>
            </p:custDataLst>
          </p:nvPr>
        </p:nvCxnSpPr>
        <p:spPr>
          <a:xfrm>
            <a:off x="247174" y="4696778"/>
            <a:ext cx="822960" cy="0"/>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2"/>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635" y="78740"/>
            <a:ext cx="9051290" cy="5016500"/>
          </a:xfrm>
          <a:prstGeom prst="rect">
            <a:avLst/>
          </a:prstGeom>
          <a:solidFill>
            <a:srgbClr val="FCFDFD"/>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a:solidFill>
                <a:srgbClr val="FFFFFF"/>
              </a:solidFill>
              <a:latin typeface="微软雅黑" panose="020B0503020204020204" charset="-122"/>
              <a:ea typeface="微软雅黑" panose="020B0503020204020204" charset="-122"/>
            </a:endParaRPr>
          </a:p>
        </p:txBody>
      </p:sp>
      <p:pic>
        <p:nvPicPr>
          <p:cNvPr id="5" name="图片 4" descr="C:\Users\kingsoft\Desktop\图片1.png图片1"/>
          <p:cNvPicPr>
            <a:picLocks noChangeAspect="1"/>
          </p:cNvPicPr>
          <p:nvPr>
            <p:custDataLst>
              <p:tags r:id="rId2"/>
            </p:custDataLst>
          </p:nvPr>
        </p:nvPicPr>
        <p:blipFill rotWithShape="1">
          <a:blip r:embed="rId3"/>
          <a:srcRect/>
          <a:stretch>
            <a:fillRect/>
          </a:stretch>
        </p:blipFill>
        <p:spPr>
          <a:xfrm>
            <a:off x="5961380" y="384810"/>
            <a:ext cx="1720215" cy="2230120"/>
          </a:xfrm>
          <a:prstGeom prst="rect">
            <a:avLst/>
          </a:prstGeom>
        </p:spPr>
      </p:pic>
      <p:pic>
        <p:nvPicPr>
          <p:cNvPr id="9" name="图片 8" descr="C:\Users\kingsoft\Desktop\图片2.png图片2"/>
          <p:cNvPicPr>
            <a:picLocks noChangeAspect="1"/>
          </p:cNvPicPr>
          <p:nvPr>
            <p:custDataLst>
              <p:tags r:id="rId4"/>
            </p:custDataLst>
          </p:nvPr>
        </p:nvPicPr>
        <p:blipFill rotWithShape="1">
          <a:blip r:embed="rId5"/>
          <a:srcRect/>
          <a:stretch>
            <a:fillRect/>
          </a:stretch>
        </p:blipFill>
        <p:spPr>
          <a:xfrm>
            <a:off x="5264150" y="2614613"/>
            <a:ext cx="3375122" cy="2072588"/>
          </a:xfrm>
          <a:prstGeom prst="rect">
            <a:avLst/>
          </a:prstGeom>
        </p:spPr>
      </p:pic>
      <p:sp>
        <p:nvSpPr>
          <p:cNvPr id="10" name="Title 6"/>
          <p:cNvSpPr txBox="1"/>
          <p:nvPr>
            <p:custDataLst>
              <p:tags r:id="rId6"/>
            </p:custDataLst>
          </p:nvPr>
        </p:nvSpPr>
        <p:spPr>
          <a:xfrm>
            <a:off x="685799" y="1029204"/>
            <a:ext cx="4073621" cy="641984"/>
          </a:xfrm>
          <a:prstGeom prst="rect">
            <a:avLst/>
          </a:prstGeom>
          <a:noFill/>
          <a:ln w="3175">
            <a:noFill/>
            <a:prstDash val="dash"/>
          </a:ln>
        </p:spPr>
        <p:txBody>
          <a:bodyPr wrap="square" lIns="54000" tIns="27000" rIns="54000" bIns="81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0" algn="l" defTabSz="913765" rtl="0" eaLnBrk="1" fontAlgn="auto" latinLnBrk="0" hangingPunct="1">
              <a:lnSpc>
                <a:spcPct val="130000"/>
              </a:lnSpc>
              <a:spcBef>
                <a:spcPts val="0"/>
              </a:spcBef>
              <a:spcAft>
                <a:spcPts val="800"/>
              </a:spcAft>
              <a:buSzPct val="100000"/>
              <a:buFontTx/>
              <a:buNone/>
              <a:defRPr/>
            </a:pPr>
            <a:r>
              <a:rPr lang="zh-CN" altLang="en-US" sz="2700" b="1" spc="300" dirty="0">
                <a:ln w="3175">
                  <a:noFill/>
                  <a:prstDash val="dash"/>
                </a:ln>
                <a:solidFill>
                  <a:srgbClr val="262626"/>
                </a:solidFill>
                <a:latin typeface="微软雅黑" panose="020B0503020204020204" charset="-122"/>
                <a:ea typeface="微软雅黑" panose="020B0503020204020204" charset="-122"/>
                <a:cs typeface="微软雅黑" panose="020B0503020204020204" charset="-122"/>
                <a:sym typeface="+mn-ea"/>
              </a:rPr>
              <a:t>剪裁音频和视频</a:t>
            </a:r>
            <a:endParaRPr lang="zh-CN" altLang="en-US" sz="2700" b="1" spc="300" dirty="0">
              <a:ln w="3175">
                <a:noFill/>
                <a:prstDash val="dash"/>
              </a:ln>
              <a:solidFill>
                <a:srgbClr val="262626"/>
              </a:solidFill>
              <a:latin typeface="微软雅黑" panose="020B0503020204020204" charset="-122"/>
              <a:ea typeface="微软雅黑" panose="020B0503020204020204" charset="-122"/>
              <a:cs typeface="微软雅黑" panose="020B0503020204020204" charset="-122"/>
              <a:sym typeface="+mn-ea"/>
            </a:endParaRPr>
          </a:p>
        </p:txBody>
      </p:sp>
      <p:sp>
        <p:nvSpPr>
          <p:cNvPr id="11" name="Title 6"/>
          <p:cNvSpPr txBox="1"/>
          <p:nvPr>
            <p:custDataLst>
              <p:tags r:id="rId7"/>
            </p:custDataLst>
          </p:nvPr>
        </p:nvSpPr>
        <p:spPr>
          <a:xfrm>
            <a:off x="685800" y="1906791"/>
            <a:ext cx="4073621" cy="2160079"/>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400050" lvl="0" indent="-400050" algn="l" fontAlgn="ctr">
              <a:lnSpc>
                <a:spcPct val="130000"/>
              </a:lnSpc>
              <a:spcBef>
                <a:spcPts val="1000"/>
              </a:spcBef>
              <a:spcAft>
                <a:spcPts val="0"/>
              </a:spcAft>
              <a:buSzPct val="100000"/>
              <a:buFont typeface="+mj-ea"/>
              <a:buAutoNum type="ea1JpnChsDbPeriod"/>
            </a:pPr>
            <a:r>
              <a:rPr sz="1400" spc="50" dirty="0">
                <a:ln w="3175">
                  <a:noFill/>
                  <a:prstDash val="dash"/>
                </a:ln>
                <a:solidFill>
                  <a:srgbClr val="262626"/>
                </a:solidFill>
                <a:latin typeface="微软雅黑" panose="020B0503020204020204" charset="-122"/>
                <a:ea typeface="微软雅黑" panose="020B0503020204020204" charset="-122"/>
                <a:cs typeface="微软雅黑" panose="020B0503020204020204" charset="-122"/>
              </a:rPr>
              <a:t>在“音频工具”或“视频工具”下的“播放”选项卡中，单击“编辑”组中的“剪裁音频” 或“剪裁视频” 按钮，将分别显示“剪裁音频”或“剪裁视频”对话框，如图 6-25 或图 6-26 所示。</a:t>
            </a:r>
            <a:endParaRPr sz="1400" spc="50" dirty="0">
              <a:ln w="3175">
                <a:noFill/>
                <a:prstDash val="dash"/>
              </a:ln>
              <a:solidFill>
                <a:srgbClr val="262626"/>
              </a:solidFill>
              <a:latin typeface="微软雅黑" panose="020B0503020204020204" charset="-122"/>
              <a:ea typeface="微软雅黑" panose="020B0503020204020204" charset="-122"/>
              <a:cs typeface="微软雅黑" panose="020B0503020204020204" charset="-122"/>
            </a:endParaRPr>
          </a:p>
          <a:p>
            <a:pPr marL="400050" lvl="0" indent="-400050" algn="l" fontAlgn="ctr">
              <a:lnSpc>
                <a:spcPct val="130000"/>
              </a:lnSpc>
              <a:spcBef>
                <a:spcPts val="1000"/>
              </a:spcBef>
              <a:spcAft>
                <a:spcPts val="0"/>
              </a:spcAft>
              <a:buSzPct val="100000"/>
              <a:buFont typeface="+mj-ea"/>
              <a:buAutoNum type="ea1JpnChsDbPeriod"/>
            </a:pPr>
            <a:r>
              <a:rPr sz="1400" spc="50" dirty="0">
                <a:ln w="3175">
                  <a:noFill/>
                  <a:prstDash val="dash"/>
                </a:ln>
                <a:solidFill>
                  <a:srgbClr val="262626"/>
                </a:solidFill>
                <a:latin typeface="微软雅黑" panose="020B0503020204020204" charset="-122"/>
                <a:ea typeface="微软雅黑" panose="020B0503020204020204" charset="-122"/>
                <a:cs typeface="微软雅黑" panose="020B0503020204020204" charset="-122"/>
              </a:rPr>
              <a:t>在对话框中可通过设置开始时间和结束时间来实现音频或视频的剪裁。</a:t>
            </a:r>
            <a:endParaRPr sz="1400" spc="50" dirty="0">
              <a:ln w="3175">
                <a:noFill/>
                <a:prstDash val="dash"/>
              </a:ln>
              <a:solidFill>
                <a:srgbClr val="262626"/>
              </a:solidFill>
              <a:latin typeface="微软雅黑" panose="020B0503020204020204" charset="-122"/>
              <a:ea typeface="微软雅黑" panose="020B0503020204020204" charset="-122"/>
              <a:cs typeface="微软雅黑" panose="020B0503020204020204" charset="-122"/>
            </a:endParaRPr>
          </a:p>
        </p:txBody>
      </p:sp>
      <p:sp>
        <p:nvSpPr>
          <p:cNvPr id="6" name="同心圆 1"/>
          <p:cNvSpPr/>
          <p:nvPr>
            <p:custDataLst>
              <p:tags r:id="rId8"/>
            </p:custDataLst>
          </p:nvPr>
        </p:nvSpPr>
        <p:spPr>
          <a:xfrm>
            <a:off x="4445096" y="4066869"/>
            <a:ext cx="314325" cy="314325"/>
          </a:xfrm>
          <a:prstGeom prst="donut">
            <a:avLst>
              <a:gd name="adj" fmla="val 20455"/>
            </a:avLst>
          </a:prstGeom>
          <a:solidFill>
            <a:srgbClr val="DE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0000"/>
              </a:solidFill>
              <a:latin typeface="微软雅黑" panose="020B0503020204020204" charset="-122"/>
              <a:ea typeface="微软雅黑" panose="020B0503020204020204" charset="-122"/>
            </a:endParaRPr>
          </a:p>
        </p:txBody>
      </p:sp>
      <p:cxnSp>
        <p:nvCxnSpPr>
          <p:cNvPr id="4" name="直接连接符 3"/>
          <p:cNvCxnSpPr/>
          <p:nvPr>
            <p:custDataLst>
              <p:tags r:id="rId9"/>
            </p:custDataLst>
          </p:nvPr>
        </p:nvCxnSpPr>
        <p:spPr>
          <a:xfrm>
            <a:off x="685799" y="1722910"/>
            <a:ext cx="4074300" cy="0"/>
          </a:xfrm>
          <a:prstGeom prst="line">
            <a:avLst/>
          </a:prstGeom>
          <a:ln w="12700">
            <a:solidFill>
              <a:srgbClr val="9CC5CA"/>
            </a:solidFill>
          </a:ln>
        </p:spPr>
        <p:style>
          <a:lnRef idx="1">
            <a:schemeClr val="accent1"/>
          </a:lnRef>
          <a:fillRef idx="0">
            <a:schemeClr val="accent1"/>
          </a:fillRef>
          <a:effectRef idx="0">
            <a:schemeClr val="accent1"/>
          </a:effectRef>
          <a:fontRef idx="minor">
            <a:schemeClr val="tx1"/>
          </a:fontRef>
        </p:style>
      </p:cxnSp>
      <p:sp>
        <p:nvSpPr>
          <p:cNvPr id="12" name="椭圆 11"/>
          <p:cNvSpPr/>
          <p:nvPr>
            <p:custDataLst>
              <p:tags r:id="rId10"/>
            </p:custDataLst>
          </p:nvPr>
        </p:nvSpPr>
        <p:spPr>
          <a:xfrm>
            <a:off x="149225" y="1181735"/>
            <a:ext cx="472440" cy="472440"/>
          </a:xfrm>
          <a:prstGeom prst="ellipse">
            <a:avLst/>
          </a:prstGeom>
          <a:solidFill>
            <a:srgbClr val="BDD9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charset="-122"/>
              <a:ea typeface="微软雅黑" panose="020B0503020204020204" charset="-122"/>
            </a:endParaRPr>
          </a:p>
        </p:txBody>
      </p:sp>
      <p:sp>
        <p:nvSpPr>
          <p:cNvPr id="13" name="椭圆 12"/>
          <p:cNvSpPr/>
          <p:nvPr>
            <p:custDataLst>
              <p:tags r:id="rId11"/>
            </p:custDataLst>
          </p:nvPr>
        </p:nvSpPr>
        <p:spPr>
          <a:xfrm>
            <a:off x="436880" y="1570892"/>
            <a:ext cx="303530" cy="303530"/>
          </a:xfrm>
          <a:prstGeom prst="ellipse">
            <a:avLst/>
          </a:prstGeom>
          <a:solidFill>
            <a:srgbClr val="DEEC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charset="-122"/>
              <a:ea typeface="微软雅黑" panose="020B0503020204020204" charset="-122"/>
            </a:endParaRPr>
          </a:p>
        </p:txBody>
      </p:sp>
    </p:spTree>
    <p:custDataLst>
      <p:tags r:id="rId12"/>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矩形 11"/>
          <p:cNvSpPr/>
          <p:nvPr userDrawn="1">
            <p:custDataLst>
              <p:tags r:id="rId1"/>
            </p:custDataLst>
          </p:nvPr>
        </p:nvSpPr>
        <p:spPr>
          <a:xfrm>
            <a:off x="0" y="0"/>
            <a:ext cx="3054096" cy="5143500"/>
          </a:xfrm>
          <a:prstGeom prst="rect">
            <a:avLst/>
          </a:prstGeom>
          <a:solidFill>
            <a:srgbClr val="FCFDFD"/>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a:solidFill>
                <a:srgbClr val="FFFFFF"/>
              </a:solidFill>
              <a:latin typeface="微软雅黑" panose="020B0503020204020204" charset="-122"/>
              <a:ea typeface="微软雅黑" panose="020B0503020204020204" charset="-122"/>
            </a:endParaRPr>
          </a:p>
        </p:txBody>
      </p:sp>
      <p:sp>
        <p:nvSpPr>
          <p:cNvPr id="9" name="矩形 8"/>
          <p:cNvSpPr/>
          <p:nvPr userDrawn="1">
            <p:custDataLst>
              <p:tags r:id="rId2"/>
            </p:custDataLst>
          </p:nvPr>
        </p:nvSpPr>
        <p:spPr>
          <a:xfrm>
            <a:off x="-635" y="0"/>
            <a:ext cx="3301365" cy="5143500"/>
          </a:xfrm>
          <a:prstGeom prst="rect">
            <a:avLst/>
          </a:prstGeom>
          <a:solidFill>
            <a:srgbClr val="EEF5F6"/>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a:solidFill>
                <a:srgbClr val="FFFFFF"/>
              </a:solidFill>
              <a:latin typeface="微软雅黑" panose="020B0503020204020204" charset="-122"/>
              <a:ea typeface="微软雅黑" panose="020B0503020204020204" charset="-122"/>
            </a:endParaRPr>
          </a:p>
        </p:txBody>
      </p:sp>
      <p:sp>
        <p:nvSpPr>
          <p:cNvPr id="5" name="矩形: 圆角 4"/>
          <p:cNvSpPr/>
          <p:nvPr>
            <p:custDataLst>
              <p:tags r:id="rId3"/>
            </p:custDataLst>
          </p:nvPr>
        </p:nvSpPr>
        <p:spPr>
          <a:xfrm>
            <a:off x="572135" y="454660"/>
            <a:ext cx="680085" cy="234950"/>
          </a:xfrm>
          <a:prstGeom prst="roundRect">
            <a:avLst>
              <a:gd name="adj" fmla="val 50000"/>
            </a:avLst>
          </a:prstGeom>
          <a:solidFill>
            <a:srgbClr val="5A9FA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6" name="文本框 33"/>
          <p:cNvSpPr txBox="1"/>
          <p:nvPr>
            <p:custDataLst>
              <p:tags r:id="rId4"/>
            </p:custDataLst>
          </p:nvPr>
        </p:nvSpPr>
        <p:spPr>
          <a:xfrm>
            <a:off x="607695" y="459740"/>
            <a:ext cx="645160" cy="231140"/>
          </a:xfrm>
          <a:prstGeom prst="rect">
            <a:avLst/>
          </a:prstGeom>
          <a:noFill/>
        </p:spPr>
        <p:txBody>
          <a:bodyPr wrap="square" lIns="675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050" b="1" i="0" spc="100" baseline="0" noProof="0" dirty="0">
                <a:ln>
                  <a:noFill/>
                </a:ln>
                <a:solidFill>
                  <a:srgbClr val="262626">
                    <a:alpha val="80000"/>
                  </a:srgbClr>
                </a:solidFill>
                <a:effectLst/>
                <a:uLnTx/>
                <a:uFillTx/>
                <a:latin typeface="微软雅黑" panose="020B0503020204020204" charset="-122"/>
                <a:ea typeface="微软雅黑" panose="020B0503020204020204" charset="-122"/>
                <a:cs typeface="Arial" panose="020B0604020202020204" pitchFamily="34" charset="0"/>
              </a:rPr>
              <a:t>LOGO</a:t>
            </a:r>
            <a:endParaRPr kumimoji="0" lang="en-US" altLang="zh-CN" sz="1050" b="1" i="0" spc="100" baseline="0" noProof="0" dirty="0">
              <a:ln>
                <a:noFill/>
              </a:ln>
              <a:solidFill>
                <a:srgbClr val="262626">
                  <a:alpha val="80000"/>
                </a:srgbClr>
              </a:solidFill>
              <a:effectLst/>
              <a:uLnTx/>
              <a:uFillTx/>
              <a:latin typeface="微软雅黑" panose="020B0503020204020204" charset="-122"/>
              <a:ea typeface="微软雅黑" panose="020B0503020204020204" charset="-122"/>
              <a:cs typeface="Arial" panose="020B0604020202020204" pitchFamily="34" charset="0"/>
            </a:endParaRPr>
          </a:p>
        </p:txBody>
      </p:sp>
      <p:sp>
        <p:nvSpPr>
          <p:cNvPr id="7" name="TextBox 13"/>
          <p:cNvSpPr txBox="1"/>
          <p:nvPr>
            <p:custDataLst>
              <p:tags r:id="rId5"/>
            </p:custDataLst>
          </p:nvPr>
        </p:nvSpPr>
        <p:spPr>
          <a:xfrm>
            <a:off x="571950" y="4592521"/>
            <a:ext cx="2019600" cy="193027"/>
          </a:xfrm>
          <a:prstGeom prst="rect">
            <a:avLst/>
          </a:prstGeom>
          <a:noFill/>
          <a:ln>
            <a:noFill/>
          </a:ln>
        </p:spPr>
        <p:txBody>
          <a:bodyPr wrap="square" lIns="67500" tIns="27000" rIns="67500" bIns="27000" rtlCol="0" anchor="ctr" anchorCtr="0">
            <a:normAutofit fontScale="900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150" normalizeH="0" noProof="0" dirty="0">
                <a:ln>
                  <a:noFill/>
                </a:ln>
                <a:solidFill>
                  <a:srgbClr val="5A9FA6"/>
                </a:solidFill>
                <a:effectLst/>
                <a:uLnTx/>
                <a:uFillTx/>
                <a:latin typeface="微软雅黑" panose="020B0503020204020204" charset="-122"/>
                <a:ea typeface="微软雅黑" panose="020B0503020204020204" charset="-122"/>
                <a:cs typeface="微软雅黑" panose="020B0503020204020204" charset="-122"/>
              </a:rPr>
              <a:t>https://www.wps.cn</a:t>
            </a:r>
            <a:endParaRPr kumimoji="0" lang="en-US" altLang="zh-CN" sz="900" b="0" i="0" u="none" strike="noStrike" kern="1200" cap="none" spc="150" normalizeH="0" noProof="0" dirty="0">
              <a:ln>
                <a:noFill/>
              </a:ln>
              <a:solidFill>
                <a:srgbClr val="5A9FA6"/>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custDataLst>
              <p:tags r:id="rId6"/>
            </p:custDataLst>
          </p:nvPr>
        </p:nvSpPr>
        <p:spPr>
          <a:xfrm>
            <a:off x="572135" y="883285"/>
            <a:ext cx="2415540" cy="1032510"/>
          </a:xfrm>
          <a:prstGeom prst="rect">
            <a:avLst/>
          </a:prstGeom>
          <a:noFill/>
        </p:spPr>
        <p:txBody>
          <a:bodyPr wrap="square" lIns="35100" rIns="35100" rtlCol="0" anchor="t" anchorCtr="0">
            <a:noAutofit/>
          </a:bodyPr>
          <a:p>
            <a:pPr marL="0" marR="0" lvl="0" indent="0" algn="l" defTabSz="914400" rtl="0" eaLnBrk="1" fontAlgn="auto" latinLnBrk="0" hangingPunct="1">
              <a:lnSpc>
                <a:spcPct val="110000"/>
              </a:lnSpc>
              <a:spcBef>
                <a:spcPts val="0"/>
              </a:spcBef>
              <a:spcAft>
                <a:spcPts val="0"/>
              </a:spcAft>
              <a:buSzPct val="100000"/>
              <a:buFontTx/>
              <a:buNone/>
              <a:defRPr/>
            </a:pPr>
            <a:r>
              <a:rPr kumimoji="0" lang="zh-CN" altLang="en-US" sz="3300" b="1" i="0" kern="1200" cap="none" spc="100" normalizeH="0" noProof="0">
                <a:ln>
                  <a:noFill/>
                </a:ln>
                <a:solidFill>
                  <a:srgbClr val="7F7F7F"/>
                </a:solidFill>
                <a:effectLst/>
                <a:latin typeface="微软雅黑" panose="020B0503020204020204" charset="-122"/>
                <a:ea typeface="微软雅黑" panose="020B0503020204020204" charset="-122"/>
                <a:cs typeface="+mn-cs"/>
              </a:rPr>
              <a:t>浏览幻灯片</a:t>
            </a:r>
            <a:endParaRPr kumimoji="0" lang="zh-CN" altLang="en-US" sz="3300" b="1" i="0" kern="1200" cap="none" spc="100" normalizeH="0" noProof="0">
              <a:ln>
                <a:noFill/>
              </a:ln>
              <a:solidFill>
                <a:srgbClr val="7F7F7F"/>
              </a:solidFill>
              <a:effectLst/>
              <a:latin typeface="微软雅黑" panose="020B0503020204020204" charset="-122"/>
              <a:ea typeface="微软雅黑" panose="020B0503020204020204" charset="-122"/>
              <a:cs typeface="+mn-cs"/>
            </a:endParaRPr>
          </a:p>
        </p:txBody>
      </p:sp>
      <p:sp>
        <p:nvSpPr>
          <p:cNvPr id="11" name="文本框 10"/>
          <p:cNvSpPr txBox="1"/>
          <p:nvPr>
            <p:custDataLst>
              <p:tags r:id="rId7"/>
            </p:custDataLst>
          </p:nvPr>
        </p:nvSpPr>
        <p:spPr>
          <a:xfrm>
            <a:off x="607695" y="1807210"/>
            <a:ext cx="2186940" cy="2153285"/>
          </a:xfrm>
          <a:prstGeom prst="rect">
            <a:avLst/>
          </a:prstGeom>
          <a:noFill/>
        </p:spPr>
        <p:txBody>
          <a:bodyPr wrap="square" rtlCol="0">
            <a:noAutofit/>
          </a:bodyPr>
          <a:p>
            <a:pPr marL="400050" lvl="0" indent="-400050" algn="l" fontAlgn="ctr">
              <a:lnSpc>
                <a:spcPct val="130000"/>
              </a:lnSpc>
              <a:spcBef>
                <a:spcPts val="1000"/>
              </a:spcBef>
              <a:spcAft>
                <a:spcPts val="0"/>
              </a:spcAft>
              <a:buSzPct val="100000"/>
              <a:buFont typeface="+mj-ea"/>
              <a:buAutoNum type="ea1JpnChsDbPeriod"/>
              <a:defRPr/>
            </a:pPr>
            <a:r>
              <a:rPr lang="zh-CN" altLang="en-US" sz="1200">
                <a:solidFill>
                  <a:srgbClr val="7F7F7F"/>
                </a:solidFill>
                <a:uFillTx/>
                <a:latin typeface="微软雅黑" panose="020B0503020204020204" charset="-122"/>
                <a:ea typeface="微软雅黑" panose="020B0503020204020204" charset="-122"/>
                <a:cs typeface="微软雅黑" panose="020B0503020204020204" charset="-122"/>
                <a:sym typeface="+mn-ea"/>
              </a:rPr>
              <a:t>单击“幻灯片浏览视图”按钮 ，切换到“幻灯片浏览视图”界面，如图 6-27所示，此时显示演示文稿中所有幻灯片的缩图、完整文本和图片。</a:t>
            </a:r>
            <a:endParaRPr lang="zh-CN" altLang="en-US" sz="1200">
              <a:solidFill>
                <a:srgbClr val="7F7F7F"/>
              </a:solidFill>
              <a:uFillTx/>
              <a:latin typeface="微软雅黑" panose="020B0503020204020204" charset="-122"/>
              <a:ea typeface="微软雅黑" panose="020B0503020204020204" charset="-122"/>
              <a:cs typeface="微软雅黑" panose="020B0503020204020204" charset="-122"/>
              <a:sym typeface="+mn-ea"/>
            </a:endParaRPr>
          </a:p>
          <a:p>
            <a:pPr marL="400050" lvl="0" indent="-400050" algn="l" fontAlgn="ctr">
              <a:lnSpc>
                <a:spcPct val="130000"/>
              </a:lnSpc>
              <a:spcBef>
                <a:spcPts val="1000"/>
              </a:spcBef>
              <a:spcAft>
                <a:spcPts val="0"/>
              </a:spcAft>
              <a:buSzPct val="100000"/>
              <a:buFont typeface="+mj-ea"/>
              <a:buAutoNum type="ea1JpnChsDbPeriod"/>
              <a:defRPr/>
            </a:pPr>
            <a:r>
              <a:rPr lang="zh-CN" altLang="en-US" sz="1200">
                <a:solidFill>
                  <a:srgbClr val="7F7F7F"/>
                </a:solidFill>
                <a:uFillTx/>
                <a:latin typeface="微软雅黑" panose="020B0503020204020204" charset="-122"/>
                <a:ea typeface="微软雅黑" panose="020B0503020204020204" charset="-122"/>
                <a:cs typeface="微软雅黑" panose="020B0503020204020204" charset="-122"/>
                <a:sym typeface="+mn-ea"/>
              </a:rPr>
              <a:t>检查演示文稿是否流畅。</a:t>
            </a:r>
            <a:endParaRPr lang="zh-CN" altLang="en-US" sz="1200">
              <a:solidFill>
                <a:srgbClr val="7F7F7F"/>
              </a:solidFill>
              <a:uFillTx/>
              <a:latin typeface="微软雅黑" panose="020B0503020204020204" charset="-122"/>
              <a:ea typeface="微软雅黑" panose="020B0503020204020204" charset="-122"/>
              <a:cs typeface="微软雅黑" panose="020B0503020204020204" charset="-122"/>
              <a:sym typeface="+mn-ea"/>
            </a:endParaRPr>
          </a:p>
        </p:txBody>
      </p:sp>
      <p:sp>
        <p:nvSpPr>
          <p:cNvPr id="14" name="矩形 13"/>
          <p:cNvSpPr/>
          <p:nvPr>
            <p:custDataLst>
              <p:tags r:id="rId8"/>
            </p:custDataLst>
          </p:nvPr>
        </p:nvSpPr>
        <p:spPr>
          <a:xfrm>
            <a:off x="3504601" y="571941"/>
            <a:ext cx="5066999" cy="3999620"/>
          </a:xfrm>
          <a:prstGeom prst="rect">
            <a:avLst/>
          </a:prstGeom>
          <a:solidFill>
            <a:srgbClr val="FCFDFD"/>
          </a:solidFill>
          <a:ln>
            <a:noFill/>
          </a:ln>
          <a:effectLst>
            <a:outerShdw blurRad="127000" dist="38100" dir="5400000" algn="t" rotWithShape="0">
              <a:srgbClr val="0D0D0D">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4" name="图片 3" descr="C:\Users\kingsoft\Pictures\风景\dawn-daylight-desktop-wallpaper-1367170.jpgdawn-daylight-desktop-wallpaper-1367170"/>
          <p:cNvPicPr>
            <a:picLocks noChangeAspect="1"/>
          </p:cNvPicPr>
          <p:nvPr>
            <p:custDataLst>
              <p:tags r:id="rId9"/>
            </p:custDataLst>
          </p:nvPr>
        </p:nvPicPr>
        <p:blipFill rotWithShape="1">
          <a:blip r:embed="rId10"/>
          <a:srcRect/>
          <a:stretch>
            <a:fillRect/>
          </a:stretch>
        </p:blipFill>
        <p:spPr>
          <a:xfrm>
            <a:off x="3618002" y="1270203"/>
            <a:ext cx="4847723" cy="2608087"/>
          </a:xfrm>
          <a:prstGeom prst="rect">
            <a:avLst/>
          </a:prstGeom>
        </p:spPr>
      </p:pic>
      <p:pic>
        <p:nvPicPr>
          <p:cNvPr id="8" name="图片 7"/>
          <p:cNvPicPr/>
          <p:nvPr userDrawn="1">
            <p:custDataLst>
              <p:tags r:id="rId11"/>
            </p:custDataLst>
          </p:nvPr>
        </p:nvPicPr>
        <p:blipFill>
          <a:blip r:embed="rId12" r:link="rId13" cstate="print">
            <a:extLst>
              <a:ext uri="{28A0092B-C50C-407E-A947-70E740481C1C}">
                <a14:useLocalDpi xmlns:a14="http://schemas.microsoft.com/office/drawing/2010/main" val="0"/>
              </a:ext>
            </a:extLst>
          </a:blip>
          <a:stretch>
            <a:fillRect/>
          </a:stretch>
        </p:blipFill>
        <p:spPr>
          <a:xfrm>
            <a:off x="8218170" y="212090"/>
            <a:ext cx="720090" cy="72009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占位符 2"/>
          <p:cNvSpPr>
            <a:spLocks noGrp="1"/>
          </p:cNvSpPr>
          <p:nvPr>
            <p:ph type="body" sz="quarter" idx="13"/>
          </p:nvPr>
        </p:nvSpPr>
        <p:spPr/>
        <p:txBody>
          <a:bodyPr/>
          <a:p>
            <a:endParaRPr lang="zh-CN" altLang="en-US"/>
          </a:p>
        </p:txBody>
      </p:sp>
      <p:sp>
        <p:nvSpPr>
          <p:cNvPr id="4" name="文本框 3"/>
          <p:cNvSpPr txBox="1"/>
          <p:nvPr>
            <p:custDataLst>
              <p:tags r:id="rId1"/>
            </p:custDataLst>
          </p:nvPr>
        </p:nvSpPr>
        <p:spPr>
          <a:xfrm>
            <a:off x="738199" y="514023"/>
            <a:ext cx="7420899" cy="483870"/>
          </a:xfrm>
          <a:prstGeom prst="rect">
            <a:avLst/>
          </a:prstGeom>
          <a:noFill/>
        </p:spPr>
        <p:txBody>
          <a:bodyPr wrap="square" lIns="68580" tIns="34290" rIns="68580" bIns="34290" rtlCol="0">
            <a:spAutoFit/>
            <a:scene3d>
              <a:camera prst="orthographicFront"/>
              <a:lightRig rig="threePt" dir="t"/>
            </a:scene3d>
          </a:bodyPr>
          <a:lstStyle/>
          <a:p>
            <a:pPr marL="0" indent="0" algn="ctr">
              <a:lnSpc>
                <a:spcPct val="100000"/>
              </a:lnSpc>
              <a:spcBef>
                <a:spcPts val="0"/>
              </a:spcBef>
              <a:spcAft>
                <a:spcPts val="0"/>
              </a:spcAft>
              <a:buSzPct val="100000"/>
              <a:buNone/>
            </a:pPr>
            <a:r>
              <a:rPr lang="zh-CN" altLang="en-US" sz="2700" b="1" spc="30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rPr>
              <a:t>放映演示文稿</a:t>
            </a:r>
            <a:endParaRPr lang="zh-CN" altLang="en-US" sz="2700" b="1" spc="30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endParaRPr>
          </a:p>
        </p:txBody>
      </p:sp>
      <p:sp>
        <p:nvSpPr>
          <p:cNvPr id="25" name="任意多边形: 形状 24"/>
          <p:cNvSpPr/>
          <p:nvPr>
            <p:custDataLst>
              <p:tags r:id="rId2"/>
            </p:custDataLst>
          </p:nvPr>
        </p:nvSpPr>
        <p:spPr>
          <a:xfrm>
            <a:off x="512139" y="1299857"/>
            <a:ext cx="8119721" cy="1060600"/>
          </a:xfrm>
          <a:custGeom>
            <a:avLst/>
            <a:gdLst>
              <a:gd name="connsiteX0" fmla="*/ 155348 w 10826295"/>
              <a:gd name="connsiteY0" fmla="*/ 37916 h 1414133"/>
              <a:gd name="connsiteX1" fmla="*/ 41048 w 10826295"/>
              <a:gd name="connsiteY1" fmla="*/ 152216 h 1414133"/>
              <a:gd name="connsiteX2" fmla="*/ 155348 w 10826295"/>
              <a:gd name="connsiteY2" fmla="*/ 266516 h 1414133"/>
              <a:gd name="connsiteX3" fmla="*/ 269648 w 10826295"/>
              <a:gd name="connsiteY3" fmla="*/ 152216 h 1414133"/>
              <a:gd name="connsiteX4" fmla="*/ 0 w 10826295"/>
              <a:gd name="connsiteY4" fmla="*/ 0 h 1414133"/>
              <a:gd name="connsiteX5" fmla="*/ 10826295 w 10826295"/>
              <a:gd name="connsiteY5" fmla="*/ 0 h 1414133"/>
              <a:gd name="connsiteX6" fmla="*/ 10826295 w 10826295"/>
              <a:gd name="connsiteY6" fmla="*/ 1414133 h 1414133"/>
              <a:gd name="connsiteX7" fmla="*/ 0 w 10826295"/>
              <a:gd name="connsiteY7" fmla="*/ 1414133 h 1414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26295" h="1414133">
                <a:moveTo>
                  <a:pt x="155348" y="37916"/>
                </a:moveTo>
                <a:lnTo>
                  <a:pt x="41048" y="152216"/>
                </a:lnTo>
                <a:lnTo>
                  <a:pt x="155348" y="266516"/>
                </a:lnTo>
                <a:lnTo>
                  <a:pt x="269648" y="152216"/>
                </a:lnTo>
                <a:close/>
                <a:moveTo>
                  <a:pt x="0" y="0"/>
                </a:moveTo>
                <a:lnTo>
                  <a:pt x="10826295" y="0"/>
                </a:lnTo>
                <a:lnTo>
                  <a:pt x="10826295" y="1414133"/>
                </a:lnTo>
                <a:lnTo>
                  <a:pt x="0" y="1414133"/>
                </a:lnTo>
                <a:close/>
              </a:path>
            </a:pathLst>
          </a:custGeom>
          <a:solidFill>
            <a:srgbClr val="FFFFFF"/>
          </a:solidFill>
          <a:ln w="19050">
            <a:noFill/>
          </a:ln>
          <a:effectLst>
            <a:outerShdw blurRad="63500" dist="63500" dir="36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rgbClr val="FFFFFF"/>
              </a:solidFill>
              <a:latin typeface="微软雅黑" panose="020B0503020204020204" charset="-122"/>
              <a:ea typeface="微软雅黑" panose="020B0503020204020204" charset="-122"/>
            </a:endParaRPr>
          </a:p>
        </p:txBody>
      </p:sp>
      <p:sp>
        <p:nvSpPr>
          <p:cNvPr id="5" name="矩形 4"/>
          <p:cNvSpPr/>
          <p:nvPr>
            <p:custDataLst>
              <p:tags r:id="rId3"/>
            </p:custDataLst>
          </p:nvPr>
        </p:nvSpPr>
        <p:spPr>
          <a:xfrm>
            <a:off x="1796612" y="1521752"/>
            <a:ext cx="6743701" cy="623571"/>
          </a:xfrm>
          <a:prstGeom prst="rect">
            <a:avLst/>
          </a:prstGeom>
        </p:spPr>
        <p:txBody>
          <a:bodyPr anchor="ctr">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l">
              <a:lnSpc>
                <a:spcPct val="120000"/>
              </a:lnSpc>
              <a:spcBef>
                <a:spcPts val="0"/>
              </a:spcBef>
              <a:spcAft>
                <a:spcPts val="1000"/>
              </a:spcAft>
              <a:buClr>
                <a:schemeClr val="accent1">
                  <a:lumMod val="40000"/>
                  <a:lumOff val="60000"/>
                </a:schemeClr>
              </a:buClr>
              <a:buSzPct val="100000"/>
              <a:buFont typeface="Wingdings" panose="05000000000000000000" pitchFamily="2" charset="2"/>
              <a:buChar char="u"/>
            </a:pPr>
            <a:r>
              <a:rPr lang="zh-CN" altLang="en-US" sz="1200" spc="150">
                <a:solidFill>
                  <a:srgbClr val="000000"/>
                </a:solidFill>
                <a:latin typeface="微软雅黑" panose="020B0503020204020204" charset="-122"/>
                <a:ea typeface="微软雅黑" panose="020B0503020204020204" charset="-122"/>
              </a:rPr>
              <a:t>单击“幻灯片放映”选项卡→“开始放映幻灯片”组中的命令，或者单击窗口水平滚动条左边的“幻灯片放映”按钮      。</a:t>
            </a:r>
            <a:endParaRPr lang="zh-CN" altLang="en-US" sz="1200" spc="150">
              <a:solidFill>
                <a:srgbClr val="000000"/>
              </a:solidFill>
              <a:latin typeface="微软雅黑" panose="020B0503020204020204" charset="-122"/>
              <a:ea typeface="微软雅黑" panose="020B0503020204020204" charset="-122"/>
            </a:endParaRPr>
          </a:p>
        </p:txBody>
      </p:sp>
      <p:sp>
        <p:nvSpPr>
          <p:cNvPr id="13" name="文本框 12"/>
          <p:cNvSpPr txBox="1"/>
          <p:nvPr>
            <p:custDataLst>
              <p:tags r:id="rId4"/>
            </p:custDataLst>
          </p:nvPr>
        </p:nvSpPr>
        <p:spPr>
          <a:xfrm>
            <a:off x="772232" y="1440809"/>
            <a:ext cx="764286" cy="785456"/>
          </a:xfrm>
          <a:prstGeom prst="rect">
            <a:avLst/>
          </a:prstGeom>
          <a:noFill/>
        </p:spPr>
        <p:txBody>
          <a:bodyPr wrap="none" rtlCol="0" anchor="ctr">
            <a:noAutofit/>
          </a:bodyPr>
          <a:lstStyle/>
          <a:p>
            <a:pPr algn="ctr"/>
            <a:r>
              <a:rPr lang="en-US" altLang="zh-CN" sz="4500" dirty="0">
                <a:solidFill>
                  <a:srgbClr val="3E3EA6"/>
                </a:solidFill>
                <a:latin typeface="微软雅黑" panose="020B0503020204020204" charset="-122"/>
                <a:ea typeface="微软雅黑" panose="020B0503020204020204" charset="-122"/>
              </a:rPr>
              <a:t>01</a:t>
            </a:r>
            <a:endParaRPr lang="en-US" altLang="zh-CN" sz="4500" dirty="0">
              <a:solidFill>
                <a:srgbClr val="3E3EA6"/>
              </a:solidFill>
              <a:latin typeface="微软雅黑" panose="020B0503020204020204" charset="-122"/>
              <a:ea typeface="微软雅黑" panose="020B0503020204020204" charset="-122"/>
            </a:endParaRPr>
          </a:p>
        </p:txBody>
      </p:sp>
      <p:sp>
        <p:nvSpPr>
          <p:cNvPr id="27" name="任意多边形: 形状 26"/>
          <p:cNvSpPr/>
          <p:nvPr>
            <p:custDataLst>
              <p:tags r:id="rId5"/>
            </p:custDataLst>
          </p:nvPr>
        </p:nvSpPr>
        <p:spPr>
          <a:xfrm>
            <a:off x="512139" y="2496315"/>
            <a:ext cx="8119721" cy="1060600"/>
          </a:xfrm>
          <a:custGeom>
            <a:avLst/>
            <a:gdLst>
              <a:gd name="connsiteX0" fmla="*/ 155348 w 10826295"/>
              <a:gd name="connsiteY0" fmla="*/ 41294 h 1414133"/>
              <a:gd name="connsiteX1" fmla="*/ 41048 w 10826295"/>
              <a:gd name="connsiteY1" fmla="*/ 155594 h 1414133"/>
              <a:gd name="connsiteX2" fmla="*/ 155348 w 10826295"/>
              <a:gd name="connsiteY2" fmla="*/ 269894 h 1414133"/>
              <a:gd name="connsiteX3" fmla="*/ 269648 w 10826295"/>
              <a:gd name="connsiteY3" fmla="*/ 155594 h 1414133"/>
              <a:gd name="connsiteX4" fmla="*/ 0 w 10826295"/>
              <a:gd name="connsiteY4" fmla="*/ 0 h 1414133"/>
              <a:gd name="connsiteX5" fmla="*/ 10826295 w 10826295"/>
              <a:gd name="connsiteY5" fmla="*/ 0 h 1414133"/>
              <a:gd name="connsiteX6" fmla="*/ 10826295 w 10826295"/>
              <a:gd name="connsiteY6" fmla="*/ 1414133 h 1414133"/>
              <a:gd name="connsiteX7" fmla="*/ 0 w 10826295"/>
              <a:gd name="connsiteY7" fmla="*/ 1414133 h 1414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26295" h="1414133">
                <a:moveTo>
                  <a:pt x="155348" y="41294"/>
                </a:moveTo>
                <a:lnTo>
                  <a:pt x="41048" y="155594"/>
                </a:lnTo>
                <a:lnTo>
                  <a:pt x="155348" y="269894"/>
                </a:lnTo>
                <a:lnTo>
                  <a:pt x="269648" y="155594"/>
                </a:lnTo>
                <a:close/>
                <a:moveTo>
                  <a:pt x="0" y="0"/>
                </a:moveTo>
                <a:lnTo>
                  <a:pt x="10826295" y="0"/>
                </a:lnTo>
                <a:lnTo>
                  <a:pt x="10826295" y="1414133"/>
                </a:lnTo>
                <a:lnTo>
                  <a:pt x="0" y="1414133"/>
                </a:lnTo>
                <a:close/>
              </a:path>
            </a:pathLst>
          </a:custGeom>
          <a:solidFill>
            <a:srgbClr val="FFFFFF"/>
          </a:solidFill>
          <a:ln w="19050">
            <a:noFill/>
          </a:ln>
          <a:effectLst>
            <a:outerShdw blurRad="63500" dist="63500" dir="36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charset="-122"/>
              <a:ea typeface="微软雅黑" panose="020B0503020204020204" charset="-122"/>
            </a:endParaRPr>
          </a:p>
        </p:txBody>
      </p:sp>
      <p:sp>
        <p:nvSpPr>
          <p:cNvPr id="8" name="矩形 7"/>
          <p:cNvSpPr/>
          <p:nvPr>
            <p:custDataLst>
              <p:tags r:id="rId6"/>
            </p:custDataLst>
          </p:nvPr>
        </p:nvSpPr>
        <p:spPr>
          <a:xfrm>
            <a:off x="1796612" y="2714051"/>
            <a:ext cx="6743701" cy="623571"/>
          </a:xfrm>
          <a:prstGeom prst="rect">
            <a:avLst/>
          </a:prstGeom>
        </p:spPr>
        <p:txBody>
          <a:bodyPr anchor="ctr">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l">
              <a:lnSpc>
                <a:spcPct val="120000"/>
              </a:lnSpc>
              <a:spcBef>
                <a:spcPts val="0"/>
              </a:spcBef>
              <a:spcAft>
                <a:spcPts val="1000"/>
              </a:spcAft>
              <a:buClr>
                <a:schemeClr val="accent1">
                  <a:lumMod val="40000"/>
                  <a:lumOff val="60000"/>
                </a:schemeClr>
              </a:buClr>
              <a:buSzPct val="100000"/>
              <a:buFont typeface="Wingdings" panose="05000000000000000000" pitchFamily="2" charset="2"/>
              <a:buChar char="u"/>
            </a:pPr>
            <a:r>
              <a:rPr lang="zh-CN" altLang="en-US" sz="1200" spc="150">
                <a:solidFill>
                  <a:srgbClr val="000000"/>
                </a:solidFill>
                <a:latin typeface="微软雅黑" panose="020B0503020204020204" charset="-122"/>
                <a:ea typeface="微软雅黑" panose="020B0503020204020204" charset="-122"/>
              </a:rPr>
              <a:t>在放映过程中，单击鼠标左键，展示幻灯片的下一个画面。单击屏幕左下角的按钮打开放映控制菜单。</a:t>
            </a:r>
            <a:endParaRPr lang="zh-CN" altLang="en-US" sz="1200" spc="150">
              <a:solidFill>
                <a:srgbClr val="000000"/>
              </a:solidFill>
              <a:latin typeface="微软雅黑" panose="020B0503020204020204" charset="-122"/>
              <a:ea typeface="微软雅黑" panose="020B0503020204020204" charset="-122"/>
            </a:endParaRPr>
          </a:p>
        </p:txBody>
      </p:sp>
      <p:sp>
        <p:nvSpPr>
          <p:cNvPr id="14" name="文本框 13"/>
          <p:cNvSpPr txBox="1"/>
          <p:nvPr>
            <p:custDataLst>
              <p:tags r:id="rId7"/>
            </p:custDataLst>
          </p:nvPr>
        </p:nvSpPr>
        <p:spPr>
          <a:xfrm>
            <a:off x="772232" y="2633108"/>
            <a:ext cx="764286" cy="785456"/>
          </a:xfrm>
          <a:prstGeom prst="rect">
            <a:avLst/>
          </a:prstGeom>
          <a:noFill/>
        </p:spPr>
        <p:txBody>
          <a:bodyPr wrap="none" rtlCol="0" anchor="ctr">
            <a:noAutofit/>
          </a:bodyPr>
          <a:lstStyle/>
          <a:p>
            <a:pPr algn="ctr"/>
            <a:r>
              <a:rPr lang="en-US" altLang="zh-CN" sz="4500" dirty="0">
                <a:solidFill>
                  <a:srgbClr val="3E3EA6"/>
                </a:solidFill>
                <a:latin typeface="微软雅黑" panose="020B0503020204020204" charset="-122"/>
                <a:ea typeface="微软雅黑" panose="020B0503020204020204" charset="-122"/>
              </a:rPr>
              <a:t>02</a:t>
            </a:r>
            <a:endParaRPr lang="en-US" altLang="zh-CN" sz="4500" dirty="0">
              <a:solidFill>
                <a:srgbClr val="3E3EA6"/>
              </a:solidFill>
              <a:latin typeface="微软雅黑" panose="020B0503020204020204" charset="-122"/>
              <a:ea typeface="微软雅黑" panose="020B0503020204020204" charset="-122"/>
            </a:endParaRPr>
          </a:p>
        </p:txBody>
      </p:sp>
      <p:sp>
        <p:nvSpPr>
          <p:cNvPr id="28" name="任意多边形: 形状 27"/>
          <p:cNvSpPr/>
          <p:nvPr>
            <p:custDataLst>
              <p:tags r:id="rId8"/>
            </p:custDataLst>
          </p:nvPr>
        </p:nvSpPr>
        <p:spPr>
          <a:xfrm>
            <a:off x="512139" y="3692773"/>
            <a:ext cx="8119721" cy="1060600"/>
          </a:xfrm>
          <a:custGeom>
            <a:avLst/>
            <a:gdLst>
              <a:gd name="connsiteX0" fmla="*/ 155348 w 10826295"/>
              <a:gd name="connsiteY0" fmla="*/ 43313 h 1414133"/>
              <a:gd name="connsiteX1" fmla="*/ 41048 w 10826295"/>
              <a:gd name="connsiteY1" fmla="*/ 157613 h 1414133"/>
              <a:gd name="connsiteX2" fmla="*/ 155348 w 10826295"/>
              <a:gd name="connsiteY2" fmla="*/ 271913 h 1414133"/>
              <a:gd name="connsiteX3" fmla="*/ 269648 w 10826295"/>
              <a:gd name="connsiteY3" fmla="*/ 157613 h 1414133"/>
              <a:gd name="connsiteX4" fmla="*/ 0 w 10826295"/>
              <a:gd name="connsiteY4" fmla="*/ 0 h 1414133"/>
              <a:gd name="connsiteX5" fmla="*/ 10826295 w 10826295"/>
              <a:gd name="connsiteY5" fmla="*/ 0 h 1414133"/>
              <a:gd name="connsiteX6" fmla="*/ 10826295 w 10826295"/>
              <a:gd name="connsiteY6" fmla="*/ 1414133 h 1414133"/>
              <a:gd name="connsiteX7" fmla="*/ 0 w 10826295"/>
              <a:gd name="connsiteY7" fmla="*/ 1414133 h 1414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26295" h="1414133">
                <a:moveTo>
                  <a:pt x="155348" y="43313"/>
                </a:moveTo>
                <a:lnTo>
                  <a:pt x="41048" y="157613"/>
                </a:lnTo>
                <a:lnTo>
                  <a:pt x="155348" y="271913"/>
                </a:lnTo>
                <a:lnTo>
                  <a:pt x="269648" y="157613"/>
                </a:lnTo>
                <a:close/>
                <a:moveTo>
                  <a:pt x="0" y="0"/>
                </a:moveTo>
                <a:lnTo>
                  <a:pt x="10826295" y="0"/>
                </a:lnTo>
                <a:lnTo>
                  <a:pt x="10826295" y="1414133"/>
                </a:lnTo>
                <a:lnTo>
                  <a:pt x="0" y="1414133"/>
                </a:lnTo>
                <a:close/>
              </a:path>
            </a:pathLst>
          </a:custGeom>
          <a:solidFill>
            <a:srgbClr val="FFFFFF"/>
          </a:solidFill>
          <a:ln w="19050">
            <a:noFill/>
          </a:ln>
          <a:effectLst>
            <a:outerShdw blurRad="63500" dist="63500" dir="36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FFFF"/>
              </a:solidFill>
              <a:latin typeface="微软雅黑" panose="020B0503020204020204" charset="-122"/>
              <a:ea typeface="微软雅黑" panose="020B0503020204020204" charset="-122"/>
            </a:endParaRPr>
          </a:p>
        </p:txBody>
      </p:sp>
      <p:sp>
        <p:nvSpPr>
          <p:cNvPr id="9" name="矩形 8"/>
          <p:cNvSpPr/>
          <p:nvPr>
            <p:custDataLst>
              <p:tags r:id="rId9"/>
            </p:custDataLst>
          </p:nvPr>
        </p:nvSpPr>
        <p:spPr>
          <a:xfrm>
            <a:off x="1796612" y="3911288"/>
            <a:ext cx="6743701" cy="623571"/>
          </a:xfrm>
          <a:prstGeom prst="rect">
            <a:avLst/>
          </a:prstGeom>
        </p:spPr>
        <p:txBody>
          <a:bodyPr anchor="ctr">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l">
              <a:lnSpc>
                <a:spcPct val="120000"/>
              </a:lnSpc>
              <a:spcBef>
                <a:spcPts val="0"/>
              </a:spcBef>
              <a:spcAft>
                <a:spcPts val="1000"/>
              </a:spcAft>
              <a:buClr>
                <a:schemeClr val="accent1">
                  <a:lumMod val="40000"/>
                  <a:lumOff val="60000"/>
                </a:schemeClr>
              </a:buClr>
              <a:buSzPct val="100000"/>
              <a:buFont typeface="Wingdings" panose="05000000000000000000" pitchFamily="2" charset="2"/>
              <a:buChar char="u"/>
            </a:pPr>
            <a:r>
              <a:rPr lang="zh-CN" altLang="en-US" sz="1200" spc="150">
                <a:solidFill>
                  <a:srgbClr val="000000"/>
                </a:solidFill>
                <a:latin typeface="微软雅黑" panose="020B0503020204020204" charset="-122"/>
                <a:ea typeface="微软雅黑" panose="020B0503020204020204" charset="-122"/>
                <a:cs typeface="微软雅黑" panose="020B0503020204020204" charset="-122"/>
              </a:rPr>
              <a:t>单击控制菜单中的“结束放映”，返回幻灯片设计窗口。</a:t>
            </a:r>
            <a:endParaRPr lang="zh-CN" altLang="en-US" sz="1200" spc="15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custDataLst>
              <p:tags r:id="rId10"/>
            </p:custDataLst>
          </p:nvPr>
        </p:nvSpPr>
        <p:spPr>
          <a:xfrm>
            <a:off x="772232" y="3830345"/>
            <a:ext cx="764286" cy="785456"/>
          </a:xfrm>
          <a:prstGeom prst="rect">
            <a:avLst/>
          </a:prstGeom>
          <a:noFill/>
        </p:spPr>
        <p:txBody>
          <a:bodyPr wrap="none" rtlCol="0" anchor="ctr">
            <a:noAutofit/>
          </a:bodyPr>
          <a:lstStyle/>
          <a:p>
            <a:pPr algn="ctr"/>
            <a:r>
              <a:rPr lang="en-US" altLang="zh-CN" sz="4500" dirty="0">
                <a:solidFill>
                  <a:srgbClr val="3E3EA6"/>
                </a:solidFill>
                <a:latin typeface="微软雅黑" panose="020B0503020204020204" charset="-122"/>
                <a:ea typeface="微软雅黑" panose="020B0503020204020204" charset="-122"/>
              </a:rPr>
              <a:t>03</a:t>
            </a:r>
            <a:endParaRPr lang="en-US" altLang="zh-CN" sz="4500" dirty="0">
              <a:solidFill>
                <a:srgbClr val="3E3EA6"/>
              </a:solidFill>
              <a:latin typeface="微软雅黑" panose="020B0503020204020204" charset="-122"/>
              <a:ea typeface="微软雅黑" panose="020B0503020204020204" charset="-122"/>
            </a:endParaRPr>
          </a:p>
        </p:txBody>
      </p:sp>
      <p:sp>
        <p:nvSpPr>
          <p:cNvPr id="29" name="菱形 28"/>
          <p:cNvSpPr/>
          <p:nvPr>
            <p:custDataLst>
              <p:tags r:id="rId11"/>
            </p:custDataLst>
          </p:nvPr>
        </p:nvSpPr>
        <p:spPr>
          <a:xfrm>
            <a:off x="8159420" y="519189"/>
            <a:ext cx="472440" cy="472440"/>
          </a:xfrm>
          <a:prstGeom prst="diamond">
            <a:avLst/>
          </a:prstGeom>
          <a:solidFill>
            <a:srgbClr val="6969C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rgbClr val="FFFFFF"/>
              </a:solidFill>
              <a:latin typeface="微软雅黑" panose="020B0503020204020204" charset="-122"/>
              <a:ea typeface="微软雅黑" panose="020B0503020204020204" charset="-122"/>
            </a:endParaRPr>
          </a:p>
        </p:txBody>
      </p:sp>
      <p:sp>
        <p:nvSpPr>
          <p:cNvPr id="30" name="菱形 29"/>
          <p:cNvSpPr/>
          <p:nvPr>
            <p:custDataLst>
              <p:tags r:id="rId12"/>
            </p:custDataLst>
          </p:nvPr>
        </p:nvSpPr>
        <p:spPr>
          <a:xfrm>
            <a:off x="8020201" y="637444"/>
            <a:ext cx="350751" cy="350751"/>
          </a:xfrm>
          <a:prstGeom prst="diamond">
            <a:avLst/>
          </a:prstGeom>
          <a:solidFill>
            <a:srgbClr val="6969C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solidFill>
                <a:srgbClr val="FFFFFF"/>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3"/>
          <a:stretch>
            <a:fillRect/>
          </a:stretch>
        </p:blipFill>
        <p:spPr>
          <a:xfrm>
            <a:off x="4785360" y="1888490"/>
            <a:ext cx="167640" cy="14478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588532" y="1098515"/>
            <a:ext cx="3020939" cy="807914"/>
          </a:xfrm>
          <a:prstGeom prst="rect">
            <a:avLst/>
          </a:prstGeom>
          <a:noFill/>
        </p:spPr>
        <p:txBody>
          <a:bodyPr wrap="square" lIns="67500" tIns="35100" rIns="67500" bIns="35100" rtlCol="0" anchor="b" anchorCtr="0">
            <a:normAutofit/>
          </a:bodyPr>
          <a:lstStyle/>
          <a:p>
            <a:pPr marL="0" indent="0" algn="l" defTabSz="685800">
              <a:lnSpc>
                <a:spcPct val="100000"/>
              </a:lnSpc>
              <a:spcBef>
                <a:spcPts val="0"/>
              </a:spcBef>
              <a:spcAft>
                <a:spcPts val="0"/>
              </a:spcAft>
              <a:buSzPct val="100000"/>
            </a:pPr>
            <a:r>
              <a:rPr lang="zh-CN" altLang="en-US" sz="2400" b="1" spc="300" dirty="0">
                <a:solidFill>
                  <a:srgbClr val="000000"/>
                </a:solidFill>
                <a:latin typeface="Arial" panose="020B0604020202020204" pitchFamily="34" charset="0"/>
                <a:ea typeface="微软雅黑" panose="020B0503020204020204" charset="-122"/>
                <a:cs typeface="+mn-ea"/>
                <a:sym typeface="+mn-ea"/>
              </a:rPr>
              <a:t>提示</a:t>
            </a:r>
            <a:endParaRPr lang="zh-CN" altLang="en-US" sz="2400" b="1" spc="300" dirty="0">
              <a:solidFill>
                <a:srgbClr val="000000"/>
              </a:solidFill>
              <a:latin typeface="Arial" panose="020B0604020202020204" pitchFamily="34" charset="0"/>
              <a:ea typeface="微软雅黑" panose="020B0503020204020204" charset="-122"/>
              <a:cs typeface="+mn-ea"/>
              <a:sym typeface="+mn-ea"/>
            </a:endParaRPr>
          </a:p>
        </p:txBody>
      </p:sp>
      <p:cxnSp>
        <p:nvCxnSpPr>
          <p:cNvPr id="5" name="直接连接符 4"/>
          <p:cNvCxnSpPr/>
          <p:nvPr>
            <p:custDataLst>
              <p:tags r:id="rId2"/>
            </p:custDataLst>
          </p:nvPr>
        </p:nvCxnSpPr>
        <p:spPr>
          <a:xfrm>
            <a:off x="667114" y="2021723"/>
            <a:ext cx="813522" cy="0"/>
          </a:xfrm>
          <a:prstGeom prst="line">
            <a:avLst/>
          </a:prstGeom>
          <a:ln>
            <a:solidFill>
              <a:srgbClr val="159F18"/>
            </a:solidFill>
          </a:ln>
        </p:spPr>
        <p:style>
          <a:lnRef idx="3">
            <a:srgbClr val="8ABC1B"/>
          </a:lnRef>
          <a:fillRef idx="0">
            <a:srgbClr val="8ABC1B"/>
          </a:fillRef>
          <a:effectRef idx="2">
            <a:srgbClr val="8ABC1B"/>
          </a:effectRef>
          <a:fontRef idx="minor">
            <a:srgbClr val="000000"/>
          </a:fontRef>
        </p:style>
      </p:cxnSp>
      <p:sp>
        <p:nvSpPr>
          <p:cNvPr id="16" name="矩形 23"/>
          <p:cNvSpPr/>
          <p:nvPr>
            <p:custDataLst>
              <p:tags r:id="rId3"/>
            </p:custDataLst>
          </p:nvPr>
        </p:nvSpPr>
        <p:spPr>
          <a:xfrm>
            <a:off x="0" y="4391025"/>
            <a:ext cx="588645" cy="622935"/>
          </a:xfrm>
          <a:custGeom>
            <a:avLst/>
            <a:gdLst>
              <a:gd name="connsiteX0" fmla="*/ 0 w 270142"/>
              <a:gd name="connsiteY0" fmla="*/ 0 h 1190625"/>
              <a:gd name="connsiteX1" fmla="*/ 270142 w 270142"/>
              <a:gd name="connsiteY1" fmla="*/ 0 h 1190625"/>
              <a:gd name="connsiteX2" fmla="*/ 270142 w 270142"/>
              <a:gd name="connsiteY2" fmla="*/ 1190625 h 1190625"/>
              <a:gd name="connsiteX3" fmla="*/ 0 w 270142"/>
              <a:gd name="connsiteY3" fmla="*/ 1190625 h 1190625"/>
              <a:gd name="connsiteX4" fmla="*/ 0 w 270142"/>
              <a:gd name="connsiteY4" fmla="*/ 0 h 1190625"/>
              <a:gd name="connsiteX0-1" fmla="*/ 0 w 546367"/>
              <a:gd name="connsiteY0-2" fmla="*/ 1003300 h 1190625"/>
              <a:gd name="connsiteX1-3" fmla="*/ 546367 w 546367"/>
              <a:gd name="connsiteY1-4" fmla="*/ 0 h 1190625"/>
              <a:gd name="connsiteX2-5" fmla="*/ 546367 w 546367"/>
              <a:gd name="connsiteY2-6" fmla="*/ 1190625 h 1190625"/>
              <a:gd name="connsiteX3-7" fmla="*/ 276225 w 546367"/>
              <a:gd name="connsiteY3-8" fmla="*/ 1190625 h 1190625"/>
              <a:gd name="connsiteX4-9" fmla="*/ 0 w 546367"/>
              <a:gd name="connsiteY4-10" fmla="*/ 1003300 h 1190625"/>
              <a:gd name="connsiteX0-11" fmla="*/ 0 w 546367"/>
              <a:gd name="connsiteY0-12" fmla="*/ 390525 h 577850"/>
              <a:gd name="connsiteX1-13" fmla="*/ 267 w 546367"/>
              <a:gd name="connsiteY1-14" fmla="*/ 0 h 577850"/>
              <a:gd name="connsiteX2-15" fmla="*/ 546367 w 546367"/>
              <a:gd name="connsiteY2-16" fmla="*/ 577850 h 577850"/>
              <a:gd name="connsiteX3-17" fmla="*/ 276225 w 546367"/>
              <a:gd name="connsiteY3-18" fmla="*/ 577850 h 577850"/>
              <a:gd name="connsiteX4-19" fmla="*/ 0 w 546367"/>
              <a:gd name="connsiteY4-20" fmla="*/ 390525 h 577850"/>
              <a:gd name="connsiteX0-21" fmla="*/ 0 w 784492"/>
              <a:gd name="connsiteY0-22" fmla="*/ 390525 h 806450"/>
              <a:gd name="connsiteX1-23" fmla="*/ 267 w 784492"/>
              <a:gd name="connsiteY1-24" fmla="*/ 0 h 806450"/>
              <a:gd name="connsiteX2-25" fmla="*/ 784492 w 784492"/>
              <a:gd name="connsiteY2-26" fmla="*/ 806450 h 806450"/>
              <a:gd name="connsiteX3-27" fmla="*/ 276225 w 784492"/>
              <a:gd name="connsiteY3-28" fmla="*/ 577850 h 806450"/>
              <a:gd name="connsiteX4-29" fmla="*/ 0 w 784492"/>
              <a:gd name="connsiteY4-30" fmla="*/ 390525 h 806450"/>
              <a:gd name="connsiteX0-31" fmla="*/ 0 w 784492"/>
              <a:gd name="connsiteY0-32" fmla="*/ 390525 h 809625"/>
              <a:gd name="connsiteX1-33" fmla="*/ 267 w 784492"/>
              <a:gd name="connsiteY1-34" fmla="*/ 0 h 809625"/>
              <a:gd name="connsiteX2-35" fmla="*/ 784492 w 784492"/>
              <a:gd name="connsiteY2-36" fmla="*/ 806450 h 809625"/>
              <a:gd name="connsiteX3-37" fmla="*/ 469900 w 784492"/>
              <a:gd name="connsiteY3-38" fmla="*/ 809625 h 809625"/>
              <a:gd name="connsiteX4-39" fmla="*/ 0 w 784492"/>
              <a:gd name="connsiteY4-40" fmla="*/ 390525 h 809625"/>
              <a:gd name="connsiteX0-41" fmla="*/ 0 w 784492"/>
              <a:gd name="connsiteY0-42" fmla="*/ 365125 h 809625"/>
              <a:gd name="connsiteX1-43" fmla="*/ 267 w 784492"/>
              <a:gd name="connsiteY1-44" fmla="*/ 0 h 809625"/>
              <a:gd name="connsiteX2-45" fmla="*/ 784492 w 784492"/>
              <a:gd name="connsiteY2-46" fmla="*/ 806450 h 809625"/>
              <a:gd name="connsiteX3-47" fmla="*/ 469900 w 784492"/>
              <a:gd name="connsiteY3-48" fmla="*/ 809625 h 809625"/>
              <a:gd name="connsiteX4-49" fmla="*/ 0 w 784492"/>
              <a:gd name="connsiteY4-50" fmla="*/ 365125 h 809625"/>
              <a:gd name="connsiteX0-51" fmla="*/ 0 w 784492"/>
              <a:gd name="connsiteY0-52" fmla="*/ 365125 h 835025"/>
              <a:gd name="connsiteX1-53" fmla="*/ 267 w 784492"/>
              <a:gd name="connsiteY1-54" fmla="*/ 0 h 835025"/>
              <a:gd name="connsiteX2-55" fmla="*/ 784492 w 784492"/>
              <a:gd name="connsiteY2-56" fmla="*/ 806450 h 835025"/>
              <a:gd name="connsiteX3-57" fmla="*/ 473075 w 784492"/>
              <a:gd name="connsiteY3-58" fmla="*/ 835025 h 835025"/>
              <a:gd name="connsiteX4-59" fmla="*/ 0 w 784492"/>
              <a:gd name="connsiteY4-60" fmla="*/ 365125 h 835025"/>
              <a:gd name="connsiteX0-61" fmla="*/ 0 w 791636"/>
              <a:gd name="connsiteY0-62" fmla="*/ 365125 h 835025"/>
              <a:gd name="connsiteX1-63" fmla="*/ 7411 w 791636"/>
              <a:gd name="connsiteY1-64" fmla="*/ 0 h 835025"/>
              <a:gd name="connsiteX2-65" fmla="*/ 791636 w 791636"/>
              <a:gd name="connsiteY2-66" fmla="*/ 806450 h 835025"/>
              <a:gd name="connsiteX3-67" fmla="*/ 480219 w 791636"/>
              <a:gd name="connsiteY3-68" fmla="*/ 835025 h 835025"/>
              <a:gd name="connsiteX4-69" fmla="*/ 0 w 791636"/>
              <a:gd name="connsiteY4-70" fmla="*/ 365125 h 835025"/>
              <a:gd name="connsiteX0-71" fmla="*/ 4495 w 784225"/>
              <a:gd name="connsiteY0-72" fmla="*/ 369887 h 835025"/>
              <a:gd name="connsiteX1-73" fmla="*/ 0 w 784225"/>
              <a:gd name="connsiteY1-74" fmla="*/ 0 h 835025"/>
              <a:gd name="connsiteX2-75" fmla="*/ 784225 w 784225"/>
              <a:gd name="connsiteY2-76" fmla="*/ 806450 h 835025"/>
              <a:gd name="connsiteX3-77" fmla="*/ 472808 w 784225"/>
              <a:gd name="connsiteY3-78" fmla="*/ 835025 h 835025"/>
              <a:gd name="connsiteX4-79" fmla="*/ 4495 w 784225"/>
              <a:gd name="connsiteY4-80" fmla="*/ 369887 h 835025"/>
              <a:gd name="connsiteX0-81" fmla="*/ 403 w 784896"/>
              <a:gd name="connsiteY0-82" fmla="*/ 384175 h 835025"/>
              <a:gd name="connsiteX1-83" fmla="*/ 671 w 784896"/>
              <a:gd name="connsiteY1-84" fmla="*/ 0 h 835025"/>
              <a:gd name="connsiteX2-85" fmla="*/ 784896 w 784896"/>
              <a:gd name="connsiteY2-86" fmla="*/ 806450 h 835025"/>
              <a:gd name="connsiteX3-87" fmla="*/ 473479 w 784896"/>
              <a:gd name="connsiteY3-88" fmla="*/ 835025 h 835025"/>
              <a:gd name="connsiteX4-89" fmla="*/ 403 w 784896"/>
              <a:gd name="connsiteY4-90" fmla="*/ 384175 h 835025"/>
              <a:gd name="connsiteX0-91" fmla="*/ 2113 w 784225"/>
              <a:gd name="connsiteY0-92" fmla="*/ 362744 h 835025"/>
              <a:gd name="connsiteX1-93" fmla="*/ 0 w 784225"/>
              <a:gd name="connsiteY1-94" fmla="*/ 0 h 835025"/>
              <a:gd name="connsiteX2-95" fmla="*/ 784225 w 784225"/>
              <a:gd name="connsiteY2-96" fmla="*/ 806450 h 835025"/>
              <a:gd name="connsiteX3-97" fmla="*/ 472808 w 784225"/>
              <a:gd name="connsiteY3-98" fmla="*/ 835025 h 835025"/>
              <a:gd name="connsiteX4-99" fmla="*/ 2113 w 784225"/>
              <a:gd name="connsiteY4-100" fmla="*/ 362744 h 835025"/>
              <a:gd name="connsiteX0-101" fmla="*/ 2113 w 784225"/>
              <a:gd name="connsiteY0-102" fmla="*/ 362744 h 830263"/>
              <a:gd name="connsiteX1-103" fmla="*/ 0 w 784225"/>
              <a:gd name="connsiteY1-104" fmla="*/ 0 h 830263"/>
              <a:gd name="connsiteX2-105" fmla="*/ 784225 w 784225"/>
              <a:gd name="connsiteY2-106" fmla="*/ 806450 h 830263"/>
              <a:gd name="connsiteX3-107" fmla="*/ 460902 w 784225"/>
              <a:gd name="connsiteY3-108" fmla="*/ 830263 h 830263"/>
              <a:gd name="connsiteX4-109" fmla="*/ 2113 w 784225"/>
              <a:gd name="connsiteY4-110" fmla="*/ 362744 h 830263"/>
              <a:gd name="connsiteX0-111" fmla="*/ 403 w 784897"/>
              <a:gd name="connsiteY0-112" fmla="*/ 360363 h 830263"/>
              <a:gd name="connsiteX1-113" fmla="*/ 672 w 784897"/>
              <a:gd name="connsiteY1-114" fmla="*/ 0 h 830263"/>
              <a:gd name="connsiteX2-115" fmla="*/ 784897 w 784897"/>
              <a:gd name="connsiteY2-116" fmla="*/ 806450 h 830263"/>
              <a:gd name="connsiteX3-117" fmla="*/ 461574 w 784897"/>
              <a:gd name="connsiteY3-118" fmla="*/ 830263 h 830263"/>
              <a:gd name="connsiteX4-119" fmla="*/ 403 w 784897"/>
              <a:gd name="connsiteY4-120" fmla="*/ 360363 h 830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84897" h="830263">
                <a:moveTo>
                  <a:pt x="403" y="360363"/>
                </a:moveTo>
                <a:cubicBezTo>
                  <a:pt x="-1095" y="237067"/>
                  <a:pt x="2170" y="123296"/>
                  <a:pt x="672" y="0"/>
                </a:cubicBezTo>
                <a:lnTo>
                  <a:pt x="784897" y="806450"/>
                </a:lnTo>
                <a:lnTo>
                  <a:pt x="461574" y="830263"/>
                </a:lnTo>
                <a:lnTo>
                  <a:pt x="403" y="360363"/>
                </a:lnTo>
                <a:close/>
              </a:path>
            </a:pathLst>
          </a:custGeom>
          <a:solidFill>
            <a:srgbClr val="D0EDD1">
              <a:lumMod val="90000"/>
            </a:srgbClr>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p>
            <a:pPr algn="ctr" defTabSz="685800"/>
            <a:endParaRPr lang="zh-CN" altLang="en-US" sz="1350">
              <a:solidFill>
                <a:srgbClr val="FFFFFF"/>
              </a:solidFill>
            </a:endParaRPr>
          </a:p>
        </p:txBody>
      </p:sp>
      <p:sp>
        <p:nvSpPr>
          <p:cNvPr id="17" name="矩形 24"/>
          <p:cNvSpPr/>
          <p:nvPr>
            <p:custDataLst>
              <p:tags r:id="rId4"/>
            </p:custDataLst>
          </p:nvPr>
        </p:nvSpPr>
        <p:spPr>
          <a:xfrm>
            <a:off x="8564880" y="4557395"/>
            <a:ext cx="580390" cy="586105"/>
          </a:xfrm>
          <a:custGeom>
            <a:avLst/>
            <a:gdLst>
              <a:gd name="connsiteX0" fmla="*/ 0 w 217743"/>
              <a:gd name="connsiteY0" fmla="*/ 0 h 657729"/>
              <a:gd name="connsiteX1" fmla="*/ 217743 w 217743"/>
              <a:gd name="connsiteY1" fmla="*/ 0 h 657729"/>
              <a:gd name="connsiteX2" fmla="*/ 217743 w 217743"/>
              <a:gd name="connsiteY2" fmla="*/ 657729 h 657729"/>
              <a:gd name="connsiteX3" fmla="*/ 0 w 217743"/>
              <a:gd name="connsiteY3" fmla="*/ 657729 h 657729"/>
              <a:gd name="connsiteX4" fmla="*/ 0 w 217743"/>
              <a:gd name="connsiteY4" fmla="*/ 0 h 657729"/>
              <a:gd name="connsiteX0-1" fmla="*/ 0 w 686849"/>
              <a:gd name="connsiteY0-2" fmla="*/ 0 h 678656"/>
              <a:gd name="connsiteX1-3" fmla="*/ 686849 w 686849"/>
              <a:gd name="connsiteY1-4" fmla="*/ 678656 h 678656"/>
              <a:gd name="connsiteX2-5" fmla="*/ 217743 w 686849"/>
              <a:gd name="connsiteY2-6" fmla="*/ 657729 h 678656"/>
              <a:gd name="connsiteX3-7" fmla="*/ 0 w 686849"/>
              <a:gd name="connsiteY3-8" fmla="*/ 657729 h 678656"/>
              <a:gd name="connsiteX4-9" fmla="*/ 0 w 686849"/>
              <a:gd name="connsiteY4-10" fmla="*/ 0 h 678656"/>
              <a:gd name="connsiteX0-11" fmla="*/ 676275 w 686849"/>
              <a:gd name="connsiteY0-12" fmla="*/ 0 h 450056"/>
              <a:gd name="connsiteX1-13" fmla="*/ 686849 w 686849"/>
              <a:gd name="connsiteY1-14" fmla="*/ 450056 h 450056"/>
              <a:gd name="connsiteX2-15" fmla="*/ 217743 w 686849"/>
              <a:gd name="connsiteY2-16" fmla="*/ 429129 h 450056"/>
              <a:gd name="connsiteX3-17" fmla="*/ 0 w 686849"/>
              <a:gd name="connsiteY3-18" fmla="*/ 429129 h 450056"/>
              <a:gd name="connsiteX4-19" fmla="*/ 676275 w 686849"/>
              <a:gd name="connsiteY4-20" fmla="*/ 0 h 450056"/>
              <a:gd name="connsiteX0-21" fmla="*/ 676275 w 686849"/>
              <a:gd name="connsiteY0-22" fmla="*/ 0 h 769648"/>
              <a:gd name="connsiteX1-23" fmla="*/ 686849 w 686849"/>
              <a:gd name="connsiteY1-24" fmla="*/ 450056 h 769648"/>
              <a:gd name="connsiteX2-25" fmla="*/ 351093 w 686849"/>
              <a:gd name="connsiteY2-26" fmla="*/ 769648 h 769648"/>
              <a:gd name="connsiteX3-27" fmla="*/ 0 w 686849"/>
              <a:gd name="connsiteY3-28" fmla="*/ 429129 h 769648"/>
              <a:gd name="connsiteX4-29" fmla="*/ 676275 w 686849"/>
              <a:gd name="connsiteY4-30" fmla="*/ 0 h 769648"/>
              <a:gd name="connsiteX0-31" fmla="*/ 762000 w 772574"/>
              <a:gd name="connsiteY0-32" fmla="*/ 0 h 779173"/>
              <a:gd name="connsiteX1-33" fmla="*/ 772574 w 772574"/>
              <a:gd name="connsiteY1-34" fmla="*/ 450056 h 779173"/>
              <a:gd name="connsiteX2-35" fmla="*/ 436818 w 772574"/>
              <a:gd name="connsiteY2-36" fmla="*/ 769648 h 779173"/>
              <a:gd name="connsiteX3-37" fmla="*/ 0 w 772574"/>
              <a:gd name="connsiteY3-38" fmla="*/ 779173 h 779173"/>
              <a:gd name="connsiteX4-39" fmla="*/ 762000 w 772574"/>
              <a:gd name="connsiteY4-40" fmla="*/ 0 h 779173"/>
              <a:gd name="connsiteX0-41" fmla="*/ 762000 w 772574"/>
              <a:gd name="connsiteY0-42" fmla="*/ 0 h 779173"/>
              <a:gd name="connsiteX1-43" fmla="*/ 772574 w 772574"/>
              <a:gd name="connsiteY1-44" fmla="*/ 450056 h 779173"/>
              <a:gd name="connsiteX2-45" fmla="*/ 453487 w 772574"/>
              <a:gd name="connsiteY2-46" fmla="*/ 776792 h 779173"/>
              <a:gd name="connsiteX3-47" fmla="*/ 0 w 772574"/>
              <a:gd name="connsiteY3-48" fmla="*/ 779173 h 779173"/>
              <a:gd name="connsiteX4-49" fmla="*/ 762000 w 772574"/>
              <a:gd name="connsiteY4-50" fmla="*/ 0 h 779173"/>
              <a:gd name="connsiteX0-51" fmla="*/ 773906 w 773906"/>
              <a:gd name="connsiteY0-52" fmla="*/ 0 h 781554"/>
              <a:gd name="connsiteX1-53" fmla="*/ 772574 w 773906"/>
              <a:gd name="connsiteY1-54" fmla="*/ 452437 h 781554"/>
              <a:gd name="connsiteX2-55" fmla="*/ 453487 w 773906"/>
              <a:gd name="connsiteY2-56" fmla="*/ 779173 h 781554"/>
              <a:gd name="connsiteX3-57" fmla="*/ 0 w 773906"/>
              <a:gd name="connsiteY3-58" fmla="*/ 781554 h 781554"/>
              <a:gd name="connsiteX4-59" fmla="*/ 773906 w 773906"/>
              <a:gd name="connsiteY4-60" fmla="*/ 0 h 781554"/>
              <a:gd name="connsiteX0-61" fmla="*/ 773906 w 773906"/>
              <a:gd name="connsiteY0-62" fmla="*/ 0 h 781554"/>
              <a:gd name="connsiteX1-63" fmla="*/ 772574 w 773906"/>
              <a:gd name="connsiteY1-64" fmla="*/ 452437 h 781554"/>
              <a:gd name="connsiteX2-65" fmla="*/ 453487 w 773906"/>
              <a:gd name="connsiteY2-66" fmla="*/ 779173 h 781554"/>
              <a:gd name="connsiteX3-67" fmla="*/ 0 w 773906"/>
              <a:gd name="connsiteY3-68" fmla="*/ 781554 h 781554"/>
              <a:gd name="connsiteX4-69" fmla="*/ 773906 w 773906"/>
              <a:gd name="connsiteY4-70" fmla="*/ 0 h 781554"/>
              <a:gd name="connsiteX0-71" fmla="*/ 773906 w 773906"/>
              <a:gd name="connsiteY0-72" fmla="*/ 0 h 781555"/>
              <a:gd name="connsiteX1-73" fmla="*/ 772574 w 773906"/>
              <a:gd name="connsiteY1-74" fmla="*/ 452437 h 781555"/>
              <a:gd name="connsiteX2-75" fmla="*/ 451105 w 773906"/>
              <a:gd name="connsiteY2-76" fmla="*/ 781555 h 781555"/>
              <a:gd name="connsiteX3-77" fmla="*/ 0 w 773906"/>
              <a:gd name="connsiteY3-78" fmla="*/ 781554 h 781555"/>
              <a:gd name="connsiteX4-79" fmla="*/ 773906 w 773906"/>
              <a:gd name="connsiteY4-80" fmla="*/ 0 h 78155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73906" h="781555">
                <a:moveTo>
                  <a:pt x="773906" y="0"/>
                </a:moveTo>
                <a:lnTo>
                  <a:pt x="772574" y="452437"/>
                </a:lnTo>
                <a:lnTo>
                  <a:pt x="451105" y="781555"/>
                </a:lnTo>
                <a:lnTo>
                  <a:pt x="0" y="781554"/>
                </a:lnTo>
                <a:lnTo>
                  <a:pt x="773906" y="0"/>
                </a:lnTo>
                <a:close/>
              </a:path>
            </a:pathLst>
          </a:custGeom>
          <a:solidFill>
            <a:srgbClr val="D0EDD1">
              <a:lumMod val="50000"/>
            </a:srgbClr>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p>
            <a:pPr algn="ctr" defTabSz="685800"/>
            <a:endParaRPr lang="zh-CN" altLang="en-US" sz="1350" dirty="0">
              <a:solidFill>
                <a:srgbClr val="FFFFFF"/>
              </a:solidFill>
            </a:endParaRPr>
          </a:p>
        </p:txBody>
      </p:sp>
      <p:sp>
        <p:nvSpPr>
          <p:cNvPr id="18" name="矩形 25"/>
          <p:cNvSpPr/>
          <p:nvPr>
            <p:custDataLst>
              <p:tags r:id="rId5"/>
            </p:custDataLst>
          </p:nvPr>
        </p:nvSpPr>
        <p:spPr>
          <a:xfrm>
            <a:off x="440690" y="4702175"/>
            <a:ext cx="842010" cy="441325"/>
          </a:xfrm>
          <a:custGeom>
            <a:avLst/>
            <a:gdLst>
              <a:gd name="connsiteX0" fmla="*/ 0 w 250825"/>
              <a:gd name="connsiteY0" fmla="*/ 0 h 723900"/>
              <a:gd name="connsiteX1" fmla="*/ 250825 w 250825"/>
              <a:gd name="connsiteY1" fmla="*/ 0 h 723900"/>
              <a:gd name="connsiteX2" fmla="*/ 250825 w 250825"/>
              <a:gd name="connsiteY2" fmla="*/ 723900 h 723900"/>
              <a:gd name="connsiteX3" fmla="*/ 0 w 250825"/>
              <a:gd name="connsiteY3" fmla="*/ 723900 h 723900"/>
              <a:gd name="connsiteX4" fmla="*/ 0 w 250825"/>
              <a:gd name="connsiteY4" fmla="*/ 0 h 723900"/>
              <a:gd name="connsiteX0-1" fmla="*/ 0 w 1031875"/>
              <a:gd name="connsiteY0-2" fmla="*/ 152400 h 723900"/>
              <a:gd name="connsiteX1-3" fmla="*/ 1031875 w 1031875"/>
              <a:gd name="connsiteY1-4" fmla="*/ 0 h 723900"/>
              <a:gd name="connsiteX2-5" fmla="*/ 1031875 w 1031875"/>
              <a:gd name="connsiteY2-6" fmla="*/ 723900 h 723900"/>
              <a:gd name="connsiteX3-7" fmla="*/ 781050 w 1031875"/>
              <a:gd name="connsiteY3-8" fmla="*/ 723900 h 723900"/>
              <a:gd name="connsiteX4-9" fmla="*/ 0 w 1031875"/>
              <a:gd name="connsiteY4-10" fmla="*/ 152400 h 723900"/>
              <a:gd name="connsiteX0-11" fmla="*/ 0 w 1031875"/>
              <a:gd name="connsiteY0-12" fmla="*/ 0 h 571500"/>
              <a:gd name="connsiteX1-13" fmla="*/ 569912 w 1031875"/>
              <a:gd name="connsiteY1-14" fmla="*/ 50007 h 571500"/>
              <a:gd name="connsiteX2-15" fmla="*/ 1031875 w 1031875"/>
              <a:gd name="connsiteY2-16" fmla="*/ 571500 h 571500"/>
              <a:gd name="connsiteX3-17" fmla="*/ 781050 w 1031875"/>
              <a:gd name="connsiteY3-18" fmla="*/ 571500 h 571500"/>
              <a:gd name="connsiteX4-19" fmla="*/ 0 w 1031875"/>
              <a:gd name="connsiteY4-20" fmla="*/ 0 h 571500"/>
              <a:gd name="connsiteX0-21" fmla="*/ 0 w 1031875"/>
              <a:gd name="connsiteY0-22" fmla="*/ 0 h 571500"/>
              <a:gd name="connsiteX1-23" fmla="*/ 508000 w 1031875"/>
              <a:gd name="connsiteY1-24" fmla="*/ 7144 h 571500"/>
              <a:gd name="connsiteX2-25" fmla="*/ 1031875 w 1031875"/>
              <a:gd name="connsiteY2-26" fmla="*/ 571500 h 571500"/>
              <a:gd name="connsiteX3-27" fmla="*/ 781050 w 1031875"/>
              <a:gd name="connsiteY3-28" fmla="*/ 571500 h 571500"/>
              <a:gd name="connsiteX4-29" fmla="*/ 0 w 1031875"/>
              <a:gd name="connsiteY4-30" fmla="*/ 0 h 571500"/>
              <a:gd name="connsiteX0-31" fmla="*/ 0 w 1031875"/>
              <a:gd name="connsiteY0-32" fmla="*/ 0 h 578644"/>
              <a:gd name="connsiteX1-33" fmla="*/ 508000 w 1031875"/>
              <a:gd name="connsiteY1-34" fmla="*/ 7144 h 578644"/>
              <a:gd name="connsiteX2-35" fmla="*/ 1031875 w 1031875"/>
              <a:gd name="connsiteY2-36" fmla="*/ 571500 h 578644"/>
              <a:gd name="connsiteX3-37" fmla="*/ 573881 w 1031875"/>
              <a:gd name="connsiteY3-38" fmla="*/ 578644 h 578644"/>
              <a:gd name="connsiteX4-39" fmla="*/ 0 w 1031875"/>
              <a:gd name="connsiteY4-40" fmla="*/ 0 h 578644"/>
              <a:gd name="connsiteX0-41" fmla="*/ 0 w 1031875"/>
              <a:gd name="connsiteY0-42" fmla="*/ 0 h 573882"/>
              <a:gd name="connsiteX1-43" fmla="*/ 508000 w 1031875"/>
              <a:gd name="connsiteY1-44" fmla="*/ 7144 h 573882"/>
              <a:gd name="connsiteX2-45" fmla="*/ 1031875 w 1031875"/>
              <a:gd name="connsiteY2-46" fmla="*/ 571500 h 573882"/>
              <a:gd name="connsiteX3-47" fmla="*/ 585788 w 1031875"/>
              <a:gd name="connsiteY3-48" fmla="*/ 573882 h 573882"/>
              <a:gd name="connsiteX4-49" fmla="*/ 0 w 1031875"/>
              <a:gd name="connsiteY4-50" fmla="*/ 0 h 573882"/>
              <a:gd name="connsiteX0-51" fmla="*/ 0 w 1031875"/>
              <a:gd name="connsiteY0-52" fmla="*/ 0 h 581025"/>
              <a:gd name="connsiteX1-53" fmla="*/ 508000 w 1031875"/>
              <a:gd name="connsiteY1-54" fmla="*/ 7144 h 581025"/>
              <a:gd name="connsiteX2-55" fmla="*/ 1031875 w 1031875"/>
              <a:gd name="connsiteY2-56" fmla="*/ 571500 h 581025"/>
              <a:gd name="connsiteX3-57" fmla="*/ 573881 w 1031875"/>
              <a:gd name="connsiteY3-58" fmla="*/ 581025 h 581025"/>
              <a:gd name="connsiteX4-59" fmla="*/ 0 w 1031875"/>
              <a:gd name="connsiteY4-60" fmla="*/ 0 h 581025"/>
              <a:gd name="connsiteX0-61" fmla="*/ 0 w 889000"/>
              <a:gd name="connsiteY0-62" fmla="*/ 0 h 581025"/>
              <a:gd name="connsiteX1-63" fmla="*/ 508000 w 889000"/>
              <a:gd name="connsiteY1-64" fmla="*/ 7144 h 581025"/>
              <a:gd name="connsiteX2-65" fmla="*/ 889000 w 889000"/>
              <a:gd name="connsiteY2-66" fmla="*/ 578643 h 581025"/>
              <a:gd name="connsiteX3-67" fmla="*/ 573881 w 889000"/>
              <a:gd name="connsiteY3-68" fmla="*/ 581025 h 581025"/>
              <a:gd name="connsiteX4-69" fmla="*/ 0 w 889000"/>
              <a:gd name="connsiteY4-70" fmla="*/ 0 h 581025"/>
              <a:gd name="connsiteX0-71" fmla="*/ 0 w 1122362"/>
              <a:gd name="connsiteY0-72" fmla="*/ 0 h 588168"/>
              <a:gd name="connsiteX1-73" fmla="*/ 508000 w 1122362"/>
              <a:gd name="connsiteY1-74" fmla="*/ 7144 h 588168"/>
              <a:gd name="connsiteX2-75" fmla="*/ 1122362 w 1122362"/>
              <a:gd name="connsiteY2-76" fmla="*/ 588168 h 588168"/>
              <a:gd name="connsiteX3-77" fmla="*/ 573881 w 1122362"/>
              <a:gd name="connsiteY3-78" fmla="*/ 581025 h 588168"/>
              <a:gd name="connsiteX4-79" fmla="*/ 0 w 1122362"/>
              <a:gd name="connsiteY4-80" fmla="*/ 0 h 588168"/>
              <a:gd name="connsiteX0-81" fmla="*/ 0 w 1122362"/>
              <a:gd name="connsiteY0-82" fmla="*/ 0 h 588168"/>
              <a:gd name="connsiteX1-83" fmla="*/ 510381 w 1122362"/>
              <a:gd name="connsiteY1-84" fmla="*/ 0 h 588168"/>
              <a:gd name="connsiteX2-85" fmla="*/ 1122362 w 1122362"/>
              <a:gd name="connsiteY2-86" fmla="*/ 588168 h 588168"/>
              <a:gd name="connsiteX3-87" fmla="*/ 573881 w 1122362"/>
              <a:gd name="connsiteY3-88" fmla="*/ 581025 h 588168"/>
              <a:gd name="connsiteX4-89" fmla="*/ 0 w 1122362"/>
              <a:gd name="connsiteY4-90" fmla="*/ 0 h 588168"/>
              <a:gd name="connsiteX0-91" fmla="*/ 0 w 1122362"/>
              <a:gd name="connsiteY0-92" fmla="*/ 0 h 588169"/>
              <a:gd name="connsiteX1-93" fmla="*/ 510381 w 1122362"/>
              <a:gd name="connsiteY1-94" fmla="*/ 0 h 588169"/>
              <a:gd name="connsiteX2-95" fmla="*/ 1122362 w 1122362"/>
              <a:gd name="connsiteY2-96" fmla="*/ 588168 h 588169"/>
              <a:gd name="connsiteX3-97" fmla="*/ 578644 w 1122362"/>
              <a:gd name="connsiteY3-98" fmla="*/ 588169 h 588169"/>
              <a:gd name="connsiteX4-99" fmla="*/ 0 w 1122362"/>
              <a:gd name="connsiteY4-100" fmla="*/ 0 h 58816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22362" h="588169">
                <a:moveTo>
                  <a:pt x="0" y="0"/>
                </a:moveTo>
                <a:lnTo>
                  <a:pt x="510381" y="0"/>
                </a:lnTo>
                <a:lnTo>
                  <a:pt x="1122362" y="588168"/>
                </a:lnTo>
                <a:lnTo>
                  <a:pt x="578644" y="588169"/>
                </a:lnTo>
                <a:lnTo>
                  <a:pt x="0" y="0"/>
                </a:lnTo>
                <a:close/>
              </a:path>
            </a:pathLst>
          </a:custGeom>
          <a:solidFill>
            <a:srgbClr val="D0EDD1"/>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p>
            <a:pPr algn="ctr" defTabSz="685800"/>
            <a:endParaRPr lang="zh-CN" altLang="en-US" sz="1350" dirty="0">
              <a:solidFill>
                <a:srgbClr val="FFFFFF"/>
              </a:solidFill>
            </a:endParaRPr>
          </a:p>
        </p:txBody>
      </p:sp>
      <p:pic>
        <p:nvPicPr>
          <p:cNvPr id="6" name="图片 5" descr="图片1"/>
          <p:cNvPicPr>
            <a:picLocks noChangeAspect="1"/>
          </p:cNvPicPr>
          <p:nvPr>
            <p:custDataLst>
              <p:tags r:id="rId6"/>
            </p:custDataLst>
          </p:nvPr>
        </p:nvPicPr>
        <p:blipFill>
          <a:blip r:embed="rId7"/>
          <a:stretch>
            <a:fillRect/>
          </a:stretch>
        </p:blipFill>
        <p:spPr>
          <a:xfrm>
            <a:off x="3206115" y="1905"/>
            <a:ext cx="5929789" cy="5120640"/>
          </a:xfrm>
          <a:prstGeom prst="rect">
            <a:avLst/>
          </a:prstGeom>
        </p:spPr>
      </p:pic>
      <p:sp>
        <p:nvSpPr>
          <p:cNvPr id="8" name="文本框 17"/>
          <p:cNvSpPr txBox="1"/>
          <p:nvPr>
            <p:custDataLst>
              <p:tags r:id="rId8"/>
            </p:custDataLst>
          </p:nvPr>
        </p:nvSpPr>
        <p:spPr>
          <a:xfrm>
            <a:off x="588645" y="2155825"/>
            <a:ext cx="3698875" cy="2111375"/>
          </a:xfrm>
          <a:prstGeom prst="rect">
            <a:avLst/>
          </a:prstGeom>
        </p:spPr>
        <p:txBody>
          <a:bodyPr vert="horz" wrap="square" lIns="67500" tIns="35100" rIns="67500" bIns="35100" rtlCol="0">
            <a:spAutoFit/>
          </a:bodyPr>
          <a:lstStyle>
            <a:defPPr>
              <a:defRPr lang="zh-CN"/>
            </a:defPPr>
            <a:lvl1pPr indent="0" algn="ctr" defTabSz="913765">
              <a:spcBef>
                <a:spcPct val="20000"/>
              </a:spcBef>
              <a:buFont typeface="Arial" panose="020B0604020202020204" pitchFamily="34" charset="0"/>
              <a:buNone/>
              <a:defRPr>
                <a:solidFill>
                  <a:srgbClr val="FFFFFF">
                    <a:lumMod val="65000"/>
                  </a:srgbClr>
                </a:solidFill>
                <a:latin typeface="Arial" panose="020B0604020202020204" pitchFamily="34" charset="0"/>
              </a:defRPr>
            </a:lvl1pPr>
            <a:lvl2pPr marL="742950" indent="-285750">
              <a:spcBef>
                <a:spcPct val="20000"/>
              </a:spcBef>
              <a:buFont typeface="Arial" panose="020B0604020202020204" pitchFamily="34" charset="0"/>
              <a:buChar char="–"/>
              <a:defRPr sz="1200">
                <a:solidFill>
                  <a:srgbClr val="FFFFFF">
                    <a:lumMod val="65000"/>
                  </a:srgbClr>
                </a:solidFill>
              </a:defRPr>
            </a:lvl2pPr>
            <a:lvl3pPr marL="1143000" indent="-228600">
              <a:spcBef>
                <a:spcPct val="20000"/>
              </a:spcBef>
              <a:buFont typeface="Arial" panose="020B0604020202020204" pitchFamily="34" charset="0"/>
              <a:buChar char="•"/>
              <a:defRPr sz="1100">
                <a:solidFill>
                  <a:srgbClr val="FFFFFF">
                    <a:lumMod val="65000"/>
                  </a:srgbClr>
                </a:solidFill>
              </a:defRPr>
            </a:lvl3pPr>
            <a:lvl4pPr marL="1600200" indent="-228600">
              <a:spcBef>
                <a:spcPct val="20000"/>
              </a:spcBef>
              <a:buFont typeface="Arial" panose="020B0604020202020204" pitchFamily="34" charset="0"/>
              <a:buChar char="–"/>
              <a:defRPr sz="1050">
                <a:solidFill>
                  <a:srgbClr val="FFFFFF">
                    <a:lumMod val="65000"/>
                  </a:srgbClr>
                </a:solidFill>
              </a:defRPr>
            </a:lvl4pPr>
            <a:lvl5pPr marL="2057400" indent="-228600">
              <a:spcBef>
                <a:spcPct val="20000"/>
              </a:spcBef>
              <a:buFont typeface="Arial" panose="020B0604020202020204" pitchFamily="34" charset="0"/>
              <a:buChar char="»"/>
              <a:defRPr sz="1050">
                <a:solidFill>
                  <a:srgbClr val="FFFFFF">
                    <a:lumMod val="65000"/>
                  </a:srgbClr>
                </a:solidFill>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marL="171450" lvl="0" indent="-171450" algn="just" defTabSz="685165" fontAlgn="auto">
              <a:lnSpc>
                <a:spcPct val="150000"/>
              </a:lnSpc>
              <a:spcBef>
                <a:spcPts val="800"/>
              </a:spcBef>
              <a:spcAft>
                <a:spcPts val="0"/>
              </a:spcAft>
              <a:buSzPct val="100000"/>
              <a:buFont typeface="Wingdings" panose="05000000000000000000" charset="0"/>
              <a:buChar char="n"/>
            </a:pPr>
            <a:r>
              <a:rPr sz="1200" spc="150" dirty="0">
                <a:solidFill>
                  <a:srgbClr val="000000"/>
                </a:solidFill>
                <a:latin typeface="Arial" panose="020B0604020202020204" pitchFamily="34" charset="0"/>
                <a:ea typeface="微软雅黑" panose="020B0503020204020204" charset="-122"/>
                <a:sym typeface="+mn-ea"/>
              </a:rPr>
              <a:t>在放映过程中，单击鼠标左键，展示幻灯片的下一个画面；单击鼠标右键，打开放映过程中的控制菜单。单击屏幕左下角的按钮也可打开放映控制菜单。</a:t>
            </a:r>
            <a:endParaRPr sz="1200" spc="150" dirty="0">
              <a:solidFill>
                <a:srgbClr val="000000"/>
              </a:solidFill>
              <a:latin typeface="Arial" panose="020B0604020202020204" pitchFamily="34" charset="0"/>
              <a:ea typeface="微软雅黑" panose="020B0503020204020204" charset="-122"/>
              <a:sym typeface="+mn-ea"/>
            </a:endParaRPr>
          </a:p>
          <a:p>
            <a:pPr marL="171450" lvl="0" indent="-171450" algn="just" defTabSz="685165" fontAlgn="auto">
              <a:lnSpc>
                <a:spcPct val="150000"/>
              </a:lnSpc>
              <a:spcBef>
                <a:spcPts val="800"/>
              </a:spcBef>
              <a:spcAft>
                <a:spcPts val="0"/>
              </a:spcAft>
              <a:buSzPct val="100000"/>
              <a:buFont typeface="Wingdings" panose="05000000000000000000" charset="0"/>
              <a:buChar char="n"/>
            </a:pPr>
            <a:r>
              <a:rPr sz="1200" spc="150" dirty="0">
                <a:solidFill>
                  <a:srgbClr val="000000"/>
                </a:solidFill>
                <a:latin typeface="Arial" panose="020B0604020202020204" pitchFamily="34" charset="0"/>
                <a:ea typeface="微软雅黑" panose="020B0503020204020204" charset="-122"/>
                <a:sym typeface="+mn-ea"/>
              </a:rPr>
              <a:t>利用键盘也可进行放映控制。按 PageDown 键可向下一画面切换，按PageUp 键可回到上一画面，按 Esc 键可结束放映。</a:t>
            </a:r>
            <a:endParaRPr sz="1200" spc="150" dirty="0">
              <a:solidFill>
                <a:srgbClr val="000000"/>
              </a:solidFill>
              <a:latin typeface="Arial" panose="020B0604020202020204" pitchFamily="34" charset="0"/>
              <a:ea typeface="微软雅黑" panose="020B0503020204020204" charset="-122"/>
              <a:sym typeface="+mn-ea"/>
            </a:endParaRPr>
          </a:p>
        </p:txBody>
      </p:sp>
      <p:sp>
        <p:nvSpPr>
          <p:cNvPr id="2" name="矩形 23"/>
          <p:cNvSpPr/>
          <p:nvPr>
            <p:custDataLst>
              <p:tags r:id="rId9"/>
            </p:custDataLst>
          </p:nvPr>
        </p:nvSpPr>
        <p:spPr>
          <a:xfrm>
            <a:off x="8255" y="4389120"/>
            <a:ext cx="588645" cy="622935"/>
          </a:xfrm>
          <a:custGeom>
            <a:avLst/>
            <a:gdLst>
              <a:gd name="connsiteX0" fmla="*/ 0 w 270142"/>
              <a:gd name="connsiteY0" fmla="*/ 0 h 1190625"/>
              <a:gd name="connsiteX1" fmla="*/ 270142 w 270142"/>
              <a:gd name="connsiteY1" fmla="*/ 0 h 1190625"/>
              <a:gd name="connsiteX2" fmla="*/ 270142 w 270142"/>
              <a:gd name="connsiteY2" fmla="*/ 1190625 h 1190625"/>
              <a:gd name="connsiteX3" fmla="*/ 0 w 270142"/>
              <a:gd name="connsiteY3" fmla="*/ 1190625 h 1190625"/>
              <a:gd name="connsiteX4" fmla="*/ 0 w 270142"/>
              <a:gd name="connsiteY4" fmla="*/ 0 h 1190625"/>
              <a:gd name="connsiteX0-1" fmla="*/ 0 w 546367"/>
              <a:gd name="connsiteY0-2" fmla="*/ 1003300 h 1190625"/>
              <a:gd name="connsiteX1-3" fmla="*/ 546367 w 546367"/>
              <a:gd name="connsiteY1-4" fmla="*/ 0 h 1190625"/>
              <a:gd name="connsiteX2-5" fmla="*/ 546367 w 546367"/>
              <a:gd name="connsiteY2-6" fmla="*/ 1190625 h 1190625"/>
              <a:gd name="connsiteX3-7" fmla="*/ 276225 w 546367"/>
              <a:gd name="connsiteY3-8" fmla="*/ 1190625 h 1190625"/>
              <a:gd name="connsiteX4-9" fmla="*/ 0 w 546367"/>
              <a:gd name="connsiteY4-10" fmla="*/ 1003300 h 1190625"/>
              <a:gd name="connsiteX0-11" fmla="*/ 0 w 546367"/>
              <a:gd name="connsiteY0-12" fmla="*/ 390525 h 577850"/>
              <a:gd name="connsiteX1-13" fmla="*/ 267 w 546367"/>
              <a:gd name="connsiteY1-14" fmla="*/ 0 h 577850"/>
              <a:gd name="connsiteX2-15" fmla="*/ 546367 w 546367"/>
              <a:gd name="connsiteY2-16" fmla="*/ 577850 h 577850"/>
              <a:gd name="connsiteX3-17" fmla="*/ 276225 w 546367"/>
              <a:gd name="connsiteY3-18" fmla="*/ 577850 h 577850"/>
              <a:gd name="connsiteX4-19" fmla="*/ 0 w 546367"/>
              <a:gd name="connsiteY4-20" fmla="*/ 390525 h 577850"/>
              <a:gd name="connsiteX0-21" fmla="*/ 0 w 784492"/>
              <a:gd name="connsiteY0-22" fmla="*/ 390525 h 806450"/>
              <a:gd name="connsiteX1-23" fmla="*/ 267 w 784492"/>
              <a:gd name="connsiteY1-24" fmla="*/ 0 h 806450"/>
              <a:gd name="connsiteX2-25" fmla="*/ 784492 w 784492"/>
              <a:gd name="connsiteY2-26" fmla="*/ 806450 h 806450"/>
              <a:gd name="connsiteX3-27" fmla="*/ 276225 w 784492"/>
              <a:gd name="connsiteY3-28" fmla="*/ 577850 h 806450"/>
              <a:gd name="connsiteX4-29" fmla="*/ 0 w 784492"/>
              <a:gd name="connsiteY4-30" fmla="*/ 390525 h 806450"/>
              <a:gd name="connsiteX0-31" fmla="*/ 0 w 784492"/>
              <a:gd name="connsiteY0-32" fmla="*/ 390525 h 809625"/>
              <a:gd name="connsiteX1-33" fmla="*/ 267 w 784492"/>
              <a:gd name="connsiteY1-34" fmla="*/ 0 h 809625"/>
              <a:gd name="connsiteX2-35" fmla="*/ 784492 w 784492"/>
              <a:gd name="connsiteY2-36" fmla="*/ 806450 h 809625"/>
              <a:gd name="connsiteX3-37" fmla="*/ 469900 w 784492"/>
              <a:gd name="connsiteY3-38" fmla="*/ 809625 h 809625"/>
              <a:gd name="connsiteX4-39" fmla="*/ 0 w 784492"/>
              <a:gd name="connsiteY4-40" fmla="*/ 390525 h 809625"/>
              <a:gd name="connsiteX0-41" fmla="*/ 0 w 784492"/>
              <a:gd name="connsiteY0-42" fmla="*/ 365125 h 809625"/>
              <a:gd name="connsiteX1-43" fmla="*/ 267 w 784492"/>
              <a:gd name="connsiteY1-44" fmla="*/ 0 h 809625"/>
              <a:gd name="connsiteX2-45" fmla="*/ 784492 w 784492"/>
              <a:gd name="connsiteY2-46" fmla="*/ 806450 h 809625"/>
              <a:gd name="connsiteX3-47" fmla="*/ 469900 w 784492"/>
              <a:gd name="connsiteY3-48" fmla="*/ 809625 h 809625"/>
              <a:gd name="connsiteX4-49" fmla="*/ 0 w 784492"/>
              <a:gd name="connsiteY4-50" fmla="*/ 365125 h 809625"/>
              <a:gd name="connsiteX0-51" fmla="*/ 0 w 784492"/>
              <a:gd name="connsiteY0-52" fmla="*/ 365125 h 835025"/>
              <a:gd name="connsiteX1-53" fmla="*/ 267 w 784492"/>
              <a:gd name="connsiteY1-54" fmla="*/ 0 h 835025"/>
              <a:gd name="connsiteX2-55" fmla="*/ 784492 w 784492"/>
              <a:gd name="connsiteY2-56" fmla="*/ 806450 h 835025"/>
              <a:gd name="connsiteX3-57" fmla="*/ 473075 w 784492"/>
              <a:gd name="connsiteY3-58" fmla="*/ 835025 h 835025"/>
              <a:gd name="connsiteX4-59" fmla="*/ 0 w 784492"/>
              <a:gd name="connsiteY4-60" fmla="*/ 365125 h 835025"/>
              <a:gd name="connsiteX0-61" fmla="*/ 0 w 791636"/>
              <a:gd name="connsiteY0-62" fmla="*/ 365125 h 835025"/>
              <a:gd name="connsiteX1-63" fmla="*/ 7411 w 791636"/>
              <a:gd name="connsiteY1-64" fmla="*/ 0 h 835025"/>
              <a:gd name="connsiteX2-65" fmla="*/ 791636 w 791636"/>
              <a:gd name="connsiteY2-66" fmla="*/ 806450 h 835025"/>
              <a:gd name="connsiteX3-67" fmla="*/ 480219 w 791636"/>
              <a:gd name="connsiteY3-68" fmla="*/ 835025 h 835025"/>
              <a:gd name="connsiteX4-69" fmla="*/ 0 w 791636"/>
              <a:gd name="connsiteY4-70" fmla="*/ 365125 h 835025"/>
              <a:gd name="connsiteX0-71" fmla="*/ 4495 w 784225"/>
              <a:gd name="connsiteY0-72" fmla="*/ 369887 h 835025"/>
              <a:gd name="connsiteX1-73" fmla="*/ 0 w 784225"/>
              <a:gd name="connsiteY1-74" fmla="*/ 0 h 835025"/>
              <a:gd name="connsiteX2-75" fmla="*/ 784225 w 784225"/>
              <a:gd name="connsiteY2-76" fmla="*/ 806450 h 835025"/>
              <a:gd name="connsiteX3-77" fmla="*/ 472808 w 784225"/>
              <a:gd name="connsiteY3-78" fmla="*/ 835025 h 835025"/>
              <a:gd name="connsiteX4-79" fmla="*/ 4495 w 784225"/>
              <a:gd name="connsiteY4-80" fmla="*/ 369887 h 835025"/>
              <a:gd name="connsiteX0-81" fmla="*/ 403 w 784896"/>
              <a:gd name="connsiteY0-82" fmla="*/ 384175 h 835025"/>
              <a:gd name="connsiteX1-83" fmla="*/ 671 w 784896"/>
              <a:gd name="connsiteY1-84" fmla="*/ 0 h 835025"/>
              <a:gd name="connsiteX2-85" fmla="*/ 784896 w 784896"/>
              <a:gd name="connsiteY2-86" fmla="*/ 806450 h 835025"/>
              <a:gd name="connsiteX3-87" fmla="*/ 473479 w 784896"/>
              <a:gd name="connsiteY3-88" fmla="*/ 835025 h 835025"/>
              <a:gd name="connsiteX4-89" fmla="*/ 403 w 784896"/>
              <a:gd name="connsiteY4-90" fmla="*/ 384175 h 835025"/>
              <a:gd name="connsiteX0-91" fmla="*/ 2113 w 784225"/>
              <a:gd name="connsiteY0-92" fmla="*/ 362744 h 835025"/>
              <a:gd name="connsiteX1-93" fmla="*/ 0 w 784225"/>
              <a:gd name="connsiteY1-94" fmla="*/ 0 h 835025"/>
              <a:gd name="connsiteX2-95" fmla="*/ 784225 w 784225"/>
              <a:gd name="connsiteY2-96" fmla="*/ 806450 h 835025"/>
              <a:gd name="connsiteX3-97" fmla="*/ 472808 w 784225"/>
              <a:gd name="connsiteY3-98" fmla="*/ 835025 h 835025"/>
              <a:gd name="connsiteX4-99" fmla="*/ 2113 w 784225"/>
              <a:gd name="connsiteY4-100" fmla="*/ 362744 h 835025"/>
              <a:gd name="connsiteX0-101" fmla="*/ 2113 w 784225"/>
              <a:gd name="connsiteY0-102" fmla="*/ 362744 h 830263"/>
              <a:gd name="connsiteX1-103" fmla="*/ 0 w 784225"/>
              <a:gd name="connsiteY1-104" fmla="*/ 0 h 830263"/>
              <a:gd name="connsiteX2-105" fmla="*/ 784225 w 784225"/>
              <a:gd name="connsiteY2-106" fmla="*/ 806450 h 830263"/>
              <a:gd name="connsiteX3-107" fmla="*/ 460902 w 784225"/>
              <a:gd name="connsiteY3-108" fmla="*/ 830263 h 830263"/>
              <a:gd name="connsiteX4-109" fmla="*/ 2113 w 784225"/>
              <a:gd name="connsiteY4-110" fmla="*/ 362744 h 830263"/>
              <a:gd name="connsiteX0-111" fmla="*/ 403 w 784897"/>
              <a:gd name="connsiteY0-112" fmla="*/ 360363 h 830263"/>
              <a:gd name="connsiteX1-113" fmla="*/ 672 w 784897"/>
              <a:gd name="connsiteY1-114" fmla="*/ 0 h 830263"/>
              <a:gd name="connsiteX2-115" fmla="*/ 784897 w 784897"/>
              <a:gd name="connsiteY2-116" fmla="*/ 806450 h 830263"/>
              <a:gd name="connsiteX3-117" fmla="*/ 461574 w 784897"/>
              <a:gd name="connsiteY3-118" fmla="*/ 830263 h 830263"/>
              <a:gd name="connsiteX4-119" fmla="*/ 403 w 784897"/>
              <a:gd name="connsiteY4-120" fmla="*/ 360363 h 83026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84897" h="830263">
                <a:moveTo>
                  <a:pt x="403" y="360363"/>
                </a:moveTo>
                <a:cubicBezTo>
                  <a:pt x="-1095" y="237067"/>
                  <a:pt x="2170" y="123296"/>
                  <a:pt x="672" y="0"/>
                </a:cubicBezTo>
                <a:lnTo>
                  <a:pt x="784897" y="806450"/>
                </a:lnTo>
                <a:lnTo>
                  <a:pt x="461574" y="830263"/>
                </a:lnTo>
                <a:lnTo>
                  <a:pt x="403" y="360363"/>
                </a:lnTo>
                <a:close/>
              </a:path>
            </a:pathLst>
          </a:custGeom>
          <a:solidFill>
            <a:srgbClr val="D0EDD1">
              <a:lumMod val="90000"/>
            </a:srgbClr>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p>
            <a:pPr algn="ctr" defTabSz="685800"/>
            <a:endParaRPr lang="zh-CN" altLang="en-US" sz="1350">
              <a:solidFill>
                <a:srgbClr val="FFFFFF"/>
              </a:solidFill>
            </a:endParaRPr>
          </a:p>
        </p:txBody>
      </p:sp>
      <p:sp>
        <p:nvSpPr>
          <p:cNvPr id="3" name="矩形 25"/>
          <p:cNvSpPr/>
          <p:nvPr>
            <p:custDataLst>
              <p:tags r:id="rId10"/>
            </p:custDataLst>
          </p:nvPr>
        </p:nvSpPr>
        <p:spPr>
          <a:xfrm>
            <a:off x="448945" y="4700270"/>
            <a:ext cx="842010" cy="441325"/>
          </a:xfrm>
          <a:custGeom>
            <a:avLst/>
            <a:gdLst>
              <a:gd name="connsiteX0" fmla="*/ 0 w 250825"/>
              <a:gd name="connsiteY0" fmla="*/ 0 h 723900"/>
              <a:gd name="connsiteX1" fmla="*/ 250825 w 250825"/>
              <a:gd name="connsiteY1" fmla="*/ 0 h 723900"/>
              <a:gd name="connsiteX2" fmla="*/ 250825 w 250825"/>
              <a:gd name="connsiteY2" fmla="*/ 723900 h 723900"/>
              <a:gd name="connsiteX3" fmla="*/ 0 w 250825"/>
              <a:gd name="connsiteY3" fmla="*/ 723900 h 723900"/>
              <a:gd name="connsiteX4" fmla="*/ 0 w 250825"/>
              <a:gd name="connsiteY4" fmla="*/ 0 h 723900"/>
              <a:gd name="connsiteX0-1" fmla="*/ 0 w 1031875"/>
              <a:gd name="connsiteY0-2" fmla="*/ 152400 h 723900"/>
              <a:gd name="connsiteX1-3" fmla="*/ 1031875 w 1031875"/>
              <a:gd name="connsiteY1-4" fmla="*/ 0 h 723900"/>
              <a:gd name="connsiteX2-5" fmla="*/ 1031875 w 1031875"/>
              <a:gd name="connsiteY2-6" fmla="*/ 723900 h 723900"/>
              <a:gd name="connsiteX3-7" fmla="*/ 781050 w 1031875"/>
              <a:gd name="connsiteY3-8" fmla="*/ 723900 h 723900"/>
              <a:gd name="connsiteX4-9" fmla="*/ 0 w 1031875"/>
              <a:gd name="connsiteY4-10" fmla="*/ 152400 h 723900"/>
              <a:gd name="connsiteX0-11" fmla="*/ 0 w 1031875"/>
              <a:gd name="connsiteY0-12" fmla="*/ 0 h 571500"/>
              <a:gd name="connsiteX1-13" fmla="*/ 569912 w 1031875"/>
              <a:gd name="connsiteY1-14" fmla="*/ 50007 h 571500"/>
              <a:gd name="connsiteX2-15" fmla="*/ 1031875 w 1031875"/>
              <a:gd name="connsiteY2-16" fmla="*/ 571500 h 571500"/>
              <a:gd name="connsiteX3-17" fmla="*/ 781050 w 1031875"/>
              <a:gd name="connsiteY3-18" fmla="*/ 571500 h 571500"/>
              <a:gd name="connsiteX4-19" fmla="*/ 0 w 1031875"/>
              <a:gd name="connsiteY4-20" fmla="*/ 0 h 571500"/>
              <a:gd name="connsiteX0-21" fmla="*/ 0 w 1031875"/>
              <a:gd name="connsiteY0-22" fmla="*/ 0 h 571500"/>
              <a:gd name="connsiteX1-23" fmla="*/ 508000 w 1031875"/>
              <a:gd name="connsiteY1-24" fmla="*/ 7144 h 571500"/>
              <a:gd name="connsiteX2-25" fmla="*/ 1031875 w 1031875"/>
              <a:gd name="connsiteY2-26" fmla="*/ 571500 h 571500"/>
              <a:gd name="connsiteX3-27" fmla="*/ 781050 w 1031875"/>
              <a:gd name="connsiteY3-28" fmla="*/ 571500 h 571500"/>
              <a:gd name="connsiteX4-29" fmla="*/ 0 w 1031875"/>
              <a:gd name="connsiteY4-30" fmla="*/ 0 h 571500"/>
              <a:gd name="connsiteX0-31" fmla="*/ 0 w 1031875"/>
              <a:gd name="connsiteY0-32" fmla="*/ 0 h 578644"/>
              <a:gd name="connsiteX1-33" fmla="*/ 508000 w 1031875"/>
              <a:gd name="connsiteY1-34" fmla="*/ 7144 h 578644"/>
              <a:gd name="connsiteX2-35" fmla="*/ 1031875 w 1031875"/>
              <a:gd name="connsiteY2-36" fmla="*/ 571500 h 578644"/>
              <a:gd name="connsiteX3-37" fmla="*/ 573881 w 1031875"/>
              <a:gd name="connsiteY3-38" fmla="*/ 578644 h 578644"/>
              <a:gd name="connsiteX4-39" fmla="*/ 0 w 1031875"/>
              <a:gd name="connsiteY4-40" fmla="*/ 0 h 578644"/>
              <a:gd name="connsiteX0-41" fmla="*/ 0 w 1031875"/>
              <a:gd name="connsiteY0-42" fmla="*/ 0 h 573882"/>
              <a:gd name="connsiteX1-43" fmla="*/ 508000 w 1031875"/>
              <a:gd name="connsiteY1-44" fmla="*/ 7144 h 573882"/>
              <a:gd name="connsiteX2-45" fmla="*/ 1031875 w 1031875"/>
              <a:gd name="connsiteY2-46" fmla="*/ 571500 h 573882"/>
              <a:gd name="connsiteX3-47" fmla="*/ 585788 w 1031875"/>
              <a:gd name="connsiteY3-48" fmla="*/ 573882 h 573882"/>
              <a:gd name="connsiteX4-49" fmla="*/ 0 w 1031875"/>
              <a:gd name="connsiteY4-50" fmla="*/ 0 h 573882"/>
              <a:gd name="connsiteX0-51" fmla="*/ 0 w 1031875"/>
              <a:gd name="connsiteY0-52" fmla="*/ 0 h 581025"/>
              <a:gd name="connsiteX1-53" fmla="*/ 508000 w 1031875"/>
              <a:gd name="connsiteY1-54" fmla="*/ 7144 h 581025"/>
              <a:gd name="connsiteX2-55" fmla="*/ 1031875 w 1031875"/>
              <a:gd name="connsiteY2-56" fmla="*/ 571500 h 581025"/>
              <a:gd name="connsiteX3-57" fmla="*/ 573881 w 1031875"/>
              <a:gd name="connsiteY3-58" fmla="*/ 581025 h 581025"/>
              <a:gd name="connsiteX4-59" fmla="*/ 0 w 1031875"/>
              <a:gd name="connsiteY4-60" fmla="*/ 0 h 581025"/>
              <a:gd name="connsiteX0-61" fmla="*/ 0 w 889000"/>
              <a:gd name="connsiteY0-62" fmla="*/ 0 h 581025"/>
              <a:gd name="connsiteX1-63" fmla="*/ 508000 w 889000"/>
              <a:gd name="connsiteY1-64" fmla="*/ 7144 h 581025"/>
              <a:gd name="connsiteX2-65" fmla="*/ 889000 w 889000"/>
              <a:gd name="connsiteY2-66" fmla="*/ 578643 h 581025"/>
              <a:gd name="connsiteX3-67" fmla="*/ 573881 w 889000"/>
              <a:gd name="connsiteY3-68" fmla="*/ 581025 h 581025"/>
              <a:gd name="connsiteX4-69" fmla="*/ 0 w 889000"/>
              <a:gd name="connsiteY4-70" fmla="*/ 0 h 581025"/>
              <a:gd name="connsiteX0-71" fmla="*/ 0 w 1122362"/>
              <a:gd name="connsiteY0-72" fmla="*/ 0 h 588168"/>
              <a:gd name="connsiteX1-73" fmla="*/ 508000 w 1122362"/>
              <a:gd name="connsiteY1-74" fmla="*/ 7144 h 588168"/>
              <a:gd name="connsiteX2-75" fmla="*/ 1122362 w 1122362"/>
              <a:gd name="connsiteY2-76" fmla="*/ 588168 h 588168"/>
              <a:gd name="connsiteX3-77" fmla="*/ 573881 w 1122362"/>
              <a:gd name="connsiteY3-78" fmla="*/ 581025 h 588168"/>
              <a:gd name="connsiteX4-79" fmla="*/ 0 w 1122362"/>
              <a:gd name="connsiteY4-80" fmla="*/ 0 h 588168"/>
              <a:gd name="connsiteX0-81" fmla="*/ 0 w 1122362"/>
              <a:gd name="connsiteY0-82" fmla="*/ 0 h 588168"/>
              <a:gd name="connsiteX1-83" fmla="*/ 510381 w 1122362"/>
              <a:gd name="connsiteY1-84" fmla="*/ 0 h 588168"/>
              <a:gd name="connsiteX2-85" fmla="*/ 1122362 w 1122362"/>
              <a:gd name="connsiteY2-86" fmla="*/ 588168 h 588168"/>
              <a:gd name="connsiteX3-87" fmla="*/ 573881 w 1122362"/>
              <a:gd name="connsiteY3-88" fmla="*/ 581025 h 588168"/>
              <a:gd name="connsiteX4-89" fmla="*/ 0 w 1122362"/>
              <a:gd name="connsiteY4-90" fmla="*/ 0 h 588168"/>
              <a:gd name="connsiteX0-91" fmla="*/ 0 w 1122362"/>
              <a:gd name="connsiteY0-92" fmla="*/ 0 h 588169"/>
              <a:gd name="connsiteX1-93" fmla="*/ 510381 w 1122362"/>
              <a:gd name="connsiteY1-94" fmla="*/ 0 h 588169"/>
              <a:gd name="connsiteX2-95" fmla="*/ 1122362 w 1122362"/>
              <a:gd name="connsiteY2-96" fmla="*/ 588168 h 588169"/>
              <a:gd name="connsiteX3-97" fmla="*/ 578644 w 1122362"/>
              <a:gd name="connsiteY3-98" fmla="*/ 588169 h 588169"/>
              <a:gd name="connsiteX4-99" fmla="*/ 0 w 1122362"/>
              <a:gd name="connsiteY4-100" fmla="*/ 0 h 58816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122362" h="588169">
                <a:moveTo>
                  <a:pt x="0" y="0"/>
                </a:moveTo>
                <a:lnTo>
                  <a:pt x="510381" y="0"/>
                </a:lnTo>
                <a:lnTo>
                  <a:pt x="1122362" y="588168"/>
                </a:lnTo>
                <a:lnTo>
                  <a:pt x="578644" y="588169"/>
                </a:lnTo>
                <a:lnTo>
                  <a:pt x="0" y="0"/>
                </a:lnTo>
                <a:close/>
              </a:path>
            </a:pathLst>
          </a:custGeom>
          <a:solidFill>
            <a:srgbClr val="D0EDD1"/>
          </a:solidFill>
          <a:ln>
            <a:noFill/>
          </a:ln>
        </p:spPr>
        <p:style>
          <a:lnRef idx="2">
            <a:srgbClr val="159F18">
              <a:shade val="50000"/>
            </a:srgbClr>
          </a:lnRef>
          <a:fillRef idx="1">
            <a:srgbClr val="159F18"/>
          </a:fillRef>
          <a:effectRef idx="0">
            <a:srgbClr val="159F18"/>
          </a:effectRef>
          <a:fontRef idx="minor">
            <a:srgbClr val="FFFFFF"/>
          </a:fontRef>
        </p:style>
        <p:txBody>
          <a:bodyPr rtlCol="0" anchor="ctr"/>
          <a:p>
            <a:pPr algn="ctr" defTabSz="685800"/>
            <a:endParaRPr lang="zh-CN" altLang="en-US" sz="1350" dirty="0">
              <a:solidFill>
                <a:srgbClr val="FFFFFF"/>
              </a:solidFill>
            </a:endParaRPr>
          </a:p>
        </p:txBody>
      </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custDataLst>
              <p:tags r:id="rId1"/>
            </p:custDataLst>
          </p:nvPr>
        </p:nvSpPr>
        <p:spPr>
          <a:xfrm>
            <a:off x="4601845" y="831850"/>
            <a:ext cx="4141470" cy="807085"/>
          </a:xfrm>
          <a:prstGeom prst="rect">
            <a:avLst/>
          </a:prstGeom>
          <a:noFill/>
        </p:spPr>
        <p:txBody>
          <a:bodyPr wrap="square" lIns="67500" tIns="35100" rIns="67500" bIns="35100" rtlCol="0">
            <a:normAutofit/>
          </a:bodyPr>
          <a:lstStyle/>
          <a:p>
            <a:pPr marL="0" indent="0" algn="l" defTabSz="685800">
              <a:lnSpc>
                <a:spcPct val="100000"/>
              </a:lnSpc>
              <a:spcBef>
                <a:spcPts val="0"/>
              </a:spcBef>
              <a:spcAft>
                <a:spcPts val="0"/>
              </a:spcAft>
              <a:buSzPct val="100000"/>
              <a:buNone/>
            </a:pPr>
            <a:r>
              <a:rPr lang="zh-CN" altLang="en-US" sz="2400" b="1" spc="100" dirty="0">
                <a:solidFill>
                  <a:schemeClr val="tx1"/>
                </a:solidFill>
                <a:uFillTx/>
                <a:latin typeface="微软雅黑" panose="020B0503020204020204" charset="-122"/>
                <a:ea typeface="微软雅黑" panose="020B0503020204020204" charset="-122"/>
                <a:cs typeface="+mj-cs"/>
                <a:sym typeface="+mn-ea"/>
              </a:rPr>
              <a:t>使用模板新建演示文稿</a:t>
            </a:r>
            <a:endParaRPr lang="zh-CN" altLang="en-US" sz="2400" b="1" spc="100" dirty="0">
              <a:solidFill>
                <a:schemeClr val="tx1"/>
              </a:solidFill>
              <a:uFillTx/>
              <a:latin typeface="微软雅黑" panose="020B0503020204020204" charset="-122"/>
              <a:ea typeface="微软雅黑" panose="020B0503020204020204" charset="-122"/>
              <a:cs typeface="+mj-cs"/>
              <a:sym typeface="+mn-ea"/>
            </a:endParaRPr>
          </a:p>
        </p:txBody>
      </p:sp>
      <p:cxnSp>
        <p:nvCxnSpPr>
          <p:cNvPr id="14" name="直接连接符 13"/>
          <p:cNvCxnSpPr/>
          <p:nvPr>
            <p:custDataLst>
              <p:tags r:id="rId2"/>
            </p:custDataLst>
          </p:nvPr>
        </p:nvCxnSpPr>
        <p:spPr>
          <a:xfrm>
            <a:off x="4410525" y="1052945"/>
            <a:ext cx="0" cy="3128530"/>
          </a:xfrm>
          <a:prstGeom prst="line">
            <a:avLst/>
          </a:prstGeom>
          <a:ln>
            <a:solidFill>
              <a:srgbClr val="00B0F0"/>
            </a:solidFill>
          </a:ln>
        </p:spPr>
        <p:style>
          <a:lnRef idx="3">
            <a:schemeClr val="accent6"/>
          </a:lnRef>
          <a:fillRef idx="0">
            <a:schemeClr val="accent6"/>
          </a:fillRef>
          <a:effectRef idx="2">
            <a:schemeClr val="accent6"/>
          </a:effectRef>
          <a:fontRef idx="minor">
            <a:schemeClr val="tx1"/>
          </a:fontRef>
        </p:style>
      </p:cxnSp>
      <p:pic>
        <p:nvPicPr>
          <p:cNvPr id="17" name="图片 16"/>
          <p:cNvPicPr>
            <a:picLocks noChangeAspect="1"/>
          </p:cNvPicPr>
          <p:nvPr>
            <p:custDataLst>
              <p:tags r:id="rId3"/>
            </p:custDataLst>
          </p:nvPr>
        </p:nvPicPr>
        <p:blipFill rotWithShape="1">
          <a:blip r:embed="rId4"/>
          <a:srcRect/>
          <a:stretch>
            <a:fillRect/>
          </a:stretch>
        </p:blipFill>
        <p:spPr>
          <a:xfrm>
            <a:off x="834582" y="2605294"/>
            <a:ext cx="3240733" cy="1631441"/>
          </a:xfrm>
          <a:prstGeom prst="rect">
            <a:avLst/>
          </a:prstGeom>
        </p:spPr>
      </p:pic>
      <p:pic>
        <p:nvPicPr>
          <p:cNvPr id="19" name="图片 18"/>
          <p:cNvPicPr>
            <a:picLocks noChangeAspect="1"/>
          </p:cNvPicPr>
          <p:nvPr>
            <p:custDataLst>
              <p:tags r:id="rId5"/>
            </p:custDataLst>
          </p:nvPr>
        </p:nvPicPr>
        <p:blipFill rotWithShape="1">
          <a:blip r:embed="rId6"/>
          <a:srcRect/>
          <a:stretch>
            <a:fillRect/>
          </a:stretch>
        </p:blipFill>
        <p:spPr>
          <a:xfrm>
            <a:off x="788670" y="908050"/>
            <a:ext cx="3235325" cy="1617980"/>
          </a:xfrm>
          <a:prstGeom prst="rect">
            <a:avLst/>
          </a:prstGeom>
        </p:spPr>
      </p:pic>
      <p:sp>
        <p:nvSpPr>
          <p:cNvPr id="4" name="文本框 17"/>
          <p:cNvSpPr txBox="1"/>
          <p:nvPr>
            <p:custDataLst>
              <p:tags r:id="rId7"/>
            </p:custDataLst>
          </p:nvPr>
        </p:nvSpPr>
        <p:spPr>
          <a:xfrm>
            <a:off x="4670425" y="1455420"/>
            <a:ext cx="3816985" cy="2705100"/>
          </a:xfrm>
          <a:prstGeom prst="rect">
            <a:avLst/>
          </a:prstGeom>
        </p:spPr>
        <p:txBody>
          <a:bodyPr vert="horz" lIns="67500" tIns="35100" rIns="67500" bIns="35100" rtlCol="0">
            <a:noAutofit/>
          </a:bodyPr>
          <a:lstStyle>
            <a:defPPr>
              <a:defRPr lang="zh-CN"/>
            </a:defPPr>
            <a:lvl1pPr indent="0" algn="ctr" defTabSz="913765">
              <a:spcBef>
                <a:spcPct val="20000"/>
              </a:spcBef>
              <a:buFont typeface="Arial" panose="020B0604020202020204" pitchFamily="34" charset="0"/>
              <a:buNone/>
              <a:defRPr>
                <a:solidFill>
                  <a:schemeClr val="bg1">
                    <a:lumMod val="65000"/>
                  </a:schemeClr>
                </a:solidFill>
                <a:latin typeface="+mj-lt"/>
              </a:defRPr>
            </a:lvl1pPr>
            <a:lvl2pPr marL="742950" indent="-285750">
              <a:spcBef>
                <a:spcPct val="20000"/>
              </a:spcBef>
              <a:buFont typeface="Arial" panose="020B0604020202020204" pitchFamily="34" charset="0"/>
              <a:buChar char="–"/>
              <a:defRPr sz="1200">
                <a:solidFill>
                  <a:schemeClr val="bg1">
                    <a:lumMod val="65000"/>
                  </a:schemeClr>
                </a:solidFill>
              </a:defRPr>
            </a:lvl2pPr>
            <a:lvl3pPr marL="1143000" indent="-228600">
              <a:spcBef>
                <a:spcPct val="20000"/>
              </a:spcBef>
              <a:buFont typeface="Arial" panose="020B0604020202020204" pitchFamily="34" charset="0"/>
              <a:buChar char="•"/>
              <a:defRPr sz="1100">
                <a:solidFill>
                  <a:schemeClr val="bg1">
                    <a:lumMod val="65000"/>
                  </a:schemeClr>
                </a:solidFill>
              </a:defRPr>
            </a:lvl3pPr>
            <a:lvl4pPr marL="1600200" indent="-228600">
              <a:spcBef>
                <a:spcPct val="20000"/>
              </a:spcBef>
              <a:buFont typeface="Arial" panose="020B0604020202020204" pitchFamily="34" charset="0"/>
              <a:buChar char="–"/>
              <a:defRPr sz="1050">
                <a:solidFill>
                  <a:schemeClr val="bg1">
                    <a:lumMod val="65000"/>
                  </a:schemeClr>
                </a:solidFill>
              </a:defRPr>
            </a:lvl4pPr>
            <a:lvl5pPr marL="2057400" indent="-228600">
              <a:spcBef>
                <a:spcPct val="20000"/>
              </a:spcBef>
              <a:buFont typeface="Arial" panose="020B0604020202020204" pitchFamily="34" charset="0"/>
              <a:buChar char="»"/>
              <a:defRPr sz="1050">
                <a:solidFill>
                  <a:schemeClr val="bg1">
                    <a:lumMod val="65000"/>
                  </a:schemeClr>
                </a:solidFill>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marL="0" lvl="0" indent="-285750" algn="just" defTabSz="685165" fontAlgn="ctr">
              <a:lnSpc>
                <a:spcPct val="140000"/>
              </a:lnSpc>
              <a:spcBef>
                <a:spcPts val="1000"/>
              </a:spcBef>
              <a:spcAft>
                <a:spcPts val="0"/>
              </a:spcAft>
              <a:buSzPct val="100000"/>
              <a:buFont typeface="Wingdings" panose="05000000000000000000" charset="0"/>
              <a:buNone/>
            </a:pPr>
            <a:r>
              <a:rPr sz="1100" spc="100" dirty="0">
                <a:solidFill>
                  <a:schemeClr val="tx1"/>
                </a:solidFill>
                <a:uFillTx/>
                <a:latin typeface="微软雅黑" panose="020B0503020204020204" charset="-122"/>
                <a:ea typeface="微软雅黑" panose="020B0503020204020204" charset="-122"/>
                <a:cs typeface="微软雅黑" panose="020B0503020204020204" charset="-122"/>
              </a:rPr>
              <a:t>PowerPoint 2016提供了许多类型的文档模板，包括空白演示文稿、环保、离子、库等。</a:t>
            </a:r>
            <a:endParaRPr sz="1100" spc="100" dirty="0">
              <a:solidFill>
                <a:schemeClr val="tx1"/>
              </a:solidFill>
              <a:uFillTx/>
              <a:latin typeface="微软雅黑" panose="020B0503020204020204" charset="-122"/>
              <a:ea typeface="微软雅黑" panose="020B0503020204020204" charset="-122"/>
              <a:cs typeface="微软雅黑" panose="020B0503020204020204" charset="-122"/>
            </a:endParaRPr>
          </a:p>
          <a:p>
            <a:pPr marL="0" lvl="0" indent="-285750" algn="just" defTabSz="685165" fontAlgn="ctr">
              <a:lnSpc>
                <a:spcPct val="140000"/>
              </a:lnSpc>
              <a:spcBef>
                <a:spcPts val="1000"/>
              </a:spcBef>
              <a:spcAft>
                <a:spcPts val="0"/>
              </a:spcAft>
              <a:buSzPct val="100000"/>
              <a:buFont typeface="Wingdings" panose="05000000000000000000" charset="0"/>
              <a:buNone/>
            </a:pPr>
            <a:r>
              <a:rPr sz="1100" spc="100" dirty="0">
                <a:solidFill>
                  <a:schemeClr val="tx1"/>
                </a:solidFill>
                <a:uFillTx/>
                <a:latin typeface="微软雅黑" panose="020B0503020204020204" charset="-122"/>
                <a:ea typeface="微软雅黑" panose="020B0503020204020204" charset="-122"/>
                <a:cs typeface="微软雅黑" panose="020B0503020204020204" charset="-122"/>
              </a:rPr>
              <a:t>如果要新建空白演示文稿之外的模板演示文稿，可以在“打开或新建”窗口，或者“文件”选项卡的“新建”标签中，单击需要的模板，如“积分”，将显示确认对话框，如图 6-28 所示，单击选定一种主题，然后单击“创建”。</a:t>
            </a:r>
            <a:endParaRPr sz="1100" spc="100" dirty="0">
              <a:solidFill>
                <a:schemeClr val="tx1"/>
              </a:solidFill>
              <a:uFillTx/>
              <a:latin typeface="微软雅黑" panose="020B0503020204020204" charset="-122"/>
              <a:ea typeface="微软雅黑" panose="020B0503020204020204" charset="-122"/>
              <a:cs typeface="微软雅黑" panose="020B0503020204020204" charset="-122"/>
            </a:endParaRPr>
          </a:p>
          <a:p>
            <a:pPr marL="0" lvl="0" indent="-285750" algn="just" defTabSz="685165" fontAlgn="ctr">
              <a:lnSpc>
                <a:spcPct val="140000"/>
              </a:lnSpc>
              <a:spcBef>
                <a:spcPts val="1000"/>
              </a:spcBef>
              <a:spcAft>
                <a:spcPts val="0"/>
              </a:spcAft>
              <a:buSzPct val="100000"/>
              <a:buFont typeface="Wingdings" panose="05000000000000000000" charset="0"/>
              <a:buNone/>
            </a:pPr>
            <a:r>
              <a:rPr sz="1100" spc="100" dirty="0">
                <a:solidFill>
                  <a:schemeClr val="tx1"/>
                </a:solidFill>
                <a:uFillTx/>
                <a:latin typeface="微软雅黑" panose="020B0503020204020204" charset="-122"/>
                <a:ea typeface="微软雅黑" panose="020B0503020204020204" charset="-122"/>
                <a:cs typeface="微软雅黑" panose="020B0503020204020204" charset="-122"/>
              </a:rPr>
              <a:t>用以上模板新建一个演示文稿，并打开新建演示文稿的编辑窗口，如图 6-29 所示，用具体的内容代替文稿中的内容，或者删除不合适的内容，添加需要的内容。</a:t>
            </a:r>
            <a:endParaRPr sz="1100" spc="100" dirty="0">
              <a:solidFill>
                <a:schemeClr val="tx1"/>
              </a:solidFill>
              <a:uFillTx/>
              <a:latin typeface="微软雅黑" panose="020B0503020204020204" charset="-122"/>
              <a:ea typeface="微软雅黑" panose="020B0503020204020204" charset="-122"/>
              <a:cs typeface="微软雅黑" panose="020B0503020204020204" charset="-122"/>
            </a:endParaRPr>
          </a:p>
        </p:txBody>
      </p:sp>
      <p:sp>
        <p:nvSpPr>
          <p:cNvPr id="23" name="斜纹 22"/>
          <p:cNvSpPr/>
          <p:nvPr>
            <p:custDataLst>
              <p:tags r:id="rId8"/>
            </p:custDataLst>
          </p:nvPr>
        </p:nvSpPr>
        <p:spPr>
          <a:xfrm rot="10800000" flipH="1">
            <a:off x="8436" y="3869871"/>
            <a:ext cx="1273629" cy="1273629"/>
          </a:xfrm>
          <a:prstGeom prst="diagStripe">
            <a:avLst/>
          </a:prstGeom>
          <a:solidFill>
            <a:srgbClr val="1E6BC5">
              <a:lumMod val="20000"/>
              <a:lumOff val="80000"/>
              <a:alpha val="40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p>
            <a:pPr algn="ctr"/>
            <a:endParaRPr kumimoji="1" lang="zh-CN" altLang="en-US" sz="1200" b="1">
              <a:solidFill>
                <a:srgbClr val="FFFFFF"/>
              </a:solidFill>
              <a:latin typeface="微软雅黑" panose="020B0503020204020204" charset="-122"/>
            </a:endParaRPr>
          </a:p>
        </p:txBody>
      </p:sp>
      <p:sp>
        <p:nvSpPr>
          <p:cNvPr id="22" name="斜纹 21"/>
          <p:cNvSpPr/>
          <p:nvPr>
            <p:custDataLst>
              <p:tags r:id="rId9"/>
            </p:custDataLst>
          </p:nvPr>
        </p:nvSpPr>
        <p:spPr>
          <a:xfrm>
            <a:off x="0" y="0"/>
            <a:ext cx="1273493" cy="1273493"/>
          </a:xfrm>
          <a:prstGeom prst="diagStripe">
            <a:avLst>
              <a:gd name="adj" fmla="val 49994"/>
            </a:avLst>
          </a:prstGeom>
          <a:solidFill>
            <a:srgbClr val="1E6BC5">
              <a:lumMod val="20000"/>
              <a:lumOff val="80000"/>
              <a:alpha val="40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p>
            <a:pPr algn="ctr"/>
            <a:endParaRPr kumimoji="1" lang="zh-CN" altLang="en-US" sz="1200" b="1">
              <a:solidFill>
                <a:srgbClr val="FFFFFF"/>
              </a:solidFill>
              <a:latin typeface="微软雅黑" panose="020B0503020204020204" charset="-122"/>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custDataLst>
              <p:tags r:id="rId1"/>
            </p:custDataLst>
          </p:nvPr>
        </p:nvSpPr>
        <p:spPr>
          <a:xfrm>
            <a:off x="467315" y="358472"/>
            <a:ext cx="8208690" cy="524855"/>
          </a:xfrm>
          <a:prstGeom prst="rect">
            <a:avLst/>
          </a:prstGeom>
          <a:blipFill dpi="0" rotWithShape="1">
            <a:blip r:embed="rId2">
              <a:alphaModFix amt="0"/>
            </a:blip>
            <a:srcRect/>
            <a:tile tx="0" ty="0" sx="100000" sy="100000" flip="none" algn="tl"/>
          </a:blipFill>
        </p:spPr>
        <p:txBody>
          <a:bodyPr wrap="square"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spcBef>
                <a:spcPts val="0"/>
              </a:spcBef>
              <a:spcAft>
                <a:spcPts val="0"/>
              </a:spcAft>
              <a:buSzPct val="100000"/>
              <a:buNone/>
            </a:pPr>
            <a:r>
              <a:rPr lang="zh-CN" altLang="en-US" sz="2400" b="1" spc="300">
                <a:solidFill>
                  <a:srgbClr val="000000"/>
                </a:solidFill>
                <a:latin typeface="微软雅黑" panose="020B0503020204020204" charset="-122"/>
                <a:ea typeface="微软雅黑" panose="020B0503020204020204" charset="-122"/>
              </a:rPr>
              <a:t>下载联机模板</a:t>
            </a:r>
            <a:endParaRPr lang="zh-CN" altLang="en-US" sz="2400" b="1" spc="300">
              <a:solidFill>
                <a:srgbClr val="000000"/>
              </a:solidFill>
              <a:latin typeface="微软雅黑" panose="020B0503020204020204" charset="-122"/>
              <a:ea typeface="微软雅黑" panose="020B0503020204020204" charset="-122"/>
            </a:endParaRPr>
          </a:p>
        </p:txBody>
      </p:sp>
      <p:sp>
        <p:nvSpPr>
          <p:cNvPr id="32" name="矩形: 圆角 31"/>
          <p:cNvSpPr/>
          <p:nvPr>
            <p:custDataLst>
              <p:tags r:id="rId3"/>
            </p:custDataLst>
          </p:nvPr>
        </p:nvSpPr>
        <p:spPr>
          <a:xfrm>
            <a:off x="520065" y="1322070"/>
            <a:ext cx="4089400" cy="843915"/>
          </a:xfrm>
          <a:prstGeom prst="roundRect">
            <a:avLst>
              <a:gd name="adj" fmla="val 3638"/>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3" name="矩形: 圆角 32"/>
          <p:cNvSpPr/>
          <p:nvPr>
            <p:custDataLst>
              <p:tags r:id="rId4"/>
            </p:custDataLst>
          </p:nvPr>
        </p:nvSpPr>
        <p:spPr>
          <a:xfrm>
            <a:off x="876935" y="1153160"/>
            <a:ext cx="3375660" cy="32893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5" name="文本框 34"/>
          <p:cNvSpPr txBox="1"/>
          <p:nvPr>
            <p:custDataLst>
              <p:tags r:id="rId5"/>
            </p:custDataLst>
          </p:nvPr>
        </p:nvSpPr>
        <p:spPr>
          <a:xfrm>
            <a:off x="782955" y="1539875"/>
            <a:ext cx="3562985" cy="499745"/>
          </a:xfrm>
          <a:prstGeom prst="rect">
            <a:avLst/>
          </a:prstGeom>
          <a:noFill/>
        </p:spPr>
        <p:txBody>
          <a:bodyPr wrap="square" lIns="68580" tIns="34290" rIns="68580" bIns="34290" rtlCol="0" anchor="ctr">
            <a:noAutofit/>
          </a:bodyPr>
          <a:p>
            <a:pPr marL="0" lvl="0" indent="0" algn="l">
              <a:lnSpc>
                <a:spcPct val="120000"/>
              </a:lnSpc>
              <a:spcBef>
                <a:spcPts val="0"/>
              </a:spcBef>
              <a:spcAft>
                <a:spcPts val="0"/>
              </a:spcAft>
              <a:buSzPct val="100000"/>
            </a:pPr>
            <a:r>
              <a:rPr lang="zh-CN" altLang="en-US" sz="1200" spc="15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在“搜索联机模板和主题”框中输入关键字，如“教育”。</a:t>
            </a:r>
            <a:endParaRPr lang="zh-CN" altLang="en-US" sz="1200" spc="15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36" name="矩形: 圆角 35"/>
          <p:cNvSpPr/>
          <p:nvPr>
            <p:custDataLst>
              <p:tags r:id="rId6"/>
            </p:custDataLst>
          </p:nvPr>
        </p:nvSpPr>
        <p:spPr>
          <a:xfrm>
            <a:off x="520065" y="3681730"/>
            <a:ext cx="4089400" cy="843915"/>
          </a:xfrm>
          <a:prstGeom prst="roundRect">
            <a:avLst>
              <a:gd name="adj" fmla="val 3638"/>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9" name="矩形: 圆角 38"/>
          <p:cNvSpPr/>
          <p:nvPr>
            <p:custDataLst>
              <p:tags r:id="rId7"/>
            </p:custDataLst>
          </p:nvPr>
        </p:nvSpPr>
        <p:spPr>
          <a:xfrm>
            <a:off x="876935" y="3512820"/>
            <a:ext cx="3375660" cy="3289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41" name="文本框 40"/>
          <p:cNvSpPr txBox="1"/>
          <p:nvPr>
            <p:custDataLst>
              <p:tags r:id="rId8"/>
            </p:custDataLst>
          </p:nvPr>
        </p:nvSpPr>
        <p:spPr>
          <a:xfrm>
            <a:off x="782955" y="3899535"/>
            <a:ext cx="3562985" cy="499745"/>
          </a:xfrm>
          <a:prstGeom prst="rect">
            <a:avLst/>
          </a:prstGeom>
          <a:noFill/>
        </p:spPr>
        <p:txBody>
          <a:bodyPr wrap="square" lIns="68580" tIns="34290" rIns="68580" bIns="34290" rtlCol="0" anchor="ctr"/>
          <a:p>
            <a:pPr>
              <a:lnSpc>
                <a:spcPct val="120000"/>
              </a:lnSpc>
            </a:pPr>
            <a:r>
              <a:rPr lang="zh-CN" altLang="en-US" sz="1000" spc="15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rPr>
              <a:t>在列表中单击需要的模板，将显示确认对话框，如图 6-31 所示，单击选定一种主题，然后单击“创建”即可下载。。</a:t>
            </a:r>
            <a:endParaRPr lang="zh-CN" altLang="en-US" sz="1000" spc="150">
              <a:solidFill>
                <a:schemeClr val="tx1">
                  <a:lumMod val="65000"/>
                  <a:lumOff val="35000"/>
                </a:schemeClr>
              </a:solidFill>
              <a:latin typeface="Arial" panose="020B0604020202020204" pitchFamily="34" charset="0"/>
              <a:ea typeface="微软雅黑" panose="020B0503020204020204" charset="-122"/>
              <a:sym typeface="Arial" panose="020B0604020202020204" pitchFamily="34" charset="0"/>
            </a:endParaRPr>
          </a:p>
        </p:txBody>
      </p:sp>
      <p:sp>
        <p:nvSpPr>
          <p:cNvPr id="42" name="矩形: 圆角 41"/>
          <p:cNvSpPr/>
          <p:nvPr>
            <p:custDataLst>
              <p:tags r:id="rId9"/>
            </p:custDataLst>
          </p:nvPr>
        </p:nvSpPr>
        <p:spPr>
          <a:xfrm>
            <a:off x="520065" y="2501900"/>
            <a:ext cx="4089400" cy="843915"/>
          </a:xfrm>
          <a:prstGeom prst="roundRect">
            <a:avLst>
              <a:gd name="adj" fmla="val 3638"/>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43" name="矩形: 圆角 42"/>
          <p:cNvSpPr/>
          <p:nvPr>
            <p:custDataLst>
              <p:tags r:id="rId10"/>
            </p:custDataLst>
          </p:nvPr>
        </p:nvSpPr>
        <p:spPr>
          <a:xfrm>
            <a:off x="876935" y="2332990"/>
            <a:ext cx="3375660" cy="32893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45" name="文本框 44"/>
          <p:cNvSpPr txBox="1"/>
          <p:nvPr>
            <p:custDataLst>
              <p:tags r:id="rId11"/>
            </p:custDataLst>
          </p:nvPr>
        </p:nvSpPr>
        <p:spPr>
          <a:xfrm>
            <a:off x="782955" y="2719705"/>
            <a:ext cx="3562985" cy="499745"/>
          </a:xfrm>
          <a:prstGeom prst="rect">
            <a:avLst/>
          </a:prstGeom>
          <a:noFill/>
        </p:spPr>
        <p:txBody>
          <a:bodyPr wrap="square" lIns="68580" tIns="34290" rIns="68580" bIns="34290" rtlCol="0" anchor="ctr">
            <a:noAutofit/>
          </a:bodyPr>
          <a:p>
            <a:pPr lvl="0" indent="0" algn="l" fontAlgn="ctr">
              <a:lnSpc>
                <a:spcPct val="130000"/>
              </a:lnSpc>
              <a:spcBef>
                <a:spcPts val="1000"/>
              </a:spcBef>
              <a:spcAft>
                <a:spcPts val="0"/>
              </a:spcAft>
              <a:buSzPct val="100000"/>
              <a:buFont typeface="Wingdings" panose="05000000000000000000" charset="0"/>
              <a:buNone/>
            </a:pPr>
            <a:r>
              <a:rPr lang="zh-CN" altLang="en-US" sz="1200" spc="15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单击搜索按钮，如图 6-30 所示，即可看到联机模板和主题列表。</a:t>
            </a:r>
            <a:endParaRPr lang="zh-CN" altLang="en-US" sz="1200" spc="15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2">
            <a:clrChange>
              <a:clrFrom>
                <a:srgbClr val="FFFFFF">
                  <a:alpha val="100000"/>
                </a:srgbClr>
              </a:clrFrom>
              <a:clrTo>
                <a:srgbClr val="FFFFFF">
                  <a:alpha val="100000"/>
                  <a:alpha val="0"/>
                </a:srgbClr>
              </a:clrTo>
            </a:clrChange>
          </a:blip>
          <a:stretch>
            <a:fillRect/>
          </a:stretch>
        </p:blipFill>
        <p:spPr>
          <a:xfrm>
            <a:off x="4925060" y="1153160"/>
            <a:ext cx="3573145" cy="1615440"/>
          </a:xfrm>
          <a:prstGeom prst="rect">
            <a:avLst/>
          </a:prstGeom>
        </p:spPr>
      </p:pic>
      <p:pic>
        <p:nvPicPr>
          <p:cNvPr id="6" name="图片 5"/>
          <p:cNvPicPr>
            <a:picLocks noChangeAspect="1"/>
          </p:cNvPicPr>
          <p:nvPr/>
        </p:nvPicPr>
        <p:blipFill>
          <a:blip r:embed="rId13">
            <a:clrChange>
              <a:clrFrom>
                <a:srgbClr val="FFFFFF">
                  <a:alpha val="100000"/>
                </a:srgbClr>
              </a:clrFrom>
              <a:clrTo>
                <a:srgbClr val="FFFFFF">
                  <a:alpha val="100000"/>
                  <a:alpha val="0"/>
                </a:srgbClr>
              </a:clrTo>
            </a:clrChange>
          </a:blip>
          <a:stretch>
            <a:fillRect/>
          </a:stretch>
        </p:blipFill>
        <p:spPr>
          <a:xfrm>
            <a:off x="4925060" y="2886710"/>
            <a:ext cx="3656330" cy="1718310"/>
          </a:xfrm>
          <a:prstGeom prst="rect">
            <a:avLst/>
          </a:prstGeom>
        </p:spPr>
      </p:pic>
    </p:spTree>
    <p:custDataLst>
      <p:tags r:id="rId14"/>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任意多边形: 形状 231"/>
          <p:cNvSpPr/>
          <p:nvPr>
            <p:custDataLst>
              <p:tags r:id="rId1"/>
            </p:custDataLst>
          </p:nvPr>
        </p:nvSpPr>
        <p:spPr>
          <a:xfrm>
            <a:off x="2867025" y="1880235"/>
            <a:ext cx="5253990" cy="1382395"/>
          </a:xfrm>
          <a:custGeom>
            <a:avLst/>
            <a:gdLst/>
            <a:ahLst/>
            <a:cxnLst/>
            <a:rect l="0" t="0" r="0" b="0"/>
            <a:pathLst>
              <a:path w="9314181" h="2451101">
                <a:moveTo>
                  <a:pt x="9314180" y="2451100"/>
                </a:moveTo>
                <a:lnTo>
                  <a:pt x="7354570" y="0"/>
                </a:lnTo>
                <a:lnTo>
                  <a:pt x="0" y="0"/>
                </a:lnTo>
                <a:lnTo>
                  <a:pt x="1960880" y="2451100"/>
                </a:lnTo>
              </a:path>
            </a:pathLst>
          </a:custGeom>
          <a:solidFill>
            <a:schemeClr val="bg2"/>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33" name="任意多边形: 形状 232"/>
          <p:cNvSpPr/>
          <p:nvPr>
            <p:custDataLst>
              <p:tags r:id="rId2"/>
            </p:custDataLst>
          </p:nvPr>
        </p:nvSpPr>
        <p:spPr>
          <a:xfrm>
            <a:off x="40640" y="0"/>
            <a:ext cx="5713095" cy="4883150"/>
          </a:xfrm>
          <a:custGeom>
            <a:avLst/>
            <a:gdLst>
              <a:gd name="connsiteX0" fmla="*/ 10128250 w 10128250"/>
              <a:gd name="connsiteY0" fmla="*/ 8657590 h 8657590"/>
              <a:gd name="connsiteX1" fmla="*/ 6982460 w 10128250"/>
              <a:gd name="connsiteY1" fmla="*/ 8657590 h 8657590"/>
              <a:gd name="connsiteX2" fmla="*/ 0 w 10128250"/>
              <a:gd name="connsiteY2" fmla="*/ 0 h 8657590"/>
              <a:gd name="connsiteX3" fmla="*/ 3144520 w 10128250"/>
              <a:gd name="connsiteY3" fmla="*/ 0 h 8657590"/>
              <a:gd name="connsiteX4" fmla="*/ 10128250 w 10128250"/>
              <a:gd name="connsiteY4" fmla="*/ 8657590 h 8657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28250" h="8657590">
                <a:moveTo>
                  <a:pt x="10128250" y="8657590"/>
                </a:moveTo>
                <a:lnTo>
                  <a:pt x="6982460" y="8657590"/>
                </a:lnTo>
                <a:lnTo>
                  <a:pt x="0" y="0"/>
                </a:lnTo>
                <a:lnTo>
                  <a:pt x="3144520" y="0"/>
                </a:lnTo>
                <a:lnTo>
                  <a:pt x="10128250" y="8657590"/>
                </a:lnTo>
              </a:path>
            </a:pathLst>
          </a:custGeom>
          <a:solidFill>
            <a:schemeClr val="accent1">
              <a:lumMod val="20000"/>
              <a:lumOff val="80000"/>
            </a:schemeClr>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34" name="任意多边形: 形状 233"/>
          <p:cNvSpPr/>
          <p:nvPr>
            <p:custDataLst>
              <p:tags r:id="rId3"/>
            </p:custDataLst>
          </p:nvPr>
        </p:nvSpPr>
        <p:spPr>
          <a:xfrm>
            <a:off x="0" y="1314450"/>
            <a:ext cx="2601595" cy="1672590"/>
          </a:xfrm>
          <a:custGeom>
            <a:avLst/>
            <a:gdLst/>
            <a:ahLst/>
            <a:cxnLst/>
            <a:rect l="0" t="0" r="0" b="0"/>
            <a:pathLst>
              <a:path w="4612641" h="2965451">
                <a:moveTo>
                  <a:pt x="2241550" y="2965450"/>
                </a:moveTo>
                <a:lnTo>
                  <a:pt x="4612640" y="0"/>
                </a:lnTo>
                <a:lnTo>
                  <a:pt x="2372360" y="0"/>
                </a:lnTo>
                <a:lnTo>
                  <a:pt x="0" y="2965450"/>
                </a:lnTo>
              </a:path>
            </a:pathLst>
          </a:custGeom>
          <a:solidFill>
            <a:schemeClr val="bg2"/>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35" name="任意多边形: 形状 234"/>
          <p:cNvSpPr/>
          <p:nvPr>
            <p:custDataLst>
              <p:tags r:id="rId4"/>
            </p:custDataLst>
          </p:nvPr>
        </p:nvSpPr>
        <p:spPr>
          <a:xfrm>
            <a:off x="441325" y="781685"/>
            <a:ext cx="2667000" cy="2726690"/>
          </a:xfrm>
          <a:custGeom>
            <a:avLst/>
            <a:gdLst>
              <a:gd name="connsiteX0" fmla="*/ 4728210 w 4728210"/>
              <a:gd name="connsiteY0" fmla="*/ 4833620 h 4833620"/>
              <a:gd name="connsiteX1" fmla="*/ 3897630 w 4728210"/>
              <a:gd name="connsiteY1" fmla="*/ 4833620 h 4833620"/>
              <a:gd name="connsiteX2" fmla="*/ 0 w 4728210"/>
              <a:gd name="connsiteY2" fmla="*/ 0 h 4833620"/>
              <a:gd name="connsiteX3" fmla="*/ 830580 w 4728210"/>
              <a:gd name="connsiteY3" fmla="*/ 0 h 4833620"/>
              <a:gd name="connsiteX4" fmla="*/ 4728210 w 4728210"/>
              <a:gd name="connsiteY4" fmla="*/ 4833620 h 4833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8210" h="4833620">
                <a:moveTo>
                  <a:pt x="4728210" y="4833620"/>
                </a:moveTo>
                <a:lnTo>
                  <a:pt x="3897630" y="4833620"/>
                </a:lnTo>
                <a:lnTo>
                  <a:pt x="0" y="0"/>
                </a:lnTo>
                <a:lnTo>
                  <a:pt x="830580" y="0"/>
                </a:lnTo>
                <a:lnTo>
                  <a:pt x="4728210" y="4833620"/>
                </a:lnTo>
              </a:path>
            </a:pathLst>
          </a:custGeom>
          <a:solidFill>
            <a:srgbClr val="00B0F0"/>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49" name="任意多边形: 形状 248"/>
          <p:cNvSpPr/>
          <p:nvPr>
            <p:custDataLst>
              <p:tags r:id="rId5"/>
            </p:custDataLst>
          </p:nvPr>
        </p:nvSpPr>
        <p:spPr>
          <a:xfrm>
            <a:off x="5048885" y="4568190"/>
            <a:ext cx="594995" cy="575310"/>
          </a:xfrm>
          <a:custGeom>
            <a:avLst/>
            <a:gdLst>
              <a:gd name="connsiteX0" fmla="*/ 1054100 w 1054100"/>
              <a:gd name="connsiteY0" fmla="*/ 1019810 h 1019810"/>
              <a:gd name="connsiteX1" fmla="*/ 824230 w 1054100"/>
              <a:gd name="connsiteY1" fmla="*/ 1019810 h 1019810"/>
              <a:gd name="connsiteX2" fmla="*/ 450850 w 1054100"/>
              <a:gd name="connsiteY2" fmla="*/ 558800 h 1019810"/>
              <a:gd name="connsiteX3" fmla="*/ 0 w 1054100"/>
              <a:gd name="connsiteY3" fmla="*/ 0 h 1019810"/>
              <a:gd name="connsiteX4" fmla="*/ 231140 w 1054100"/>
              <a:gd name="connsiteY4" fmla="*/ 0 h 1019810"/>
              <a:gd name="connsiteX5" fmla="*/ 681990 w 1054100"/>
              <a:gd name="connsiteY5" fmla="*/ 558800 h 1019810"/>
              <a:gd name="connsiteX6" fmla="*/ 1054100 w 1054100"/>
              <a:gd name="connsiteY6" fmla="*/ 1019810 h 101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4100" h="1019810">
                <a:moveTo>
                  <a:pt x="1054100" y="1019810"/>
                </a:moveTo>
                <a:lnTo>
                  <a:pt x="824230" y="1019810"/>
                </a:lnTo>
                <a:lnTo>
                  <a:pt x="450850" y="558800"/>
                </a:lnTo>
                <a:lnTo>
                  <a:pt x="0" y="0"/>
                </a:lnTo>
                <a:lnTo>
                  <a:pt x="231140" y="0"/>
                </a:lnTo>
                <a:lnTo>
                  <a:pt x="681990" y="558800"/>
                </a:lnTo>
                <a:lnTo>
                  <a:pt x="1054100" y="1019810"/>
                </a:lnTo>
              </a:path>
            </a:pathLst>
          </a:custGeom>
          <a:solidFill>
            <a:schemeClr val="bg2"/>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50" name="任意多边形: 形状 249"/>
          <p:cNvSpPr/>
          <p:nvPr>
            <p:custDataLst>
              <p:tags r:id="rId6"/>
            </p:custDataLst>
          </p:nvPr>
        </p:nvSpPr>
        <p:spPr>
          <a:xfrm>
            <a:off x="4789170" y="4568190"/>
            <a:ext cx="594995" cy="575310"/>
          </a:xfrm>
          <a:custGeom>
            <a:avLst/>
            <a:gdLst>
              <a:gd name="connsiteX0" fmla="*/ 1054100 w 1054100"/>
              <a:gd name="connsiteY0" fmla="*/ 1019810 h 1019810"/>
              <a:gd name="connsiteX1" fmla="*/ 824230 w 1054100"/>
              <a:gd name="connsiteY1" fmla="*/ 1019810 h 1019810"/>
              <a:gd name="connsiteX2" fmla="*/ 450850 w 1054100"/>
              <a:gd name="connsiteY2" fmla="*/ 558800 h 1019810"/>
              <a:gd name="connsiteX3" fmla="*/ 0 w 1054100"/>
              <a:gd name="connsiteY3" fmla="*/ 0 h 1019810"/>
              <a:gd name="connsiteX4" fmla="*/ 231140 w 1054100"/>
              <a:gd name="connsiteY4" fmla="*/ 0 h 1019810"/>
              <a:gd name="connsiteX5" fmla="*/ 681990 w 1054100"/>
              <a:gd name="connsiteY5" fmla="*/ 558800 h 1019810"/>
              <a:gd name="connsiteX6" fmla="*/ 1054100 w 1054100"/>
              <a:gd name="connsiteY6" fmla="*/ 1019810 h 101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4100" h="1019810">
                <a:moveTo>
                  <a:pt x="1054100" y="1019810"/>
                </a:moveTo>
                <a:lnTo>
                  <a:pt x="824230" y="1019810"/>
                </a:lnTo>
                <a:lnTo>
                  <a:pt x="450850" y="558800"/>
                </a:lnTo>
                <a:lnTo>
                  <a:pt x="0" y="0"/>
                </a:lnTo>
                <a:lnTo>
                  <a:pt x="231140" y="0"/>
                </a:lnTo>
                <a:lnTo>
                  <a:pt x="681990" y="558800"/>
                </a:lnTo>
                <a:lnTo>
                  <a:pt x="1054100" y="1019810"/>
                </a:lnTo>
              </a:path>
            </a:pathLst>
          </a:custGeom>
          <a:solidFill>
            <a:schemeClr val="bg2"/>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51" name="任意多边形: 形状 250"/>
          <p:cNvSpPr/>
          <p:nvPr>
            <p:custDataLst>
              <p:tags r:id="rId7"/>
            </p:custDataLst>
          </p:nvPr>
        </p:nvSpPr>
        <p:spPr>
          <a:xfrm>
            <a:off x="4528820" y="4568190"/>
            <a:ext cx="594995" cy="575310"/>
          </a:xfrm>
          <a:custGeom>
            <a:avLst/>
            <a:gdLst>
              <a:gd name="connsiteX0" fmla="*/ 1054100 w 1054100"/>
              <a:gd name="connsiteY0" fmla="*/ 1019810 h 1019810"/>
              <a:gd name="connsiteX1" fmla="*/ 822960 w 1054100"/>
              <a:gd name="connsiteY1" fmla="*/ 1019810 h 1019810"/>
              <a:gd name="connsiteX2" fmla="*/ 450850 w 1054100"/>
              <a:gd name="connsiteY2" fmla="*/ 558800 h 1019810"/>
              <a:gd name="connsiteX3" fmla="*/ 0 w 1054100"/>
              <a:gd name="connsiteY3" fmla="*/ 0 h 1019810"/>
              <a:gd name="connsiteX4" fmla="*/ 231140 w 1054100"/>
              <a:gd name="connsiteY4" fmla="*/ 0 h 1019810"/>
              <a:gd name="connsiteX5" fmla="*/ 681990 w 1054100"/>
              <a:gd name="connsiteY5" fmla="*/ 558800 h 1019810"/>
              <a:gd name="connsiteX6" fmla="*/ 1054100 w 1054100"/>
              <a:gd name="connsiteY6" fmla="*/ 1019810 h 101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4100" h="1019810">
                <a:moveTo>
                  <a:pt x="1054100" y="1019810"/>
                </a:moveTo>
                <a:lnTo>
                  <a:pt x="822960" y="1019810"/>
                </a:lnTo>
                <a:lnTo>
                  <a:pt x="450850" y="558800"/>
                </a:lnTo>
                <a:lnTo>
                  <a:pt x="0" y="0"/>
                </a:lnTo>
                <a:lnTo>
                  <a:pt x="231140" y="0"/>
                </a:lnTo>
                <a:lnTo>
                  <a:pt x="681990" y="558800"/>
                </a:lnTo>
                <a:lnTo>
                  <a:pt x="1054100" y="1019810"/>
                </a:lnTo>
              </a:path>
            </a:pathLst>
          </a:custGeom>
          <a:solidFill>
            <a:schemeClr val="bg2"/>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52" name="任意多边形: 形状 251"/>
          <p:cNvSpPr/>
          <p:nvPr>
            <p:custDataLst>
              <p:tags r:id="rId8"/>
            </p:custDataLst>
          </p:nvPr>
        </p:nvSpPr>
        <p:spPr>
          <a:xfrm>
            <a:off x="4269105" y="4568190"/>
            <a:ext cx="594995" cy="575310"/>
          </a:xfrm>
          <a:custGeom>
            <a:avLst/>
            <a:gdLst>
              <a:gd name="connsiteX0" fmla="*/ 1054100 w 1054100"/>
              <a:gd name="connsiteY0" fmla="*/ 1019810 h 1019810"/>
              <a:gd name="connsiteX1" fmla="*/ 822960 w 1054100"/>
              <a:gd name="connsiteY1" fmla="*/ 1019810 h 1019810"/>
              <a:gd name="connsiteX2" fmla="*/ 450850 w 1054100"/>
              <a:gd name="connsiteY2" fmla="*/ 558800 h 1019810"/>
              <a:gd name="connsiteX3" fmla="*/ 0 w 1054100"/>
              <a:gd name="connsiteY3" fmla="*/ 0 h 1019810"/>
              <a:gd name="connsiteX4" fmla="*/ 231140 w 1054100"/>
              <a:gd name="connsiteY4" fmla="*/ 0 h 1019810"/>
              <a:gd name="connsiteX5" fmla="*/ 681990 w 1054100"/>
              <a:gd name="connsiteY5" fmla="*/ 558800 h 1019810"/>
              <a:gd name="connsiteX6" fmla="*/ 1054100 w 1054100"/>
              <a:gd name="connsiteY6" fmla="*/ 1019810 h 101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4100" h="1019810">
                <a:moveTo>
                  <a:pt x="1054100" y="1019810"/>
                </a:moveTo>
                <a:lnTo>
                  <a:pt x="822960" y="1019810"/>
                </a:lnTo>
                <a:lnTo>
                  <a:pt x="450850" y="558800"/>
                </a:lnTo>
                <a:lnTo>
                  <a:pt x="0" y="0"/>
                </a:lnTo>
                <a:lnTo>
                  <a:pt x="231140" y="0"/>
                </a:lnTo>
                <a:lnTo>
                  <a:pt x="681990" y="558800"/>
                </a:lnTo>
                <a:lnTo>
                  <a:pt x="1054100" y="1019810"/>
                </a:lnTo>
              </a:path>
            </a:pathLst>
          </a:custGeom>
          <a:solidFill>
            <a:schemeClr val="bg2"/>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53" name="任意多边形: 形状 252"/>
          <p:cNvSpPr/>
          <p:nvPr>
            <p:custDataLst>
              <p:tags r:id="rId9"/>
            </p:custDataLst>
          </p:nvPr>
        </p:nvSpPr>
        <p:spPr>
          <a:xfrm>
            <a:off x="4024630" y="4568190"/>
            <a:ext cx="579120" cy="575310"/>
          </a:xfrm>
          <a:custGeom>
            <a:avLst/>
            <a:gdLst>
              <a:gd name="connsiteX0" fmla="*/ 1026160 w 1026160"/>
              <a:gd name="connsiteY0" fmla="*/ 1019810 h 1019810"/>
              <a:gd name="connsiteX1" fmla="*/ 822960 w 1026160"/>
              <a:gd name="connsiteY1" fmla="*/ 1019810 h 1019810"/>
              <a:gd name="connsiteX2" fmla="*/ 450850 w 1026160"/>
              <a:gd name="connsiteY2" fmla="*/ 558800 h 1019810"/>
              <a:gd name="connsiteX3" fmla="*/ 0 w 1026160"/>
              <a:gd name="connsiteY3" fmla="*/ 0 h 1019810"/>
              <a:gd name="connsiteX4" fmla="*/ 201930 w 1026160"/>
              <a:gd name="connsiteY4" fmla="*/ 0 h 1019810"/>
              <a:gd name="connsiteX5" fmla="*/ 652780 w 1026160"/>
              <a:gd name="connsiteY5" fmla="*/ 558800 h 1019810"/>
              <a:gd name="connsiteX6" fmla="*/ 1026160 w 1026160"/>
              <a:gd name="connsiteY6" fmla="*/ 1019810 h 101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6160" h="1019810">
                <a:moveTo>
                  <a:pt x="1026160" y="1019810"/>
                </a:moveTo>
                <a:lnTo>
                  <a:pt x="822960" y="1019810"/>
                </a:lnTo>
                <a:lnTo>
                  <a:pt x="450850" y="558800"/>
                </a:lnTo>
                <a:lnTo>
                  <a:pt x="0" y="0"/>
                </a:lnTo>
                <a:lnTo>
                  <a:pt x="201930" y="0"/>
                </a:lnTo>
                <a:lnTo>
                  <a:pt x="652780" y="558800"/>
                </a:lnTo>
                <a:lnTo>
                  <a:pt x="1026160" y="1019810"/>
                </a:lnTo>
              </a:path>
            </a:pathLst>
          </a:custGeom>
          <a:solidFill>
            <a:schemeClr val="bg2"/>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37" name="任意多边形: 形状 236"/>
          <p:cNvSpPr/>
          <p:nvPr>
            <p:custDataLst>
              <p:tags r:id="rId10"/>
            </p:custDataLst>
          </p:nvPr>
        </p:nvSpPr>
        <p:spPr>
          <a:xfrm>
            <a:off x="2268220" y="0"/>
            <a:ext cx="460375" cy="409575"/>
          </a:xfrm>
          <a:custGeom>
            <a:avLst/>
            <a:gdLst>
              <a:gd name="connsiteX0" fmla="*/ 816610 w 816610"/>
              <a:gd name="connsiteY0" fmla="*/ 726440 h 726440"/>
              <a:gd name="connsiteX1" fmla="*/ 585470 w 816610"/>
              <a:gd name="connsiteY1" fmla="*/ 726440 h 726440"/>
              <a:gd name="connsiteX2" fmla="*/ 0 w 816610"/>
              <a:gd name="connsiteY2" fmla="*/ 0 h 726440"/>
              <a:gd name="connsiteX3" fmla="*/ 231140 w 816610"/>
              <a:gd name="connsiteY3" fmla="*/ 0 h 726440"/>
              <a:gd name="connsiteX4" fmla="*/ 816610 w 816610"/>
              <a:gd name="connsiteY4" fmla="*/ 726440 h 726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610" h="726440">
                <a:moveTo>
                  <a:pt x="816610" y="726440"/>
                </a:moveTo>
                <a:lnTo>
                  <a:pt x="585470" y="726440"/>
                </a:lnTo>
                <a:lnTo>
                  <a:pt x="0" y="0"/>
                </a:lnTo>
                <a:lnTo>
                  <a:pt x="231140" y="0"/>
                </a:lnTo>
                <a:lnTo>
                  <a:pt x="816610" y="726440"/>
                </a:lnTo>
              </a:path>
            </a:pathLst>
          </a:custGeom>
          <a:solidFill>
            <a:schemeClr val="bg2"/>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38" name="任意多边形: 形状 237"/>
          <p:cNvSpPr/>
          <p:nvPr>
            <p:custDataLst>
              <p:tags r:id="rId11"/>
            </p:custDataLst>
          </p:nvPr>
        </p:nvSpPr>
        <p:spPr>
          <a:xfrm>
            <a:off x="2023745" y="0"/>
            <a:ext cx="445135" cy="409575"/>
          </a:xfrm>
          <a:custGeom>
            <a:avLst/>
            <a:gdLst>
              <a:gd name="connsiteX0" fmla="*/ 788670 w 788670"/>
              <a:gd name="connsiteY0" fmla="*/ 726440 h 726440"/>
              <a:gd name="connsiteX1" fmla="*/ 585470 w 788670"/>
              <a:gd name="connsiteY1" fmla="*/ 726440 h 726440"/>
              <a:gd name="connsiteX2" fmla="*/ 0 w 788670"/>
              <a:gd name="connsiteY2" fmla="*/ 0 h 726440"/>
              <a:gd name="connsiteX3" fmla="*/ 203200 w 788670"/>
              <a:gd name="connsiteY3" fmla="*/ 0 h 726440"/>
              <a:gd name="connsiteX4" fmla="*/ 788670 w 788670"/>
              <a:gd name="connsiteY4" fmla="*/ 726440 h 726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670" h="726440">
                <a:moveTo>
                  <a:pt x="788670" y="726440"/>
                </a:moveTo>
                <a:lnTo>
                  <a:pt x="585470" y="726440"/>
                </a:lnTo>
                <a:lnTo>
                  <a:pt x="0" y="0"/>
                </a:lnTo>
                <a:lnTo>
                  <a:pt x="203200" y="0"/>
                </a:lnTo>
                <a:lnTo>
                  <a:pt x="788670" y="726440"/>
                </a:lnTo>
              </a:path>
            </a:pathLst>
          </a:custGeom>
          <a:solidFill>
            <a:schemeClr val="bg2"/>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39" name="任意多边形: 形状 238"/>
          <p:cNvSpPr/>
          <p:nvPr>
            <p:custDataLst>
              <p:tags r:id="rId12"/>
            </p:custDataLst>
          </p:nvPr>
        </p:nvSpPr>
        <p:spPr>
          <a:xfrm>
            <a:off x="2527935" y="0"/>
            <a:ext cx="460375" cy="409575"/>
          </a:xfrm>
          <a:custGeom>
            <a:avLst/>
            <a:gdLst>
              <a:gd name="connsiteX0" fmla="*/ 816610 w 816610"/>
              <a:gd name="connsiteY0" fmla="*/ 726440 h 726440"/>
              <a:gd name="connsiteX1" fmla="*/ 585470 w 816610"/>
              <a:gd name="connsiteY1" fmla="*/ 726440 h 726440"/>
              <a:gd name="connsiteX2" fmla="*/ 0 w 816610"/>
              <a:gd name="connsiteY2" fmla="*/ 0 h 726440"/>
              <a:gd name="connsiteX3" fmla="*/ 231140 w 816610"/>
              <a:gd name="connsiteY3" fmla="*/ 0 h 726440"/>
              <a:gd name="connsiteX4" fmla="*/ 816610 w 816610"/>
              <a:gd name="connsiteY4" fmla="*/ 726440 h 726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610" h="726440">
                <a:moveTo>
                  <a:pt x="816610" y="726440"/>
                </a:moveTo>
                <a:lnTo>
                  <a:pt x="585470" y="726440"/>
                </a:lnTo>
                <a:lnTo>
                  <a:pt x="0" y="0"/>
                </a:lnTo>
                <a:lnTo>
                  <a:pt x="231140" y="0"/>
                </a:lnTo>
                <a:lnTo>
                  <a:pt x="816610" y="726440"/>
                </a:lnTo>
              </a:path>
            </a:pathLst>
          </a:custGeom>
          <a:solidFill>
            <a:schemeClr val="bg2"/>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40" name="任意多边形: 形状 239"/>
          <p:cNvSpPr/>
          <p:nvPr>
            <p:custDataLst>
              <p:tags r:id="rId13"/>
            </p:custDataLst>
          </p:nvPr>
        </p:nvSpPr>
        <p:spPr>
          <a:xfrm>
            <a:off x="3048000" y="0"/>
            <a:ext cx="460375" cy="409575"/>
          </a:xfrm>
          <a:custGeom>
            <a:avLst/>
            <a:gdLst>
              <a:gd name="connsiteX0" fmla="*/ 816610 w 816610"/>
              <a:gd name="connsiteY0" fmla="*/ 726440 h 726440"/>
              <a:gd name="connsiteX1" fmla="*/ 586740 w 816610"/>
              <a:gd name="connsiteY1" fmla="*/ 726440 h 726440"/>
              <a:gd name="connsiteX2" fmla="*/ 0 w 816610"/>
              <a:gd name="connsiteY2" fmla="*/ 0 h 726440"/>
              <a:gd name="connsiteX3" fmla="*/ 231140 w 816610"/>
              <a:gd name="connsiteY3" fmla="*/ 0 h 726440"/>
              <a:gd name="connsiteX4" fmla="*/ 816610 w 816610"/>
              <a:gd name="connsiteY4" fmla="*/ 726440 h 726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610" h="726440">
                <a:moveTo>
                  <a:pt x="816610" y="726440"/>
                </a:moveTo>
                <a:lnTo>
                  <a:pt x="586740" y="726440"/>
                </a:lnTo>
                <a:lnTo>
                  <a:pt x="0" y="0"/>
                </a:lnTo>
                <a:lnTo>
                  <a:pt x="231140" y="0"/>
                </a:lnTo>
                <a:lnTo>
                  <a:pt x="816610" y="726440"/>
                </a:lnTo>
              </a:path>
            </a:pathLst>
          </a:custGeom>
          <a:solidFill>
            <a:schemeClr val="bg2"/>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41" name="任意多边形: 形状 240"/>
          <p:cNvSpPr/>
          <p:nvPr>
            <p:custDataLst>
              <p:tags r:id="rId14"/>
            </p:custDataLst>
          </p:nvPr>
        </p:nvSpPr>
        <p:spPr>
          <a:xfrm>
            <a:off x="2788285" y="0"/>
            <a:ext cx="460375" cy="409575"/>
          </a:xfrm>
          <a:custGeom>
            <a:avLst/>
            <a:gdLst>
              <a:gd name="connsiteX0" fmla="*/ 816610 w 816610"/>
              <a:gd name="connsiteY0" fmla="*/ 726440 h 726440"/>
              <a:gd name="connsiteX1" fmla="*/ 586740 w 816610"/>
              <a:gd name="connsiteY1" fmla="*/ 726440 h 726440"/>
              <a:gd name="connsiteX2" fmla="*/ 0 w 816610"/>
              <a:gd name="connsiteY2" fmla="*/ 0 h 726440"/>
              <a:gd name="connsiteX3" fmla="*/ 231140 w 816610"/>
              <a:gd name="connsiteY3" fmla="*/ 0 h 726440"/>
              <a:gd name="connsiteX4" fmla="*/ 816610 w 816610"/>
              <a:gd name="connsiteY4" fmla="*/ 726440 h 726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610" h="726440">
                <a:moveTo>
                  <a:pt x="816610" y="726440"/>
                </a:moveTo>
                <a:lnTo>
                  <a:pt x="586740" y="726440"/>
                </a:lnTo>
                <a:lnTo>
                  <a:pt x="0" y="0"/>
                </a:lnTo>
                <a:lnTo>
                  <a:pt x="231140" y="0"/>
                </a:lnTo>
                <a:lnTo>
                  <a:pt x="816610" y="726440"/>
                </a:lnTo>
              </a:path>
            </a:pathLst>
          </a:custGeom>
          <a:solidFill>
            <a:schemeClr val="bg2"/>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42" name="任意多边形: 形状 241"/>
          <p:cNvSpPr/>
          <p:nvPr>
            <p:custDataLst>
              <p:tags r:id="rId15"/>
            </p:custDataLst>
          </p:nvPr>
        </p:nvSpPr>
        <p:spPr>
          <a:xfrm>
            <a:off x="2443480" y="509905"/>
            <a:ext cx="2305685" cy="666750"/>
          </a:xfrm>
          <a:custGeom>
            <a:avLst/>
            <a:gdLst>
              <a:gd name="connsiteX0" fmla="*/ 2159000 w 4088130"/>
              <a:gd name="connsiteY0" fmla="*/ 897890 h 1182370"/>
              <a:gd name="connsiteX1" fmla="*/ 2313940 w 4088130"/>
              <a:gd name="connsiteY1" fmla="*/ 897890 h 1182370"/>
              <a:gd name="connsiteX2" fmla="*/ 2543810 w 4088130"/>
              <a:gd name="connsiteY2" fmla="*/ 1182370 h 1182370"/>
              <a:gd name="connsiteX3" fmla="*/ 2720340 w 4088130"/>
              <a:gd name="connsiteY3" fmla="*/ 1182370 h 1182370"/>
              <a:gd name="connsiteX4" fmla="*/ 2490470 w 4088130"/>
              <a:gd name="connsiteY4" fmla="*/ 897890 h 1182370"/>
              <a:gd name="connsiteX5" fmla="*/ 2667000 w 4088130"/>
              <a:gd name="connsiteY5" fmla="*/ 897890 h 1182370"/>
              <a:gd name="connsiteX6" fmla="*/ 2895600 w 4088130"/>
              <a:gd name="connsiteY6" fmla="*/ 1182370 h 1182370"/>
              <a:gd name="connsiteX7" fmla="*/ 3072130 w 4088130"/>
              <a:gd name="connsiteY7" fmla="*/ 1182370 h 1182370"/>
              <a:gd name="connsiteX8" fmla="*/ 2843530 w 4088130"/>
              <a:gd name="connsiteY8" fmla="*/ 897890 h 1182370"/>
              <a:gd name="connsiteX9" fmla="*/ 3020060 w 4088130"/>
              <a:gd name="connsiteY9" fmla="*/ 897890 h 1182370"/>
              <a:gd name="connsiteX10" fmla="*/ 3248660 w 4088130"/>
              <a:gd name="connsiteY10" fmla="*/ 1182370 h 1182370"/>
              <a:gd name="connsiteX11" fmla="*/ 3425190 w 4088130"/>
              <a:gd name="connsiteY11" fmla="*/ 1182370 h 1182370"/>
              <a:gd name="connsiteX12" fmla="*/ 3195320 w 4088130"/>
              <a:gd name="connsiteY12" fmla="*/ 897890 h 1182370"/>
              <a:gd name="connsiteX13" fmla="*/ 3371850 w 4088130"/>
              <a:gd name="connsiteY13" fmla="*/ 897890 h 1182370"/>
              <a:gd name="connsiteX14" fmla="*/ 3601720 w 4088130"/>
              <a:gd name="connsiteY14" fmla="*/ 1182370 h 1182370"/>
              <a:gd name="connsiteX15" fmla="*/ 3776980 w 4088130"/>
              <a:gd name="connsiteY15" fmla="*/ 1182370 h 1182370"/>
              <a:gd name="connsiteX16" fmla="*/ 3548380 w 4088130"/>
              <a:gd name="connsiteY16" fmla="*/ 897890 h 1182370"/>
              <a:gd name="connsiteX17" fmla="*/ 3724910 w 4088130"/>
              <a:gd name="connsiteY17" fmla="*/ 897890 h 1182370"/>
              <a:gd name="connsiteX18" fmla="*/ 3953510 w 4088130"/>
              <a:gd name="connsiteY18" fmla="*/ 1182370 h 1182370"/>
              <a:gd name="connsiteX19" fmla="*/ 4088130 w 4088130"/>
              <a:gd name="connsiteY19" fmla="*/ 1182370 h 1182370"/>
              <a:gd name="connsiteX20" fmla="*/ 3144520 w 4088130"/>
              <a:gd name="connsiteY20" fmla="*/ 0 h 1182370"/>
              <a:gd name="connsiteX21" fmla="*/ 0 w 4088130"/>
              <a:gd name="connsiteY21" fmla="*/ 0 h 1182370"/>
              <a:gd name="connsiteX22" fmla="*/ 943610 w 4088130"/>
              <a:gd name="connsiteY22" fmla="*/ 1182370 h 1182370"/>
              <a:gd name="connsiteX23" fmla="*/ 2388870 w 4088130"/>
              <a:gd name="connsiteY23" fmla="*/ 1182370 h 1182370"/>
              <a:gd name="connsiteX24" fmla="*/ 2159000 w 4088130"/>
              <a:gd name="connsiteY24" fmla="*/ 897890 h 1182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088130" h="1182370">
                <a:moveTo>
                  <a:pt x="2159000" y="897890"/>
                </a:moveTo>
                <a:lnTo>
                  <a:pt x="2313940" y="897890"/>
                </a:lnTo>
                <a:lnTo>
                  <a:pt x="2543810" y="1182370"/>
                </a:lnTo>
                <a:lnTo>
                  <a:pt x="2720340" y="1182370"/>
                </a:lnTo>
                <a:lnTo>
                  <a:pt x="2490470" y="897890"/>
                </a:lnTo>
                <a:lnTo>
                  <a:pt x="2667000" y="897890"/>
                </a:lnTo>
                <a:lnTo>
                  <a:pt x="2895600" y="1182370"/>
                </a:lnTo>
                <a:lnTo>
                  <a:pt x="3072130" y="1182370"/>
                </a:lnTo>
                <a:lnTo>
                  <a:pt x="2843530" y="897890"/>
                </a:lnTo>
                <a:lnTo>
                  <a:pt x="3020060" y="897890"/>
                </a:lnTo>
                <a:lnTo>
                  <a:pt x="3248660" y="1182370"/>
                </a:lnTo>
                <a:lnTo>
                  <a:pt x="3425190" y="1182370"/>
                </a:lnTo>
                <a:lnTo>
                  <a:pt x="3195320" y="897890"/>
                </a:lnTo>
                <a:lnTo>
                  <a:pt x="3371850" y="897890"/>
                </a:lnTo>
                <a:lnTo>
                  <a:pt x="3601720" y="1182370"/>
                </a:lnTo>
                <a:lnTo>
                  <a:pt x="3776980" y="1182370"/>
                </a:lnTo>
                <a:lnTo>
                  <a:pt x="3548380" y="897890"/>
                </a:lnTo>
                <a:lnTo>
                  <a:pt x="3724910" y="897890"/>
                </a:lnTo>
                <a:lnTo>
                  <a:pt x="3953510" y="1182370"/>
                </a:lnTo>
                <a:lnTo>
                  <a:pt x="4088130" y="1182370"/>
                </a:lnTo>
                <a:lnTo>
                  <a:pt x="3144520" y="0"/>
                </a:lnTo>
                <a:lnTo>
                  <a:pt x="0" y="0"/>
                </a:lnTo>
                <a:lnTo>
                  <a:pt x="943610" y="1182370"/>
                </a:lnTo>
                <a:lnTo>
                  <a:pt x="2388870" y="1182370"/>
                </a:lnTo>
                <a:lnTo>
                  <a:pt x="2159000" y="897890"/>
                </a:lnTo>
              </a:path>
            </a:pathLst>
          </a:custGeom>
          <a:solidFill>
            <a:schemeClr val="bg2"/>
          </a:solidFill>
          <a:ln w="6350" cap="flat" cmpd="sng" algn="ctr">
            <a:noFill/>
            <a:prstDash val="solid"/>
            <a:miter lim="800000"/>
          </a:ln>
          <a:effectLst/>
          <a:extLst>
            <a:ext uri="{91240B29-F687-4F45-9708-019B960494DF}">
              <a14:hiddenLine xmlns:a14="http://schemas.microsoft.com/office/drawing/2010/main" w="6350">
                <a:solidFill>
                  <a:schemeClr val="accent1"/>
                </a:solidFill>
                <a:prstDash val="solid"/>
                <a:miter lim="800000"/>
                <a:headEnd/>
                <a:tailEnd/>
              </a14:hiddenLine>
            </a:ext>
          </a:extLst>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sz="1350"/>
          </a:p>
        </p:txBody>
      </p:sp>
      <p:sp>
        <p:nvSpPr>
          <p:cNvPr id="247" name="矩形 246"/>
          <p:cNvSpPr/>
          <p:nvPr>
            <p:custDataLst>
              <p:tags r:id="rId16"/>
            </p:custDataLst>
          </p:nvPr>
        </p:nvSpPr>
        <p:spPr>
          <a:xfrm rot="18900000">
            <a:off x="5930900" y="4670425"/>
            <a:ext cx="400685" cy="78105"/>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48" name="矩形 247"/>
          <p:cNvSpPr/>
          <p:nvPr>
            <p:custDataLst>
              <p:tags r:id="rId17"/>
            </p:custDataLst>
          </p:nvPr>
        </p:nvSpPr>
        <p:spPr>
          <a:xfrm rot="18900000">
            <a:off x="6092190" y="4508500"/>
            <a:ext cx="78105" cy="400685"/>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45" name="矩形 244"/>
          <p:cNvSpPr/>
          <p:nvPr>
            <p:custDataLst>
              <p:tags r:id="rId18"/>
            </p:custDataLst>
          </p:nvPr>
        </p:nvSpPr>
        <p:spPr>
          <a:xfrm rot="18900486">
            <a:off x="3820160" y="228600"/>
            <a:ext cx="400685" cy="78105"/>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46" name="矩形 245"/>
          <p:cNvSpPr/>
          <p:nvPr>
            <p:custDataLst>
              <p:tags r:id="rId19"/>
            </p:custDataLst>
          </p:nvPr>
        </p:nvSpPr>
        <p:spPr>
          <a:xfrm rot="18900000">
            <a:off x="3981450" y="67310"/>
            <a:ext cx="78105" cy="400685"/>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22" name="任意多边形: 形状 221"/>
          <p:cNvSpPr/>
          <p:nvPr>
            <p:custDataLst>
              <p:tags r:id="rId20"/>
            </p:custDataLst>
          </p:nvPr>
        </p:nvSpPr>
        <p:spPr>
          <a:xfrm>
            <a:off x="398780" y="33185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23" name="任意多边形: 形状 222"/>
          <p:cNvSpPr/>
          <p:nvPr>
            <p:custDataLst>
              <p:tags r:id="rId21"/>
            </p:custDataLst>
          </p:nvPr>
        </p:nvSpPr>
        <p:spPr>
          <a:xfrm>
            <a:off x="506095" y="33185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24" name="任意多边形: 形状 223"/>
          <p:cNvSpPr/>
          <p:nvPr>
            <p:custDataLst>
              <p:tags r:id="rId22"/>
            </p:custDataLst>
          </p:nvPr>
        </p:nvSpPr>
        <p:spPr>
          <a:xfrm>
            <a:off x="612775" y="33185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25" name="任意多边形: 形状 224"/>
          <p:cNvSpPr/>
          <p:nvPr>
            <p:custDataLst>
              <p:tags r:id="rId23"/>
            </p:custDataLst>
          </p:nvPr>
        </p:nvSpPr>
        <p:spPr>
          <a:xfrm>
            <a:off x="719455" y="33185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26" name="任意多边形: 形状 225"/>
          <p:cNvSpPr/>
          <p:nvPr>
            <p:custDataLst>
              <p:tags r:id="rId24"/>
            </p:custDataLst>
          </p:nvPr>
        </p:nvSpPr>
        <p:spPr>
          <a:xfrm>
            <a:off x="827405" y="33185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27" name="任意多边形: 形状 226"/>
          <p:cNvSpPr/>
          <p:nvPr>
            <p:custDataLst>
              <p:tags r:id="rId25"/>
            </p:custDataLst>
          </p:nvPr>
        </p:nvSpPr>
        <p:spPr>
          <a:xfrm>
            <a:off x="1040765" y="33185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28" name="任意多边形: 形状 227"/>
          <p:cNvSpPr/>
          <p:nvPr>
            <p:custDataLst>
              <p:tags r:id="rId26"/>
            </p:custDataLst>
          </p:nvPr>
        </p:nvSpPr>
        <p:spPr>
          <a:xfrm>
            <a:off x="1254760" y="33185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29" name="任意多边形: 形状 228"/>
          <p:cNvSpPr/>
          <p:nvPr>
            <p:custDataLst>
              <p:tags r:id="rId27"/>
            </p:custDataLst>
          </p:nvPr>
        </p:nvSpPr>
        <p:spPr>
          <a:xfrm>
            <a:off x="934085" y="33185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30" name="任意多边形: 形状 229"/>
          <p:cNvSpPr/>
          <p:nvPr>
            <p:custDataLst>
              <p:tags r:id="rId28"/>
            </p:custDataLst>
          </p:nvPr>
        </p:nvSpPr>
        <p:spPr>
          <a:xfrm>
            <a:off x="1147445" y="33185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31" name="任意多边形: 形状 230"/>
          <p:cNvSpPr/>
          <p:nvPr>
            <p:custDataLst>
              <p:tags r:id="rId29"/>
            </p:custDataLst>
          </p:nvPr>
        </p:nvSpPr>
        <p:spPr>
          <a:xfrm>
            <a:off x="292100" y="331851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3048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12" name="任意多边形: 形状 211"/>
          <p:cNvSpPr/>
          <p:nvPr>
            <p:custDataLst>
              <p:tags r:id="rId30"/>
            </p:custDataLst>
          </p:nvPr>
        </p:nvSpPr>
        <p:spPr>
          <a:xfrm>
            <a:off x="398780" y="34258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13" name="任意多边形: 形状 212"/>
          <p:cNvSpPr/>
          <p:nvPr>
            <p:custDataLst>
              <p:tags r:id="rId31"/>
            </p:custDataLst>
          </p:nvPr>
        </p:nvSpPr>
        <p:spPr>
          <a:xfrm>
            <a:off x="506095" y="34258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14" name="任意多边形: 形状 213"/>
          <p:cNvSpPr/>
          <p:nvPr>
            <p:custDataLst>
              <p:tags r:id="rId32"/>
            </p:custDataLst>
          </p:nvPr>
        </p:nvSpPr>
        <p:spPr>
          <a:xfrm>
            <a:off x="612775" y="34258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15" name="任意多边形: 形状 214"/>
          <p:cNvSpPr/>
          <p:nvPr>
            <p:custDataLst>
              <p:tags r:id="rId33"/>
            </p:custDataLst>
          </p:nvPr>
        </p:nvSpPr>
        <p:spPr>
          <a:xfrm>
            <a:off x="719455" y="34258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16" name="任意多边形: 形状 215"/>
          <p:cNvSpPr/>
          <p:nvPr>
            <p:custDataLst>
              <p:tags r:id="rId34"/>
            </p:custDataLst>
          </p:nvPr>
        </p:nvSpPr>
        <p:spPr>
          <a:xfrm>
            <a:off x="827405" y="34258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17" name="任意多边形: 形状 216"/>
          <p:cNvSpPr/>
          <p:nvPr>
            <p:custDataLst>
              <p:tags r:id="rId35"/>
            </p:custDataLst>
          </p:nvPr>
        </p:nvSpPr>
        <p:spPr>
          <a:xfrm>
            <a:off x="1040765" y="34258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18" name="任意多边形: 形状 217"/>
          <p:cNvSpPr/>
          <p:nvPr>
            <p:custDataLst>
              <p:tags r:id="rId36"/>
            </p:custDataLst>
          </p:nvPr>
        </p:nvSpPr>
        <p:spPr>
          <a:xfrm>
            <a:off x="1254760" y="34258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19" name="任意多边形: 形状 218"/>
          <p:cNvSpPr/>
          <p:nvPr>
            <p:custDataLst>
              <p:tags r:id="rId37"/>
            </p:custDataLst>
          </p:nvPr>
        </p:nvSpPr>
        <p:spPr>
          <a:xfrm>
            <a:off x="934085" y="34258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20" name="任意多边形: 形状 219"/>
          <p:cNvSpPr/>
          <p:nvPr>
            <p:custDataLst>
              <p:tags r:id="rId38"/>
            </p:custDataLst>
          </p:nvPr>
        </p:nvSpPr>
        <p:spPr>
          <a:xfrm>
            <a:off x="1147445" y="34258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21" name="任意多边形: 形状 220"/>
          <p:cNvSpPr/>
          <p:nvPr>
            <p:custDataLst>
              <p:tags r:id="rId39"/>
            </p:custDataLst>
          </p:nvPr>
        </p:nvSpPr>
        <p:spPr>
          <a:xfrm>
            <a:off x="292100" y="342519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3048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02" name="任意多边形: 形状 201"/>
          <p:cNvSpPr/>
          <p:nvPr>
            <p:custDataLst>
              <p:tags r:id="rId40"/>
            </p:custDataLst>
          </p:nvPr>
        </p:nvSpPr>
        <p:spPr>
          <a:xfrm>
            <a:off x="398780" y="353250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03" name="任意多边形: 形状 202"/>
          <p:cNvSpPr/>
          <p:nvPr>
            <p:custDataLst>
              <p:tags r:id="rId41"/>
            </p:custDataLst>
          </p:nvPr>
        </p:nvSpPr>
        <p:spPr>
          <a:xfrm>
            <a:off x="506095" y="353250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04" name="任意多边形: 形状 203"/>
          <p:cNvSpPr/>
          <p:nvPr>
            <p:custDataLst>
              <p:tags r:id="rId42"/>
            </p:custDataLst>
          </p:nvPr>
        </p:nvSpPr>
        <p:spPr>
          <a:xfrm>
            <a:off x="612775" y="353250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05" name="任意多边形: 形状 204"/>
          <p:cNvSpPr/>
          <p:nvPr>
            <p:custDataLst>
              <p:tags r:id="rId43"/>
            </p:custDataLst>
          </p:nvPr>
        </p:nvSpPr>
        <p:spPr>
          <a:xfrm>
            <a:off x="719455" y="353250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06" name="任意多边形: 形状 205"/>
          <p:cNvSpPr/>
          <p:nvPr>
            <p:custDataLst>
              <p:tags r:id="rId44"/>
            </p:custDataLst>
          </p:nvPr>
        </p:nvSpPr>
        <p:spPr>
          <a:xfrm>
            <a:off x="827405" y="353250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07" name="任意多边形: 形状 206"/>
          <p:cNvSpPr/>
          <p:nvPr>
            <p:custDataLst>
              <p:tags r:id="rId45"/>
            </p:custDataLst>
          </p:nvPr>
        </p:nvSpPr>
        <p:spPr>
          <a:xfrm>
            <a:off x="1040765" y="353250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08" name="任意多边形: 形状 207"/>
          <p:cNvSpPr/>
          <p:nvPr>
            <p:custDataLst>
              <p:tags r:id="rId46"/>
            </p:custDataLst>
          </p:nvPr>
        </p:nvSpPr>
        <p:spPr>
          <a:xfrm>
            <a:off x="1254760" y="353250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09" name="任意多边形: 形状 208"/>
          <p:cNvSpPr/>
          <p:nvPr>
            <p:custDataLst>
              <p:tags r:id="rId47"/>
            </p:custDataLst>
          </p:nvPr>
        </p:nvSpPr>
        <p:spPr>
          <a:xfrm>
            <a:off x="934085" y="353250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10" name="任意多边形: 形状 209"/>
          <p:cNvSpPr/>
          <p:nvPr>
            <p:custDataLst>
              <p:tags r:id="rId48"/>
            </p:custDataLst>
          </p:nvPr>
        </p:nvSpPr>
        <p:spPr>
          <a:xfrm>
            <a:off x="1147445" y="353250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11" name="任意多边形: 形状 210"/>
          <p:cNvSpPr/>
          <p:nvPr>
            <p:custDataLst>
              <p:tags r:id="rId49"/>
            </p:custDataLst>
          </p:nvPr>
        </p:nvSpPr>
        <p:spPr>
          <a:xfrm>
            <a:off x="292100" y="353250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3048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92" name="任意多边形: 形状 191"/>
          <p:cNvSpPr/>
          <p:nvPr>
            <p:custDataLst>
              <p:tags r:id="rId50"/>
            </p:custDataLst>
          </p:nvPr>
        </p:nvSpPr>
        <p:spPr>
          <a:xfrm>
            <a:off x="398780" y="363918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93" name="任意多边形: 形状 192"/>
          <p:cNvSpPr/>
          <p:nvPr>
            <p:custDataLst>
              <p:tags r:id="rId51"/>
            </p:custDataLst>
          </p:nvPr>
        </p:nvSpPr>
        <p:spPr>
          <a:xfrm>
            <a:off x="506095" y="363918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94" name="任意多边形: 形状 193"/>
          <p:cNvSpPr/>
          <p:nvPr>
            <p:custDataLst>
              <p:tags r:id="rId52"/>
            </p:custDataLst>
          </p:nvPr>
        </p:nvSpPr>
        <p:spPr>
          <a:xfrm>
            <a:off x="612775" y="363918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95" name="任意多边形: 形状 194"/>
          <p:cNvSpPr/>
          <p:nvPr>
            <p:custDataLst>
              <p:tags r:id="rId53"/>
            </p:custDataLst>
          </p:nvPr>
        </p:nvSpPr>
        <p:spPr>
          <a:xfrm>
            <a:off x="719455" y="363918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96" name="任意多边形: 形状 195"/>
          <p:cNvSpPr/>
          <p:nvPr>
            <p:custDataLst>
              <p:tags r:id="rId54"/>
            </p:custDataLst>
          </p:nvPr>
        </p:nvSpPr>
        <p:spPr>
          <a:xfrm>
            <a:off x="827405" y="363918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97" name="任意多边形: 形状 196"/>
          <p:cNvSpPr/>
          <p:nvPr>
            <p:custDataLst>
              <p:tags r:id="rId55"/>
            </p:custDataLst>
          </p:nvPr>
        </p:nvSpPr>
        <p:spPr>
          <a:xfrm>
            <a:off x="1040765" y="363918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98" name="任意多边形: 形状 197"/>
          <p:cNvSpPr/>
          <p:nvPr>
            <p:custDataLst>
              <p:tags r:id="rId56"/>
            </p:custDataLst>
          </p:nvPr>
        </p:nvSpPr>
        <p:spPr>
          <a:xfrm>
            <a:off x="1254760" y="363918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99" name="任意多边形: 形状 198"/>
          <p:cNvSpPr/>
          <p:nvPr>
            <p:custDataLst>
              <p:tags r:id="rId57"/>
            </p:custDataLst>
          </p:nvPr>
        </p:nvSpPr>
        <p:spPr>
          <a:xfrm>
            <a:off x="934085" y="363918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00" name="任意多边形: 形状 199"/>
          <p:cNvSpPr/>
          <p:nvPr>
            <p:custDataLst>
              <p:tags r:id="rId58"/>
            </p:custDataLst>
          </p:nvPr>
        </p:nvSpPr>
        <p:spPr>
          <a:xfrm>
            <a:off x="1147445" y="363918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01" name="任意多边形: 形状 200"/>
          <p:cNvSpPr/>
          <p:nvPr>
            <p:custDataLst>
              <p:tags r:id="rId59"/>
            </p:custDataLst>
          </p:nvPr>
        </p:nvSpPr>
        <p:spPr>
          <a:xfrm>
            <a:off x="292100" y="363918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3048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82" name="任意多边形: 形状 181"/>
          <p:cNvSpPr/>
          <p:nvPr>
            <p:custDataLst>
              <p:tags r:id="rId60"/>
            </p:custDataLst>
          </p:nvPr>
        </p:nvSpPr>
        <p:spPr>
          <a:xfrm>
            <a:off x="398780" y="374586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83" name="任意多边形: 形状 182"/>
          <p:cNvSpPr/>
          <p:nvPr>
            <p:custDataLst>
              <p:tags r:id="rId61"/>
            </p:custDataLst>
          </p:nvPr>
        </p:nvSpPr>
        <p:spPr>
          <a:xfrm>
            <a:off x="506095" y="374586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84" name="任意多边形: 形状 183"/>
          <p:cNvSpPr/>
          <p:nvPr>
            <p:custDataLst>
              <p:tags r:id="rId62"/>
            </p:custDataLst>
          </p:nvPr>
        </p:nvSpPr>
        <p:spPr>
          <a:xfrm>
            <a:off x="612775" y="374586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85" name="任意多边形: 形状 184"/>
          <p:cNvSpPr/>
          <p:nvPr>
            <p:custDataLst>
              <p:tags r:id="rId63"/>
            </p:custDataLst>
          </p:nvPr>
        </p:nvSpPr>
        <p:spPr>
          <a:xfrm>
            <a:off x="719455" y="374586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86" name="任意多边形: 形状 185"/>
          <p:cNvSpPr/>
          <p:nvPr>
            <p:custDataLst>
              <p:tags r:id="rId64"/>
            </p:custDataLst>
          </p:nvPr>
        </p:nvSpPr>
        <p:spPr>
          <a:xfrm>
            <a:off x="827405" y="374586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87" name="任意多边形: 形状 186"/>
          <p:cNvSpPr/>
          <p:nvPr>
            <p:custDataLst>
              <p:tags r:id="rId65"/>
            </p:custDataLst>
          </p:nvPr>
        </p:nvSpPr>
        <p:spPr>
          <a:xfrm>
            <a:off x="1040765" y="374586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88" name="任意多边形: 形状 187"/>
          <p:cNvSpPr/>
          <p:nvPr>
            <p:custDataLst>
              <p:tags r:id="rId66"/>
            </p:custDataLst>
          </p:nvPr>
        </p:nvSpPr>
        <p:spPr>
          <a:xfrm>
            <a:off x="1254760" y="374586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89" name="任意多边形: 形状 188"/>
          <p:cNvSpPr/>
          <p:nvPr>
            <p:custDataLst>
              <p:tags r:id="rId67"/>
            </p:custDataLst>
          </p:nvPr>
        </p:nvSpPr>
        <p:spPr>
          <a:xfrm>
            <a:off x="934085" y="374586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90" name="任意多边形: 形状 189"/>
          <p:cNvSpPr/>
          <p:nvPr>
            <p:custDataLst>
              <p:tags r:id="rId68"/>
            </p:custDataLst>
          </p:nvPr>
        </p:nvSpPr>
        <p:spPr>
          <a:xfrm>
            <a:off x="1147445" y="374586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127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91" name="任意多边形: 形状 190"/>
          <p:cNvSpPr/>
          <p:nvPr>
            <p:custDataLst>
              <p:tags r:id="rId69"/>
            </p:custDataLst>
          </p:nvPr>
        </p:nvSpPr>
        <p:spPr>
          <a:xfrm>
            <a:off x="292100" y="374586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3048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72" name="任意多边形: 形状 171"/>
          <p:cNvSpPr/>
          <p:nvPr>
            <p:custDataLst>
              <p:tags r:id="rId70"/>
            </p:custDataLst>
          </p:nvPr>
        </p:nvSpPr>
        <p:spPr>
          <a:xfrm>
            <a:off x="398780" y="385318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73" name="任意多边形: 形状 172"/>
          <p:cNvSpPr/>
          <p:nvPr>
            <p:custDataLst>
              <p:tags r:id="rId71"/>
            </p:custDataLst>
          </p:nvPr>
        </p:nvSpPr>
        <p:spPr>
          <a:xfrm>
            <a:off x="506095" y="385318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74" name="任意多边形: 形状 173"/>
          <p:cNvSpPr/>
          <p:nvPr>
            <p:custDataLst>
              <p:tags r:id="rId72"/>
            </p:custDataLst>
          </p:nvPr>
        </p:nvSpPr>
        <p:spPr>
          <a:xfrm>
            <a:off x="612775" y="385318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75" name="任意多边形: 形状 174"/>
          <p:cNvSpPr/>
          <p:nvPr>
            <p:custDataLst>
              <p:tags r:id="rId73"/>
            </p:custDataLst>
          </p:nvPr>
        </p:nvSpPr>
        <p:spPr>
          <a:xfrm>
            <a:off x="719455" y="385318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76" name="任意多边形: 形状 175"/>
          <p:cNvSpPr/>
          <p:nvPr>
            <p:custDataLst>
              <p:tags r:id="rId74"/>
            </p:custDataLst>
          </p:nvPr>
        </p:nvSpPr>
        <p:spPr>
          <a:xfrm>
            <a:off x="827405" y="385318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77" name="任意多边形: 形状 176"/>
          <p:cNvSpPr/>
          <p:nvPr>
            <p:custDataLst>
              <p:tags r:id="rId75"/>
            </p:custDataLst>
          </p:nvPr>
        </p:nvSpPr>
        <p:spPr>
          <a:xfrm>
            <a:off x="1040765" y="385318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78" name="任意多边形: 形状 177"/>
          <p:cNvSpPr/>
          <p:nvPr>
            <p:custDataLst>
              <p:tags r:id="rId76"/>
            </p:custDataLst>
          </p:nvPr>
        </p:nvSpPr>
        <p:spPr>
          <a:xfrm>
            <a:off x="1254760" y="385318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79" name="任意多边形: 形状 178"/>
          <p:cNvSpPr/>
          <p:nvPr>
            <p:custDataLst>
              <p:tags r:id="rId77"/>
            </p:custDataLst>
          </p:nvPr>
        </p:nvSpPr>
        <p:spPr>
          <a:xfrm>
            <a:off x="934085" y="385318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80" name="任意多边形: 形状 179"/>
          <p:cNvSpPr/>
          <p:nvPr>
            <p:custDataLst>
              <p:tags r:id="rId78"/>
            </p:custDataLst>
          </p:nvPr>
        </p:nvSpPr>
        <p:spPr>
          <a:xfrm>
            <a:off x="1147445" y="385318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81" name="任意多边形: 形状 180"/>
          <p:cNvSpPr/>
          <p:nvPr>
            <p:custDataLst>
              <p:tags r:id="rId79"/>
            </p:custDataLst>
          </p:nvPr>
        </p:nvSpPr>
        <p:spPr>
          <a:xfrm>
            <a:off x="292100" y="385318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3048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62" name="任意多边形: 形状 161"/>
          <p:cNvSpPr/>
          <p:nvPr>
            <p:custDataLst>
              <p:tags r:id="rId80"/>
            </p:custDataLst>
          </p:nvPr>
        </p:nvSpPr>
        <p:spPr>
          <a:xfrm>
            <a:off x="398780" y="395986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63" name="任意多边形: 形状 162"/>
          <p:cNvSpPr/>
          <p:nvPr>
            <p:custDataLst>
              <p:tags r:id="rId81"/>
            </p:custDataLst>
          </p:nvPr>
        </p:nvSpPr>
        <p:spPr>
          <a:xfrm>
            <a:off x="506095" y="395986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64" name="任意多边形: 形状 163"/>
          <p:cNvSpPr/>
          <p:nvPr>
            <p:custDataLst>
              <p:tags r:id="rId82"/>
            </p:custDataLst>
          </p:nvPr>
        </p:nvSpPr>
        <p:spPr>
          <a:xfrm>
            <a:off x="612775" y="395986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65" name="任意多边形: 形状 164"/>
          <p:cNvSpPr/>
          <p:nvPr>
            <p:custDataLst>
              <p:tags r:id="rId83"/>
            </p:custDataLst>
          </p:nvPr>
        </p:nvSpPr>
        <p:spPr>
          <a:xfrm>
            <a:off x="719455" y="395986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66" name="任意多边形: 形状 165"/>
          <p:cNvSpPr/>
          <p:nvPr>
            <p:custDataLst>
              <p:tags r:id="rId84"/>
            </p:custDataLst>
          </p:nvPr>
        </p:nvSpPr>
        <p:spPr>
          <a:xfrm>
            <a:off x="827405" y="395986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67" name="任意多边形: 形状 166"/>
          <p:cNvSpPr/>
          <p:nvPr>
            <p:custDataLst>
              <p:tags r:id="rId85"/>
            </p:custDataLst>
          </p:nvPr>
        </p:nvSpPr>
        <p:spPr>
          <a:xfrm>
            <a:off x="1040765" y="395986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68" name="任意多边形: 形状 167"/>
          <p:cNvSpPr/>
          <p:nvPr>
            <p:custDataLst>
              <p:tags r:id="rId86"/>
            </p:custDataLst>
          </p:nvPr>
        </p:nvSpPr>
        <p:spPr>
          <a:xfrm>
            <a:off x="1254760" y="395986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69" name="任意多边形: 形状 168"/>
          <p:cNvSpPr/>
          <p:nvPr>
            <p:custDataLst>
              <p:tags r:id="rId87"/>
            </p:custDataLst>
          </p:nvPr>
        </p:nvSpPr>
        <p:spPr>
          <a:xfrm>
            <a:off x="934085" y="395986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70" name="任意多边形: 形状 169"/>
          <p:cNvSpPr/>
          <p:nvPr>
            <p:custDataLst>
              <p:tags r:id="rId88"/>
            </p:custDataLst>
          </p:nvPr>
        </p:nvSpPr>
        <p:spPr>
          <a:xfrm>
            <a:off x="1147445" y="395986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71" name="任意多边形: 形状 170"/>
          <p:cNvSpPr/>
          <p:nvPr>
            <p:custDataLst>
              <p:tags r:id="rId89"/>
            </p:custDataLst>
          </p:nvPr>
        </p:nvSpPr>
        <p:spPr>
          <a:xfrm>
            <a:off x="292100" y="395986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3048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52" name="任意多边形: 形状 151"/>
          <p:cNvSpPr/>
          <p:nvPr>
            <p:custDataLst>
              <p:tags r:id="rId90"/>
            </p:custDataLst>
          </p:nvPr>
        </p:nvSpPr>
        <p:spPr>
          <a:xfrm>
            <a:off x="398780" y="40665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53" name="任意多边形: 形状 152"/>
          <p:cNvSpPr/>
          <p:nvPr>
            <p:custDataLst>
              <p:tags r:id="rId91"/>
            </p:custDataLst>
          </p:nvPr>
        </p:nvSpPr>
        <p:spPr>
          <a:xfrm>
            <a:off x="506095" y="40665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54" name="任意多边形: 形状 153"/>
          <p:cNvSpPr/>
          <p:nvPr>
            <p:custDataLst>
              <p:tags r:id="rId92"/>
            </p:custDataLst>
          </p:nvPr>
        </p:nvSpPr>
        <p:spPr>
          <a:xfrm>
            <a:off x="612775" y="40665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55" name="任意多边形: 形状 154"/>
          <p:cNvSpPr/>
          <p:nvPr>
            <p:custDataLst>
              <p:tags r:id="rId93"/>
            </p:custDataLst>
          </p:nvPr>
        </p:nvSpPr>
        <p:spPr>
          <a:xfrm>
            <a:off x="719455" y="40665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56" name="任意多边形: 形状 155"/>
          <p:cNvSpPr/>
          <p:nvPr>
            <p:custDataLst>
              <p:tags r:id="rId94"/>
            </p:custDataLst>
          </p:nvPr>
        </p:nvSpPr>
        <p:spPr>
          <a:xfrm>
            <a:off x="827405" y="40665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57" name="任意多边形: 形状 156"/>
          <p:cNvSpPr/>
          <p:nvPr>
            <p:custDataLst>
              <p:tags r:id="rId95"/>
            </p:custDataLst>
          </p:nvPr>
        </p:nvSpPr>
        <p:spPr>
          <a:xfrm>
            <a:off x="1040765" y="40665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58" name="任意多边形: 形状 157"/>
          <p:cNvSpPr/>
          <p:nvPr>
            <p:custDataLst>
              <p:tags r:id="rId96"/>
            </p:custDataLst>
          </p:nvPr>
        </p:nvSpPr>
        <p:spPr>
          <a:xfrm>
            <a:off x="1254760" y="40665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59" name="任意多边形: 形状 158"/>
          <p:cNvSpPr/>
          <p:nvPr>
            <p:custDataLst>
              <p:tags r:id="rId97"/>
            </p:custDataLst>
          </p:nvPr>
        </p:nvSpPr>
        <p:spPr>
          <a:xfrm>
            <a:off x="934085" y="40665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60" name="任意多边形: 形状 159"/>
          <p:cNvSpPr/>
          <p:nvPr>
            <p:custDataLst>
              <p:tags r:id="rId98"/>
            </p:custDataLst>
          </p:nvPr>
        </p:nvSpPr>
        <p:spPr>
          <a:xfrm>
            <a:off x="1147445" y="40665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61" name="任意多边形: 形状 160"/>
          <p:cNvSpPr/>
          <p:nvPr>
            <p:custDataLst>
              <p:tags r:id="rId99"/>
            </p:custDataLst>
          </p:nvPr>
        </p:nvSpPr>
        <p:spPr>
          <a:xfrm>
            <a:off x="292100" y="406654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3048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42" name="任意多边形: 形状 141"/>
          <p:cNvSpPr/>
          <p:nvPr>
            <p:custDataLst>
              <p:tags r:id="rId100"/>
            </p:custDataLst>
          </p:nvPr>
        </p:nvSpPr>
        <p:spPr>
          <a:xfrm>
            <a:off x="398780" y="417449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43" name="任意多边形: 形状 142"/>
          <p:cNvSpPr/>
          <p:nvPr>
            <p:custDataLst>
              <p:tags r:id="rId101"/>
            </p:custDataLst>
          </p:nvPr>
        </p:nvSpPr>
        <p:spPr>
          <a:xfrm>
            <a:off x="506095" y="417449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44" name="任意多边形: 形状 143"/>
          <p:cNvSpPr/>
          <p:nvPr>
            <p:custDataLst>
              <p:tags r:id="rId102"/>
            </p:custDataLst>
          </p:nvPr>
        </p:nvSpPr>
        <p:spPr>
          <a:xfrm>
            <a:off x="612775" y="417449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45" name="任意多边形: 形状 144"/>
          <p:cNvSpPr/>
          <p:nvPr>
            <p:custDataLst>
              <p:tags r:id="rId103"/>
            </p:custDataLst>
          </p:nvPr>
        </p:nvSpPr>
        <p:spPr>
          <a:xfrm>
            <a:off x="719455" y="417449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46" name="任意多边形: 形状 145"/>
          <p:cNvSpPr/>
          <p:nvPr>
            <p:custDataLst>
              <p:tags r:id="rId104"/>
            </p:custDataLst>
          </p:nvPr>
        </p:nvSpPr>
        <p:spPr>
          <a:xfrm>
            <a:off x="827405" y="417449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47" name="任意多边形: 形状 146"/>
          <p:cNvSpPr/>
          <p:nvPr>
            <p:custDataLst>
              <p:tags r:id="rId105"/>
            </p:custDataLst>
          </p:nvPr>
        </p:nvSpPr>
        <p:spPr>
          <a:xfrm>
            <a:off x="1040765" y="417449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48" name="任意多边形: 形状 147"/>
          <p:cNvSpPr/>
          <p:nvPr>
            <p:custDataLst>
              <p:tags r:id="rId106"/>
            </p:custDataLst>
          </p:nvPr>
        </p:nvSpPr>
        <p:spPr>
          <a:xfrm>
            <a:off x="1254760" y="417449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49" name="任意多边形: 形状 148"/>
          <p:cNvSpPr/>
          <p:nvPr>
            <p:custDataLst>
              <p:tags r:id="rId107"/>
            </p:custDataLst>
          </p:nvPr>
        </p:nvSpPr>
        <p:spPr>
          <a:xfrm>
            <a:off x="934085" y="417449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50" name="任意多边形: 形状 149"/>
          <p:cNvSpPr/>
          <p:nvPr>
            <p:custDataLst>
              <p:tags r:id="rId108"/>
            </p:custDataLst>
          </p:nvPr>
        </p:nvSpPr>
        <p:spPr>
          <a:xfrm>
            <a:off x="1147445" y="417449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762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51" name="任意多边形: 形状 150"/>
          <p:cNvSpPr/>
          <p:nvPr>
            <p:custDataLst>
              <p:tags r:id="rId109"/>
            </p:custDataLst>
          </p:nvPr>
        </p:nvSpPr>
        <p:spPr>
          <a:xfrm>
            <a:off x="292100" y="417385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3048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32" name="任意多边形: 形状 131"/>
          <p:cNvSpPr/>
          <p:nvPr>
            <p:custDataLst>
              <p:tags r:id="rId110"/>
            </p:custDataLst>
          </p:nvPr>
        </p:nvSpPr>
        <p:spPr>
          <a:xfrm>
            <a:off x="398780" y="42811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33" name="任意多边形: 形状 132"/>
          <p:cNvSpPr/>
          <p:nvPr>
            <p:custDataLst>
              <p:tags r:id="rId111"/>
            </p:custDataLst>
          </p:nvPr>
        </p:nvSpPr>
        <p:spPr>
          <a:xfrm>
            <a:off x="506095" y="42811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34" name="任意多边形: 形状 133"/>
          <p:cNvSpPr/>
          <p:nvPr>
            <p:custDataLst>
              <p:tags r:id="rId112"/>
            </p:custDataLst>
          </p:nvPr>
        </p:nvSpPr>
        <p:spPr>
          <a:xfrm>
            <a:off x="612775" y="42811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35" name="任意多边形: 形状 134"/>
          <p:cNvSpPr/>
          <p:nvPr>
            <p:custDataLst>
              <p:tags r:id="rId113"/>
            </p:custDataLst>
          </p:nvPr>
        </p:nvSpPr>
        <p:spPr>
          <a:xfrm>
            <a:off x="719455" y="42811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36" name="任意多边形: 形状 135"/>
          <p:cNvSpPr/>
          <p:nvPr>
            <p:custDataLst>
              <p:tags r:id="rId114"/>
            </p:custDataLst>
          </p:nvPr>
        </p:nvSpPr>
        <p:spPr>
          <a:xfrm>
            <a:off x="827405" y="42811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37" name="任意多边形: 形状 136"/>
          <p:cNvSpPr/>
          <p:nvPr>
            <p:custDataLst>
              <p:tags r:id="rId115"/>
            </p:custDataLst>
          </p:nvPr>
        </p:nvSpPr>
        <p:spPr>
          <a:xfrm>
            <a:off x="1040765" y="42811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38" name="任意多边形: 形状 137"/>
          <p:cNvSpPr/>
          <p:nvPr>
            <p:custDataLst>
              <p:tags r:id="rId116"/>
            </p:custDataLst>
          </p:nvPr>
        </p:nvSpPr>
        <p:spPr>
          <a:xfrm>
            <a:off x="1254760" y="42811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39" name="任意多边形: 形状 138"/>
          <p:cNvSpPr/>
          <p:nvPr>
            <p:custDataLst>
              <p:tags r:id="rId117"/>
            </p:custDataLst>
          </p:nvPr>
        </p:nvSpPr>
        <p:spPr>
          <a:xfrm>
            <a:off x="934085" y="42811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40" name="任意多边形: 形状 139"/>
          <p:cNvSpPr/>
          <p:nvPr>
            <p:custDataLst>
              <p:tags r:id="rId118"/>
            </p:custDataLst>
          </p:nvPr>
        </p:nvSpPr>
        <p:spPr>
          <a:xfrm>
            <a:off x="1147445" y="42811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30480" y="0"/>
                  <a:pt x="38100" y="8890"/>
                  <a:pt x="38100" y="1905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41" name="任意多边形: 形状 140"/>
          <p:cNvSpPr/>
          <p:nvPr>
            <p:custDataLst>
              <p:tags r:id="rId119"/>
            </p:custDataLst>
          </p:nvPr>
        </p:nvSpPr>
        <p:spPr>
          <a:xfrm>
            <a:off x="292100" y="428117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30480" y="38100"/>
                  <a:pt x="19050" y="38100"/>
                </a:cubicBezTo>
                <a:close/>
              </a:path>
            </a:pathLst>
          </a:custGeom>
          <a:solidFill>
            <a:srgbClr val="00B0F0"/>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12" name="任意多边形: 形状 111"/>
          <p:cNvSpPr/>
          <p:nvPr>
            <p:custDataLst>
              <p:tags r:id="rId120"/>
            </p:custDataLst>
          </p:nvPr>
        </p:nvSpPr>
        <p:spPr>
          <a:xfrm>
            <a:off x="7129780" y="8407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13" name="任意多边形: 形状 112"/>
          <p:cNvSpPr/>
          <p:nvPr>
            <p:custDataLst>
              <p:tags r:id="rId121"/>
            </p:custDataLst>
          </p:nvPr>
        </p:nvSpPr>
        <p:spPr>
          <a:xfrm>
            <a:off x="7236460" y="8407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14" name="任意多边形: 形状 113"/>
          <p:cNvSpPr/>
          <p:nvPr>
            <p:custDataLst>
              <p:tags r:id="rId122"/>
            </p:custDataLst>
          </p:nvPr>
        </p:nvSpPr>
        <p:spPr>
          <a:xfrm>
            <a:off x="7343140" y="84074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15" name="任意多边形: 形状 114"/>
          <p:cNvSpPr/>
          <p:nvPr>
            <p:custDataLst>
              <p:tags r:id="rId123"/>
            </p:custDataLst>
          </p:nvPr>
        </p:nvSpPr>
        <p:spPr>
          <a:xfrm>
            <a:off x="7451090" y="84074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16" name="任意多边形: 形状 115"/>
          <p:cNvSpPr/>
          <p:nvPr>
            <p:custDataLst>
              <p:tags r:id="rId124"/>
            </p:custDataLst>
          </p:nvPr>
        </p:nvSpPr>
        <p:spPr>
          <a:xfrm>
            <a:off x="7557770" y="84074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17" name="任意多边形: 形状 116"/>
          <p:cNvSpPr/>
          <p:nvPr>
            <p:custDataLst>
              <p:tags r:id="rId125"/>
            </p:custDataLst>
          </p:nvPr>
        </p:nvSpPr>
        <p:spPr>
          <a:xfrm>
            <a:off x="7771765" y="84074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18" name="任意多边形: 形状 117"/>
          <p:cNvSpPr/>
          <p:nvPr>
            <p:custDataLst>
              <p:tags r:id="rId126"/>
            </p:custDataLst>
          </p:nvPr>
        </p:nvSpPr>
        <p:spPr>
          <a:xfrm>
            <a:off x="7985125" y="84074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19" name="任意多边形: 形状 118"/>
          <p:cNvSpPr/>
          <p:nvPr>
            <p:custDataLst>
              <p:tags r:id="rId127"/>
            </p:custDataLst>
          </p:nvPr>
        </p:nvSpPr>
        <p:spPr>
          <a:xfrm>
            <a:off x="7664450" y="84074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20" name="任意多边形: 形状 119"/>
          <p:cNvSpPr/>
          <p:nvPr>
            <p:custDataLst>
              <p:tags r:id="rId128"/>
            </p:custDataLst>
          </p:nvPr>
        </p:nvSpPr>
        <p:spPr>
          <a:xfrm>
            <a:off x="7878445" y="84074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21" name="任意多边形: 形状 120"/>
          <p:cNvSpPr/>
          <p:nvPr>
            <p:custDataLst>
              <p:tags r:id="rId129"/>
            </p:custDataLst>
          </p:nvPr>
        </p:nvSpPr>
        <p:spPr>
          <a:xfrm>
            <a:off x="7023100" y="84074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02" name="任意多边形: 形状 101"/>
          <p:cNvSpPr/>
          <p:nvPr>
            <p:custDataLst>
              <p:tags r:id="rId130"/>
            </p:custDataLst>
          </p:nvPr>
        </p:nvSpPr>
        <p:spPr>
          <a:xfrm>
            <a:off x="7129780" y="94805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03" name="任意多边形: 形状 102"/>
          <p:cNvSpPr/>
          <p:nvPr>
            <p:custDataLst>
              <p:tags r:id="rId131"/>
            </p:custDataLst>
          </p:nvPr>
        </p:nvSpPr>
        <p:spPr>
          <a:xfrm>
            <a:off x="7236460" y="94805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04" name="任意多边形: 形状 103"/>
          <p:cNvSpPr/>
          <p:nvPr>
            <p:custDataLst>
              <p:tags r:id="rId132"/>
            </p:custDataLst>
          </p:nvPr>
        </p:nvSpPr>
        <p:spPr>
          <a:xfrm>
            <a:off x="7343140" y="94805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05" name="任意多边形: 形状 104"/>
          <p:cNvSpPr/>
          <p:nvPr>
            <p:custDataLst>
              <p:tags r:id="rId133"/>
            </p:custDataLst>
          </p:nvPr>
        </p:nvSpPr>
        <p:spPr>
          <a:xfrm>
            <a:off x="7451090" y="94805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06" name="任意多边形: 形状 105"/>
          <p:cNvSpPr/>
          <p:nvPr>
            <p:custDataLst>
              <p:tags r:id="rId134"/>
            </p:custDataLst>
          </p:nvPr>
        </p:nvSpPr>
        <p:spPr>
          <a:xfrm>
            <a:off x="7557770" y="94805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127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07" name="任意多边形: 形状 106"/>
          <p:cNvSpPr/>
          <p:nvPr>
            <p:custDataLst>
              <p:tags r:id="rId135"/>
            </p:custDataLst>
          </p:nvPr>
        </p:nvSpPr>
        <p:spPr>
          <a:xfrm>
            <a:off x="7771765" y="94805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08" name="任意多边形: 形状 107"/>
          <p:cNvSpPr/>
          <p:nvPr>
            <p:custDataLst>
              <p:tags r:id="rId136"/>
            </p:custDataLst>
          </p:nvPr>
        </p:nvSpPr>
        <p:spPr>
          <a:xfrm>
            <a:off x="7985125" y="94805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09" name="任意多边形: 形状 108"/>
          <p:cNvSpPr/>
          <p:nvPr>
            <p:custDataLst>
              <p:tags r:id="rId137"/>
            </p:custDataLst>
          </p:nvPr>
        </p:nvSpPr>
        <p:spPr>
          <a:xfrm>
            <a:off x="7664450" y="94805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127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10" name="任意多边形: 形状 109"/>
          <p:cNvSpPr/>
          <p:nvPr>
            <p:custDataLst>
              <p:tags r:id="rId138"/>
            </p:custDataLst>
          </p:nvPr>
        </p:nvSpPr>
        <p:spPr>
          <a:xfrm>
            <a:off x="7878445" y="94805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127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11" name="任意多边形: 形状 110"/>
          <p:cNvSpPr/>
          <p:nvPr>
            <p:custDataLst>
              <p:tags r:id="rId139"/>
            </p:custDataLst>
          </p:nvPr>
        </p:nvSpPr>
        <p:spPr>
          <a:xfrm>
            <a:off x="7023100" y="94805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92" name="任意多边形: 形状 91"/>
          <p:cNvSpPr/>
          <p:nvPr>
            <p:custDataLst>
              <p:tags r:id="rId140"/>
            </p:custDataLst>
          </p:nvPr>
        </p:nvSpPr>
        <p:spPr>
          <a:xfrm>
            <a:off x="7129780" y="10553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93" name="任意多边形: 形状 92"/>
          <p:cNvSpPr/>
          <p:nvPr>
            <p:custDataLst>
              <p:tags r:id="rId141"/>
            </p:custDataLst>
          </p:nvPr>
        </p:nvSpPr>
        <p:spPr>
          <a:xfrm>
            <a:off x="7236460" y="105537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94" name="任意多边形: 形状 93"/>
          <p:cNvSpPr/>
          <p:nvPr>
            <p:custDataLst>
              <p:tags r:id="rId142"/>
            </p:custDataLst>
          </p:nvPr>
        </p:nvSpPr>
        <p:spPr>
          <a:xfrm>
            <a:off x="7343140" y="105537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95" name="任意多边形: 形状 94"/>
          <p:cNvSpPr/>
          <p:nvPr>
            <p:custDataLst>
              <p:tags r:id="rId143"/>
            </p:custDataLst>
          </p:nvPr>
        </p:nvSpPr>
        <p:spPr>
          <a:xfrm>
            <a:off x="7451090" y="105537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96" name="任意多边形: 形状 95"/>
          <p:cNvSpPr/>
          <p:nvPr>
            <p:custDataLst>
              <p:tags r:id="rId144"/>
            </p:custDataLst>
          </p:nvPr>
        </p:nvSpPr>
        <p:spPr>
          <a:xfrm>
            <a:off x="7557770" y="105537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97" name="任意多边形: 形状 96"/>
          <p:cNvSpPr/>
          <p:nvPr>
            <p:custDataLst>
              <p:tags r:id="rId145"/>
            </p:custDataLst>
          </p:nvPr>
        </p:nvSpPr>
        <p:spPr>
          <a:xfrm>
            <a:off x="7771765" y="105537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98" name="任意多边形: 形状 97"/>
          <p:cNvSpPr/>
          <p:nvPr>
            <p:custDataLst>
              <p:tags r:id="rId146"/>
            </p:custDataLst>
          </p:nvPr>
        </p:nvSpPr>
        <p:spPr>
          <a:xfrm>
            <a:off x="7985125" y="105537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99" name="任意多边形: 形状 98"/>
          <p:cNvSpPr/>
          <p:nvPr>
            <p:custDataLst>
              <p:tags r:id="rId147"/>
            </p:custDataLst>
          </p:nvPr>
        </p:nvSpPr>
        <p:spPr>
          <a:xfrm>
            <a:off x="7664450" y="105537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00" name="任意多边形: 形状 99"/>
          <p:cNvSpPr/>
          <p:nvPr>
            <p:custDataLst>
              <p:tags r:id="rId148"/>
            </p:custDataLst>
          </p:nvPr>
        </p:nvSpPr>
        <p:spPr>
          <a:xfrm>
            <a:off x="7878445" y="105537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01" name="任意多边形: 形状 100"/>
          <p:cNvSpPr/>
          <p:nvPr>
            <p:custDataLst>
              <p:tags r:id="rId149"/>
            </p:custDataLst>
          </p:nvPr>
        </p:nvSpPr>
        <p:spPr>
          <a:xfrm>
            <a:off x="7023100" y="105537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82" name="任意多边形: 形状 81"/>
          <p:cNvSpPr/>
          <p:nvPr>
            <p:custDataLst>
              <p:tags r:id="rId150"/>
            </p:custDataLst>
          </p:nvPr>
        </p:nvSpPr>
        <p:spPr>
          <a:xfrm>
            <a:off x="7129780" y="116205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83" name="任意多边形: 形状 82"/>
          <p:cNvSpPr/>
          <p:nvPr>
            <p:custDataLst>
              <p:tags r:id="rId151"/>
            </p:custDataLst>
          </p:nvPr>
        </p:nvSpPr>
        <p:spPr>
          <a:xfrm>
            <a:off x="7236460" y="116205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84" name="任意多边形: 形状 83"/>
          <p:cNvSpPr/>
          <p:nvPr>
            <p:custDataLst>
              <p:tags r:id="rId152"/>
            </p:custDataLst>
          </p:nvPr>
        </p:nvSpPr>
        <p:spPr>
          <a:xfrm>
            <a:off x="7343140" y="116205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85" name="任意多边形: 形状 84"/>
          <p:cNvSpPr/>
          <p:nvPr>
            <p:custDataLst>
              <p:tags r:id="rId153"/>
            </p:custDataLst>
          </p:nvPr>
        </p:nvSpPr>
        <p:spPr>
          <a:xfrm>
            <a:off x="7451090" y="116205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86" name="任意多边形: 形状 85"/>
          <p:cNvSpPr/>
          <p:nvPr>
            <p:custDataLst>
              <p:tags r:id="rId154"/>
            </p:custDataLst>
          </p:nvPr>
        </p:nvSpPr>
        <p:spPr>
          <a:xfrm>
            <a:off x="7557770" y="116205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87" name="任意多边形: 形状 86"/>
          <p:cNvSpPr/>
          <p:nvPr>
            <p:custDataLst>
              <p:tags r:id="rId155"/>
            </p:custDataLst>
          </p:nvPr>
        </p:nvSpPr>
        <p:spPr>
          <a:xfrm>
            <a:off x="7771765" y="116205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88" name="任意多边形: 形状 87"/>
          <p:cNvSpPr/>
          <p:nvPr>
            <p:custDataLst>
              <p:tags r:id="rId156"/>
            </p:custDataLst>
          </p:nvPr>
        </p:nvSpPr>
        <p:spPr>
          <a:xfrm>
            <a:off x="7985125" y="116205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89" name="任意多边形: 形状 88"/>
          <p:cNvSpPr/>
          <p:nvPr>
            <p:custDataLst>
              <p:tags r:id="rId157"/>
            </p:custDataLst>
          </p:nvPr>
        </p:nvSpPr>
        <p:spPr>
          <a:xfrm>
            <a:off x="7664450" y="116205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90" name="任意多边形: 形状 89"/>
          <p:cNvSpPr/>
          <p:nvPr>
            <p:custDataLst>
              <p:tags r:id="rId158"/>
            </p:custDataLst>
          </p:nvPr>
        </p:nvSpPr>
        <p:spPr>
          <a:xfrm>
            <a:off x="7878445" y="116205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91" name="任意多边形: 形状 90"/>
          <p:cNvSpPr/>
          <p:nvPr>
            <p:custDataLst>
              <p:tags r:id="rId159"/>
            </p:custDataLst>
          </p:nvPr>
        </p:nvSpPr>
        <p:spPr>
          <a:xfrm>
            <a:off x="7023100" y="116205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72" name="任意多边形: 形状 71"/>
          <p:cNvSpPr/>
          <p:nvPr>
            <p:custDataLst>
              <p:tags r:id="rId160"/>
            </p:custDataLst>
          </p:nvPr>
        </p:nvSpPr>
        <p:spPr>
          <a:xfrm>
            <a:off x="7129780" y="12687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73" name="任意多边形: 形状 72"/>
          <p:cNvSpPr/>
          <p:nvPr>
            <p:custDataLst>
              <p:tags r:id="rId161"/>
            </p:custDataLst>
          </p:nvPr>
        </p:nvSpPr>
        <p:spPr>
          <a:xfrm>
            <a:off x="7236460" y="12687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74" name="任意多边形: 形状 73"/>
          <p:cNvSpPr/>
          <p:nvPr>
            <p:custDataLst>
              <p:tags r:id="rId162"/>
            </p:custDataLst>
          </p:nvPr>
        </p:nvSpPr>
        <p:spPr>
          <a:xfrm>
            <a:off x="7343140" y="12687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75" name="任意多边形: 形状 74"/>
          <p:cNvSpPr/>
          <p:nvPr>
            <p:custDataLst>
              <p:tags r:id="rId163"/>
            </p:custDataLst>
          </p:nvPr>
        </p:nvSpPr>
        <p:spPr>
          <a:xfrm>
            <a:off x="7451090" y="12687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76" name="任意多边形: 形状 75"/>
          <p:cNvSpPr/>
          <p:nvPr>
            <p:custDataLst>
              <p:tags r:id="rId164"/>
            </p:custDataLst>
          </p:nvPr>
        </p:nvSpPr>
        <p:spPr>
          <a:xfrm>
            <a:off x="7557770" y="12687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77" name="任意多边形: 形状 76"/>
          <p:cNvSpPr/>
          <p:nvPr>
            <p:custDataLst>
              <p:tags r:id="rId165"/>
            </p:custDataLst>
          </p:nvPr>
        </p:nvSpPr>
        <p:spPr>
          <a:xfrm>
            <a:off x="7771765" y="12687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78" name="任意多边形: 形状 77"/>
          <p:cNvSpPr/>
          <p:nvPr>
            <p:custDataLst>
              <p:tags r:id="rId166"/>
            </p:custDataLst>
          </p:nvPr>
        </p:nvSpPr>
        <p:spPr>
          <a:xfrm>
            <a:off x="7985125" y="12687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79" name="任意多边形: 形状 78"/>
          <p:cNvSpPr/>
          <p:nvPr>
            <p:custDataLst>
              <p:tags r:id="rId167"/>
            </p:custDataLst>
          </p:nvPr>
        </p:nvSpPr>
        <p:spPr>
          <a:xfrm>
            <a:off x="7664450" y="12687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80" name="任意多边形: 形状 79"/>
          <p:cNvSpPr/>
          <p:nvPr>
            <p:custDataLst>
              <p:tags r:id="rId168"/>
            </p:custDataLst>
          </p:nvPr>
        </p:nvSpPr>
        <p:spPr>
          <a:xfrm>
            <a:off x="7878445" y="12687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81" name="任意多边形: 形状 80"/>
          <p:cNvSpPr/>
          <p:nvPr>
            <p:custDataLst>
              <p:tags r:id="rId169"/>
            </p:custDataLst>
          </p:nvPr>
        </p:nvSpPr>
        <p:spPr>
          <a:xfrm>
            <a:off x="7023100" y="126873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2" name="任意多边形: 形状 61"/>
          <p:cNvSpPr/>
          <p:nvPr>
            <p:custDataLst>
              <p:tags r:id="rId170"/>
            </p:custDataLst>
          </p:nvPr>
        </p:nvSpPr>
        <p:spPr>
          <a:xfrm>
            <a:off x="7129780" y="137604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3" name="任意多边形: 形状 62"/>
          <p:cNvSpPr/>
          <p:nvPr>
            <p:custDataLst>
              <p:tags r:id="rId171"/>
            </p:custDataLst>
          </p:nvPr>
        </p:nvSpPr>
        <p:spPr>
          <a:xfrm>
            <a:off x="7236460" y="137604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4" name="任意多边形: 形状 63"/>
          <p:cNvSpPr/>
          <p:nvPr>
            <p:custDataLst>
              <p:tags r:id="rId172"/>
            </p:custDataLst>
          </p:nvPr>
        </p:nvSpPr>
        <p:spPr>
          <a:xfrm>
            <a:off x="7343140" y="137604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5" name="任意多边形: 形状 64"/>
          <p:cNvSpPr/>
          <p:nvPr>
            <p:custDataLst>
              <p:tags r:id="rId173"/>
            </p:custDataLst>
          </p:nvPr>
        </p:nvSpPr>
        <p:spPr>
          <a:xfrm>
            <a:off x="7451090" y="137604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6" name="任意多边形: 形状 65"/>
          <p:cNvSpPr/>
          <p:nvPr>
            <p:custDataLst>
              <p:tags r:id="rId174"/>
            </p:custDataLst>
          </p:nvPr>
        </p:nvSpPr>
        <p:spPr>
          <a:xfrm>
            <a:off x="7557770" y="137604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7" name="任意多边形: 形状 66"/>
          <p:cNvSpPr/>
          <p:nvPr>
            <p:custDataLst>
              <p:tags r:id="rId175"/>
            </p:custDataLst>
          </p:nvPr>
        </p:nvSpPr>
        <p:spPr>
          <a:xfrm>
            <a:off x="7771765" y="137604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8" name="任意多边形: 形状 67"/>
          <p:cNvSpPr/>
          <p:nvPr>
            <p:custDataLst>
              <p:tags r:id="rId176"/>
            </p:custDataLst>
          </p:nvPr>
        </p:nvSpPr>
        <p:spPr>
          <a:xfrm>
            <a:off x="7985125" y="137604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9" name="任意多边形: 形状 68"/>
          <p:cNvSpPr/>
          <p:nvPr>
            <p:custDataLst>
              <p:tags r:id="rId177"/>
            </p:custDataLst>
          </p:nvPr>
        </p:nvSpPr>
        <p:spPr>
          <a:xfrm>
            <a:off x="7664450" y="137604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70" name="任意多边形: 形状 69"/>
          <p:cNvSpPr/>
          <p:nvPr>
            <p:custDataLst>
              <p:tags r:id="rId178"/>
            </p:custDataLst>
          </p:nvPr>
        </p:nvSpPr>
        <p:spPr>
          <a:xfrm>
            <a:off x="7878445" y="137604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71" name="任意多边形: 形状 70"/>
          <p:cNvSpPr/>
          <p:nvPr>
            <p:custDataLst>
              <p:tags r:id="rId179"/>
            </p:custDataLst>
          </p:nvPr>
        </p:nvSpPr>
        <p:spPr>
          <a:xfrm>
            <a:off x="7023100" y="137541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2" name="任意多边形: 形状 51"/>
          <p:cNvSpPr/>
          <p:nvPr>
            <p:custDataLst>
              <p:tags r:id="rId180"/>
            </p:custDataLst>
          </p:nvPr>
        </p:nvSpPr>
        <p:spPr>
          <a:xfrm>
            <a:off x="7129780" y="14827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3" name="任意多边形: 形状 52"/>
          <p:cNvSpPr/>
          <p:nvPr>
            <p:custDataLst>
              <p:tags r:id="rId181"/>
            </p:custDataLst>
          </p:nvPr>
        </p:nvSpPr>
        <p:spPr>
          <a:xfrm>
            <a:off x="7236460" y="14827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4" name="任意多边形: 形状 53"/>
          <p:cNvSpPr/>
          <p:nvPr>
            <p:custDataLst>
              <p:tags r:id="rId182"/>
            </p:custDataLst>
          </p:nvPr>
        </p:nvSpPr>
        <p:spPr>
          <a:xfrm>
            <a:off x="7343140" y="148272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5" name="任意多边形: 形状 54"/>
          <p:cNvSpPr/>
          <p:nvPr>
            <p:custDataLst>
              <p:tags r:id="rId183"/>
            </p:custDataLst>
          </p:nvPr>
        </p:nvSpPr>
        <p:spPr>
          <a:xfrm>
            <a:off x="7451090" y="148272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6" name="任意多边形: 形状 55"/>
          <p:cNvSpPr/>
          <p:nvPr>
            <p:custDataLst>
              <p:tags r:id="rId184"/>
            </p:custDataLst>
          </p:nvPr>
        </p:nvSpPr>
        <p:spPr>
          <a:xfrm>
            <a:off x="7557770" y="148272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7" name="任意多边形: 形状 56"/>
          <p:cNvSpPr/>
          <p:nvPr>
            <p:custDataLst>
              <p:tags r:id="rId185"/>
            </p:custDataLst>
          </p:nvPr>
        </p:nvSpPr>
        <p:spPr>
          <a:xfrm>
            <a:off x="7771765" y="148272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8" name="任意多边形: 形状 57"/>
          <p:cNvSpPr/>
          <p:nvPr>
            <p:custDataLst>
              <p:tags r:id="rId186"/>
            </p:custDataLst>
          </p:nvPr>
        </p:nvSpPr>
        <p:spPr>
          <a:xfrm>
            <a:off x="7985125" y="148272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9" name="任意多边形: 形状 58"/>
          <p:cNvSpPr/>
          <p:nvPr>
            <p:custDataLst>
              <p:tags r:id="rId187"/>
            </p:custDataLst>
          </p:nvPr>
        </p:nvSpPr>
        <p:spPr>
          <a:xfrm>
            <a:off x="7664450" y="148272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0" name="任意多边形: 形状 59"/>
          <p:cNvSpPr/>
          <p:nvPr>
            <p:custDataLst>
              <p:tags r:id="rId188"/>
            </p:custDataLst>
          </p:nvPr>
        </p:nvSpPr>
        <p:spPr>
          <a:xfrm>
            <a:off x="7878445" y="148272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1" name="任意多边形: 形状 60"/>
          <p:cNvSpPr/>
          <p:nvPr>
            <p:custDataLst>
              <p:tags r:id="rId189"/>
            </p:custDataLst>
          </p:nvPr>
        </p:nvSpPr>
        <p:spPr>
          <a:xfrm>
            <a:off x="7023100" y="148272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2" name="任意多边形: 形状 41"/>
          <p:cNvSpPr/>
          <p:nvPr>
            <p:custDataLst>
              <p:tags r:id="rId190"/>
            </p:custDataLst>
          </p:nvPr>
        </p:nvSpPr>
        <p:spPr>
          <a:xfrm>
            <a:off x="7129780" y="158940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3" name="任意多边形: 形状 42"/>
          <p:cNvSpPr/>
          <p:nvPr>
            <p:custDataLst>
              <p:tags r:id="rId191"/>
            </p:custDataLst>
          </p:nvPr>
        </p:nvSpPr>
        <p:spPr>
          <a:xfrm>
            <a:off x="7236460" y="158940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4" name="任意多边形: 形状 43"/>
          <p:cNvSpPr/>
          <p:nvPr>
            <p:custDataLst>
              <p:tags r:id="rId192"/>
            </p:custDataLst>
          </p:nvPr>
        </p:nvSpPr>
        <p:spPr>
          <a:xfrm>
            <a:off x="7343140" y="158940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5" name="任意多边形: 形状 44"/>
          <p:cNvSpPr/>
          <p:nvPr>
            <p:custDataLst>
              <p:tags r:id="rId193"/>
            </p:custDataLst>
          </p:nvPr>
        </p:nvSpPr>
        <p:spPr>
          <a:xfrm>
            <a:off x="7451090" y="158940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6" name="任意多边形: 形状 45"/>
          <p:cNvSpPr/>
          <p:nvPr>
            <p:custDataLst>
              <p:tags r:id="rId194"/>
            </p:custDataLst>
          </p:nvPr>
        </p:nvSpPr>
        <p:spPr>
          <a:xfrm>
            <a:off x="7557770" y="158940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7" name="任意多边形: 形状 46"/>
          <p:cNvSpPr/>
          <p:nvPr>
            <p:custDataLst>
              <p:tags r:id="rId195"/>
            </p:custDataLst>
          </p:nvPr>
        </p:nvSpPr>
        <p:spPr>
          <a:xfrm>
            <a:off x="7771765" y="158940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8" name="任意多边形: 形状 47"/>
          <p:cNvSpPr/>
          <p:nvPr>
            <p:custDataLst>
              <p:tags r:id="rId196"/>
            </p:custDataLst>
          </p:nvPr>
        </p:nvSpPr>
        <p:spPr>
          <a:xfrm>
            <a:off x="7985125" y="158940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9" name="任意多边形: 形状 48"/>
          <p:cNvSpPr/>
          <p:nvPr>
            <p:custDataLst>
              <p:tags r:id="rId197"/>
            </p:custDataLst>
          </p:nvPr>
        </p:nvSpPr>
        <p:spPr>
          <a:xfrm>
            <a:off x="7664450" y="158940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0" name="任意多边形: 形状 49"/>
          <p:cNvSpPr/>
          <p:nvPr>
            <p:custDataLst>
              <p:tags r:id="rId198"/>
            </p:custDataLst>
          </p:nvPr>
        </p:nvSpPr>
        <p:spPr>
          <a:xfrm>
            <a:off x="7878445" y="158940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1" name="任意多边形: 形状 50"/>
          <p:cNvSpPr/>
          <p:nvPr>
            <p:custDataLst>
              <p:tags r:id="rId199"/>
            </p:custDataLst>
          </p:nvPr>
        </p:nvSpPr>
        <p:spPr>
          <a:xfrm>
            <a:off x="7023100" y="158940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2" name="任意多边形: 形状 31"/>
          <p:cNvSpPr/>
          <p:nvPr>
            <p:custDataLst>
              <p:tags r:id="rId200"/>
            </p:custDataLst>
          </p:nvPr>
        </p:nvSpPr>
        <p:spPr>
          <a:xfrm>
            <a:off x="7129780" y="169672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3" name="任意多边形: 形状 32"/>
          <p:cNvSpPr/>
          <p:nvPr>
            <p:custDataLst>
              <p:tags r:id="rId201"/>
            </p:custDataLst>
          </p:nvPr>
        </p:nvSpPr>
        <p:spPr>
          <a:xfrm>
            <a:off x="7236460" y="169672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 name="任意多边形: 形状 33"/>
          <p:cNvSpPr/>
          <p:nvPr>
            <p:custDataLst>
              <p:tags r:id="rId202"/>
            </p:custDataLst>
          </p:nvPr>
        </p:nvSpPr>
        <p:spPr>
          <a:xfrm>
            <a:off x="7343140" y="169672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5" name="任意多边形: 形状 34"/>
          <p:cNvSpPr/>
          <p:nvPr>
            <p:custDataLst>
              <p:tags r:id="rId203"/>
            </p:custDataLst>
          </p:nvPr>
        </p:nvSpPr>
        <p:spPr>
          <a:xfrm>
            <a:off x="7451090" y="169672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6" name="任意多边形: 形状 35"/>
          <p:cNvSpPr/>
          <p:nvPr>
            <p:custDataLst>
              <p:tags r:id="rId204"/>
            </p:custDataLst>
          </p:nvPr>
        </p:nvSpPr>
        <p:spPr>
          <a:xfrm>
            <a:off x="7557770" y="169672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7" name="任意多边形: 形状 36"/>
          <p:cNvSpPr/>
          <p:nvPr>
            <p:custDataLst>
              <p:tags r:id="rId205"/>
            </p:custDataLst>
          </p:nvPr>
        </p:nvSpPr>
        <p:spPr>
          <a:xfrm>
            <a:off x="7771765" y="169672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8" name="任意多边形: 形状 37"/>
          <p:cNvSpPr/>
          <p:nvPr>
            <p:custDataLst>
              <p:tags r:id="rId206"/>
            </p:custDataLst>
          </p:nvPr>
        </p:nvSpPr>
        <p:spPr>
          <a:xfrm>
            <a:off x="7985125" y="169672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9" name="任意多边形: 形状 38"/>
          <p:cNvSpPr/>
          <p:nvPr>
            <p:custDataLst>
              <p:tags r:id="rId207"/>
            </p:custDataLst>
          </p:nvPr>
        </p:nvSpPr>
        <p:spPr>
          <a:xfrm>
            <a:off x="7664450" y="169672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0" name="任意多边形: 形状 39"/>
          <p:cNvSpPr/>
          <p:nvPr>
            <p:custDataLst>
              <p:tags r:id="rId208"/>
            </p:custDataLst>
          </p:nvPr>
        </p:nvSpPr>
        <p:spPr>
          <a:xfrm>
            <a:off x="7878445" y="169672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1" name="任意多边形: 形状 40"/>
          <p:cNvSpPr/>
          <p:nvPr>
            <p:custDataLst>
              <p:tags r:id="rId209"/>
            </p:custDataLst>
          </p:nvPr>
        </p:nvSpPr>
        <p:spPr>
          <a:xfrm>
            <a:off x="7023100" y="169608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2" name="任意多边形: 形状 21"/>
          <p:cNvSpPr/>
          <p:nvPr>
            <p:custDataLst>
              <p:tags r:id="rId210"/>
            </p:custDataLst>
          </p:nvPr>
        </p:nvSpPr>
        <p:spPr>
          <a:xfrm>
            <a:off x="7129780" y="180403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3" name="任意多边形: 形状 22"/>
          <p:cNvSpPr/>
          <p:nvPr>
            <p:custDataLst>
              <p:tags r:id="rId211"/>
            </p:custDataLst>
          </p:nvPr>
        </p:nvSpPr>
        <p:spPr>
          <a:xfrm>
            <a:off x="7236460" y="180403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4" name="任意多边形: 形状 23"/>
          <p:cNvSpPr/>
          <p:nvPr>
            <p:custDataLst>
              <p:tags r:id="rId212"/>
            </p:custDataLst>
          </p:nvPr>
        </p:nvSpPr>
        <p:spPr>
          <a:xfrm>
            <a:off x="7343140" y="180403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5" name="任意多边形: 形状 24"/>
          <p:cNvSpPr/>
          <p:nvPr>
            <p:custDataLst>
              <p:tags r:id="rId213"/>
            </p:custDataLst>
          </p:nvPr>
        </p:nvSpPr>
        <p:spPr>
          <a:xfrm>
            <a:off x="7451090" y="180403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6" name="任意多边形: 形状 25"/>
          <p:cNvSpPr/>
          <p:nvPr>
            <p:custDataLst>
              <p:tags r:id="rId214"/>
            </p:custDataLst>
          </p:nvPr>
        </p:nvSpPr>
        <p:spPr>
          <a:xfrm>
            <a:off x="7557770" y="180403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7" name="任意多边形: 形状 26"/>
          <p:cNvSpPr/>
          <p:nvPr>
            <p:custDataLst>
              <p:tags r:id="rId215"/>
            </p:custDataLst>
          </p:nvPr>
        </p:nvSpPr>
        <p:spPr>
          <a:xfrm>
            <a:off x="7771765" y="180403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8" name="任意多边形: 形状 27"/>
          <p:cNvSpPr/>
          <p:nvPr>
            <p:custDataLst>
              <p:tags r:id="rId216"/>
            </p:custDataLst>
          </p:nvPr>
        </p:nvSpPr>
        <p:spPr>
          <a:xfrm>
            <a:off x="7985125" y="180403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 name="任意多边形: 形状 28"/>
          <p:cNvSpPr/>
          <p:nvPr>
            <p:custDataLst>
              <p:tags r:id="rId217"/>
            </p:custDataLst>
          </p:nvPr>
        </p:nvSpPr>
        <p:spPr>
          <a:xfrm>
            <a:off x="7664450" y="180403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 name="任意多边形: 形状 29"/>
          <p:cNvSpPr/>
          <p:nvPr>
            <p:custDataLst>
              <p:tags r:id="rId218"/>
            </p:custDataLst>
          </p:nvPr>
        </p:nvSpPr>
        <p:spPr>
          <a:xfrm>
            <a:off x="7878445" y="180403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8" name="任意多边形: 形状 30"/>
          <p:cNvSpPr/>
          <p:nvPr>
            <p:custDataLst>
              <p:tags r:id="rId219"/>
            </p:custDataLst>
          </p:nvPr>
        </p:nvSpPr>
        <p:spPr>
          <a:xfrm>
            <a:off x="7023100" y="180403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1" name="标题 1"/>
          <p:cNvSpPr txBox="1"/>
          <p:nvPr>
            <p:custDataLst>
              <p:tags r:id="rId220"/>
            </p:custDataLst>
          </p:nvPr>
        </p:nvSpPr>
        <p:spPr>
          <a:xfrm>
            <a:off x="675084" y="675614"/>
            <a:ext cx="7800974" cy="613843"/>
          </a:xfrm>
          <a:prstGeom prst="rect">
            <a:avLst/>
          </a:prstGeom>
          <a:noFill/>
        </p:spPr>
        <p:txBody>
          <a:bodyPr vert="horz" lIns="67500" tIns="35100" rIns="67500" bIns="35100" rtlCol="0" anchor="ctr" anchorCtr="0">
            <a:normAutofit/>
          </a:bodyPr>
          <a:lstStyle>
            <a:lvl1pPr marL="0" marR="0" algn="l" defTabSz="914400" rtl="0" eaLnBrk="1" fontAlgn="auto" latinLnBrk="0" hangingPunct="1">
              <a:lnSpc>
                <a:spcPct val="100000"/>
              </a:lnSpc>
              <a:spcBef>
                <a:spcPct val="0"/>
              </a:spcBef>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marL="0" indent="0" algn="ctr">
              <a:lnSpc>
                <a:spcPct val="120000"/>
              </a:lnSpc>
              <a:spcBef>
                <a:spcPts val="0"/>
              </a:spcBef>
              <a:spcAft>
                <a:spcPts val="0"/>
              </a:spcAft>
              <a:buSzPct val="100000"/>
              <a:buNone/>
            </a:pPr>
            <a:r>
              <a:rPr lang="zh-CN" altLang="en-US" spc="600" dirty="0">
                <a:solidFill>
                  <a:schemeClr val="tx1">
                    <a:lumMod val="85000"/>
                    <a:lumOff val="15000"/>
                  </a:schemeClr>
                </a:solidFill>
                <a:latin typeface="微软雅黑" panose="020B0503020204020204" charset="-122"/>
                <a:ea typeface="微软雅黑" panose="020B0503020204020204" charset="-122"/>
                <a:sym typeface="+mn-ea"/>
              </a:rPr>
              <a:t>演示文稿变小巧</a:t>
            </a:r>
            <a:endParaRPr lang="zh-CN" altLang="en-US" spc="600" dirty="0">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255" name="圆角矩形 18"/>
          <p:cNvSpPr/>
          <p:nvPr>
            <p:custDataLst>
              <p:tags r:id="rId221"/>
            </p:custDataLst>
          </p:nvPr>
        </p:nvSpPr>
        <p:spPr>
          <a:xfrm>
            <a:off x="3736340" y="1389380"/>
            <a:ext cx="762000" cy="19050"/>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56" name="圆角矩形 19"/>
          <p:cNvSpPr/>
          <p:nvPr>
            <p:custDataLst>
              <p:tags r:id="rId222"/>
            </p:custDataLst>
          </p:nvPr>
        </p:nvSpPr>
        <p:spPr>
          <a:xfrm rot="16200000">
            <a:off x="4441190" y="1427480"/>
            <a:ext cx="95250" cy="19050"/>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57" name="圆角矩形 20"/>
          <p:cNvSpPr/>
          <p:nvPr>
            <p:custDataLst>
              <p:tags r:id="rId223"/>
            </p:custDataLst>
          </p:nvPr>
        </p:nvSpPr>
        <p:spPr>
          <a:xfrm rot="18900000" flipH="1">
            <a:off x="4476750" y="1428115"/>
            <a:ext cx="114300" cy="19050"/>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58" name="圆角矩形 21"/>
          <p:cNvSpPr/>
          <p:nvPr>
            <p:custDataLst>
              <p:tags r:id="rId224"/>
            </p:custDataLst>
          </p:nvPr>
        </p:nvSpPr>
        <p:spPr>
          <a:xfrm>
            <a:off x="4569460" y="1389380"/>
            <a:ext cx="838200" cy="19050"/>
          </a:xfrm>
          <a:prstGeom prst="round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65" name="圆角矩形 1"/>
          <p:cNvSpPr/>
          <p:nvPr>
            <p:custDataLst>
              <p:tags r:id="rId225"/>
            </p:custDataLst>
          </p:nvPr>
        </p:nvSpPr>
        <p:spPr>
          <a:xfrm>
            <a:off x="470535" y="4258310"/>
            <a:ext cx="1809750" cy="9525"/>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66" name="圆角矩形 27"/>
          <p:cNvSpPr/>
          <p:nvPr>
            <p:custDataLst>
              <p:tags r:id="rId226"/>
            </p:custDataLst>
          </p:nvPr>
        </p:nvSpPr>
        <p:spPr>
          <a:xfrm>
            <a:off x="544195" y="4050030"/>
            <a:ext cx="9525" cy="285750"/>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63" name="圆角矩形 3"/>
          <p:cNvSpPr/>
          <p:nvPr>
            <p:custDataLst>
              <p:tags r:id="rId227"/>
            </p:custDataLst>
          </p:nvPr>
        </p:nvSpPr>
        <p:spPr>
          <a:xfrm flipH="1" flipV="1">
            <a:off x="2773680" y="1858645"/>
            <a:ext cx="1809750" cy="9525"/>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64" name="圆角矩形 4"/>
          <p:cNvSpPr/>
          <p:nvPr>
            <p:custDataLst>
              <p:tags r:id="rId228"/>
            </p:custDataLst>
          </p:nvPr>
        </p:nvSpPr>
        <p:spPr>
          <a:xfrm flipH="1" flipV="1">
            <a:off x="4542155" y="1790700"/>
            <a:ext cx="9525" cy="285750"/>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2" name="文本框 11"/>
          <p:cNvSpPr txBox="1"/>
          <p:nvPr>
            <p:custDataLst>
              <p:tags r:id="rId229"/>
            </p:custDataLst>
          </p:nvPr>
        </p:nvSpPr>
        <p:spPr>
          <a:xfrm>
            <a:off x="4528820" y="1718310"/>
            <a:ext cx="3995420" cy="2689225"/>
          </a:xfrm>
          <a:prstGeom prst="rect">
            <a:avLst/>
          </a:prstGeom>
          <a:noFill/>
        </p:spPr>
        <p:txBody>
          <a:bodyPr vert="horz" lIns="67500" tIns="35100" rIns="67500" bIns="35100" rtlCol="0"/>
          <a:lstStyle>
            <a:lvl1pPr indent="0" fontAlgn="auto">
              <a:lnSpc>
                <a:spcPct val="150000"/>
              </a:lnSpc>
              <a:spcBef>
                <a:spcPts val="0"/>
              </a:spcBef>
              <a:spcAft>
                <a:spcPts val="800"/>
              </a:spcAft>
              <a:buFont typeface="Arial" panose="020B0604020202020204" pitchFamily="34" charset="0"/>
              <a:buNone/>
              <a:defRPr sz="1000" u="none" strike="noStrike" cap="none" spc="50" normalizeH="0" baseline="0">
                <a:solidFill>
                  <a:schemeClr val="bg2">
                    <a:lumMod val="50000"/>
                  </a:schemeClr>
                </a:solidFill>
                <a:uFillTx/>
                <a:latin typeface="微软雅黑 Light" panose="020B0502040204020203" pitchFamily="34" charset="-122"/>
                <a:ea typeface="微软雅黑 Light" panose="020B0502040204020203" pitchFamily="34" charset="-122"/>
              </a:defRPr>
            </a:lvl1pPr>
            <a:lvl2pPr marL="685800" indent="-228600" fontAlgn="auto">
              <a:lnSpc>
                <a:spcPct val="130000"/>
              </a:lnSpc>
              <a:spcBef>
                <a:spcPts val="0"/>
              </a:spcBef>
              <a:spcAft>
                <a:spcPts val="1000"/>
              </a:spcAft>
              <a:buFont typeface="Arial" panose="020B0604020202020204" pitchFamily="34" charset="0"/>
              <a:buChar char="•"/>
              <a:tabLst>
                <a:tab pos="1609725" algn="l"/>
              </a:tabLst>
              <a:defRPr sz="1600" u="none" strike="noStrike" cap="none" spc="150" normalizeH="0" baseline="0">
                <a:uFillTx/>
                <a:latin typeface="Arial" panose="020B0604020202020204" pitchFamily="34" charset="0"/>
                <a:ea typeface="微软雅黑" panose="020B0503020204020204" charset="-122"/>
              </a:defRPr>
            </a:lvl2pPr>
            <a:lvl3pPr marL="11430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Arial" panose="020B0604020202020204" pitchFamily="34" charset="0"/>
                <a:ea typeface="微软雅黑" panose="020B0503020204020204" charset="-122"/>
              </a:defRPr>
            </a:lvl3pPr>
            <a:lvl4pPr marL="16002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Arial" panose="020B0604020202020204" pitchFamily="34" charset="0"/>
                <a:ea typeface="微软雅黑" panose="020B0503020204020204" charset="-122"/>
              </a:defRPr>
            </a:lvl4pPr>
            <a:lvl5pPr marL="2057400" indent="-228600" fontAlgn="auto">
              <a:lnSpc>
                <a:spcPct val="130000"/>
              </a:lnSpc>
              <a:spcBef>
                <a:spcPts val="0"/>
              </a:spcBef>
              <a:spcAft>
                <a:spcPts val="1000"/>
              </a:spcAft>
              <a:buFont typeface="Arial" panose="020B0604020202020204" pitchFamily="34" charset="0"/>
              <a:buChar char="•"/>
              <a:defRPr sz="1600" u="none" strike="noStrike" cap="none" spc="150" normalizeH="0" baseline="0">
                <a:uFillTx/>
                <a:latin typeface="Arial" panose="020B0604020202020204" pitchFamily="34" charset="0"/>
                <a:ea typeface="微软雅黑" panose="020B0503020204020204" charset="-122"/>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467995" lvl="0" indent="-457200" algn="just">
              <a:lnSpc>
                <a:spcPct val="130000"/>
              </a:lnSpc>
              <a:spcAft>
                <a:spcPts val="500"/>
              </a:spcAft>
              <a:buSzPct val="100000"/>
              <a:buNone/>
            </a:pPr>
            <a:r>
              <a:rPr sz="1100" spc="100" dirty="0">
                <a:solidFill>
                  <a:schemeClr val="tx1">
                    <a:lumMod val="75000"/>
                    <a:lumOff val="25000"/>
                  </a:schemeClr>
                </a:solidFill>
                <a:uFillTx/>
                <a:latin typeface="微软雅黑" panose="020B0503020204020204" charset="-122"/>
                <a:ea typeface="微软雅黑" panose="020B0503020204020204" charset="-122"/>
              </a:rPr>
              <a:t>（1）打开 PowerPoint 制作的演示文稿，选择“文件”选项卡→“另存为”命令。</a:t>
            </a:r>
            <a:endParaRPr sz="1100" spc="100" dirty="0">
              <a:solidFill>
                <a:schemeClr val="tx1">
                  <a:lumMod val="75000"/>
                  <a:lumOff val="25000"/>
                </a:schemeClr>
              </a:solidFill>
              <a:uFillTx/>
              <a:latin typeface="微软雅黑" panose="020B0503020204020204" charset="-122"/>
              <a:ea typeface="微软雅黑" panose="020B0503020204020204" charset="-122"/>
            </a:endParaRPr>
          </a:p>
          <a:p>
            <a:pPr marL="467995" lvl="0" indent="-457200" algn="just">
              <a:lnSpc>
                <a:spcPct val="130000"/>
              </a:lnSpc>
              <a:spcAft>
                <a:spcPts val="500"/>
              </a:spcAft>
              <a:buSzPct val="100000"/>
              <a:buNone/>
            </a:pPr>
            <a:r>
              <a:rPr sz="1100" spc="100" dirty="0">
                <a:solidFill>
                  <a:schemeClr val="tx1">
                    <a:lumMod val="75000"/>
                    <a:lumOff val="25000"/>
                  </a:schemeClr>
                </a:solidFill>
                <a:uFillTx/>
                <a:latin typeface="微软雅黑" panose="020B0503020204020204" charset="-122"/>
                <a:ea typeface="微软雅黑" panose="020B0503020204020204" charset="-122"/>
              </a:rPr>
              <a:t>（2）单击“浏览”，将弹出“另存为”对话框，单击“工具”按钮，在下拉菜单中选择“压缩图片”，如图 6-32 所示。</a:t>
            </a:r>
            <a:endParaRPr sz="1100" spc="100" dirty="0">
              <a:solidFill>
                <a:schemeClr val="tx1">
                  <a:lumMod val="75000"/>
                  <a:lumOff val="25000"/>
                </a:schemeClr>
              </a:solidFill>
              <a:uFillTx/>
              <a:latin typeface="微软雅黑" panose="020B0503020204020204" charset="-122"/>
              <a:ea typeface="微软雅黑" panose="020B0503020204020204" charset="-122"/>
            </a:endParaRPr>
          </a:p>
          <a:p>
            <a:pPr marL="467995" lvl="0" indent="-457200" algn="just">
              <a:lnSpc>
                <a:spcPct val="130000"/>
              </a:lnSpc>
              <a:spcAft>
                <a:spcPts val="500"/>
              </a:spcAft>
              <a:buSzPct val="100000"/>
              <a:buNone/>
            </a:pPr>
            <a:r>
              <a:rPr sz="1100" spc="100" dirty="0">
                <a:solidFill>
                  <a:schemeClr val="tx1">
                    <a:lumMod val="75000"/>
                    <a:lumOff val="25000"/>
                  </a:schemeClr>
                </a:solidFill>
                <a:uFillTx/>
                <a:latin typeface="微软雅黑" panose="020B0503020204020204" charset="-122"/>
                <a:ea typeface="微软雅黑" panose="020B0503020204020204" charset="-122"/>
              </a:rPr>
              <a:t>（3）在弹出的“压缩图片”对话框中，选中“删除图片的剪裁区域”。</a:t>
            </a:r>
            <a:endParaRPr sz="1100" spc="100" dirty="0">
              <a:solidFill>
                <a:schemeClr val="tx1">
                  <a:lumMod val="75000"/>
                  <a:lumOff val="25000"/>
                </a:schemeClr>
              </a:solidFill>
              <a:uFillTx/>
              <a:latin typeface="微软雅黑" panose="020B0503020204020204" charset="-122"/>
              <a:ea typeface="微软雅黑" panose="020B0503020204020204" charset="-122"/>
            </a:endParaRPr>
          </a:p>
          <a:p>
            <a:pPr marL="467995" lvl="0" indent="-457200" algn="just">
              <a:lnSpc>
                <a:spcPct val="130000"/>
              </a:lnSpc>
              <a:spcAft>
                <a:spcPts val="500"/>
              </a:spcAft>
              <a:buSzPct val="100000"/>
              <a:buNone/>
            </a:pPr>
            <a:r>
              <a:rPr sz="1100" spc="100" dirty="0">
                <a:solidFill>
                  <a:schemeClr val="tx1">
                    <a:lumMod val="75000"/>
                    <a:lumOff val="25000"/>
                  </a:schemeClr>
                </a:solidFill>
                <a:uFillTx/>
                <a:latin typeface="微软雅黑" panose="020B0503020204020204" charset="-122"/>
                <a:ea typeface="微软雅黑" panose="020B0503020204020204" charset="-122"/>
              </a:rPr>
              <a:t>（4）单击“确定”按钮将关闭“压缩图片”对话框，并会弹出一个警告窗口，单击“应用”按钮退出。</a:t>
            </a:r>
            <a:endParaRPr sz="1100" spc="100" dirty="0">
              <a:solidFill>
                <a:schemeClr val="tx1">
                  <a:lumMod val="75000"/>
                  <a:lumOff val="25000"/>
                </a:schemeClr>
              </a:solidFill>
              <a:uFillTx/>
              <a:latin typeface="微软雅黑" panose="020B0503020204020204" charset="-122"/>
              <a:ea typeface="微软雅黑" panose="020B0503020204020204" charset="-122"/>
            </a:endParaRPr>
          </a:p>
          <a:p>
            <a:pPr marL="467995" lvl="0" indent="-457200" algn="just">
              <a:lnSpc>
                <a:spcPct val="130000"/>
              </a:lnSpc>
              <a:spcAft>
                <a:spcPts val="500"/>
              </a:spcAft>
              <a:buSzPct val="100000"/>
              <a:buNone/>
            </a:pPr>
            <a:r>
              <a:rPr sz="1100" spc="100" dirty="0">
                <a:solidFill>
                  <a:schemeClr val="tx1">
                    <a:lumMod val="75000"/>
                    <a:lumOff val="25000"/>
                  </a:schemeClr>
                </a:solidFill>
                <a:uFillTx/>
                <a:latin typeface="微软雅黑" panose="020B0503020204020204" charset="-122"/>
                <a:ea typeface="微软雅黑" panose="020B0503020204020204" charset="-122"/>
              </a:rPr>
              <a:t>（5）在“另存为”对话框中，为文件起一个新名字保存即可。</a:t>
            </a:r>
            <a:endParaRPr sz="1100" spc="100" dirty="0">
              <a:solidFill>
                <a:schemeClr val="tx1">
                  <a:lumMod val="75000"/>
                  <a:lumOff val="25000"/>
                </a:schemeClr>
              </a:solidFill>
              <a:uFillTx/>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230"/>
          <a:stretch>
            <a:fillRect/>
          </a:stretch>
        </p:blipFill>
        <p:spPr>
          <a:xfrm>
            <a:off x="673100" y="1968500"/>
            <a:ext cx="3806190" cy="2137410"/>
          </a:xfrm>
          <a:prstGeom prst="rect">
            <a:avLst/>
          </a:prstGeom>
        </p:spPr>
      </p:pic>
    </p:spTree>
    <p:custDataLst>
      <p:tags r:id="rId231"/>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912019" y="762000"/>
            <a:ext cx="7320439" cy="629603"/>
          </a:xfrm>
          <a:prstGeom prst="rect">
            <a:avLst/>
          </a:prstGeom>
          <a:noFill/>
        </p:spPr>
        <p:txBody>
          <a:bodyPr wrap="square" rtlCol="0" anchor="b">
            <a:normAutofit fontScale="80000"/>
          </a:bodyPr>
          <a:p>
            <a:pPr marL="0" indent="0" algn="ctr">
              <a:lnSpc>
                <a:spcPct val="120000"/>
              </a:lnSpc>
              <a:spcBef>
                <a:spcPts val="0"/>
              </a:spcBef>
              <a:spcAft>
                <a:spcPts val="0"/>
              </a:spcAft>
              <a:buSzPct val="100000"/>
            </a:pPr>
            <a:r>
              <a:rPr lang="zh-CN" altLang="en-US" sz="3300" b="1" spc="300" dirty="0">
                <a:solidFill>
                  <a:srgbClr val="7EA9B2"/>
                </a:solidFill>
                <a:latin typeface="Arial" panose="020B0604020202020204" pitchFamily="34" charset="0"/>
                <a:ea typeface="微软雅黑" panose="020B0503020204020204" charset="-122"/>
                <a:sym typeface="+mn-ea"/>
              </a:rPr>
              <a:t>占位符</a:t>
            </a:r>
            <a:endParaRPr lang="zh-CN" altLang="en-US" sz="3300" b="1" spc="300" dirty="0">
              <a:solidFill>
                <a:srgbClr val="7EA9B2"/>
              </a:solidFill>
              <a:latin typeface="Arial" panose="020B0604020202020204" pitchFamily="34" charset="0"/>
              <a:ea typeface="微软雅黑" panose="020B0503020204020204" charset="-122"/>
              <a:sym typeface="+mn-ea"/>
            </a:endParaRPr>
          </a:p>
        </p:txBody>
      </p:sp>
      <p:sp>
        <p:nvSpPr>
          <p:cNvPr id="9" name="文本框 8"/>
          <p:cNvSpPr txBox="1"/>
          <p:nvPr>
            <p:custDataLst>
              <p:tags r:id="rId2"/>
            </p:custDataLst>
          </p:nvPr>
        </p:nvSpPr>
        <p:spPr>
          <a:xfrm>
            <a:off x="912019" y="1604010"/>
            <a:ext cx="7320439" cy="2584450"/>
          </a:xfrm>
          <a:prstGeom prst="rect">
            <a:avLst/>
          </a:prstGeom>
          <a:noFill/>
        </p:spPr>
        <p:txBody>
          <a:bodyPr wrap="square" rtlCol="0">
            <a:spAutoFit/>
          </a:bodyPr>
          <a:p>
            <a:pPr marL="0" lvl="0" indent="419100" algn="just" fontAlgn="auto">
              <a:lnSpc>
                <a:spcPct val="120000"/>
              </a:lnSpc>
              <a:spcBef>
                <a:spcPts val="0"/>
              </a:spcBef>
              <a:spcAft>
                <a:spcPts val="0"/>
              </a:spcAft>
              <a:buSzPct val="100000"/>
              <a:extLst>
                <a:ext uri="{35155182-B16C-46BC-9424-99874614C6A1}">
                  <wpsdc:indentchars xmlns:wpsdc="http://www.wps.cn/officeDocument/2017/drawingmlCustomData" val="200" checksum="658388224"/>
                </a:ext>
              </a:extLst>
            </a:pPr>
            <a:r>
              <a:rPr sz="1500" spc="150" dirty="0">
                <a:solidFill>
                  <a:sysClr val="windowText" lastClr="000000">
                    <a:lumMod val="75000"/>
                    <a:lumOff val="25000"/>
                  </a:sysClr>
                </a:solidFill>
                <a:latin typeface="Arial" panose="020B0604020202020204" pitchFamily="34" charset="0"/>
                <a:ea typeface="微软雅黑" panose="020B0503020204020204" charset="-122"/>
              </a:rPr>
              <a:t>在创建新幻灯片时，在幻灯片上显示的虚线方框，即占位符。占位符表示在此有待确定的对象，如幻灯片标题、文本、表格、剪贴画等。占位符是幻灯片设计模板的主要组成元素，在占位符中添加文本和其他对象可以方便地建立美观的演示文稿。</a:t>
            </a:r>
            <a:endParaRPr sz="1500" spc="150" dirty="0">
              <a:solidFill>
                <a:sysClr val="windowText" lastClr="000000">
                  <a:lumMod val="75000"/>
                  <a:lumOff val="25000"/>
                </a:sysClr>
              </a:solidFill>
              <a:latin typeface="Arial" panose="020B0604020202020204" pitchFamily="34" charset="0"/>
              <a:ea typeface="微软雅黑" panose="020B0503020204020204" charset="-122"/>
            </a:endParaRPr>
          </a:p>
          <a:p>
            <a:pPr marL="0" lvl="0" indent="419100" algn="just" fontAlgn="auto">
              <a:lnSpc>
                <a:spcPct val="120000"/>
              </a:lnSpc>
              <a:spcBef>
                <a:spcPts val="0"/>
              </a:spcBef>
              <a:spcAft>
                <a:spcPts val="0"/>
              </a:spcAft>
              <a:buSzPct val="100000"/>
              <a:extLst>
                <a:ext uri="{35155182-B16C-46BC-9424-99874614C6A1}">
                  <wpsdc:indentchars xmlns:wpsdc="http://www.wps.cn/officeDocument/2017/drawingmlCustomData" val="200" checksum="658388224"/>
                </a:ext>
              </a:extLst>
            </a:pPr>
            <a:r>
              <a:rPr sz="1500" spc="150" dirty="0">
                <a:solidFill>
                  <a:sysClr val="windowText" lastClr="000000">
                    <a:lumMod val="75000"/>
                    <a:lumOff val="25000"/>
                  </a:sysClr>
                </a:solidFill>
                <a:latin typeface="Arial" panose="020B0604020202020204" pitchFamily="34" charset="0"/>
                <a:ea typeface="微软雅黑" panose="020B0503020204020204" charset="-122"/>
              </a:rPr>
              <a:t>单击文字占位符，输入需要的文字，可以添加文字内容。单击内容占位符中央的不同按钮可以插入表格、图表、剪贴画、图片、组织结构图以及媒体剪辑等。</a:t>
            </a:r>
            <a:endParaRPr sz="1500" spc="150" dirty="0">
              <a:solidFill>
                <a:sysClr val="windowText" lastClr="000000">
                  <a:lumMod val="75000"/>
                  <a:lumOff val="25000"/>
                </a:sysClr>
              </a:solidFill>
              <a:latin typeface="Arial" panose="020B0604020202020204" pitchFamily="34" charset="0"/>
              <a:ea typeface="微软雅黑" panose="020B0503020204020204" charset="-122"/>
            </a:endParaRPr>
          </a:p>
          <a:p>
            <a:pPr marL="0" lvl="0" indent="419100" algn="just" fontAlgn="auto">
              <a:lnSpc>
                <a:spcPct val="120000"/>
              </a:lnSpc>
              <a:spcBef>
                <a:spcPts val="0"/>
              </a:spcBef>
              <a:spcAft>
                <a:spcPts val="0"/>
              </a:spcAft>
              <a:buSzPct val="100000"/>
              <a:extLst>
                <a:ext uri="{35155182-B16C-46BC-9424-99874614C6A1}">
                  <wpsdc:indentchars xmlns:wpsdc="http://www.wps.cn/officeDocument/2017/drawingmlCustomData" val="200" checksum="658388224"/>
                </a:ext>
              </a:extLst>
            </a:pPr>
            <a:r>
              <a:rPr sz="1500" spc="150" dirty="0">
                <a:solidFill>
                  <a:sysClr val="windowText" lastClr="000000">
                    <a:lumMod val="75000"/>
                    <a:lumOff val="25000"/>
                  </a:sysClr>
                </a:solidFill>
                <a:latin typeface="Arial" panose="020B0604020202020204" pitchFamily="34" charset="0"/>
                <a:ea typeface="微软雅黑" panose="020B0503020204020204" charset="-122"/>
              </a:rPr>
              <a:t>双击占位符虚线框，打开“设置占位符格式”对话框，可以设置占位符填充颜色、线条颜色等。</a:t>
            </a:r>
            <a:endParaRPr sz="1500" spc="150" dirty="0">
              <a:solidFill>
                <a:sysClr val="windowText" lastClr="000000">
                  <a:lumMod val="75000"/>
                  <a:lumOff val="25000"/>
                </a:sysClr>
              </a:solidFill>
              <a:latin typeface="Arial" panose="020B0604020202020204" pitchFamily="34" charset="0"/>
              <a:ea typeface="微软雅黑" panose="020B0503020204020204" charset="-122"/>
            </a:endParaRPr>
          </a:p>
        </p:txBody>
      </p:sp>
      <p:sp>
        <p:nvSpPr>
          <p:cNvPr id="7" name="任意多边形: 形状 6"/>
          <p:cNvSpPr/>
          <p:nvPr>
            <p:custDataLst>
              <p:tags r:id="rId3"/>
            </p:custDataLst>
          </p:nvPr>
        </p:nvSpPr>
        <p:spPr>
          <a:xfrm>
            <a:off x="-1" y="0"/>
            <a:ext cx="9144000" cy="740993"/>
          </a:xfrm>
          <a:custGeom>
            <a:avLst/>
            <a:gdLst>
              <a:gd name="connsiteX0" fmla="*/ 0 w 12192000"/>
              <a:gd name="connsiteY0" fmla="*/ 0 h 987990"/>
              <a:gd name="connsiteX1" fmla="*/ 12192000 w 12192000"/>
              <a:gd name="connsiteY1" fmla="*/ 0 h 987990"/>
              <a:gd name="connsiteX2" fmla="*/ 12192000 w 12192000"/>
              <a:gd name="connsiteY2" fmla="*/ 728723 h 987990"/>
              <a:gd name="connsiteX3" fmla="*/ 12127528 w 12192000"/>
              <a:gd name="connsiteY3" fmla="*/ 741157 h 987990"/>
              <a:gd name="connsiteX4" fmla="*/ 11658601 w 12192000"/>
              <a:gd name="connsiteY4" fmla="*/ 778807 h 987990"/>
              <a:gd name="connsiteX5" fmla="*/ 10519550 w 12192000"/>
              <a:gd name="connsiteY5" fmla="*/ 530594 h 987990"/>
              <a:gd name="connsiteX6" fmla="*/ 10443609 w 12192000"/>
              <a:gd name="connsiteY6" fmla="*/ 488698 h 987990"/>
              <a:gd name="connsiteX7" fmla="*/ 10425678 w 12192000"/>
              <a:gd name="connsiteY7" fmla="*/ 508751 h 987990"/>
              <a:gd name="connsiteX8" fmla="*/ 8940801 w 12192000"/>
              <a:gd name="connsiteY8" fmla="*/ 987990 h 987990"/>
              <a:gd name="connsiteX9" fmla="*/ 7455924 w 12192000"/>
              <a:gd name="connsiteY9" fmla="*/ 508751 h 987990"/>
              <a:gd name="connsiteX10" fmla="*/ 7437992 w 12192000"/>
              <a:gd name="connsiteY10" fmla="*/ 488697 h 987990"/>
              <a:gd name="connsiteX11" fmla="*/ 7362050 w 12192000"/>
              <a:gd name="connsiteY11" fmla="*/ 530594 h 987990"/>
              <a:gd name="connsiteX12" fmla="*/ 6222999 w 12192000"/>
              <a:gd name="connsiteY12" fmla="*/ 778807 h 987990"/>
              <a:gd name="connsiteX13" fmla="*/ 4956784 w 12192000"/>
              <a:gd name="connsiteY13" fmla="*/ 460438 h 987990"/>
              <a:gd name="connsiteX14" fmla="*/ 4915553 w 12192000"/>
              <a:gd name="connsiteY14" fmla="*/ 430103 h 987990"/>
              <a:gd name="connsiteX15" fmla="*/ 4886988 w 12192000"/>
              <a:gd name="connsiteY15" fmla="*/ 455719 h 987990"/>
              <a:gd name="connsiteX16" fmla="*/ 3505198 w 12192000"/>
              <a:gd name="connsiteY16" fmla="*/ 892740 h 987990"/>
              <a:gd name="connsiteX17" fmla="*/ 2238982 w 12192000"/>
              <a:gd name="connsiteY17" fmla="*/ 541001 h 987990"/>
              <a:gd name="connsiteX18" fmla="*/ 2131358 w 12192000"/>
              <a:gd name="connsiteY18" fmla="*/ 461586 h 987990"/>
              <a:gd name="connsiteX19" fmla="*/ 2016416 w 12192000"/>
              <a:gd name="connsiteY19" fmla="*/ 533086 h 987990"/>
              <a:gd name="connsiteX20" fmla="*/ 660399 w 12192000"/>
              <a:gd name="connsiteY20" fmla="*/ 821366 h 987990"/>
              <a:gd name="connsiteX21" fmla="*/ 90133 w 12192000"/>
              <a:gd name="connsiteY21" fmla="*/ 777116 h 987990"/>
              <a:gd name="connsiteX22" fmla="*/ 0 w 12192000"/>
              <a:gd name="connsiteY22" fmla="*/ 760185 h 98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87990">
                <a:moveTo>
                  <a:pt x="0" y="0"/>
                </a:moveTo>
                <a:lnTo>
                  <a:pt x="12192000" y="0"/>
                </a:lnTo>
                <a:lnTo>
                  <a:pt x="12192000" y="728723"/>
                </a:lnTo>
                <a:lnTo>
                  <a:pt x="12127528" y="741157"/>
                </a:lnTo>
                <a:cubicBezTo>
                  <a:pt x="11978069" y="765708"/>
                  <a:pt x="11820855" y="778807"/>
                  <a:pt x="11658601" y="778807"/>
                </a:cubicBezTo>
                <a:cubicBezTo>
                  <a:pt x="11225924" y="778807"/>
                  <a:pt x="10829088" y="685658"/>
                  <a:pt x="10519550" y="530594"/>
                </a:cubicBezTo>
                <a:lnTo>
                  <a:pt x="10443609" y="488698"/>
                </a:lnTo>
                <a:lnTo>
                  <a:pt x="10425678" y="508751"/>
                </a:lnTo>
                <a:cubicBezTo>
                  <a:pt x="10103876" y="797889"/>
                  <a:pt x="9558911" y="987990"/>
                  <a:pt x="8940801" y="987990"/>
                </a:cubicBezTo>
                <a:cubicBezTo>
                  <a:pt x="8322691" y="987990"/>
                  <a:pt x="7777726" y="797889"/>
                  <a:pt x="7455924" y="508751"/>
                </a:cubicBezTo>
                <a:lnTo>
                  <a:pt x="7437992" y="488697"/>
                </a:lnTo>
                <a:lnTo>
                  <a:pt x="7362050" y="530594"/>
                </a:lnTo>
                <a:cubicBezTo>
                  <a:pt x="7052512" y="685658"/>
                  <a:pt x="6655677" y="778807"/>
                  <a:pt x="6222999" y="778807"/>
                </a:cubicBezTo>
                <a:cubicBezTo>
                  <a:pt x="5728513" y="778807"/>
                  <a:pt x="5280838" y="657143"/>
                  <a:pt x="4956784" y="460438"/>
                </a:cubicBezTo>
                <a:lnTo>
                  <a:pt x="4915553" y="430103"/>
                </a:lnTo>
                <a:lnTo>
                  <a:pt x="4886988" y="455719"/>
                </a:lnTo>
                <a:cubicBezTo>
                  <a:pt x="4558549" y="722619"/>
                  <a:pt x="4061497" y="892740"/>
                  <a:pt x="3505198" y="892740"/>
                </a:cubicBezTo>
                <a:cubicBezTo>
                  <a:pt x="3010710" y="892740"/>
                  <a:pt x="2563035" y="758323"/>
                  <a:pt x="2238982" y="541001"/>
                </a:cubicBezTo>
                <a:lnTo>
                  <a:pt x="2131358" y="461586"/>
                </a:lnTo>
                <a:lnTo>
                  <a:pt x="2016416" y="533086"/>
                </a:lnTo>
                <a:cubicBezTo>
                  <a:pt x="1669382" y="711200"/>
                  <a:pt x="1189956" y="821366"/>
                  <a:pt x="660399" y="821366"/>
                </a:cubicBezTo>
                <a:cubicBezTo>
                  <a:pt x="461814" y="821366"/>
                  <a:pt x="270280" y="805874"/>
                  <a:pt x="90133" y="777116"/>
                </a:cubicBezTo>
                <a:lnTo>
                  <a:pt x="0" y="760185"/>
                </a:ln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10" name="任意多边形: 形状 9"/>
          <p:cNvSpPr/>
          <p:nvPr>
            <p:custDataLst>
              <p:tags r:id="rId4"/>
            </p:custDataLst>
          </p:nvPr>
        </p:nvSpPr>
        <p:spPr>
          <a:xfrm flipH="1" flipV="1">
            <a:off x="0" y="4429562"/>
            <a:ext cx="9144000" cy="713939"/>
          </a:xfrm>
          <a:custGeom>
            <a:avLst/>
            <a:gdLst>
              <a:gd name="connsiteX0" fmla="*/ 9897256 w 12192000"/>
              <a:gd name="connsiteY0" fmla="*/ 951918 h 951918"/>
              <a:gd name="connsiteX1" fmla="*/ 8412379 w 12192000"/>
              <a:gd name="connsiteY1" fmla="*/ 472679 h 951918"/>
              <a:gd name="connsiteX2" fmla="*/ 8394447 w 12192000"/>
              <a:gd name="connsiteY2" fmla="*/ 452625 h 951918"/>
              <a:gd name="connsiteX3" fmla="*/ 8318505 w 12192000"/>
              <a:gd name="connsiteY3" fmla="*/ 494522 h 951918"/>
              <a:gd name="connsiteX4" fmla="*/ 7179454 w 12192000"/>
              <a:gd name="connsiteY4" fmla="*/ 742735 h 951918"/>
              <a:gd name="connsiteX5" fmla="*/ 5913238 w 12192000"/>
              <a:gd name="connsiteY5" fmla="*/ 424366 h 951918"/>
              <a:gd name="connsiteX6" fmla="*/ 5872006 w 12192000"/>
              <a:gd name="connsiteY6" fmla="*/ 394031 h 951918"/>
              <a:gd name="connsiteX7" fmla="*/ 5843443 w 12192000"/>
              <a:gd name="connsiteY7" fmla="*/ 419647 h 951918"/>
              <a:gd name="connsiteX8" fmla="*/ 4461652 w 12192000"/>
              <a:gd name="connsiteY8" fmla="*/ 856668 h 951918"/>
              <a:gd name="connsiteX9" fmla="*/ 3195436 w 12192000"/>
              <a:gd name="connsiteY9" fmla="*/ 504929 h 951918"/>
              <a:gd name="connsiteX10" fmla="*/ 3087812 w 12192000"/>
              <a:gd name="connsiteY10" fmla="*/ 425514 h 951918"/>
              <a:gd name="connsiteX11" fmla="*/ 2972871 w 12192000"/>
              <a:gd name="connsiteY11" fmla="*/ 497014 h 951918"/>
              <a:gd name="connsiteX12" fmla="*/ 1616853 w 12192000"/>
              <a:gd name="connsiteY12" fmla="*/ 785294 h 951918"/>
              <a:gd name="connsiteX13" fmla="*/ 26666 w 12192000"/>
              <a:gd name="connsiteY13" fmla="*/ 351348 h 951918"/>
              <a:gd name="connsiteX14" fmla="*/ 0 w 12192000"/>
              <a:gd name="connsiteY14" fmla="*/ 326133 h 951918"/>
              <a:gd name="connsiteX15" fmla="*/ 0 w 12192000"/>
              <a:gd name="connsiteY15" fmla="*/ 0 h 951918"/>
              <a:gd name="connsiteX16" fmla="*/ 12192000 w 12192000"/>
              <a:gd name="connsiteY16" fmla="*/ 0 h 951918"/>
              <a:gd name="connsiteX17" fmla="*/ 12192000 w 12192000"/>
              <a:gd name="connsiteY17" fmla="*/ 711326 h 951918"/>
              <a:gd name="connsiteX18" fmla="*/ 12146128 w 12192000"/>
              <a:gd name="connsiteY18" fmla="*/ 705085 h 951918"/>
              <a:gd name="connsiteX19" fmla="*/ 11476005 w 12192000"/>
              <a:gd name="connsiteY19" fmla="*/ 494522 h 951918"/>
              <a:gd name="connsiteX20" fmla="*/ 11400064 w 12192000"/>
              <a:gd name="connsiteY20" fmla="*/ 452626 h 951918"/>
              <a:gd name="connsiteX21" fmla="*/ 11382132 w 12192000"/>
              <a:gd name="connsiteY21" fmla="*/ 472679 h 951918"/>
              <a:gd name="connsiteX22" fmla="*/ 9897256 w 12192000"/>
              <a:gd name="connsiteY22" fmla="*/ 951918 h 95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951918">
                <a:moveTo>
                  <a:pt x="9897256" y="951918"/>
                </a:moveTo>
                <a:cubicBezTo>
                  <a:pt x="9279146" y="951918"/>
                  <a:pt x="8734181" y="761817"/>
                  <a:pt x="8412379" y="472679"/>
                </a:cubicBezTo>
                <a:lnTo>
                  <a:pt x="8394447" y="452625"/>
                </a:lnTo>
                <a:lnTo>
                  <a:pt x="8318505" y="494522"/>
                </a:lnTo>
                <a:cubicBezTo>
                  <a:pt x="8008967" y="649586"/>
                  <a:pt x="7612131" y="742735"/>
                  <a:pt x="7179454" y="742735"/>
                </a:cubicBezTo>
                <a:cubicBezTo>
                  <a:pt x="6684967" y="742735"/>
                  <a:pt x="6237292" y="621071"/>
                  <a:pt x="5913238" y="424366"/>
                </a:cubicBezTo>
                <a:lnTo>
                  <a:pt x="5872006" y="394031"/>
                </a:lnTo>
                <a:lnTo>
                  <a:pt x="5843443" y="419647"/>
                </a:lnTo>
                <a:cubicBezTo>
                  <a:pt x="5515003" y="686547"/>
                  <a:pt x="5017951" y="856668"/>
                  <a:pt x="4461652" y="856668"/>
                </a:cubicBezTo>
                <a:cubicBezTo>
                  <a:pt x="3967164" y="856668"/>
                  <a:pt x="3519489" y="722251"/>
                  <a:pt x="3195436" y="504929"/>
                </a:cubicBezTo>
                <a:lnTo>
                  <a:pt x="3087812" y="425514"/>
                </a:lnTo>
                <a:lnTo>
                  <a:pt x="2972871" y="497014"/>
                </a:lnTo>
                <a:cubicBezTo>
                  <a:pt x="2625836" y="675128"/>
                  <a:pt x="2146411" y="785294"/>
                  <a:pt x="1616853" y="785294"/>
                </a:cubicBezTo>
                <a:cubicBezTo>
                  <a:pt x="954905" y="785294"/>
                  <a:pt x="371291" y="613160"/>
                  <a:pt x="26666" y="351348"/>
                </a:cubicBezTo>
                <a:lnTo>
                  <a:pt x="0" y="326133"/>
                </a:lnTo>
                <a:lnTo>
                  <a:pt x="0" y="0"/>
                </a:lnTo>
                <a:lnTo>
                  <a:pt x="12192000" y="0"/>
                </a:lnTo>
                <a:lnTo>
                  <a:pt x="12192000" y="711326"/>
                </a:lnTo>
                <a:lnTo>
                  <a:pt x="12146128" y="705085"/>
                </a:lnTo>
                <a:cubicBezTo>
                  <a:pt x="11897028" y="664167"/>
                  <a:pt x="11669466" y="591437"/>
                  <a:pt x="11476005" y="494522"/>
                </a:cubicBezTo>
                <a:lnTo>
                  <a:pt x="11400064" y="452626"/>
                </a:lnTo>
                <a:lnTo>
                  <a:pt x="11382132" y="472679"/>
                </a:lnTo>
                <a:cubicBezTo>
                  <a:pt x="11060331" y="761817"/>
                  <a:pt x="10515366" y="951918"/>
                  <a:pt x="9897256" y="951918"/>
                </a:cubicBezTo>
                <a:close/>
              </a:path>
            </a:pathLst>
          </a:custGeom>
          <a:solidFill>
            <a:srgbClr val="7EA9B2"/>
          </a:solidFill>
          <a:ln>
            <a:noFill/>
          </a:ln>
          <a:effectLst>
            <a:outerShdw blurRad="254000" dir="5400000" algn="ctr" rotWithShape="0">
              <a:prstClr val="black">
                <a:alpha val="11000"/>
              </a:prstClr>
            </a:outerShdw>
          </a:effectLst>
        </p:spPr>
        <p:style>
          <a:lnRef idx="2">
            <a:srgbClr val="7EA9B2">
              <a:shade val="50000"/>
            </a:srgbClr>
          </a:lnRef>
          <a:fillRef idx="1">
            <a:srgbClr val="7EA9B2"/>
          </a:fillRef>
          <a:effectRef idx="0">
            <a:srgbClr val="7EA9B2"/>
          </a:effectRef>
          <a:fontRef idx="minor">
            <a:sysClr val="window" lastClr="FFFFFF"/>
          </a:fontRef>
        </p:style>
        <p:txBody>
          <a:bodyPr wrap="square" rtlCol="0" anchor="ctr">
            <a:noAutofit/>
          </a:bodyP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文本框 15"/>
          <p:cNvSpPr txBox="1"/>
          <p:nvPr>
            <p:custDataLst>
              <p:tags r:id="rId1"/>
            </p:custDataLst>
          </p:nvPr>
        </p:nvSpPr>
        <p:spPr>
          <a:xfrm>
            <a:off x="734015" y="175592"/>
            <a:ext cx="8208690" cy="524855"/>
          </a:xfrm>
          <a:prstGeom prst="rect">
            <a:avLst/>
          </a:prstGeom>
          <a:blipFill dpi="0" rotWithShape="1">
            <a:blip r:embed="rId2">
              <a:alphaModFix amt="0"/>
            </a:blip>
            <a:srcRect/>
            <a:tile tx="0" ty="0" sx="100000" sy="100000" flip="none" algn="tl"/>
          </a:blipFill>
        </p:spPr>
        <p:txBody>
          <a:bodyPr wrap="square" rtlCol="0">
            <a:normAutofit fontScale="9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spcBef>
                <a:spcPts val="0"/>
              </a:spcBef>
              <a:spcAft>
                <a:spcPts val="0"/>
              </a:spcAft>
              <a:buSzPct val="100000"/>
              <a:buNone/>
            </a:pPr>
            <a:r>
              <a:rPr lang="zh-CN" altLang="en-US" sz="2400" b="1" spc="300">
                <a:solidFill>
                  <a:srgbClr val="000000"/>
                </a:solidFill>
                <a:latin typeface="微软雅黑" panose="020B0503020204020204" charset="-122"/>
                <a:ea typeface="微软雅黑" panose="020B0503020204020204" charset="-122"/>
              </a:rPr>
              <a:t>PPT 制作黄金法则</a:t>
            </a:r>
            <a:endParaRPr lang="zh-CN" altLang="en-US" sz="2400" b="1" spc="300">
              <a:solidFill>
                <a:srgbClr val="000000"/>
              </a:solidFill>
              <a:latin typeface="微软雅黑" panose="020B0503020204020204" charset="-122"/>
              <a:ea typeface="微软雅黑" panose="020B0503020204020204" charset="-122"/>
            </a:endParaRPr>
          </a:p>
        </p:txBody>
      </p:sp>
      <p:grpSp>
        <p:nvGrpSpPr>
          <p:cNvPr id="2" name="组合 1"/>
          <p:cNvGrpSpPr/>
          <p:nvPr>
            <p:custDataLst>
              <p:tags r:id="rId3"/>
            </p:custDataLst>
          </p:nvPr>
        </p:nvGrpSpPr>
        <p:grpSpPr>
          <a:xfrm rot="0">
            <a:off x="436245" y="1304290"/>
            <a:ext cx="2451849" cy="2900811"/>
            <a:chOff x="1017985" y="2149475"/>
            <a:chExt cx="1568450" cy="1855401"/>
          </a:xfrm>
        </p:grpSpPr>
        <p:sp>
          <p:nvSpPr>
            <p:cNvPr id="12" name="菱形 11"/>
            <p:cNvSpPr/>
            <p:nvPr>
              <p:custDataLst>
                <p:tags r:id="rId4"/>
              </p:custDataLst>
            </p:nvPr>
          </p:nvSpPr>
          <p:spPr>
            <a:xfrm>
              <a:off x="1578373" y="3557201"/>
              <a:ext cx="447675" cy="447675"/>
            </a:xfrm>
            <a:prstGeom prst="diamond">
              <a:avLst/>
            </a:prstGeom>
            <a:noFill/>
            <a:ln w="25400">
              <a:solidFill>
                <a:schemeClr val="accent1">
                  <a:lumMod val="60000"/>
                  <a:lumOff val="40000"/>
                </a:schemeClr>
              </a:solidFill>
            </a:ln>
          </p:spPr>
          <p:txBody>
            <a:bodyPr rot="0" spcFirstLastPara="0" vertOverflow="overflow" horzOverflow="overflow" vert="horz" wrap="square" lIns="68580" tIns="34290" rIns="68580" bIns="34290" numCol="1" spcCol="0" rtlCol="0" fromWordArt="0" anchor="ctr" anchorCtr="0" forceAA="0" compatLnSpc="1">
              <a:normAutofit/>
            </a:bodyPr>
            <a:p>
              <a:pPr algn="ctr">
                <a:lnSpc>
                  <a:spcPct val="130000"/>
                </a:lnSpc>
              </a:pPr>
              <a:endParaRPr lang="zh-CN" altLang="en-US" sz="1350" dirty="0" err="1">
                <a:solidFill>
                  <a:srgbClr val="FFFFFF"/>
                </a:solidFill>
                <a:sym typeface="Arial" panose="020B0604020202020204" pitchFamily="34" charset="0"/>
              </a:endParaRPr>
            </a:p>
          </p:txBody>
        </p:sp>
        <p:sp>
          <p:nvSpPr>
            <p:cNvPr id="4" name="菱形 3"/>
            <p:cNvSpPr/>
            <p:nvPr>
              <p:custDataLst>
                <p:tags r:id="rId5"/>
              </p:custDataLst>
            </p:nvPr>
          </p:nvSpPr>
          <p:spPr>
            <a:xfrm>
              <a:off x="1100535" y="2454275"/>
              <a:ext cx="1403350" cy="1403350"/>
            </a:xfrm>
            <a:prstGeom prst="diamond">
              <a:avLst/>
            </a:prstGeom>
            <a:noFill/>
            <a:ln w="25400">
              <a:solidFill>
                <a:schemeClr val="accent1"/>
              </a:solidFill>
            </a:ln>
          </p:spPr>
          <p:txBody>
            <a:bodyPr rot="0" spcFirstLastPara="0" vertOverflow="overflow" horzOverflow="overflow" vert="horz" wrap="square" lIns="68580" tIns="34290" rIns="68580" bIns="34290" numCol="1" spcCol="0" rtlCol="0" fromWordArt="0" anchor="ctr" anchorCtr="0" forceAA="0" compatLnSpc="1">
              <a:normAutofit/>
            </a:bodyPr>
            <a:p>
              <a:pPr algn="ctr">
                <a:lnSpc>
                  <a:spcPct val="130000"/>
                </a:lnSpc>
              </a:pPr>
              <a:endParaRPr lang="zh-CN" altLang="en-US" sz="1350" dirty="0" err="1">
                <a:solidFill>
                  <a:srgbClr val="FFFFFF"/>
                </a:solidFill>
                <a:sym typeface="Arial" panose="020B0604020202020204" pitchFamily="34" charset="0"/>
              </a:endParaRPr>
            </a:p>
          </p:txBody>
        </p:sp>
        <p:sp>
          <p:nvSpPr>
            <p:cNvPr id="3" name="菱形 2"/>
            <p:cNvSpPr/>
            <p:nvPr>
              <p:custDataLst>
                <p:tags r:id="rId6"/>
              </p:custDataLst>
            </p:nvPr>
          </p:nvSpPr>
          <p:spPr>
            <a:xfrm>
              <a:off x="1017985" y="2149475"/>
              <a:ext cx="1568450" cy="1568450"/>
            </a:xfrm>
            <a:prstGeom prst="diamond">
              <a:avLst/>
            </a:prstGeom>
            <a:solidFill>
              <a:schemeClr val="accent1">
                <a:lumMod val="20000"/>
                <a:lumOff val="80000"/>
              </a:schemeClr>
            </a:solidFill>
          </p:spPr>
          <p:txBody>
            <a:bodyPr rot="0" spcFirstLastPara="0" vertOverflow="overflow" horzOverflow="overflow" vert="horz" wrap="square" lIns="0" tIns="0" rIns="0" bIns="0" numCol="1" spcCol="0" rtlCol="0" fromWordArt="0" anchor="ctr" anchorCtr="0" forceAA="0" compatLnSpc="1">
              <a:normAutofit lnSpcReduction="20000"/>
            </a:bodyPr>
            <a:p>
              <a:pPr marL="0" lvl="0" indent="0" algn="ctr">
                <a:lnSpc>
                  <a:spcPct val="130000"/>
                </a:lnSpc>
                <a:spcBef>
                  <a:spcPts val="0"/>
                </a:spcBef>
                <a:spcAft>
                  <a:spcPts val="0"/>
                </a:spcAft>
                <a:buSzPct val="100000"/>
              </a:pPr>
              <a:r>
                <a:rPr lang="zh-CN" altLang="en-US" sz="1000">
                  <a:solidFill>
                    <a:schemeClr val="accent1">
                      <a:lumMod val="50000"/>
                    </a:schemeClr>
                  </a:solidFill>
                </a:rPr>
                <a:t>Magic Seven 原则（7±2 ＝ 5 ～ 9）。每张幻灯片传达 5 个概念效果最好，7</a:t>
              </a:r>
              <a:endParaRPr lang="zh-CN" altLang="en-US" sz="1000">
                <a:solidFill>
                  <a:schemeClr val="accent1">
                    <a:lumMod val="50000"/>
                  </a:schemeClr>
                </a:solidFill>
              </a:endParaRPr>
            </a:p>
            <a:p>
              <a:pPr marL="0" lvl="0" indent="0" algn="ctr">
                <a:lnSpc>
                  <a:spcPct val="130000"/>
                </a:lnSpc>
                <a:spcBef>
                  <a:spcPts val="0"/>
                </a:spcBef>
                <a:spcAft>
                  <a:spcPts val="0"/>
                </a:spcAft>
                <a:buSzPct val="100000"/>
              </a:pPr>
              <a:r>
                <a:rPr lang="zh-CN" altLang="en-US" sz="1000">
                  <a:solidFill>
                    <a:schemeClr val="accent1">
                      <a:lumMod val="50000"/>
                    </a:schemeClr>
                  </a:solidFill>
                </a:rPr>
                <a:t>个概念人脑恰恰好可以处理，超过 9 个概念则负担太重了。</a:t>
              </a:r>
              <a:endParaRPr lang="zh-CN" altLang="en-US" sz="1000">
                <a:solidFill>
                  <a:schemeClr val="accent1">
                    <a:lumMod val="50000"/>
                  </a:schemeClr>
                </a:solidFill>
              </a:endParaRPr>
            </a:p>
          </p:txBody>
        </p:sp>
      </p:grpSp>
      <p:grpSp>
        <p:nvGrpSpPr>
          <p:cNvPr id="37" name="组合 36"/>
          <p:cNvGrpSpPr/>
          <p:nvPr>
            <p:custDataLst>
              <p:tags r:id="rId7"/>
            </p:custDataLst>
          </p:nvPr>
        </p:nvGrpSpPr>
        <p:grpSpPr>
          <a:xfrm rot="0">
            <a:off x="3373063" y="1304290"/>
            <a:ext cx="2451849" cy="2900811"/>
            <a:chOff x="3233817" y="2149475"/>
            <a:chExt cx="1568450" cy="1855401"/>
          </a:xfrm>
        </p:grpSpPr>
        <p:sp>
          <p:nvSpPr>
            <p:cNvPr id="5" name="菱形 4"/>
            <p:cNvSpPr/>
            <p:nvPr>
              <p:custDataLst>
                <p:tags r:id="rId8"/>
              </p:custDataLst>
            </p:nvPr>
          </p:nvSpPr>
          <p:spPr>
            <a:xfrm>
              <a:off x="3794205" y="3557201"/>
              <a:ext cx="447675" cy="447675"/>
            </a:xfrm>
            <a:prstGeom prst="diamond">
              <a:avLst/>
            </a:prstGeom>
            <a:noFill/>
            <a:ln w="25400">
              <a:solidFill>
                <a:schemeClr val="accent2">
                  <a:lumMod val="60000"/>
                  <a:lumOff val="40000"/>
                </a:schemeClr>
              </a:solidFill>
            </a:ln>
          </p:spPr>
          <p:txBody>
            <a:bodyPr rot="0" spcFirstLastPara="0" vertOverflow="overflow" horzOverflow="overflow" vert="horz" wrap="square" lIns="68580" tIns="34290" rIns="68580" bIns="34290" numCol="1" spcCol="0" rtlCol="0" fromWordArt="0" anchor="ctr" anchorCtr="0" forceAA="0" compatLnSpc="1">
              <a:normAutofit/>
            </a:bodyPr>
            <a:p>
              <a:pPr algn="ctr">
                <a:lnSpc>
                  <a:spcPct val="130000"/>
                </a:lnSpc>
              </a:pPr>
              <a:endParaRPr lang="zh-CN" altLang="en-US" sz="1350" dirty="0" err="1">
                <a:solidFill>
                  <a:srgbClr val="FFFFFF"/>
                </a:solidFill>
                <a:sym typeface="Arial" panose="020B0604020202020204" pitchFamily="34" charset="0"/>
              </a:endParaRPr>
            </a:p>
          </p:txBody>
        </p:sp>
        <p:sp>
          <p:nvSpPr>
            <p:cNvPr id="17" name="菱形 16"/>
            <p:cNvSpPr/>
            <p:nvPr>
              <p:custDataLst>
                <p:tags r:id="rId9"/>
              </p:custDataLst>
            </p:nvPr>
          </p:nvSpPr>
          <p:spPr>
            <a:xfrm>
              <a:off x="3316367" y="2454275"/>
              <a:ext cx="1403350" cy="1403350"/>
            </a:xfrm>
            <a:prstGeom prst="diamond">
              <a:avLst/>
            </a:prstGeom>
            <a:noFill/>
            <a:ln w="25400">
              <a:solidFill>
                <a:schemeClr val="accent2"/>
              </a:solidFill>
            </a:ln>
          </p:spPr>
          <p:txBody>
            <a:bodyPr rot="0" spcFirstLastPara="0" vertOverflow="overflow" horzOverflow="overflow" vert="horz" wrap="square" lIns="68580" tIns="34290" rIns="68580" bIns="34290" numCol="1" spcCol="0" rtlCol="0" fromWordArt="0" anchor="ctr" anchorCtr="0" forceAA="0" compatLnSpc="1">
              <a:normAutofit/>
            </a:bodyPr>
            <a:p>
              <a:pPr algn="ctr">
                <a:lnSpc>
                  <a:spcPct val="130000"/>
                </a:lnSpc>
              </a:pPr>
              <a:endParaRPr lang="zh-CN" altLang="en-US" sz="1350" dirty="0" err="1">
                <a:solidFill>
                  <a:srgbClr val="FFFFFF"/>
                </a:solidFill>
                <a:sym typeface="Arial" panose="020B0604020202020204" pitchFamily="34" charset="0"/>
              </a:endParaRPr>
            </a:p>
          </p:txBody>
        </p:sp>
        <p:sp>
          <p:nvSpPr>
            <p:cNvPr id="18" name="菱形 17"/>
            <p:cNvSpPr/>
            <p:nvPr>
              <p:custDataLst>
                <p:tags r:id="rId10"/>
              </p:custDataLst>
            </p:nvPr>
          </p:nvSpPr>
          <p:spPr>
            <a:xfrm>
              <a:off x="3233817" y="2149475"/>
              <a:ext cx="1568450" cy="1568450"/>
            </a:xfrm>
            <a:prstGeom prst="diamond">
              <a:avLst/>
            </a:prstGeom>
            <a:solidFill>
              <a:schemeClr val="accent2">
                <a:lumMod val="20000"/>
                <a:lumOff val="80000"/>
              </a:schemeClr>
            </a:solidFill>
          </p:spPr>
          <p:txBody>
            <a:bodyPr rot="0" spcFirstLastPara="0" vertOverflow="overflow" horzOverflow="overflow" vert="horz" wrap="square" lIns="0" tIns="0" rIns="0" bIns="0" numCol="1" spcCol="0" rtlCol="0" fromWordArt="0" anchor="ctr" anchorCtr="0" forceAA="0" compatLnSpc="1">
              <a:normAutofit fontScale="90000" lnSpcReduction="10000"/>
            </a:bodyPr>
            <a:p>
              <a:pPr marL="0" lvl="0" indent="0" algn="ctr">
                <a:lnSpc>
                  <a:spcPct val="130000"/>
                </a:lnSpc>
                <a:spcBef>
                  <a:spcPts val="0"/>
                </a:spcBef>
                <a:spcAft>
                  <a:spcPts val="0"/>
                </a:spcAft>
                <a:buSzPct val="100000"/>
              </a:pPr>
              <a:r>
                <a:rPr lang="zh-CN" altLang="en-US" sz="1000">
                  <a:solidFill>
                    <a:schemeClr val="accent2">
                      <a:lumMod val="50000"/>
                    </a:schemeClr>
                  </a:solidFill>
                </a:rPr>
                <a:t>KISS （Keep It Simple and Stupid）原则。因为我们做 PPT 针对的是大众，我们的目的是把自己的理解灌输给听众，深入浅出才能展现对知识的真正掌握。</a:t>
              </a:r>
              <a:endParaRPr lang="zh-CN" altLang="en-US" sz="1000">
                <a:solidFill>
                  <a:schemeClr val="accent2">
                    <a:lumMod val="50000"/>
                  </a:schemeClr>
                </a:solidFill>
              </a:endParaRPr>
            </a:p>
          </p:txBody>
        </p:sp>
      </p:grpSp>
      <p:grpSp>
        <p:nvGrpSpPr>
          <p:cNvPr id="38" name="组合 37"/>
          <p:cNvGrpSpPr/>
          <p:nvPr>
            <p:custDataLst>
              <p:tags r:id="rId11"/>
            </p:custDataLst>
          </p:nvPr>
        </p:nvGrpSpPr>
        <p:grpSpPr>
          <a:xfrm rot="0">
            <a:off x="6309881" y="1304290"/>
            <a:ext cx="2451849" cy="2900811"/>
            <a:chOff x="5449649" y="2149475"/>
            <a:chExt cx="1568450" cy="1855401"/>
          </a:xfrm>
        </p:grpSpPr>
        <p:sp>
          <p:nvSpPr>
            <p:cNvPr id="20" name="菱形 19"/>
            <p:cNvSpPr/>
            <p:nvPr>
              <p:custDataLst>
                <p:tags r:id="rId12"/>
              </p:custDataLst>
            </p:nvPr>
          </p:nvSpPr>
          <p:spPr>
            <a:xfrm>
              <a:off x="6010037" y="3557201"/>
              <a:ext cx="447675" cy="447675"/>
            </a:xfrm>
            <a:prstGeom prst="diamond">
              <a:avLst/>
            </a:prstGeom>
            <a:noFill/>
            <a:ln w="25400">
              <a:solidFill>
                <a:schemeClr val="accent3">
                  <a:lumMod val="60000"/>
                  <a:lumOff val="40000"/>
                </a:schemeClr>
              </a:solidFill>
            </a:ln>
          </p:spPr>
          <p:txBody>
            <a:bodyPr rot="0" spcFirstLastPara="0" vertOverflow="overflow" horzOverflow="overflow" vert="horz" wrap="square" lIns="68580" tIns="34290" rIns="68580" bIns="34290" numCol="1" spcCol="0" rtlCol="0" fromWordArt="0" anchor="ctr" anchorCtr="0" forceAA="0" compatLnSpc="1">
              <a:normAutofit/>
            </a:bodyPr>
            <a:p>
              <a:pPr algn="ctr">
                <a:lnSpc>
                  <a:spcPct val="130000"/>
                </a:lnSpc>
              </a:pPr>
              <a:endParaRPr lang="zh-CN" altLang="en-US" sz="1350" dirty="0" err="1">
                <a:solidFill>
                  <a:srgbClr val="FFFFFF"/>
                </a:solidFill>
                <a:sym typeface="Arial" panose="020B0604020202020204" pitchFamily="34" charset="0"/>
              </a:endParaRPr>
            </a:p>
          </p:txBody>
        </p:sp>
        <p:sp>
          <p:nvSpPr>
            <p:cNvPr id="21" name="菱形 20"/>
            <p:cNvSpPr/>
            <p:nvPr>
              <p:custDataLst>
                <p:tags r:id="rId13"/>
              </p:custDataLst>
            </p:nvPr>
          </p:nvSpPr>
          <p:spPr>
            <a:xfrm>
              <a:off x="5532199" y="2454275"/>
              <a:ext cx="1403350" cy="1403350"/>
            </a:xfrm>
            <a:prstGeom prst="diamond">
              <a:avLst/>
            </a:prstGeom>
            <a:noFill/>
            <a:ln w="25400">
              <a:solidFill>
                <a:schemeClr val="accent3"/>
              </a:solidFill>
            </a:ln>
          </p:spPr>
          <p:txBody>
            <a:bodyPr rot="0" spcFirstLastPara="0" vertOverflow="overflow" horzOverflow="overflow" vert="horz" wrap="square" lIns="68580" tIns="34290" rIns="68580" bIns="34290" numCol="1" spcCol="0" rtlCol="0" fromWordArt="0" anchor="ctr" anchorCtr="0" forceAA="0" compatLnSpc="1">
              <a:normAutofit/>
            </a:bodyPr>
            <a:p>
              <a:pPr algn="ctr">
                <a:lnSpc>
                  <a:spcPct val="130000"/>
                </a:lnSpc>
              </a:pPr>
              <a:endParaRPr lang="zh-CN" altLang="en-US" sz="1350" dirty="0" err="1">
                <a:solidFill>
                  <a:srgbClr val="FFFFFF"/>
                </a:solidFill>
                <a:sym typeface="Arial" panose="020B0604020202020204" pitchFamily="34" charset="0"/>
              </a:endParaRPr>
            </a:p>
          </p:txBody>
        </p:sp>
        <p:sp>
          <p:nvSpPr>
            <p:cNvPr id="22" name="菱形 21"/>
            <p:cNvSpPr/>
            <p:nvPr>
              <p:custDataLst>
                <p:tags r:id="rId14"/>
              </p:custDataLst>
            </p:nvPr>
          </p:nvSpPr>
          <p:spPr>
            <a:xfrm>
              <a:off x="5449649" y="2149475"/>
              <a:ext cx="1568450" cy="1568450"/>
            </a:xfrm>
            <a:prstGeom prst="diamond">
              <a:avLst/>
            </a:prstGeom>
            <a:solidFill>
              <a:schemeClr val="accent3">
                <a:lumMod val="20000"/>
                <a:lumOff val="80000"/>
              </a:schemeClr>
            </a:solidFill>
          </p:spPr>
          <p:txBody>
            <a:bodyPr rot="0" spcFirstLastPara="0" vertOverflow="overflow" horzOverflow="overflow" vert="horz" wrap="square" lIns="0" tIns="0" rIns="0" bIns="0" numCol="1" spcCol="0" rtlCol="0" fromWordArt="0" anchor="ctr" anchorCtr="0" forceAA="0" compatLnSpc="1">
              <a:normAutofit/>
            </a:bodyPr>
            <a:p>
              <a:pPr marL="0" lvl="0" indent="0" algn="ctr">
                <a:lnSpc>
                  <a:spcPct val="130000"/>
                </a:lnSpc>
                <a:spcBef>
                  <a:spcPts val="0"/>
                </a:spcBef>
                <a:spcAft>
                  <a:spcPts val="0"/>
                </a:spcAft>
                <a:buSzPct val="100000"/>
              </a:pPr>
              <a:r>
                <a:rPr lang="zh-CN" altLang="en-US" sz="1000">
                  <a:solidFill>
                    <a:schemeClr val="accent3">
                      <a:lumMod val="50000"/>
                    </a:schemeClr>
                  </a:solidFill>
                  <a:sym typeface="Arial" panose="020B0604020202020204" pitchFamily="34" charset="0"/>
                </a:rPr>
                <a:t>10/20/30 法则。演示文件不超过 10 页，演讲时间不超过 20 分钟，演示使用的字体不小于 30 点（30 point）。</a:t>
              </a:r>
              <a:endParaRPr lang="zh-CN" altLang="en-US" sz="1000">
                <a:solidFill>
                  <a:schemeClr val="accent3">
                    <a:lumMod val="50000"/>
                  </a:schemeClr>
                </a:solidFill>
                <a:sym typeface="Arial" panose="020B0604020202020204" pitchFamily="34" charset="0"/>
              </a:endParaRPr>
            </a:p>
          </p:txBody>
        </p:sp>
      </p:grpSp>
    </p:spTree>
    <p:custDataLst>
      <p:tags r:id="rId15"/>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758825" y="1003300"/>
            <a:ext cx="6536690" cy="337185"/>
          </a:xfrm>
          <a:prstGeom prst="rect">
            <a:avLst/>
          </a:prstGeom>
          <a:noFill/>
        </p:spPr>
        <p:txBody>
          <a:bodyPr wrap="square" rtlCol="0" anchor="t">
            <a:spAutoFit/>
          </a:bodyPr>
          <a:p>
            <a:pPr marL="360045" indent="-360045" fontAlgn="auto">
              <a:buFont typeface="Wingdings" panose="05000000000000000000" charset="0"/>
              <a:buChar char="l"/>
            </a:pPr>
            <a:r>
              <a:rPr lang="zh-CN" altLang="en-US" sz="1600" spc="200">
                <a:solidFill>
                  <a:schemeClr val="tx1"/>
                </a:solidFill>
                <a:uFillTx/>
                <a:latin typeface="微软雅黑" panose="020B0503020204020204" charset="-122"/>
                <a:ea typeface="微软雅黑" panose="020B0503020204020204" charset="-122"/>
                <a:cs typeface="微软雅黑" panose="020B0503020204020204" charset="-122"/>
              </a:rPr>
              <a:t>通俗地说，PPT 的制作要掌握以下几点：</a:t>
            </a:r>
            <a:endParaRPr lang="zh-CN" altLang="en-US" sz="1600" spc="200">
              <a:solidFill>
                <a:schemeClr val="tx1"/>
              </a:solidFill>
              <a:uFillTx/>
              <a:latin typeface="微软雅黑" panose="020B0503020204020204" charset="-122"/>
              <a:ea typeface="微软雅黑" panose="020B0503020204020204" charset="-122"/>
              <a:cs typeface="微软雅黑" panose="020B0503020204020204" charset="-122"/>
            </a:endParaRPr>
          </a:p>
        </p:txBody>
      </p:sp>
      <p:grpSp>
        <p:nvGrpSpPr>
          <p:cNvPr id="2" name="组合 1"/>
          <p:cNvGrpSpPr/>
          <p:nvPr>
            <p:custDataLst>
              <p:tags r:id="rId2"/>
            </p:custDataLst>
          </p:nvPr>
        </p:nvGrpSpPr>
        <p:grpSpPr>
          <a:xfrm rot="0">
            <a:off x="653415" y="1637665"/>
            <a:ext cx="1216025" cy="2407285"/>
            <a:chOff x="810777" y="2334152"/>
            <a:chExt cx="1621295" cy="3209398"/>
          </a:xfrm>
        </p:grpSpPr>
        <p:sp>
          <p:nvSpPr>
            <p:cNvPr id="32" name="任意多边形 31"/>
            <p:cNvSpPr/>
            <p:nvPr>
              <p:custDataLst>
                <p:tags r:id="rId3"/>
              </p:custDataLst>
            </p:nvPr>
          </p:nvSpPr>
          <p:spPr>
            <a:xfrm>
              <a:off x="832181" y="2334152"/>
              <a:ext cx="1578488" cy="319086"/>
            </a:xfrm>
            <a:custGeom>
              <a:avLst/>
              <a:gdLst>
                <a:gd name="connsiteX0" fmla="*/ 124365 w 1578488"/>
                <a:gd name="connsiteY0" fmla="*/ 0 h 319086"/>
                <a:gd name="connsiteX1" fmla="*/ 1454123 w 1578488"/>
                <a:gd name="connsiteY1" fmla="*/ 0 h 319086"/>
                <a:gd name="connsiteX2" fmla="*/ 1535779 w 1578488"/>
                <a:gd name="connsiteY2" fmla="*/ 267322 h 319086"/>
                <a:gd name="connsiteX3" fmla="*/ 1578488 w 1578488"/>
                <a:gd name="connsiteY3" fmla="*/ 319086 h 319086"/>
                <a:gd name="connsiteX4" fmla="*/ 0 w 1578488"/>
                <a:gd name="connsiteY4" fmla="*/ 319086 h 319086"/>
                <a:gd name="connsiteX5" fmla="*/ 42710 w 1578488"/>
                <a:gd name="connsiteY5" fmla="*/ 267322 h 319086"/>
                <a:gd name="connsiteX6" fmla="*/ 124365 w 1578488"/>
                <a:gd name="connsiteY6" fmla="*/ 0 h 31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8488" h="319086">
                  <a:moveTo>
                    <a:pt x="124365" y="0"/>
                  </a:moveTo>
                  <a:lnTo>
                    <a:pt x="1454123" y="0"/>
                  </a:lnTo>
                  <a:cubicBezTo>
                    <a:pt x="1454123" y="99022"/>
                    <a:pt x="1484226" y="191013"/>
                    <a:pt x="1535779" y="267322"/>
                  </a:cubicBezTo>
                  <a:lnTo>
                    <a:pt x="1578488" y="319086"/>
                  </a:lnTo>
                  <a:lnTo>
                    <a:pt x="0" y="319086"/>
                  </a:lnTo>
                  <a:lnTo>
                    <a:pt x="42710" y="267322"/>
                  </a:lnTo>
                  <a:cubicBezTo>
                    <a:pt x="94263" y="191013"/>
                    <a:pt x="124365" y="99022"/>
                    <a:pt x="124365" y="0"/>
                  </a:cubicBez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7500"/>
            </a:bodyPr>
            <a:p>
              <a:pPr indent="0" algn="ctr">
                <a:buNone/>
              </a:pPr>
              <a:endParaRPr lang="zh-CN" altLang="en-US" sz="1350">
                <a:latin typeface="微软雅黑" panose="020B0503020204020204" charset="-122"/>
                <a:ea typeface="微软雅黑" panose="020B0503020204020204" charset="-122"/>
              </a:endParaRPr>
            </a:p>
          </p:txBody>
        </p:sp>
        <p:sp>
          <p:nvSpPr>
            <p:cNvPr id="6" name="矩形 5"/>
            <p:cNvSpPr/>
            <p:nvPr>
              <p:custDataLst>
                <p:tags r:id="rId4"/>
              </p:custDataLst>
            </p:nvPr>
          </p:nvSpPr>
          <p:spPr>
            <a:xfrm>
              <a:off x="810778" y="2619375"/>
              <a:ext cx="1621294" cy="2924175"/>
            </a:xfrm>
            <a:prstGeom prst="rect">
              <a:avLst/>
            </a:prstGeom>
            <a:solidFill>
              <a:schemeClr val="accent1">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tIns="81000" bIns="405000" rtlCol="0" anchor="ctr">
              <a:normAutofit/>
            </a:bodyPr>
            <a:p>
              <a:pPr lvl="0" algn="l" fontAlgn="ctr">
                <a:lnSpc>
                  <a:spcPct val="130000"/>
                </a:lnSpc>
                <a:spcBef>
                  <a:spcPts val="1000"/>
                </a:spcBef>
                <a:spcAft>
                  <a:spcPts val="0"/>
                </a:spcAft>
                <a:buClrTx/>
                <a:buSzTx/>
                <a:buFontTx/>
                <a:buNone/>
              </a:pPr>
              <a:r>
                <a:rPr lang="zh-CN" altLang="en-US" sz="1045" smtClean="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能用图表就用图表。所有的人都会先挑图看。</a:t>
              </a:r>
              <a:endParaRPr lang="zh-CN" altLang="en-US" sz="1045" smtClean="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0" name="任意多边形 9"/>
            <p:cNvSpPr/>
            <p:nvPr>
              <p:custDataLst>
                <p:tags r:id="rId5"/>
              </p:custDataLst>
            </p:nvPr>
          </p:nvSpPr>
          <p:spPr>
            <a:xfrm flipH="1">
              <a:off x="810778" y="5327649"/>
              <a:ext cx="1621294" cy="215901"/>
            </a:xfrm>
            <a:custGeom>
              <a:avLst/>
              <a:gdLst>
                <a:gd name="connsiteX0" fmla="*/ 411317 w 1621294"/>
                <a:gd name="connsiteY0" fmla="*/ 239 h 215901"/>
                <a:gd name="connsiteX1" fmla="*/ 383790 w 1621294"/>
                <a:gd name="connsiteY1" fmla="*/ 958 h 215901"/>
                <a:gd name="connsiteX2" fmla="*/ 38634 w 1621294"/>
                <a:gd name="connsiteY2" fmla="*/ 93177 h 215901"/>
                <a:gd name="connsiteX3" fmla="*/ 0 w 1621294"/>
                <a:gd name="connsiteY3" fmla="*/ 110071 h 215901"/>
                <a:gd name="connsiteX4" fmla="*/ 0 w 1621294"/>
                <a:gd name="connsiteY4" fmla="*/ 215901 h 215901"/>
                <a:gd name="connsiteX5" fmla="*/ 1621294 w 1621294"/>
                <a:gd name="connsiteY5" fmla="*/ 215901 h 215901"/>
                <a:gd name="connsiteX6" fmla="*/ 1621294 w 1621294"/>
                <a:gd name="connsiteY6" fmla="*/ 13662 h 215901"/>
                <a:gd name="connsiteX7" fmla="*/ 1578538 w 1621294"/>
                <a:gd name="connsiteY7" fmla="*/ 2100 h 215901"/>
                <a:gd name="connsiteX8" fmla="*/ 756178 w 1621294"/>
                <a:gd name="connsiteY8" fmla="*/ 163965 h 215901"/>
                <a:gd name="connsiteX9" fmla="*/ 411317 w 1621294"/>
                <a:gd name="connsiteY9" fmla="*/ 239 h 215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21294" h="215901">
                  <a:moveTo>
                    <a:pt x="411317" y="239"/>
                  </a:moveTo>
                  <a:cubicBezTo>
                    <a:pt x="401679" y="-229"/>
                    <a:pt x="392487" y="-20"/>
                    <a:pt x="383790" y="958"/>
                  </a:cubicBezTo>
                  <a:cubicBezTo>
                    <a:pt x="293105" y="2622"/>
                    <a:pt x="165050" y="41258"/>
                    <a:pt x="38634" y="93177"/>
                  </a:cubicBezTo>
                  <a:lnTo>
                    <a:pt x="0" y="110071"/>
                  </a:lnTo>
                  <a:lnTo>
                    <a:pt x="0" y="215901"/>
                  </a:lnTo>
                  <a:lnTo>
                    <a:pt x="1621294" y="215901"/>
                  </a:lnTo>
                  <a:lnTo>
                    <a:pt x="1621294" y="13662"/>
                  </a:lnTo>
                  <a:lnTo>
                    <a:pt x="1578538" y="2100"/>
                  </a:lnTo>
                  <a:cubicBezTo>
                    <a:pt x="1440654" y="-14177"/>
                    <a:pt x="1306934" y="242737"/>
                    <a:pt x="756178" y="163965"/>
                  </a:cubicBezTo>
                  <a:cubicBezTo>
                    <a:pt x="593460" y="142654"/>
                    <a:pt x="555873" y="7243"/>
                    <a:pt x="411317" y="239"/>
                  </a:cubicBezTo>
                  <a:close/>
                </a:path>
              </a:pathLst>
            </a:cu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32500" lnSpcReduction="20000"/>
            </a:bodyPr>
            <a:p>
              <a:pPr indent="0" algn="ctr">
                <a:buNone/>
              </a:pPr>
              <a:endParaRPr lang="zh-CN" altLang="en-US" sz="1350">
                <a:latin typeface="微软雅黑" panose="020B0503020204020204" charset="-122"/>
                <a:ea typeface="微软雅黑" panose="020B0503020204020204" charset="-122"/>
              </a:endParaRPr>
            </a:p>
          </p:txBody>
        </p:sp>
        <p:sp>
          <p:nvSpPr>
            <p:cNvPr id="15" name="任意多边形 14"/>
            <p:cNvSpPr/>
            <p:nvPr>
              <p:custDataLst>
                <p:tags r:id="rId6"/>
              </p:custDataLst>
            </p:nvPr>
          </p:nvSpPr>
          <p:spPr>
            <a:xfrm>
              <a:off x="909055" y="5099050"/>
              <a:ext cx="1523017" cy="444500"/>
            </a:xfrm>
            <a:custGeom>
              <a:avLst/>
              <a:gdLst>
                <a:gd name="connsiteX0" fmla="*/ 769543 w 2381982"/>
                <a:gd name="connsiteY0" fmla="*/ 935 h 762934"/>
                <a:gd name="connsiteX1" fmla="*/ 1455343 w 2381982"/>
                <a:gd name="connsiteY1" fmla="*/ 635935 h 762934"/>
                <a:gd name="connsiteX2" fmla="*/ 1997210 w 2381982"/>
                <a:gd name="connsiteY2" fmla="*/ 263401 h 762934"/>
                <a:gd name="connsiteX3" fmla="*/ 2374688 w 2381982"/>
                <a:gd name="connsiteY3" fmla="*/ 723471 h 762934"/>
                <a:gd name="connsiteX4" fmla="*/ 2381982 w 2381982"/>
                <a:gd name="connsiteY4" fmla="*/ 762934 h 762934"/>
                <a:gd name="connsiteX5" fmla="*/ 0 w 2381982"/>
                <a:gd name="connsiteY5" fmla="*/ 762934 h 762934"/>
                <a:gd name="connsiteX6" fmla="*/ 12910 w 2381982"/>
                <a:gd name="connsiteY6" fmla="*/ 715145 h 762934"/>
                <a:gd name="connsiteX7" fmla="*/ 769543 w 2381982"/>
                <a:gd name="connsiteY7" fmla="*/ 935 h 76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1982" h="762934">
                  <a:moveTo>
                    <a:pt x="769543" y="935"/>
                  </a:moveTo>
                  <a:cubicBezTo>
                    <a:pt x="1012254" y="-27287"/>
                    <a:pt x="1250732" y="592191"/>
                    <a:pt x="1455343" y="635935"/>
                  </a:cubicBezTo>
                  <a:cubicBezTo>
                    <a:pt x="1659954" y="679679"/>
                    <a:pt x="1841988" y="238001"/>
                    <a:pt x="1997210" y="263401"/>
                  </a:cubicBezTo>
                  <a:cubicBezTo>
                    <a:pt x="2133029" y="285626"/>
                    <a:pt x="2325029" y="555259"/>
                    <a:pt x="2374688" y="723471"/>
                  </a:cubicBezTo>
                  <a:lnTo>
                    <a:pt x="2381982" y="762934"/>
                  </a:lnTo>
                  <a:lnTo>
                    <a:pt x="0" y="762934"/>
                  </a:lnTo>
                  <a:lnTo>
                    <a:pt x="12910" y="715145"/>
                  </a:lnTo>
                  <a:cubicBezTo>
                    <a:pt x="101713" y="471673"/>
                    <a:pt x="557171" y="25629"/>
                    <a:pt x="769543" y="935"/>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indent="0" algn="ctr">
                <a:buNone/>
              </a:pPr>
              <a:endParaRPr lang="zh-CN" altLang="en-US" sz="1350">
                <a:latin typeface="微软雅黑" panose="020B0503020204020204" charset="-122"/>
                <a:ea typeface="微软雅黑" panose="020B0503020204020204" charset="-122"/>
              </a:endParaRPr>
            </a:p>
          </p:txBody>
        </p:sp>
        <p:sp>
          <p:nvSpPr>
            <p:cNvPr id="16" name="任意多边形 15"/>
            <p:cNvSpPr/>
            <p:nvPr>
              <p:custDataLst>
                <p:tags r:id="rId7"/>
              </p:custDataLst>
            </p:nvPr>
          </p:nvSpPr>
          <p:spPr>
            <a:xfrm flipH="1">
              <a:off x="810777" y="5175250"/>
              <a:ext cx="1576341" cy="368300"/>
            </a:xfrm>
            <a:custGeom>
              <a:avLst/>
              <a:gdLst>
                <a:gd name="connsiteX0" fmla="*/ 839785 w 2465380"/>
                <a:gd name="connsiteY0" fmla="*/ 503 h 581194"/>
                <a:gd name="connsiteX1" fmla="*/ 807788 w 2465380"/>
                <a:gd name="connsiteY1" fmla="*/ 2021 h 581194"/>
                <a:gd name="connsiteX2" fmla="*/ 16782 w 2465380"/>
                <a:gd name="connsiteY2" fmla="*/ 559376 h 581194"/>
                <a:gd name="connsiteX3" fmla="*/ 0 w 2465380"/>
                <a:gd name="connsiteY3" fmla="*/ 581194 h 581194"/>
                <a:gd name="connsiteX4" fmla="*/ 2465380 w 2465380"/>
                <a:gd name="connsiteY4" fmla="*/ 581194 h 581194"/>
                <a:gd name="connsiteX5" fmla="*/ 2459763 w 2465380"/>
                <a:gd name="connsiteY5" fmla="*/ 567131 h 581194"/>
                <a:gd name="connsiteX6" fmla="*/ 2124619 w 2465380"/>
                <a:gd name="connsiteY6" fmla="*/ 64728 h 581194"/>
                <a:gd name="connsiteX7" fmla="*/ 1498085 w 2465380"/>
                <a:gd name="connsiteY7" fmla="*/ 361061 h 581194"/>
                <a:gd name="connsiteX8" fmla="*/ 839785 w 2465380"/>
                <a:gd name="connsiteY8" fmla="*/ 503 h 581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380" h="581194">
                  <a:moveTo>
                    <a:pt x="839785" y="503"/>
                  </a:moveTo>
                  <a:cubicBezTo>
                    <a:pt x="828582" y="-483"/>
                    <a:pt x="817897" y="-41"/>
                    <a:pt x="807788" y="2021"/>
                  </a:cubicBezTo>
                  <a:cubicBezTo>
                    <a:pt x="596959" y="9043"/>
                    <a:pt x="212374" y="328128"/>
                    <a:pt x="16782" y="559376"/>
                  </a:cubicBezTo>
                  <a:lnTo>
                    <a:pt x="0" y="581194"/>
                  </a:lnTo>
                  <a:lnTo>
                    <a:pt x="2465380" y="581194"/>
                  </a:lnTo>
                  <a:lnTo>
                    <a:pt x="2459763" y="567131"/>
                  </a:lnTo>
                  <a:cubicBezTo>
                    <a:pt x="2410104" y="398919"/>
                    <a:pt x="2284899" y="99073"/>
                    <a:pt x="2124619" y="64728"/>
                  </a:cubicBezTo>
                  <a:cubicBezTo>
                    <a:pt x="1964339" y="30383"/>
                    <a:pt x="1717557" y="371512"/>
                    <a:pt x="1498085" y="361061"/>
                  </a:cubicBezTo>
                  <a:cubicBezTo>
                    <a:pt x="1292330" y="351263"/>
                    <a:pt x="1007821" y="15283"/>
                    <a:pt x="839785" y="503"/>
                  </a:cubicBezTo>
                  <a:close/>
                </a:path>
              </a:pathLst>
            </a:custGeom>
            <a:solidFill>
              <a:schemeClr val="accent2">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p>
              <a:pPr indent="0" algn="ctr">
                <a:buNone/>
              </a:pPr>
              <a:endParaRPr lang="zh-CN" altLang="en-US" sz="1350">
                <a:latin typeface="微软雅黑" panose="020B0503020204020204" charset="-122"/>
                <a:ea typeface="微软雅黑" panose="020B0503020204020204" charset="-122"/>
              </a:endParaRPr>
            </a:p>
          </p:txBody>
        </p:sp>
        <p:sp>
          <p:nvSpPr>
            <p:cNvPr id="29" name="任意多边形 28"/>
            <p:cNvSpPr/>
            <p:nvPr>
              <p:custDataLst>
                <p:tags r:id="rId8"/>
              </p:custDataLst>
            </p:nvPr>
          </p:nvSpPr>
          <p:spPr>
            <a:xfrm>
              <a:off x="951477" y="2334152"/>
              <a:ext cx="1339897" cy="319087"/>
            </a:xfrm>
            <a:custGeom>
              <a:avLst/>
              <a:gdLst>
                <a:gd name="connsiteX0" fmla="*/ 0 w 1350644"/>
                <a:gd name="connsiteY0" fmla="*/ 0 h 319087"/>
                <a:gd name="connsiteX1" fmla="*/ 1350644 w 1350644"/>
                <a:gd name="connsiteY1" fmla="*/ 0 h 319087"/>
                <a:gd name="connsiteX2" fmla="*/ 1189055 w 1350644"/>
                <a:gd name="connsiteY2" fmla="*/ 319087 h 319087"/>
                <a:gd name="connsiteX3" fmla="*/ 161589 w 1350644"/>
                <a:gd name="connsiteY3" fmla="*/ 319087 h 319087"/>
              </a:gdLst>
              <a:ahLst/>
              <a:cxnLst>
                <a:cxn ang="0">
                  <a:pos x="connsiteX0" y="connsiteY0"/>
                </a:cxn>
                <a:cxn ang="0">
                  <a:pos x="connsiteX1" y="connsiteY1"/>
                </a:cxn>
                <a:cxn ang="0">
                  <a:pos x="connsiteX2" y="connsiteY2"/>
                </a:cxn>
                <a:cxn ang="0">
                  <a:pos x="connsiteX3" y="connsiteY3"/>
                </a:cxn>
              </a:cxnLst>
              <a:rect l="l" t="t" r="r" b="b"/>
              <a:pathLst>
                <a:path w="1350644" h="319087">
                  <a:moveTo>
                    <a:pt x="0" y="0"/>
                  </a:moveTo>
                  <a:lnTo>
                    <a:pt x="1350644" y="0"/>
                  </a:lnTo>
                  <a:lnTo>
                    <a:pt x="1189055" y="319087"/>
                  </a:lnTo>
                  <a:lnTo>
                    <a:pt x="161589" y="319087"/>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7500"/>
            </a:bodyPr>
            <a:p>
              <a:pPr indent="0" algn="ctr">
                <a:buNone/>
              </a:pPr>
              <a:r>
                <a:rPr lang="en-US" altLang="zh-CN" sz="1350" dirty="0" smtClean="0">
                  <a:solidFill>
                    <a:schemeClr val="accent2"/>
                  </a:solidFill>
                  <a:latin typeface="微软雅黑" panose="020B0503020204020204" charset="-122"/>
                  <a:ea typeface="微软雅黑" panose="020B0503020204020204" charset="-122"/>
                </a:rPr>
                <a:t>A</a:t>
              </a:r>
              <a:endParaRPr lang="en-US" altLang="zh-CN" sz="1350" dirty="0" smtClean="0">
                <a:solidFill>
                  <a:schemeClr val="accent2"/>
                </a:solidFill>
                <a:latin typeface="微软雅黑" panose="020B0503020204020204" charset="-122"/>
                <a:ea typeface="微软雅黑" panose="020B0503020204020204" charset="-122"/>
              </a:endParaRPr>
            </a:p>
          </p:txBody>
        </p:sp>
        <p:cxnSp>
          <p:nvCxnSpPr>
            <p:cNvPr id="17" name="直接连接符 16"/>
            <p:cNvCxnSpPr/>
            <p:nvPr>
              <p:custDataLst>
                <p:tags r:id="rId9"/>
              </p:custDataLst>
            </p:nvPr>
          </p:nvCxnSpPr>
          <p:spPr>
            <a:xfrm>
              <a:off x="1107692" y="2653239"/>
              <a:ext cx="102746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79" name="组合 78"/>
          <p:cNvGrpSpPr/>
          <p:nvPr>
            <p:custDataLst>
              <p:tags r:id="rId10"/>
            </p:custDataLst>
          </p:nvPr>
        </p:nvGrpSpPr>
        <p:grpSpPr>
          <a:xfrm rot="0">
            <a:off x="1993265" y="1637665"/>
            <a:ext cx="1216025" cy="2407285"/>
            <a:chOff x="810777" y="2334152"/>
            <a:chExt cx="1621295" cy="3209398"/>
          </a:xfrm>
        </p:grpSpPr>
        <p:sp>
          <p:nvSpPr>
            <p:cNvPr id="80" name="任意多边形 79"/>
            <p:cNvSpPr/>
            <p:nvPr>
              <p:custDataLst>
                <p:tags r:id="rId11"/>
              </p:custDataLst>
            </p:nvPr>
          </p:nvSpPr>
          <p:spPr>
            <a:xfrm>
              <a:off x="832181" y="2334152"/>
              <a:ext cx="1578488" cy="319086"/>
            </a:xfrm>
            <a:custGeom>
              <a:avLst/>
              <a:gdLst>
                <a:gd name="connsiteX0" fmla="*/ 124365 w 1578488"/>
                <a:gd name="connsiteY0" fmla="*/ 0 h 319086"/>
                <a:gd name="connsiteX1" fmla="*/ 1454123 w 1578488"/>
                <a:gd name="connsiteY1" fmla="*/ 0 h 319086"/>
                <a:gd name="connsiteX2" fmla="*/ 1535779 w 1578488"/>
                <a:gd name="connsiteY2" fmla="*/ 267322 h 319086"/>
                <a:gd name="connsiteX3" fmla="*/ 1578488 w 1578488"/>
                <a:gd name="connsiteY3" fmla="*/ 319086 h 319086"/>
                <a:gd name="connsiteX4" fmla="*/ 0 w 1578488"/>
                <a:gd name="connsiteY4" fmla="*/ 319086 h 319086"/>
                <a:gd name="connsiteX5" fmla="*/ 42710 w 1578488"/>
                <a:gd name="connsiteY5" fmla="*/ 267322 h 319086"/>
                <a:gd name="connsiteX6" fmla="*/ 124365 w 1578488"/>
                <a:gd name="connsiteY6" fmla="*/ 0 h 31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8488" h="319086">
                  <a:moveTo>
                    <a:pt x="124365" y="0"/>
                  </a:moveTo>
                  <a:lnTo>
                    <a:pt x="1454123" y="0"/>
                  </a:lnTo>
                  <a:cubicBezTo>
                    <a:pt x="1454123" y="99022"/>
                    <a:pt x="1484226" y="191013"/>
                    <a:pt x="1535779" y="267322"/>
                  </a:cubicBezTo>
                  <a:lnTo>
                    <a:pt x="1578488" y="319086"/>
                  </a:lnTo>
                  <a:lnTo>
                    <a:pt x="0" y="319086"/>
                  </a:lnTo>
                  <a:lnTo>
                    <a:pt x="42710" y="267322"/>
                  </a:lnTo>
                  <a:cubicBezTo>
                    <a:pt x="94263" y="191013"/>
                    <a:pt x="124365" y="99022"/>
                    <a:pt x="124365" y="0"/>
                  </a:cubicBez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7500"/>
            </a:bodyPr>
            <a:p>
              <a:pPr indent="0" algn="ctr">
                <a:buNone/>
              </a:pPr>
              <a:endParaRPr lang="zh-CN" altLang="en-US" sz="1350">
                <a:latin typeface="微软雅黑" panose="020B0503020204020204" charset="-122"/>
                <a:ea typeface="微软雅黑" panose="020B0503020204020204" charset="-122"/>
              </a:endParaRPr>
            </a:p>
          </p:txBody>
        </p:sp>
        <p:sp>
          <p:nvSpPr>
            <p:cNvPr id="81" name="矩形 80"/>
            <p:cNvSpPr/>
            <p:nvPr>
              <p:custDataLst>
                <p:tags r:id="rId12"/>
              </p:custDataLst>
            </p:nvPr>
          </p:nvSpPr>
          <p:spPr>
            <a:xfrm>
              <a:off x="810778" y="2619375"/>
              <a:ext cx="1621294" cy="2924175"/>
            </a:xfrm>
            <a:prstGeom prst="rect">
              <a:avLst/>
            </a:prstGeom>
            <a:solidFill>
              <a:schemeClr val="accent1">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tIns="81000" bIns="405000" rtlCol="0" anchor="ctr">
              <a:normAutofit/>
            </a:bodyPr>
            <a:p>
              <a:pPr lvl="0" algn="l" fontAlgn="ctr">
                <a:lnSpc>
                  <a:spcPct val="130000"/>
                </a:lnSpc>
                <a:spcBef>
                  <a:spcPts val="1000"/>
                </a:spcBef>
                <a:spcAft>
                  <a:spcPts val="0"/>
                </a:spcAft>
                <a:buClrTx/>
                <a:buSzTx/>
                <a:buFontTx/>
                <a:buNone/>
              </a:pPr>
              <a:r>
                <a:rPr lang="zh-CN" altLang="en-US" sz="1045" smtClean="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所有人看到图表，第一眼就是找最低的和最高的，然后找跟自己相关的。把这三个东西标出来，效果会更好。</a:t>
              </a:r>
              <a:endParaRPr lang="zh-CN" altLang="en-US" sz="1045" smtClean="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82" name="任意多边形 81"/>
            <p:cNvSpPr/>
            <p:nvPr>
              <p:custDataLst>
                <p:tags r:id="rId13"/>
              </p:custDataLst>
            </p:nvPr>
          </p:nvSpPr>
          <p:spPr>
            <a:xfrm flipH="1">
              <a:off x="810778" y="5327649"/>
              <a:ext cx="1621294" cy="215901"/>
            </a:xfrm>
            <a:custGeom>
              <a:avLst/>
              <a:gdLst>
                <a:gd name="connsiteX0" fmla="*/ 411317 w 1621294"/>
                <a:gd name="connsiteY0" fmla="*/ 239 h 215901"/>
                <a:gd name="connsiteX1" fmla="*/ 383790 w 1621294"/>
                <a:gd name="connsiteY1" fmla="*/ 958 h 215901"/>
                <a:gd name="connsiteX2" fmla="*/ 38634 w 1621294"/>
                <a:gd name="connsiteY2" fmla="*/ 93177 h 215901"/>
                <a:gd name="connsiteX3" fmla="*/ 0 w 1621294"/>
                <a:gd name="connsiteY3" fmla="*/ 110071 h 215901"/>
                <a:gd name="connsiteX4" fmla="*/ 0 w 1621294"/>
                <a:gd name="connsiteY4" fmla="*/ 215901 h 215901"/>
                <a:gd name="connsiteX5" fmla="*/ 1621294 w 1621294"/>
                <a:gd name="connsiteY5" fmla="*/ 215901 h 215901"/>
                <a:gd name="connsiteX6" fmla="*/ 1621294 w 1621294"/>
                <a:gd name="connsiteY6" fmla="*/ 13662 h 215901"/>
                <a:gd name="connsiteX7" fmla="*/ 1578538 w 1621294"/>
                <a:gd name="connsiteY7" fmla="*/ 2100 h 215901"/>
                <a:gd name="connsiteX8" fmla="*/ 756178 w 1621294"/>
                <a:gd name="connsiteY8" fmla="*/ 163965 h 215901"/>
                <a:gd name="connsiteX9" fmla="*/ 411317 w 1621294"/>
                <a:gd name="connsiteY9" fmla="*/ 239 h 215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21294" h="215901">
                  <a:moveTo>
                    <a:pt x="411317" y="239"/>
                  </a:moveTo>
                  <a:cubicBezTo>
                    <a:pt x="401679" y="-229"/>
                    <a:pt x="392487" y="-20"/>
                    <a:pt x="383790" y="958"/>
                  </a:cubicBezTo>
                  <a:cubicBezTo>
                    <a:pt x="293105" y="2622"/>
                    <a:pt x="165050" y="41258"/>
                    <a:pt x="38634" y="93177"/>
                  </a:cubicBezTo>
                  <a:lnTo>
                    <a:pt x="0" y="110071"/>
                  </a:lnTo>
                  <a:lnTo>
                    <a:pt x="0" y="215901"/>
                  </a:lnTo>
                  <a:lnTo>
                    <a:pt x="1621294" y="215901"/>
                  </a:lnTo>
                  <a:lnTo>
                    <a:pt x="1621294" y="13662"/>
                  </a:lnTo>
                  <a:lnTo>
                    <a:pt x="1578538" y="2100"/>
                  </a:lnTo>
                  <a:cubicBezTo>
                    <a:pt x="1440654" y="-14177"/>
                    <a:pt x="1306934" y="242737"/>
                    <a:pt x="756178" y="163965"/>
                  </a:cubicBezTo>
                  <a:cubicBezTo>
                    <a:pt x="593460" y="142654"/>
                    <a:pt x="555873" y="7243"/>
                    <a:pt x="411317" y="239"/>
                  </a:cubicBezTo>
                  <a:close/>
                </a:path>
              </a:pathLst>
            </a:cu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32500" lnSpcReduction="20000"/>
            </a:bodyPr>
            <a:p>
              <a:pPr indent="0" algn="ctr">
                <a:buNone/>
              </a:pPr>
              <a:endParaRPr lang="zh-CN" altLang="en-US" sz="1350">
                <a:latin typeface="微软雅黑" panose="020B0503020204020204" charset="-122"/>
                <a:ea typeface="微软雅黑" panose="020B0503020204020204" charset="-122"/>
              </a:endParaRPr>
            </a:p>
          </p:txBody>
        </p:sp>
        <p:sp>
          <p:nvSpPr>
            <p:cNvPr id="83" name="任意多边形 82"/>
            <p:cNvSpPr/>
            <p:nvPr>
              <p:custDataLst>
                <p:tags r:id="rId14"/>
              </p:custDataLst>
            </p:nvPr>
          </p:nvSpPr>
          <p:spPr>
            <a:xfrm>
              <a:off x="909055" y="5099050"/>
              <a:ext cx="1523017" cy="444500"/>
            </a:xfrm>
            <a:custGeom>
              <a:avLst/>
              <a:gdLst>
                <a:gd name="connsiteX0" fmla="*/ 769543 w 2381982"/>
                <a:gd name="connsiteY0" fmla="*/ 935 h 762934"/>
                <a:gd name="connsiteX1" fmla="*/ 1455343 w 2381982"/>
                <a:gd name="connsiteY1" fmla="*/ 635935 h 762934"/>
                <a:gd name="connsiteX2" fmla="*/ 1997210 w 2381982"/>
                <a:gd name="connsiteY2" fmla="*/ 263401 h 762934"/>
                <a:gd name="connsiteX3" fmla="*/ 2374688 w 2381982"/>
                <a:gd name="connsiteY3" fmla="*/ 723471 h 762934"/>
                <a:gd name="connsiteX4" fmla="*/ 2381982 w 2381982"/>
                <a:gd name="connsiteY4" fmla="*/ 762934 h 762934"/>
                <a:gd name="connsiteX5" fmla="*/ 0 w 2381982"/>
                <a:gd name="connsiteY5" fmla="*/ 762934 h 762934"/>
                <a:gd name="connsiteX6" fmla="*/ 12910 w 2381982"/>
                <a:gd name="connsiteY6" fmla="*/ 715145 h 762934"/>
                <a:gd name="connsiteX7" fmla="*/ 769543 w 2381982"/>
                <a:gd name="connsiteY7" fmla="*/ 935 h 76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1982" h="762934">
                  <a:moveTo>
                    <a:pt x="769543" y="935"/>
                  </a:moveTo>
                  <a:cubicBezTo>
                    <a:pt x="1012254" y="-27287"/>
                    <a:pt x="1250732" y="592191"/>
                    <a:pt x="1455343" y="635935"/>
                  </a:cubicBezTo>
                  <a:cubicBezTo>
                    <a:pt x="1659954" y="679679"/>
                    <a:pt x="1841988" y="238001"/>
                    <a:pt x="1997210" y="263401"/>
                  </a:cubicBezTo>
                  <a:cubicBezTo>
                    <a:pt x="2133029" y="285626"/>
                    <a:pt x="2325029" y="555259"/>
                    <a:pt x="2374688" y="723471"/>
                  </a:cubicBezTo>
                  <a:lnTo>
                    <a:pt x="2381982" y="762934"/>
                  </a:lnTo>
                  <a:lnTo>
                    <a:pt x="0" y="762934"/>
                  </a:lnTo>
                  <a:lnTo>
                    <a:pt x="12910" y="715145"/>
                  </a:lnTo>
                  <a:cubicBezTo>
                    <a:pt x="101713" y="471673"/>
                    <a:pt x="557171" y="25629"/>
                    <a:pt x="769543" y="935"/>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indent="0" algn="ctr">
                <a:buNone/>
              </a:pPr>
              <a:endParaRPr lang="zh-CN" altLang="en-US" sz="1350">
                <a:latin typeface="微软雅黑" panose="020B0503020204020204" charset="-122"/>
                <a:ea typeface="微软雅黑" panose="020B0503020204020204" charset="-122"/>
              </a:endParaRPr>
            </a:p>
          </p:txBody>
        </p:sp>
        <p:sp>
          <p:nvSpPr>
            <p:cNvPr id="84" name="任意多边形 83"/>
            <p:cNvSpPr/>
            <p:nvPr>
              <p:custDataLst>
                <p:tags r:id="rId15"/>
              </p:custDataLst>
            </p:nvPr>
          </p:nvSpPr>
          <p:spPr>
            <a:xfrm flipH="1">
              <a:off x="810777" y="5175250"/>
              <a:ext cx="1576341" cy="368300"/>
            </a:xfrm>
            <a:custGeom>
              <a:avLst/>
              <a:gdLst>
                <a:gd name="connsiteX0" fmla="*/ 839785 w 2465380"/>
                <a:gd name="connsiteY0" fmla="*/ 503 h 581194"/>
                <a:gd name="connsiteX1" fmla="*/ 807788 w 2465380"/>
                <a:gd name="connsiteY1" fmla="*/ 2021 h 581194"/>
                <a:gd name="connsiteX2" fmla="*/ 16782 w 2465380"/>
                <a:gd name="connsiteY2" fmla="*/ 559376 h 581194"/>
                <a:gd name="connsiteX3" fmla="*/ 0 w 2465380"/>
                <a:gd name="connsiteY3" fmla="*/ 581194 h 581194"/>
                <a:gd name="connsiteX4" fmla="*/ 2465380 w 2465380"/>
                <a:gd name="connsiteY4" fmla="*/ 581194 h 581194"/>
                <a:gd name="connsiteX5" fmla="*/ 2459763 w 2465380"/>
                <a:gd name="connsiteY5" fmla="*/ 567131 h 581194"/>
                <a:gd name="connsiteX6" fmla="*/ 2124619 w 2465380"/>
                <a:gd name="connsiteY6" fmla="*/ 64728 h 581194"/>
                <a:gd name="connsiteX7" fmla="*/ 1498085 w 2465380"/>
                <a:gd name="connsiteY7" fmla="*/ 361061 h 581194"/>
                <a:gd name="connsiteX8" fmla="*/ 839785 w 2465380"/>
                <a:gd name="connsiteY8" fmla="*/ 503 h 581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380" h="581194">
                  <a:moveTo>
                    <a:pt x="839785" y="503"/>
                  </a:moveTo>
                  <a:cubicBezTo>
                    <a:pt x="828582" y="-483"/>
                    <a:pt x="817897" y="-41"/>
                    <a:pt x="807788" y="2021"/>
                  </a:cubicBezTo>
                  <a:cubicBezTo>
                    <a:pt x="596959" y="9043"/>
                    <a:pt x="212374" y="328128"/>
                    <a:pt x="16782" y="559376"/>
                  </a:cubicBezTo>
                  <a:lnTo>
                    <a:pt x="0" y="581194"/>
                  </a:lnTo>
                  <a:lnTo>
                    <a:pt x="2465380" y="581194"/>
                  </a:lnTo>
                  <a:lnTo>
                    <a:pt x="2459763" y="567131"/>
                  </a:lnTo>
                  <a:cubicBezTo>
                    <a:pt x="2410104" y="398919"/>
                    <a:pt x="2284899" y="99073"/>
                    <a:pt x="2124619" y="64728"/>
                  </a:cubicBezTo>
                  <a:cubicBezTo>
                    <a:pt x="1964339" y="30383"/>
                    <a:pt x="1717557" y="371512"/>
                    <a:pt x="1498085" y="361061"/>
                  </a:cubicBezTo>
                  <a:cubicBezTo>
                    <a:pt x="1292330" y="351263"/>
                    <a:pt x="1007821" y="15283"/>
                    <a:pt x="839785" y="503"/>
                  </a:cubicBezTo>
                  <a:close/>
                </a:path>
              </a:pathLst>
            </a:custGeom>
            <a:solidFill>
              <a:schemeClr val="accent2">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p>
              <a:pPr indent="0" algn="ctr">
                <a:buNone/>
              </a:pPr>
              <a:endParaRPr lang="zh-CN" altLang="en-US" sz="1350">
                <a:latin typeface="微软雅黑" panose="020B0503020204020204" charset="-122"/>
                <a:ea typeface="微软雅黑" panose="020B0503020204020204" charset="-122"/>
              </a:endParaRPr>
            </a:p>
          </p:txBody>
        </p:sp>
        <p:sp>
          <p:nvSpPr>
            <p:cNvPr id="85" name="任意多边形 84"/>
            <p:cNvSpPr/>
            <p:nvPr>
              <p:custDataLst>
                <p:tags r:id="rId16"/>
              </p:custDataLst>
            </p:nvPr>
          </p:nvSpPr>
          <p:spPr>
            <a:xfrm>
              <a:off x="951477" y="2334152"/>
              <a:ext cx="1339897" cy="319087"/>
            </a:xfrm>
            <a:custGeom>
              <a:avLst/>
              <a:gdLst>
                <a:gd name="connsiteX0" fmla="*/ 0 w 1350644"/>
                <a:gd name="connsiteY0" fmla="*/ 0 h 319087"/>
                <a:gd name="connsiteX1" fmla="*/ 1350644 w 1350644"/>
                <a:gd name="connsiteY1" fmla="*/ 0 h 319087"/>
                <a:gd name="connsiteX2" fmla="*/ 1189055 w 1350644"/>
                <a:gd name="connsiteY2" fmla="*/ 319087 h 319087"/>
                <a:gd name="connsiteX3" fmla="*/ 161589 w 1350644"/>
                <a:gd name="connsiteY3" fmla="*/ 319087 h 319087"/>
              </a:gdLst>
              <a:ahLst/>
              <a:cxnLst>
                <a:cxn ang="0">
                  <a:pos x="connsiteX0" y="connsiteY0"/>
                </a:cxn>
                <a:cxn ang="0">
                  <a:pos x="connsiteX1" y="connsiteY1"/>
                </a:cxn>
                <a:cxn ang="0">
                  <a:pos x="connsiteX2" y="connsiteY2"/>
                </a:cxn>
                <a:cxn ang="0">
                  <a:pos x="connsiteX3" y="connsiteY3"/>
                </a:cxn>
              </a:cxnLst>
              <a:rect l="l" t="t" r="r" b="b"/>
              <a:pathLst>
                <a:path w="1350644" h="319087">
                  <a:moveTo>
                    <a:pt x="0" y="0"/>
                  </a:moveTo>
                  <a:lnTo>
                    <a:pt x="1350644" y="0"/>
                  </a:lnTo>
                  <a:lnTo>
                    <a:pt x="1189055" y="319087"/>
                  </a:lnTo>
                  <a:lnTo>
                    <a:pt x="161589" y="319087"/>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7500"/>
            </a:bodyPr>
            <a:p>
              <a:pPr indent="0" algn="ctr">
                <a:buNone/>
              </a:pPr>
              <a:r>
                <a:rPr lang="en-US" altLang="zh-CN" sz="1350" dirty="0" smtClean="0">
                  <a:solidFill>
                    <a:schemeClr val="accent2"/>
                  </a:solidFill>
                  <a:latin typeface="微软雅黑" panose="020B0503020204020204" charset="-122"/>
                  <a:ea typeface="微软雅黑" panose="020B0503020204020204" charset="-122"/>
                </a:rPr>
                <a:t>B</a:t>
              </a:r>
              <a:endParaRPr lang="en-US" altLang="zh-CN" sz="1350" dirty="0" smtClean="0">
                <a:solidFill>
                  <a:schemeClr val="accent2"/>
                </a:solidFill>
                <a:latin typeface="微软雅黑" panose="020B0503020204020204" charset="-122"/>
                <a:ea typeface="微软雅黑" panose="020B0503020204020204" charset="-122"/>
              </a:endParaRPr>
            </a:p>
          </p:txBody>
        </p:sp>
        <p:cxnSp>
          <p:nvCxnSpPr>
            <p:cNvPr id="86" name="直接连接符 85"/>
            <p:cNvCxnSpPr/>
            <p:nvPr>
              <p:custDataLst>
                <p:tags r:id="rId17"/>
              </p:custDataLst>
            </p:nvPr>
          </p:nvCxnSpPr>
          <p:spPr>
            <a:xfrm>
              <a:off x="1107692" y="2653239"/>
              <a:ext cx="102746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87" name="组合 86"/>
          <p:cNvGrpSpPr/>
          <p:nvPr>
            <p:custDataLst>
              <p:tags r:id="rId18"/>
            </p:custDataLst>
          </p:nvPr>
        </p:nvGrpSpPr>
        <p:grpSpPr>
          <a:xfrm rot="0">
            <a:off x="3333750" y="1637665"/>
            <a:ext cx="1216025" cy="2407285"/>
            <a:chOff x="810777" y="2334152"/>
            <a:chExt cx="1621295" cy="3209398"/>
          </a:xfrm>
        </p:grpSpPr>
        <p:sp>
          <p:nvSpPr>
            <p:cNvPr id="88" name="任意多边形 87"/>
            <p:cNvSpPr/>
            <p:nvPr>
              <p:custDataLst>
                <p:tags r:id="rId19"/>
              </p:custDataLst>
            </p:nvPr>
          </p:nvSpPr>
          <p:spPr>
            <a:xfrm>
              <a:off x="832181" y="2334152"/>
              <a:ext cx="1578488" cy="319086"/>
            </a:xfrm>
            <a:custGeom>
              <a:avLst/>
              <a:gdLst>
                <a:gd name="connsiteX0" fmla="*/ 124365 w 1578488"/>
                <a:gd name="connsiteY0" fmla="*/ 0 h 319086"/>
                <a:gd name="connsiteX1" fmla="*/ 1454123 w 1578488"/>
                <a:gd name="connsiteY1" fmla="*/ 0 h 319086"/>
                <a:gd name="connsiteX2" fmla="*/ 1535779 w 1578488"/>
                <a:gd name="connsiteY2" fmla="*/ 267322 h 319086"/>
                <a:gd name="connsiteX3" fmla="*/ 1578488 w 1578488"/>
                <a:gd name="connsiteY3" fmla="*/ 319086 h 319086"/>
                <a:gd name="connsiteX4" fmla="*/ 0 w 1578488"/>
                <a:gd name="connsiteY4" fmla="*/ 319086 h 319086"/>
                <a:gd name="connsiteX5" fmla="*/ 42710 w 1578488"/>
                <a:gd name="connsiteY5" fmla="*/ 267322 h 319086"/>
                <a:gd name="connsiteX6" fmla="*/ 124365 w 1578488"/>
                <a:gd name="connsiteY6" fmla="*/ 0 h 31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8488" h="319086">
                  <a:moveTo>
                    <a:pt x="124365" y="0"/>
                  </a:moveTo>
                  <a:lnTo>
                    <a:pt x="1454123" y="0"/>
                  </a:lnTo>
                  <a:cubicBezTo>
                    <a:pt x="1454123" y="99022"/>
                    <a:pt x="1484226" y="191013"/>
                    <a:pt x="1535779" y="267322"/>
                  </a:cubicBezTo>
                  <a:lnTo>
                    <a:pt x="1578488" y="319086"/>
                  </a:lnTo>
                  <a:lnTo>
                    <a:pt x="0" y="319086"/>
                  </a:lnTo>
                  <a:lnTo>
                    <a:pt x="42710" y="267322"/>
                  </a:lnTo>
                  <a:cubicBezTo>
                    <a:pt x="94263" y="191013"/>
                    <a:pt x="124365" y="99022"/>
                    <a:pt x="124365" y="0"/>
                  </a:cubicBez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7500"/>
            </a:bodyPr>
            <a:p>
              <a:pPr indent="0" algn="ctr">
                <a:buNone/>
              </a:pPr>
              <a:endParaRPr lang="zh-CN" altLang="en-US" sz="1350">
                <a:latin typeface="微软雅黑" panose="020B0503020204020204" charset="-122"/>
                <a:ea typeface="微软雅黑" panose="020B0503020204020204" charset="-122"/>
              </a:endParaRPr>
            </a:p>
          </p:txBody>
        </p:sp>
        <p:sp>
          <p:nvSpPr>
            <p:cNvPr id="89" name="矩形 88"/>
            <p:cNvSpPr/>
            <p:nvPr>
              <p:custDataLst>
                <p:tags r:id="rId20"/>
              </p:custDataLst>
            </p:nvPr>
          </p:nvSpPr>
          <p:spPr>
            <a:xfrm>
              <a:off x="810778" y="2619375"/>
              <a:ext cx="1621294" cy="2924175"/>
            </a:xfrm>
            <a:prstGeom prst="rect">
              <a:avLst/>
            </a:prstGeom>
            <a:solidFill>
              <a:schemeClr val="accent1">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tIns="81000" bIns="405000" rtlCol="0" anchor="ctr">
              <a:normAutofit/>
            </a:bodyPr>
            <a:p>
              <a:pPr lvl="0" indent="0" algn="l" fontAlgn="ctr">
                <a:lnSpc>
                  <a:spcPct val="130000"/>
                </a:lnSpc>
                <a:spcBef>
                  <a:spcPts val="1000"/>
                </a:spcBef>
                <a:spcAft>
                  <a:spcPts val="0"/>
                </a:spcAft>
                <a:buSzPct val="100000"/>
                <a:buNone/>
              </a:pPr>
              <a:r>
                <a:rPr lang="zh-CN" altLang="en-US" sz="1045" smtClean="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文字尽量精简凝练。</a:t>
              </a:r>
              <a:endParaRPr lang="zh-CN" altLang="en-US" sz="1045" smtClean="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90" name="任意多边形 89"/>
            <p:cNvSpPr/>
            <p:nvPr>
              <p:custDataLst>
                <p:tags r:id="rId21"/>
              </p:custDataLst>
            </p:nvPr>
          </p:nvSpPr>
          <p:spPr>
            <a:xfrm flipH="1">
              <a:off x="810778" y="5327649"/>
              <a:ext cx="1621294" cy="215901"/>
            </a:xfrm>
            <a:custGeom>
              <a:avLst/>
              <a:gdLst>
                <a:gd name="connsiteX0" fmla="*/ 411317 w 1621294"/>
                <a:gd name="connsiteY0" fmla="*/ 239 h 215901"/>
                <a:gd name="connsiteX1" fmla="*/ 383790 w 1621294"/>
                <a:gd name="connsiteY1" fmla="*/ 958 h 215901"/>
                <a:gd name="connsiteX2" fmla="*/ 38634 w 1621294"/>
                <a:gd name="connsiteY2" fmla="*/ 93177 h 215901"/>
                <a:gd name="connsiteX3" fmla="*/ 0 w 1621294"/>
                <a:gd name="connsiteY3" fmla="*/ 110071 h 215901"/>
                <a:gd name="connsiteX4" fmla="*/ 0 w 1621294"/>
                <a:gd name="connsiteY4" fmla="*/ 215901 h 215901"/>
                <a:gd name="connsiteX5" fmla="*/ 1621294 w 1621294"/>
                <a:gd name="connsiteY5" fmla="*/ 215901 h 215901"/>
                <a:gd name="connsiteX6" fmla="*/ 1621294 w 1621294"/>
                <a:gd name="connsiteY6" fmla="*/ 13662 h 215901"/>
                <a:gd name="connsiteX7" fmla="*/ 1578538 w 1621294"/>
                <a:gd name="connsiteY7" fmla="*/ 2100 h 215901"/>
                <a:gd name="connsiteX8" fmla="*/ 756178 w 1621294"/>
                <a:gd name="connsiteY8" fmla="*/ 163965 h 215901"/>
                <a:gd name="connsiteX9" fmla="*/ 411317 w 1621294"/>
                <a:gd name="connsiteY9" fmla="*/ 239 h 215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21294" h="215901">
                  <a:moveTo>
                    <a:pt x="411317" y="239"/>
                  </a:moveTo>
                  <a:cubicBezTo>
                    <a:pt x="401679" y="-229"/>
                    <a:pt x="392487" y="-20"/>
                    <a:pt x="383790" y="958"/>
                  </a:cubicBezTo>
                  <a:cubicBezTo>
                    <a:pt x="293105" y="2622"/>
                    <a:pt x="165050" y="41258"/>
                    <a:pt x="38634" y="93177"/>
                  </a:cubicBezTo>
                  <a:lnTo>
                    <a:pt x="0" y="110071"/>
                  </a:lnTo>
                  <a:lnTo>
                    <a:pt x="0" y="215901"/>
                  </a:lnTo>
                  <a:lnTo>
                    <a:pt x="1621294" y="215901"/>
                  </a:lnTo>
                  <a:lnTo>
                    <a:pt x="1621294" y="13662"/>
                  </a:lnTo>
                  <a:lnTo>
                    <a:pt x="1578538" y="2100"/>
                  </a:lnTo>
                  <a:cubicBezTo>
                    <a:pt x="1440654" y="-14177"/>
                    <a:pt x="1306934" y="242737"/>
                    <a:pt x="756178" y="163965"/>
                  </a:cubicBezTo>
                  <a:cubicBezTo>
                    <a:pt x="593460" y="142654"/>
                    <a:pt x="555873" y="7243"/>
                    <a:pt x="411317" y="239"/>
                  </a:cubicBezTo>
                  <a:close/>
                </a:path>
              </a:pathLst>
            </a:cu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32500" lnSpcReduction="20000"/>
            </a:bodyPr>
            <a:p>
              <a:pPr indent="0" algn="ctr">
                <a:buNone/>
              </a:pPr>
              <a:endParaRPr lang="zh-CN" altLang="en-US" sz="1350">
                <a:latin typeface="微软雅黑" panose="020B0503020204020204" charset="-122"/>
                <a:ea typeface="微软雅黑" panose="020B0503020204020204" charset="-122"/>
              </a:endParaRPr>
            </a:p>
          </p:txBody>
        </p:sp>
        <p:sp>
          <p:nvSpPr>
            <p:cNvPr id="91" name="任意多边形 90"/>
            <p:cNvSpPr/>
            <p:nvPr>
              <p:custDataLst>
                <p:tags r:id="rId22"/>
              </p:custDataLst>
            </p:nvPr>
          </p:nvSpPr>
          <p:spPr>
            <a:xfrm>
              <a:off x="909055" y="5099050"/>
              <a:ext cx="1523017" cy="444500"/>
            </a:xfrm>
            <a:custGeom>
              <a:avLst/>
              <a:gdLst>
                <a:gd name="connsiteX0" fmla="*/ 769543 w 2381982"/>
                <a:gd name="connsiteY0" fmla="*/ 935 h 762934"/>
                <a:gd name="connsiteX1" fmla="*/ 1455343 w 2381982"/>
                <a:gd name="connsiteY1" fmla="*/ 635935 h 762934"/>
                <a:gd name="connsiteX2" fmla="*/ 1997210 w 2381982"/>
                <a:gd name="connsiteY2" fmla="*/ 263401 h 762934"/>
                <a:gd name="connsiteX3" fmla="*/ 2374688 w 2381982"/>
                <a:gd name="connsiteY3" fmla="*/ 723471 h 762934"/>
                <a:gd name="connsiteX4" fmla="*/ 2381982 w 2381982"/>
                <a:gd name="connsiteY4" fmla="*/ 762934 h 762934"/>
                <a:gd name="connsiteX5" fmla="*/ 0 w 2381982"/>
                <a:gd name="connsiteY5" fmla="*/ 762934 h 762934"/>
                <a:gd name="connsiteX6" fmla="*/ 12910 w 2381982"/>
                <a:gd name="connsiteY6" fmla="*/ 715145 h 762934"/>
                <a:gd name="connsiteX7" fmla="*/ 769543 w 2381982"/>
                <a:gd name="connsiteY7" fmla="*/ 935 h 76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1982" h="762934">
                  <a:moveTo>
                    <a:pt x="769543" y="935"/>
                  </a:moveTo>
                  <a:cubicBezTo>
                    <a:pt x="1012254" y="-27287"/>
                    <a:pt x="1250732" y="592191"/>
                    <a:pt x="1455343" y="635935"/>
                  </a:cubicBezTo>
                  <a:cubicBezTo>
                    <a:pt x="1659954" y="679679"/>
                    <a:pt x="1841988" y="238001"/>
                    <a:pt x="1997210" y="263401"/>
                  </a:cubicBezTo>
                  <a:cubicBezTo>
                    <a:pt x="2133029" y="285626"/>
                    <a:pt x="2325029" y="555259"/>
                    <a:pt x="2374688" y="723471"/>
                  </a:cubicBezTo>
                  <a:lnTo>
                    <a:pt x="2381982" y="762934"/>
                  </a:lnTo>
                  <a:lnTo>
                    <a:pt x="0" y="762934"/>
                  </a:lnTo>
                  <a:lnTo>
                    <a:pt x="12910" y="715145"/>
                  </a:lnTo>
                  <a:cubicBezTo>
                    <a:pt x="101713" y="471673"/>
                    <a:pt x="557171" y="25629"/>
                    <a:pt x="769543" y="935"/>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indent="0" algn="ctr">
                <a:buNone/>
              </a:pPr>
              <a:endParaRPr lang="zh-CN" altLang="en-US" sz="1350">
                <a:latin typeface="微软雅黑" panose="020B0503020204020204" charset="-122"/>
                <a:ea typeface="微软雅黑" panose="020B0503020204020204" charset="-122"/>
              </a:endParaRPr>
            </a:p>
          </p:txBody>
        </p:sp>
        <p:sp>
          <p:nvSpPr>
            <p:cNvPr id="92" name="任意多边形 91"/>
            <p:cNvSpPr/>
            <p:nvPr>
              <p:custDataLst>
                <p:tags r:id="rId23"/>
              </p:custDataLst>
            </p:nvPr>
          </p:nvSpPr>
          <p:spPr>
            <a:xfrm flipH="1">
              <a:off x="810777" y="5175250"/>
              <a:ext cx="1576341" cy="368300"/>
            </a:xfrm>
            <a:custGeom>
              <a:avLst/>
              <a:gdLst>
                <a:gd name="connsiteX0" fmla="*/ 839785 w 2465380"/>
                <a:gd name="connsiteY0" fmla="*/ 503 h 581194"/>
                <a:gd name="connsiteX1" fmla="*/ 807788 w 2465380"/>
                <a:gd name="connsiteY1" fmla="*/ 2021 h 581194"/>
                <a:gd name="connsiteX2" fmla="*/ 16782 w 2465380"/>
                <a:gd name="connsiteY2" fmla="*/ 559376 h 581194"/>
                <a:gd name="connsiteX3" fmla="*/ 0 w 2465380"/>
                <a:gd name="connsiteY3" fmla="*/ 581194 h 581194"/>
                <a:gd name="connsiteX4" fmla="*/ 2465380 w 2465380"/>
                <a:gd name="connsiteY4" fmla="*/ 581194 h 581194"/>
                <a:gd name="connsiteX5" fmla="*/ 2459763 w 2465380"/>
                <a:gd name="connsiteY5" fmla="*/ 567131 h 581194"/>
                <a:gd name="connsiteX6" fmla="*/ 2124619 w 2465380"/>
                <a:gd name="connsiteY6" fmla="*/ 64728 h 581194"/>
                <a:gd name="connsiteX7" fmla="*/ 1498085 w 2465380"/>
                <a:gd name="connsiteY7" fmla="*/ 361061 h 581194"/>
                <a:gd name="connsiteX8" fmla="*/ 839785 w 2465380"/>
                <a:gd name="connsiteY8" fmla="*/ 503 h 581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380" h="581194">
                  <a:moveTo>
                    <a:pt x="839785" y="503"/>
                  </a:moveTo>
                  <a:cubicBezTo>
                    <a:pt x="828582" y="-483"/>
                    <a:pt x="817897" y="-41"/>
                    <a:pt x="807788" y="2021"/>
                  </a:cubicBezTo>
                  <a:cubicBezTo>
                    <a:pt x="596959" y="9043"/>
                    <a:pt x="212374" y="328128"/>
                    <a:pt x="16782" y="559376"/>
                  </a:cubicBezTo>
                  <a:lnTo>
                    <a:pt x="0" y="581194"/>
                  </a:lnTo>
                  <a:lnTo>
                    <a:pt x="2465380" y="581194"/>
                  </a:lnTo>
                  <a:lnTo>
                    <a:pt x="2459763" y="567131"/>
                  </a:lnTo>
                  <a:cubicBezTo>
                    <a:pt x="2410104" y="398919"/>
                    <a:pt x="2284899" y="99073"/>
                    <a:pt x="2124619" y="64728"/>
                  </a:cubicBezTo>
                  <a:cubicBezTo>
                    <a:pt x="1964339" y="30383"/>
                    <a:pt x="1717557" y="371512"/>
                    <a:pt x="1498085" y="361061"/>
                  </a:cubicBezTo>
                  <a:cubicBezTo>
                    <a:pt x="1292330" y="351263"/>
                    <a:pt x="1007821" y="15283"/>
                    <a:pt x="839785" y="503"/>
                  </a:cubicBezTo>
                  <a:close/>
                </a:path>
              </a:pathLst>
            </a:custGeom>
            <a:solidFill>
              <a:schemeClr val="accent2">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p>
              <a:pPr indent="0" algn="ctr">
                <a:buNone/>
              </a:pPr>
              <a:endParaRPr lang="zh-CN" altLang="en-US" sz="1350">
                <a:latin typeface="微软雅黑" panose="020B0503020204020204" charset="-122"/>
                <a:ea typeface="微软雅黑" panose="020B0503020204020204" charset="-122"/>
              </a:endParaRPr>
            </a:p>
          </p:txBody>
        </p:sp>
        <p:sp>
          <p:nvSpPr>
            <p:cNvPr id="93" name="任意多边形 92"/>
            <p:cNvSpPr/>
            <p:nvPr>
              <p:custDataLst>
                <p:tags r:id="rId24"/>
              </p:custDataLst>
            </p:nvPr>
          </p:nvSpPr>
          <p:spPr>
            <a:xfrm>
              <a:off x="951477" y="2334152"/>
              <a:ext cx="1339897" cy="319087"/>
            </a:xfrm>
            <a:custGeom>
              <a:avLst/>
              <a:gdLst>
                <a:gd name="connsiteX0" fmla="*/ 0 w 1350644"/>
                <a:gd name="connsiteY0" fmla="*/ 0 h 319087"/>
                <a:gd name="connsiteX1" fmla="*/ 1350644 w 1350644"/>
                <a:gd name="connsiteY1" fmla="*/ 0 h 319087"/>
                <a:gd name="connsiteX2" fmla="*/ 1189055 w 1350644"/>
                <a:gd name="connsiteY2" fmla="*/ 319087 h 319087"/>
                <a:gd name="connsiteX3" fmla="*/ 161589 w 1350644"/>
                <a:gd name="connsiteY3" fmla="*/ 319087 h 319087"/>
              </a:gdLst>
              <a:ahLst/>
              <a:cxnLst>
                <a:cxn ang="0">
                  <a:pos x="connsiteX0" y="connsiteY0"/>
                </a:cxn>
                <a:cxn ang="0">
                  <a:pos x="connsiteX1" y="connsiteY1"/>
                </a:cxn>
                <a:cxn ang="0">
                  <a:pos x="connsiteX2" y="connsiteY2"/>
                </a:cxn>
                <a:cxn ang="0">
                  <a:pos x="connsiteX3" y="connsiteY3"/>
                </a:cxn>
              </a:cxnLst>
              <a:rect l="l" t="t" r="r" b="b"/>
              <a:pathLst>
                <a:path w="1350644" h="319087">
                  <a:moveTo>
                    <a:pt x="0" y="0"/>
                  </a:moveTo>
                  <a:lnTo>
                    <a:pt x="1350644" y="0"/>
                  </a:lnTo>
                  <a:lnTo>
                    <a:pt x="1189055" y="319087"/>
                  </a:lnTo>
                  <a:lnTo>
                    <a:pt x="161589" y="319087"/>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7500"/>
            </a:bodyPr>
            <a:p>
              <a:pPr indent="0" algn="ctr">
                <a:buNone/>
              </a:pPr>
              <a:r>
                <a:rPr lang="en-US" altLang="zh-CN" sz="1350" dirty="0" smtClean="0">
                  <a:solidFill>
                    <a:schemeClr val="accent2"/>
                  </a:solidFill>
                  <a:latin typeface="微软雅黑" panose="020B0503020204020204" charset="-122"/>
                  <a:ea typeface="微软雅黑" panose="020B0503020204020204" charset="-122"/>
                </a:rPr>
                <a:t>C</a:t>
              </a:r>
              <a:endParaRPr lang="en-US" altLang="zh-CN" sz="1350" dirty="0" smtClean="0">
                <a:solidFill>
                  <a:schemeClr val="accent2"/>
                </a:solidFill>
                <a:latin typeface="微软雅黑" panose="020B0503020204020204" charset="-122"/>
                <a:ea typeface="微软雅黑" panose="020B0503020204020204" charset="-122"/>
              </a:endParaRPr>
            </a:p>
          </p:txBody>
        </p:sp>
        <p:cxnSp>
          <p:nvCxnSpPr>
            <p:cNvPr id="94" name="直接连接符 93"/>
            <p:cNvCxnSpPr/>
            <p:nvPr>
              <p:custDataLst>
                <p:tags r:id="rId25"/>
              </p:custDataLst>
            </p:nvPr>
          </p:nvCxnSpPr>
          <p:spPr>
            <a:xfrm>
              <a:off x="1107692" y="2653239"/>
              <a:ext cx="102746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95" name="组合 94"/>
          <p:cNvGrpSpPr/>
          <p:nvPr>
            <p:custDataLst>
              <p:tags r:id="rId26"/>
            </p:custDataLst>
          </p:nvPr>
        </p:nvGrpSpPr>
        <p:grpSpPr>
          <a:xfrm rot="0">
            <a:off x="4673600" y="1637665"/>
            <a:ext cx="1216025" cy="2407285"/>
            <a:chOff x="810777" y="2334152"/>
            <a:chExt cx="1621295" cy="3209398"/>
          </a:xfrm>
        </p:grpSpPr>
        <p:sp>
          <p:nvSpPr>
            <p:cNvPr id="96" name="任意多边形 95"/>
            <p:cNvSpPr/>
            <p:nvPr>
              <p:custDataLst>
                <p:tags r:id="rId27"/>
              </p:custDataLst>
            </p:nvPr>
          </p:nvSpPr>
          <p:spPr>
            <a:xfrm>
              <a:off x="832181" y="2334152"/>
              <a:ext cx="1578488" cy="319086"/>
            </a:xfrm>
            <a:custGeom>
              <a:avLst/>
              <a:gdLst>
                <a:gd name="connsiteX0" fmla="*/ 124365 w 1578488"/>
                <a:gd name="connsiteY0" fmla="*/ 0 h 319086"/>
                <a:gd name="connsiteX1" fmla="*/ 1454123 w 1578488"/>
                <a:gd name="connsiteY1" fmla="*/ 0 h 319086"/>
                <a:gd name="connsiteX2" fmla="*/ 1535779 w 1578488"/>
                <a:gd name="connsiteY2" fmla="*/ 267322 h 319086"/>
                <a:gd name="connsiteX3" fmla="*/ 1578488 w 1578488"/>
                <a:gd name="connsiteY3" fmla="*/ 319086 h 319086"/>
                <a:gd name="connsiteX4" fmla="*/ 0 w 1578488"/>
                <a:gd name="connsiteY4" fmla="*/ 319086 h 319086"/>
                <a:gd name="connsiteX5" fmla="*/ 42710 w 1578488"/>
                <a:gd name="connsiteY5" fmla="*/ 267322 h 319086"/>
                <a:gd name="connsiteX6" fmla="*/ 124365 w 1578488"/>
                <a:gd name="connsiteY6" fmla="*/ 0 h 31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8488" h="319086">
                  <a:moveTo>
                    <a:pt x="124365" y="0"/>
                  </a:moveTo>
                  <a:lnTo>
                    <a:pt x="1454123" y="0"/>
                  </a:lnTo>
                  <a:cubicBezTo>
                    <a:pt x="1454123" y="99022"/>
                    <a:pt x="1484226" y="191013"/>
                    <a:pt x="1535779" y="267322"/>
                  </a:cubicBezTo>
                  <a:lnTo>
                    <a:pt x="1578488" y="319086"/>
                  </a:lnTo>
                  <a:lnTo>
                    <a:pt x="0" y="319086"/>
                  </a:lnTo>
                  <a:lnTo>
                    <a:pt x="42710" y="267322"/>
                  </a:lnTo>
                  <a:cubicBezTo>
                    <a:pt x="94263" y="191013"/>
                    <a:pt x="124365" y="99022"/>
                    <a:pt x="124365" y="0"/>
                  </a:cubicBez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7500"/>
            </a:bodyPr>
            <a:p>
              <a:pPr indent="0" algn="ctr">
                <a:buNone/>
              </a:pPr>
              <a:endParaRPr lang="zh-CN" altLang="en-US" sz="1350">
                <a:latin typeface="微软雅黑" panose="020B0503020204020204" charset="-122"/>
                <a:ea typeface="微软雅黑" panose="020B0503020204020204" charset="-122"/>
              </a:endParaRPr>
            </a:p>
          </p:txBody>
        </p:sp>
        <p:sp>
          <p:nvSpPr>
            <p:cNvPr id="97" name="矩形 96"/>
            <p:cNvSpPr/>
            <p:nvPr>
              <p:custDataLst>
                <p:tags r:id="rId28"/>
              </p:custDataLst>
            </p:nvPr>
          </p:nvSpPr>
          <p:spPr>
            <a:xfrm>
              <a:off x="810778" y="2619375"/>
              <a:ext cx="1621294" cy="2924175"/>
            </a:xfrm>
            <a:prstGeom prst="rect">
              <a:avLst/>
            </a:prstGeom>
            <a:solidFill>
              <a:schemeClr val="accent1">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tIns="81000" bIns="405000" rtlCol="0" anchor="ctr">
              <a:normAutofit/>
            </a:bodyPr>
            <a:p>
              <a:pPr lvl="0" indent="0" algn="l" fontAlgn="ctr">
                <a:lnSpc>
                  <a:spcPct val="130000"/>
                </a:lnSpc>
                <a:spcBef>
                  <a:spcPts val="1000"/>
                </a:spcBef>
                <a:spcAft>
                  <a:spcPts val="0"/>
                </a:spcAft>
                <a:buSzPct val="100000"/>
                <a:buNone/>
              </a:pPr>
              <a:r>
                <a:rPr lang="zh-CN" altLang="en-US" sz="1045" smtClean="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要想办法展示出 PPT 还有多少，或者说明 PPT 的条理和结构，这非常重要。</a:t>
              </a:r>
              <a:endParaRPr lang="zh-CN" altLang="en-US" sz="1045" smtClean="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98" name="任意多边形 97"/>
            <p:cNvSpPr/>
            <p:nvPr>
              <p:custDataLst>
                <p:tags r:id="rId29"/>
              </p:custDataLst>
            </p:nvPr>
          </p:nvSpPr>
          <p:spPr>
            <a:xfrm flipH="1">
              <a:off x="810778" y="5327649"/>
              <a:ext cx="1621294" cy="215901"/>
            </a:xfrm>
            <a:custGeom>
              <a:avLst/>
              <a:gdLst>
                <a:gd name="connsiteX0" fmla="*/ 411317 w 1621294"/>
                <a:gd name="connsiteY0" fmla="*/ 239 h 215901"/>
                <a:gd name="connsiteX1" fmla="*/ 383790 w 1621294"/>
                <a:gd name="connsiteY1" fmla="*/ 958 h 215901"/>
                <a:gd name="connsiteX2" fmla="*/ 38634 w 1621294"/>
                <a:gd name="connsiteY2" fmla="*/ 93177 h 215901"/>
                <a:gd name="connsiteX3" fmla="*/ 0 w 1621294"/>
                <a:gd name="connsiteY3" fmla="*/ 110071 h 215901"/>
                <a:gd name="connsiteX4" fmla="*/ 0 w 1621294"/>
                <a:gd name="connsiteY4" fmla="*/ 215901 h 215901"/>
                <a:gd name="connsiteX5" fmla="*/ 1621294 w 1621294"/>
                <a:gd name="connsiteY5" fmla="*/ 215901 h 215901"/>
                <a:gd name="connsiteX6" fmla="*/ 1621294 w 1621294"/>
                <a:gd name="connsiteY6" fmla="*/ 13662 h 215901"/>
                <a:gd name="connsiteX7" fmla="*/ 1578538 w 1621294"/>
                <a:gd name="connsiteY7" fmla="*/ 2100 h 215901"/>
                <a:gd name="connsiteX8" fmla="*/ 756178 w 1621294"/>
                <a:gd name="connsiteY8" fmla="*/ 163965 h 215901"/>
                <a:gd name="connsiteX9" fmla="*/ 411317 w 1621294"/>
                <a:gd name="connsiteY9" fmla="*/ 239 h 215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21294" h="215901">
                  <a:moveTo>
                    <a:pt x="411317" y="239"/>
                  </a:moveTo>
                  <a:cubicBezTo>
                    <a:pt x="401679" y="-229"/>
                    <a:pt x="392487" y="-20"/>
                    <a:pt x="383790" y="958"/>
                  </a:cubicBezTo>
                  <a:cubicBezTo>
                    <a:pt x="293105" y="2622"/>
                    <a:pt x="165050" y="41258"/>
                    <a:pt x="38634" y="93177"/>
                  </a:cubicBezTo>
                  <a:lnTo>
                    <a:pt x="0" y="110071"/>
                  </a:lnTo>
                  <a:lnTo>
                    <a:pt x="0" y="215901"/>
                  </a:lnTo>
                  <a:lnTo>
                    <a:pt x="1621294" y="215901"/>
                  </a:lnTo>
                  <a:lnTo>
                    <a:pt x="1621294" y="13662"/>
                  </a:lnTo>
                  <a:lnTo>
                    <a:pt x="1578538" y="2100"/>
                  </a:lnTo>
                  <a:cubicBezTo>
                    <a:pt x="1440654" y="-14177"/>
                    <a:pt x="1306934" y="242737"/>
                    <a:pt x="756178" y="163965"/>
                  </a:cubicBezTo>
                  <a:cubicBezTo>
                    <a:pt x="593460" y="142654"/>
                    <a:pt x="555873" y="7243"/>
                    <a:pt x="411317" y="239"/>
                  </a:cubicBezTo>
                  <a:close/>
                </a:path>
              </a:pathLst>
            </a:cu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32500" lnSpcReduction="20000"/>
            </a:bodyPr>
            <a:p>
              <a:pPr indent="0" algn="ctr">
                <a:buNone/>
              </a:pPr>
              <a:endParaRPr lang="zh-CN" altLang="en-US" sz="1350">
                <a:latin typeface="微软雅黑" panose="020B0503020204020204" charset="-122"/>
                <a:ea typeface="微软雅黑" panose="020B0503020204020204" charset="-122"/>
              </a:endParaRPr>
            </a:p>
          </p:txBody>
        </p:sp>
        <p:sp>
          <p:nvSpPr>
            <p:cNvPr id="99" name="任意多边形 98"/>
            <p:cNvSpPr/>
            <p:nvPr>
              <p:custDataLst>
                <p:tags r:id="rId30"/>
              </p:custDataLst>
            </p:nvPr>
          </p:nvSpPr>
          <p:spPr>
            <a:xfrm>
              <a:off x="909055" y="5099050"/>
              <a:ext cx="1523017" cy="444500"/>
            </a:xfrm>
            <a:custGeom>
              <a:avLst/>
              <a:gdLst>
                <a:gd name="connsiteX0" fmla="*/ 769543 w 2381982"/>
                <a:gd name="connsiteY0" fmla="*/ 935 h 762934"/>
                <a:gd name="connsiteX1" fmla="*/ 1455343 w 2381982"/>
                <a:gd name="connsiteY1" fmla="*/ 635935 h 762934"/>
                <a:gd name="connsiteX2" fmla="*/ 1997210 w 2381982"/>
                <a:gd name="connsiteY2" fmla="*/ 263401 h 762934"/>
                <a:gd name="connsiteX3" fmla="*/ 2374688 w 2381982"/>
                <a:gd name="connsiteY3" fmla="*/ 723471 h 762934"/>
                <a:gd name="connsiteX4" fmla="*/ 2381982 w 2381982"/>
                <a:gd name="connsiteY4" fmla="*/ 762934 h 762934"/>
                <a:gd name="connsiteX5" fmla="*/ 0 w 2381982"/>
                <a:gd name="connsiteY5" fmla="*/ 762934 h 762934"/>
                <a:gd name="connsiteX6" fmla="*/ 12910 w 2381982"/>
                <a:gd name="connsiteY6" fmla="*/ 715145 h 762934"/>
                <a:gd name="connsiteX7" fmla="*/ 769543 w 2381982"/>
                <a:gd name="connsiteY7" fmla="*/ 935 h 76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1982" h="762934">
                  <a:moveTo>
                    <a:pt x="769543" y="935"/>
                  </a:moveTo>
                  <a:cubicBezTo>
                    <a:pt x="1012254" y="-27287"/>
                    <a:pt x="1250732" y="592191"/>
                    <a:pt x="1455343" y="635935"/>
                  </a:cubicBezTo>
                  <a:cubicBezTo>
                    <a:pt x="1659954" y="679679"/>
                    <a:pt x="1841988" y="238001"/>
                    <a:pt x="1997210" y="263401"/>
                  </a:cubicBezTo>
                  <a:cubicBezTo>
                    <a:pt x="2133029" y="285626"/>
                    <a:pt x="2325029" y="555259"/>
                    <a:pt x="2374688" y="723471"/>
                  </a:cubicBezTo>
                  <a:lnTo>
                    <a:pt x="2381982" y="762934"/>
                  </a:lnTo>
                  <a:lnTo>
                    <a:pt x="0" y="762934"/>
                  </a:lnTo>
                  <a:lnTo>
                    <a:pt x="12910" y="715145"/>
                  </a:lnTo>
                  <a:cubicBezTo>
                    <a:pt x="101713" y="471673"/>
                    <a:pt x="557171" y="25629"/>
                    <a:pt x="769543" y="935"/>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indent="0" algn="ctr">
                <a:buNone/>
              </a:pPr>
              <a:endParaRPr lang="zh-CN" altLang="en-US" sz="1350">
                <a:latin typeface="微软雅黑" panose="020B0503020204020204" charset="-122"/>
                <a:ea typeface="微软雅黑" panose="020B0503020204020204" charset="-122"/>
              </a:endParaRPr>
            </a:p>
          </p:txBody>
        </p:sp>
        <p:sp>
          <p:nvSpPr>
            <p:cNvPr id="100" name="任意多边形 99"/>
            <p:cNvSpPr/>
            <p:nvPr>
              <p:custDataLst>
                <p:tags r:id="rId31"/>
              </p:custDataLst>
            </p:nvPr>
          </p:nvSpPr>
          <p:spPr>
            <a:xfrm flipH="1">
              <a:off x="810777" y="5175250"/>
              <a:ext cx="1576341" cy="368300"/>
            </a:xfrm>
            <a:custGeom>
              <a:avLst/>
              <a:gdLst>
                <a:gd name="connsiteX0" fmla="*/ 839785 w 2465380"/>
                <a:gd name="connsiteY0" fmla="*/ 503 h 581194"/>
                <a:gd name="connsiteX1" fmla="*/ 807788 w 2465380"/>
                <a:gd name="connsiteY1" fmla="*/ 2021 h 581194"/>
                <a:gd name="connsiteX2" fmla="*/ 16782 w 2465380"/>
                <a:gd name="connsiteY2" fmla="*/ 559376 h 581194"/>
                <a:gd name="connsiteX3" fmla="*/ 0 w 2465380"/>
                <a:gd name="connsiteY3" fmla="*/ 581194 h 581194"/>
                <a:gd name="connsiteX4" fmla="*/ 2465380 w 2465380"/>
                <a:gd name="connsiteY4" fmla="*/ 581194 h 581194"/>
                <a:gd name="connsiteX5" fmla="*/ 2459763 w 2465380"/>
                <a:gd name="connsiteY5" fmla="*/ 567131 h 581194"/>
                <a:gd name="connsiteX6" fmla="*/ 2124619 w 2465380"/>
                <a:gd name="connsiteY6" fmla="*/ 64728 h 581194"/>
                <a:gd name="connsiteX7" fmla="*/ 1498085 w 2465380"/>
                <a:gd name="connsiteY7" fmla="*/ 361061 h 581194"/>
                <a:gd name="connsiteX8" fmla="*/ 839785 w 2465380"/>
                <a:gd name="connsiteY8" fmla="*/ 503 h 581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380" h="581194">
                  <a:moveTo>
                    <a:pt x="839785" y="503"/>
                  </a:moveTo>
                  <a:cubicBezTo>
                    <a:pt x="828582" y="-483"/>
                    <a:pt x="817897" y="-41"/>
                    <a:pt x="807788" y="2021"/>
                  </a:cubicBezTo>
                  <a:cubicBezTo>
                    <a:pt x="596959" y="9043"/>
                    <a:pt x="212374" y="328128"/>
                    <a:pt x="16782" y="559376"/>
                  </a:cubicBezTo>
                  <a:lnTo>
                    <a:pt x="0" y="581194"/>
                  </a:lnTo>
                  <a:lnTo>
                    <a:pt x="2465380" y="581194"/>
                  </a:lnTo>
                  <a:lnTo>
                    <a:pt x="2459763" y="567131"/>
                  </a:lnTo>
                  <a:cubicBezTo>
                    <a:pt x="2410104" y="398919"/>
                    <a:pt x="2284899" y="99073"/>
                    <a:pt x="2124619" y="64728"/>
                  </a:cubicBezTo>
                  <a:cubicBezTo>
                    <a:pt x="1964339" y="30383"/>
                    <a:pt x="1717557" y="371512"/>
                    <a:pt x="1498085" y="361061"/>
                  </a:cubicBezTo>
                  <a:cubicBezTo>
                    <a:pt x="1292330" y="351263"/>
                    <a:pt x="1007821" y="15283"/>
                    <a:pt x="839785" y="503"/>
                  </a:cubicBezTo>
                  <a:close/>
                </a:path>
              </a:pathLst>
            </a:custGeom>
            <a:solidFill>
              <a:schemeClr val="accent2">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p>
              <a:pPr indent="0" algn="ctr">
                <a:buNone/>
              </a:pPr>
              <a:endParaRPr lang="zh-CN" altLang="en-US" sz="1350">
                <a:latin typeface="微软雅黑" panose="020B0503020204020204" charset="-122"/>
                <a:ea typeface="微软雅黑" panose="020B0503020204020204" charset="-122"/>
              </a:endParaRPr>
            </a:p>
          </p:txBody>
        </p:sp>
        <p:sp>
          <p:nvSpPr>
            <p:cNvPr id="101" name="任意多边形 100"/>
            <p:cNvSpPr/>
            <p:nvPr>
              <p:custDataLst>
                <p:tags r:id="rId32"/>
              </p:custDataLst>
            </p:nvPr>
          </p:nvSpPr>
          <p:spPr>
            <a:xfrm>
              <a:off x="951477" y="2334152"/>
              <a:ext cx="1339897" cy="319087"/>
            </a:xfrm>
            <a:custGeom>
              <a:avLst/>
              <a:gdLst>
                <a:gd name="connsiteX0" fmla="*/ 0 w 1350644"/>
                <a:gd name="connsiteY0" fmla="*/ 0 h 319087"/>
                <a:gd name="connsiteX1" fmla="*/ 1350644 w 1350644"/>
                <a:gd name="connsiteY1" fmla="*/ 0 h 319087"/>
                <a:gd name="connsiteX2" fmla="*/ 1189055 w 1350644"/>
                <a:gd name="connsiteY2" fmla="*/ 319087 h 319087"/>
                <a:gd name="connsiteX3" fmla="*/ 161589 w 1350644"/>
                <a:gd name="connsiteY3" fmla="*/ 319087 h 319087"/>
              </a:gdLst>
              <a:ahLst/>
              <a:cxnLst>
                <a:cxn ang="0">
                  <a:pos x="connsiteX0" y="connsiteY0"/>
                </a:cxn>
                <a:cxn ang="0">
                  <a:pos x="connsiteX1" y="connsiteY1"/>
                </a:cxn>
                <a:cxn ang="0">
                  <a:pos x="connsiteX2" y="connsiteY2"/>
                </a:cxn>
                <a:cxn ang="0">
                  <a:pos x="connsiteX3" y="connsiteY3"/>
                </a:cxn>
              </a:cxnLst>
              <a:rect l="l" t="t" r="r" b="b"/>
              <a:pathLst>
                <a:path w="1350644" h="319087">
                  <a:moveTo>
                    <a:pt x="0" y="0"/>
                  </a:moveTo>
                  <a:lnTo>
                    <a:pt x="1350644" y="0"/>
                  </a:lnTo>
                  <a:lnTo>
                    <a:pt x="1189055" y="319087"/>
                  </a:lnTo>
                  <a:lnTo>
                    <a:pt x="161589" y="319087"/>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7500"/>
            </a:bodyPr>
            <a:p>
              <a:pPr indent="0" algn="ctr">
                <a:buNone/>
              </a:pPr>
              <a:r>
                <a:rPr lang="en-US" altLang="zh-CN" sz="1350" dirty="0" smtClean="0">
                  <a:solidFill>
                    <a:schemeClr val="accent2"/>
                  </a:solidFill>
                  <a:latin typeface="微软雅黑" panose="020B0503020204020204" charset="-122"/>
                  <a:ea typeface="微软雅黑" panose="020B0503020204020204" charset="-122"/>
                </a:rPr>
                <a:t>D</a:t>
              </a:r>
              <a:endParaRPr lang="en-US" altLang="zh-CN" sz="1350" dirty="0" smtClean="0">
                <a:solidFill>
                  <a:schemeClr val="accent2"/>
                </a:solidFill>
                <a:latin typeface="微软雅黑" panose="020B0503020204020204" charset="-122"/>
                <a:ea typeface="微软雅黑" panose="020B0503020204020204" charset="-122"/>
              </a:endParaRPr>
            </a:p>
          </p:txBody>
        </p:sp>
        <p:cxnSp>
          <p:nvCxnSpPr>
            <p:cNvPr id="102" name="直接连接符 101"/>
            <p:cNvCxnSpPr/>
            <p:nvPr>
              <p:custDataLst>
                <p:tags r:id="rId33"/>
              </p:custDataLst>
            </p:nvPr>
          </p:nvCxnSpPr>
          <p:spPr>
            <a:xfrm>
              <a:off x="1107692" y="2653239"/>
              <a:ext cx="102746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3" name="组合 102"/>
          <p:cNvGrpSpPr/>
          <p:nvPr>
            <p:custDataLst>
              <p:tags r:id="rId34"/>
            </p:custDataLst>
          </p:nvPr>
        </p:nvGrpSpPr>
        <p:grpSpPr>
          <a:xfrm rot="0">
            <a:off x="6014085" y="1637665"/>
            <a:ext cx="1216025" cy="2407285"/>
            <a:chOff x="810777" y="2334152"/>
            <a:chExt cx="1621295" cy="3209398"/>
          </a:xfrm>
        </p:grpSpPr>
        <p:sp>
          <p:nvSpPr>
            <p:cNvPr id="104" name="任意多边形 103"/>
            <p:cNvSpPr/>
            <p:nvPr>
              <p:custDataLst>
                <p:tags r:id="rId35"/>
              </p:custDataLst>
            </p:nvPr>
          </p:nvSpPr>
          <p:spPr>
            <a:xfrm>
              <a:off x="832181" y="2334152"/>
              <a:ext cx="1578488" cy="319086"/>
            </a:xfrm>
            <a:custGeom>
              <a:avLst/>
              <a:gdLst>
                <a:gd name="connsiteX0" fmla="*/ 124365 w 1578488"/>
                <a:gd name="connsiteY0" fmla="*/ 0 h 319086"/>
                <a:gd name="connsiteX1" fmla="*/ 1454123 w 1578488"/>
                <a:gd name="connsiteY1" fmla="*/ 0 h 319086"/>
                <a:gd name="connsiteX2" fmla="*/ 1535779 w 1578488"/>
                <a:gd name="connsiteY2" fmla="*/ 267322 h 319086"/>
                <a:gd name="connsiteX3" fmla="*/ 1578488 w 1578488"/>
                <a:gd name="connsiteY3" fmla="*/ 319086 h 319086"/>
                <a:gd name="connsiteX4" fmla="*/ 0 w 1578488"/>
                <a:gd name="connsiteY4" fmla="*/ 319086 h 319086"/>
                <a:gd name="connsiteX5" fmla="*/ 42710 w 1578488"/>
                <a:gd name="connsiteY5" fmla="*/ 267322 h 319086"/>
                <a:gd name="connsiteX6" fmla="*/ 124365 w 1578488"/>
                <a:gd name="connsiteY6" fmla="*/ 0 h 31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8488" h="319086">
                  <a:moveTo>
                    <a:pt x="124365" y="0"/>
                  </a:moveTo>
                  <a:lnTo>
                    <a:pt x="1454123" y="0"/>
                  </a:lnTo>
                  <a:cubicBezTo>
                    <a:pt x="1454123" y="99022"/>
                    <a:pt x="1484226" y="191013"/>
                    <a:pt x="1535779" y="267322"/>
                  </a:cubicBezTo>
                  <a:lnTo>
                    <a:pt x="1578488" y="319086"/>
                  </a:lnTo>
                  <a:lnTo>
                    <a:pt x="0" y="319086"/>
                  </a:lnTo>
                  <a:lnTo>
                    <a:pt x="42710" y="267322"/>
                  </a:lnTo>
                  <a:cubicBezTo>
                    <a:pt x="94263" y="191013"/>
                    <a:pt x="124365" y="99022"/>
                    <a:pt x="124365" y="0"/>
                  </a:cubicBez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7500"/>
            </a:bodyPr>
            <a:p>
              <a:pPr indent="0" algn="ctr">
                <a:buNone/>
              </a:pPr>
              <a:endParaRPr lang="zh-CN" altLang="en-US" sz="1350">
                <a:latin typeface="微软雅黑" panose="020B0503020204020204" charset="-122"/>
                <a:ea typeface="微软雅黑" panose="020B0503020204020204" charset="-122"/>
              </a:endParaRPr>
            </a:p>
          </p:txBody>
        </p:sp>
        <p:sp>
          <p:nvSpPr>
            <p:cNvPr id="105" name="矩形 104"/>
            <p:cNvSpPr/>
            <p:nvPr>
              <p:custDataLst>
                <p:tags r:id="rId36"/>
              </p:custDataLst>
            </p:nvPr>
          </p:nvSpPr>
          <p:spPr>
            <a:xfrm>
              <a:off x="810778" y="2619375"/>
              <a:ext cx="1621294" cy="2924175"/>
            </a:xfrm>
            <a:prstGeom prst="rect">
              <a:avLst/>
            </a:prstGeom>
            <a:solidFill>
              <a:schemeClr val="accent1">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tIns="81000" bIns="405000" rtlCol="0" anchor="ctr"/>
            <a:p>
              <a:pPr lvl="0" indent="0" algn="l" fontAlgn="ctr">
                <a:lnSpc>
                  <a:spcPct val="130000"/>
                </a:lnSpc>
                <a:spcBef>
                  <a:spcPts val="1000"/>
                </a:spcBef>
                <a:spcAft>
                  <a:spcPts val="0"/>
                </a:spcAft>
                <a:buSzPct val="100000"/>
                <a:buNone/>
              </a:pPr>
              <a:r>
                <a:rPr lang="zh-CN" altLang="en-US" sz="1045" smtClean="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不要用超过 3 种的动画效果，包括幻灯片切换。好的 PPT 不是靠动画效果堆砌出来的，朴素一点比花哨的更受欢迎。</a:t>
              </a:r>
              <a:endParaRPr lang="zh-CN" altLang="en-US" sz="1045" smtClean="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06" name="任意多边形 105"/>
            <p:cNvSpPr/>
            <p:nvPr>
              <p:custDataLst>
                <p:tags r:id="rId37"/>
              </p:custDataLst>
            </p:nvPr>
          </p:nvSpPr>
          <p:spPr>
            <a:xfrm flipH="1">
              <a:off x="810778" y="5327649"/>
              <a:ext cx="1621294" cy="215901"/>
            </a:xfrm>
            <a:custGeom>
              <a:avLst/>
              <a:gdLst>
                <a:gd name="connsiteX0" fmla="*/ 411317 w 1621294"/>
                <a:gd name="connsiteY0" fmla="*/ 239 h 215901"/>
                <a:gd name="connsiteX1" fmla="*/ 383790 w 1621294"/>
                <a:gd name="connsiteY1" fmla="*/ 958 h 215901"/>
                <a:gd name="connsiteX2" fmla="*/ 38634 w 1621294"/>
                <a:gd name="connsiteY2" fmla="*/ 93177 h 215901"/>
                <a:gd name="connsiteX3" fmla="*/ 0 w 1621294"/>
                <a:gd name="connsiteY3" fmla="*/ 110071 h 215901"/>
                <a:gd name="connsiteX4" fmla="*/ 0 w 1621294"/>
                <a:gd name="connsiteY4" fmla="*/ 215901 h 215901"/>
                <a:gd name="connsiteX5" fmla="*/ 1621294 w 1621294"/>
                <a:gd name="connsiteY5" fmla="*/ 215901 h 215901"/>
                <a:gd name="connsiteX6" fmla="*/ 1621294 w 1621294"/>
                <a:gd name="connsiteY6" fmla="*/ 13662 h 215901"/>
                <a:gd name="connsiteX7" fmla="*/ 1578538 w 1621294"/>
                <a:gd name="connsiteY7" fmla="*/ 2100 h 215901"/>
                <a:gd name="connsiteX8" fmla="*/ 756178 w 1621294"/>
                <a:gd name="connsiteY8" fmla="*/ 163965 h 215901"/>
                <a:gd name="connsiteX9" fmla="*/ 411317 w 1621294"/>
                <a:gd name="connsiteY9" fmla="*/ 239 h 215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21294" h="215901">
                  <a:moveTo>
                    <a:pt x="411317" y="239"/>
                  </a:moveTo>
                  <a:cubicBezTo>
                    <a:pt x="401679" y="-229"/>
                    <a:pt x="392487" y="-20"/>
                    <a:pt x="383790" y="958"/>
                  </a:cubicBezTo>
                  <a:cubicBezTo>
                    <a:pt x="293105" y="2622"/>
                    <a:pt x="165050" y="41258"/>
                    <a:pt x="38634" y="93177"/>
                  </a:cubicBezTo>
                  <a:lnTo>
                    <a:pt x="0" y="110071"/>
                  </a:lnTo>
                  <a:lnTo>
                    <a:pt x="0" y="215901"/>
                  </a:lnTo>
                  <a:lnTo>
                    <a:pt x="1621294" y="215901"/>
                  </a:lnTo>
                  <a:lnTo>
                    <a:pt x="1621294" y="13662"/>
                  </a:lnTo>
                  <a:lnTo>
                    <a:pt x="1578538" y="2100"/>
                  </a:lnTo>
                  <a:cubicBezTo>
                    <a:pt x="1440654" y="-14177"/>
                    <a:pt x="1306934" y="242737"/>
                    <a:pt x="756178" y="163965"/>
                  </a:cubicBezTo>
                  <a:cubicBezTo>
                    <a:pt x="593460" y="142654"/>
                    <a:pt x="555873" y="7243"/>
                    <a:pt x="411317" y="239"/>
                  </a:cubicBezTo>
                  <a:close/>
                </a:path>
              </a:pathLst>
            </a:cu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32500" lnSpcReduction="20000"/>
            </a:bodyPr>
            <a:p>
              <a:pPr indent="0" algn="ctr">
                <a:buNone/>
              </a:pPr>
              <a:endParaRPr lang="zh-CN" altLang="en-US" sz="1350">
                <a:latin typeface="微软雅黑" panose="020B0503020204020204" charset="-122"/>
                <a:ea typeface="微软雅黑" panose="020B0503020204020204" charset="-122"/>
              </a:endParaRPr>
            </a:p>
          </p:txBody>
        </p:sp>
        <p:sp>
          <p:nvSpPr>
            <p:cNvPr id="107" name="任意多边形 106"/>
            <p:cNvSpPr/>
            <p:nvPr>
              <p:custDataLst>
                <p:tags r:id="rId38"/>
              </p:custDataLst>
            </p:nvPr>
          </p:nvSpPr>
          <p:spPr>
            <a:xfrm>
              <a:off x="909055" y="5099050"/>
              <a:ext cx="1523017" cy="444500"/>
            </a:xfrm>
            <a:custGeom>
              <a:avLst/>
              <a:gdLst>
                <a:gd name="connsiteX0" fmla="*/ 769543 w 2381982"/>
                <a:gd name="connsiteY0" fmla="*/ 935 h 762934"/>
                <a:gd name="connsiteX1" fmla="*/ 1455343 w 2381982"/>
                <a:gd name="connsiteY1" fmla="*/ 635935 h 762934"/>
                <a:gd name="connsiteX2" fmla="*/ 1997210 w 2381982"/>
                <a:gd name="connsiteY2" fmla="*/ 263401 h 762934"/>
                <a:gd name="connsiteX3" fmla="*/ 2374688 w 2381982"/>
                <a:gd name="connsiteY3" fmla="*/ 723471 h 762934"/>
                <a:gd name="connsiteX4" fmla="*/ 2381982 w 2381982"/>
                <a:gd name="connsiteY4" fmla="*/ 762934 h 762934"/>
                <a:gd name="connsiteX5" fmla="*/ 0 w 2381982"/>
                <a:gd name="connsiteY5" fmla="*/ 762934 h 762934"/>
                <a:gd name="connsiteX6" fmla="*/ 12910 w 2381982"/>
                <a:gd name="connsiteY6" fmla="*/ 715145 h 762934"/>
                <a:gd name="connsiteX7" fmla="*/ 769543 w 2381982"/>
                <a:gd name="connsiteY7" fmla="*/ 935 h 76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1982" h="762934">
                  <a:moveTo>
                    <a:pt x="769543" y="935"/>
                  </a:moveTo>
                  <a:cubicBezTo>
                    <a:pt x="1012254" y="-27287"/>
                    <a:pt x="1250732" y="592191"/>
                    <a:pt x="1455343" y="635935"/>
                  </a:cubicBezTo>
                  <a:cubicBezTo>
                    <a:pt x="1659954" y="679679"/>
                    <a:pt x="1841988" y="238001"/>
                    <a:pt x="1997210" y="263401"/>
                  </a:cubicBezTo>
                  <a:cubicBezTo>
                    <a:pt x="2133029" y="285626"/>
                    <a:pt x="2325029" y="555259"/>
                    <a:pt x="2374688" y="723471"/>
                  </a:cubicBezTo>
                  <a:lnTo>
                    <a:pt x="2381982" y="762934"/>
                  </a:lnTo>
                  <a:lnTo>
                    <a:pt x="0" y="762934"/>
                  </a:lnTo>
                  <a:lnTo>
                    <a:pt x="12910" y="715145"/>
                  </a:lnTo>
                  <a:cubicBezTo>
                    <a:pt x="101713" y="471673"/>
                    <a:pt x="557171" y="25629"/>
                    <a:pt x="769543" y="935"/>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indent="0" algn="ctr">
                <a:buNone/>
              </a:pPr>
              <a:endParaRPr lang="zh-CN" altLang="en-US" sz="1350">
                <a:latin typeface="微软雅黑" panose="020B0503020204020204" charset="-122"/>
                <a:ea typeface="微软雅黑" panose="020B0503020204020204" charset="-122"/>
              </a:endParaRPr>
            </a:p>
          </p:txBody>
        </p:sp>
        <p:sp>
          <p:nvSpPr>
            <p:cNvPr id="108" name="任意多边形 107"/>
            <p:cNvSpPr/>
            <p:nvPr>
              <p:custDataLst>
                <p:tags r:id="rId39"/>
              </p:custDataLst>
            </p:nvPr>
          </p:nvSpPr>
          <p:spPr>
            <a:xfrm flipH="1">
              <a:off x="810777" y="5175250"/>
              <a:ext cx="1576341" cy="368300"/>
            </a:xfrm>
            <a:custGeom>
              <a:avLst/>
              <a:gdLst>
                <a:gd name="connsiteX0" fmla="*/ 839785 w 2465380"/>
                <a:gd name="connsiteY0" fmla="*/ 503 h 581194"/>
                <a:gd name="connsiteX1" fmla="*/ 807788 w 2465380"/>
                <a:gd name="connsiteY1" fmla="*/ 2021 h 581194"/>
                <a:gd name="connsiteX2" fmla="*/ 16782 w 2465380"/>
                <a:gd name="connsiteY2" fmla="*/ 559376 h 581194"/>
                <a:gd name="connsiteX3" fmla="*/ 0 w 2465380"/>
                <a:gd name="connsiteY3" fmla="*/ 581194 h 581194"/>
                <a:gd name="connsiteX4" fmla="*/ 2465380 w 2465380"/>
                <a:gd name="connsiteY4" fmla="*/ 581194 h 581194"/>
                <a:gd name="connsiteX5" fmla="*/ 2459763 w 2465380"/>
                <a:gd name="connsiteY5" fmla="*/ 567131 h 581194"/>
                <a:gd name="connsiteX6" fmla="*/ 2124619 w 2465380"/>
                <a:gd name="connsiteY6" fmla="*/ 64728 h 581194"/>
                <a:gd name="connsiteX7" fmla="*/ 1498085 w 2465380"/>
                <a:gd name="connsiteY7" fmla="*/ 361061 h 581194"/>
                <a:gd name="connsiteX8" fmla="*/ 839785 w 2465380"/>
                <a:gd name="connsiteY8" fmla="*/ 503 h 581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380" h="581194">
                  <a:moveTo>
                    <a:pt x="839785" y="503"/>
                  </a:moveTo>
                  <a:cubicBezTo>
                    <a:pt x="828582" y="-483"/>
                    <a:pt x="817897" y="-41"/>
                    <a:pt x="807788" y="2021"/>
                  </a:cubicBezTo>
                  <a:cubicBezTo>
                    <a:pt x="596959" y="9043"/>
                    <a:pt x="212374" y="328128"/>
                    <a:pt x="16782" y="559376"/>
                  </a:cubicBezTo>
                  <a:lnTo>
                    <a:pt x="0" y="581194"/>
                  </a:lnTo>
                  <a:lnTo>
                    <a:pt x="2465380" y="581194"/>
                  </a:lnTo>
                  <a:lnTo>
                    <a:pt x="2459763" y="567131"/>
                  </a:lnTo>
                  <a:cubicBezTo>
                    <a:pt x="2410104" y="398919"/>
                    <a:pt x="2284899" y="99073"/>
                    <a:pt x="2124619" y="64728"/>
                  </a:cubicBezTo>
                  <a:cubicBezTo>
                    <a:pt x="1964339" y="30383"/>
                    <a:pt x="1717557" y="371512"/>
                    <a:pt x="1498085" y="361061"/>
                  </a:cubicBezTo>
                  <a:cubicBezTo>
                    <a:pt x="1292330" y="351263"/>
                    <a:pt x="1007821" y="15283"/>
                    <a:pt x="839785" y="503"/>
                  </a:cubicBezTo>
                  <a:close/>
                </a:path>
              </a:pathLst>
            </a:custGeom>
            <a:solidFill>
              <a:schemeClr val="accent2">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p>
              <a:pPr indent="0" algn="ctr">
                <a:buNone/>
              </a:pPr>
              <a:endParaRPr lang="zh-CN" altLang="en-US" sz="1350">
                <a:latin typeface="微软雅黑" panose="020B0503020204020204" charset="-122"/>
                <a:ea typeface="微软雅黑" panose="020B0503020204020204" charset="-122"/>
              </a:endParaRPr>
            </a:p>
          </p:txBody>
        </p:sp>
        <p:sp>
          <p:nvSpPr>
            <p:cNvPr id="109" name="任意多边形 108"/>
            <p:cNvSpPr/>
            <p:nvPr>
              <p:custDataLst>
                <p:tags r:id="rId40"/>
              </p:custDataLst>
            </p:nvPr>
          </p:nvSpPr>
          <p:spPr>
            <a:xfrm>
              <a:off x="951477" y="2334152"/>
              <a:ext cx="1339897" cy="319087"/>
            </a:xfrm>
            <a:custGeom>
              <a:avLst/>
              <a:gdLst>
                <a:gd name="connsiteX0" fmla="*/ 0 w 1350644"/>
                <a:gd name="connsiteY0" fmla="*/ 0 h 319087"/>
                <a:gd name="connsiteX1" fmla="*/ 1350644 w 1350644"/>
                <a:gd name="connsiteY1" fmla="*/ 0 h 319087"/>
                <a:gd name="connsiteX2" fmla="*/ 1189055 w 1350644"/>
                <a:gd name="connsiteY2" fmla="*/ 319087 h 319087"/>
                <a:gd name="connsiteX3" fmla="*/ 161589 w 1350644"/>
                <a:gd name="connsiteY3" fmla="*/ 319087 h 319087"/>
              </a:gdLst>
              <a:ahLst/>
              <a:cxnLst>
                <a:cxn ang="0">
                  <a:pos x="connsiteX0" y="connsiteY0"/>
                </a:cxn>
                <a:cxn ang="0">
                  <a:pos x="connsiteX1" y="connsiteY1"/>
                </a:cxn>
                <a:cxn ang="0">
                  <a:pos x="connsiteX2" y="connsiteY2"/>
                </a:cxn>
                <a:cxn ang="0">
                  <a:pos x="connsiteX3" y="connsiteY3"/>
                </a:cxn>
              </a:cxnLst>
              <a:rect l="l" t="t" r="r" b="b"/>
              <a:pathLst>
                <a:path w="1350644" h="319087">
                  <a:moveTo>
                    <a:pt x="0" y="0"/>
                  </a:moveTo>
                  <a:lnTo>
                    <a:pt x="1350644" y="0"/>
                  </a:lnTo>
                  <a:lnTo>
                    <a:pt x="1189055" y="319087"/>
                  </a:lnTo>
                  <a:lnTo>
                    <a:pt x="161589" y="319087"/>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7500"/>
            </a:bodyPr>
            <a:p>
              <a:pPr indent="0" algn="ctr">
                <a:buNone/>
              </a:pPr>
              <a:r>
                <a:rPr lang="en-US" altLang="zh-CN" sz="1350" dirty="0" smtClean="0">
                  <a:solidFill>
                    <a:schemeClr val="accent2"/>
                  </a:solidFill>
                  <a:latin typeface="微软雅黑" panose="020B0503020204020204" charset="-122"/>
                  <a:ea typeface="微软雅黑" panose="020B0503020204020204" charset="-122"/>
                </a:rPr>
                <a:t>E</a:t>
              </a:r>
              <a:endParaRPr lang="en-US" altLang="zh-CN" sz="1350" dirty="0" smtClean="0">
                <a:solidFill>
                  <a:schemeClr val="accent2"/>
                </a:solidFill>
                <a:latin typeface="微软雅黑" panose="020B0503020204020204" charset="-122"/>
                <a:ea typeface="微软雅黑" panose="020B0503020204020204" charset="-122"/>
              </a:endParaRPr>
            </a:p>
          </p:txBody>
        </p:sp>
        <p:cxnSp>
          <p:nvCxnSpPr>
            <p:cNvPr id="110" name="直接连接符 109"/>
            <p:cNvCxnSpPr/>
            <p:nvPr>
              <p:custDataLst>
                <p:tags r:id="rId41"/>
              </p:custDataLst>
            </p:nvPr>
          </p:nvCxnSpPr>
          <p:spPr>
            <a:xfrm>
              <a:off x="1107692" y="2653239"/>
              <a:ext cx="102746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11" name="组合 110"/>
          <p:cNvGrpSpPr/>
          <p:nvPr>
            <p:custDataLst>
              <p:tags r:id="rId42"/>
            </p:custDataLst>
          </p:nvPr>
        </p:nvGrpSpPr>
        <p:grpSpPr>
          <a:xfrm rot="0">
            <a:off x="7353935" y="1637665"/>
            <a:ext cx="1216025" cy="2407285"/>
            <a:chOff x="810777" y="2334152"/>
            <a:chExt cx="1621295" cy="3209398"/>
          </a:xfrm>
        </p:grpSpPr>
        <p:sp>
          <p:nvSpPr>
            <p:cNvPr id="112" name="任意多边形 111"/>
            <p:cNvSpPr/>
            <p:nvPr>
              <p:custDataLst>
                <p:tags r:id="rId43"/>
              </p:custDataLst>
            </p:nvPr>
          </p:nvSpPr>
          <p:spPr>
            <a:xfrm>
              <a:off x="832181" y="2334152"/>
              <a:ext cx="1578488" cy="319086"/>
            </a:xfrm>
            <a:custGeom>
              <a:avLst/>
              <a:gdLst>
                <a:gd name="connsiteX0" fmla="*/ 124365 w 1578488"/>
                <a:gd name="connsiteY0" fmla="*/ 0 h 319086"/>
                <a:gd name="connsiteX1" fmla="*/ 1454123 w 1578488"/>
                <a:gd name="connsiteY1" fmla="*/ 0 h 319086"/>
                <a:gd name="connsiteX2" fmla="*/ 1535779 w 1578488"/>
                <a:gd name="connsiteY2" fmla="*/ 267322 h 319086"/>
                <a:gd name="connsiteX3" fmla="*/ 1578488 w 1578488"/>
                <a:gd name="connsiteY3" fmla="*/ 319086 h 319086"/>
                <a:gd name="connsiteX4" fmla="*/ 0 w 1578488"/>
                <a:gd name="connsiteY4" fmla="*/ 319086 h 319086"/>
                <a:gd name="connsiteX5" fmla="*/ 42710 w 1578488"/>
                <a:gd name="connsiteY5" fmla="*/ 267322 h 319086"/>
                <a:gd name="connsiteX6" fmla="*/ 124365 w 1578488"/>
                <a:gd name="connsiteY6" fmla="*/ 0 h 31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8488" h="319086">
                  <a:moveTo>
                    <a:pt x="124365" y="0"/>
                  </a:moveTo>
                  <a:lnTo>
                    <a:pt x="1454123" y="0"/>
                  </a:lnTo>
                  <a:cubicBezTo>
                    <a:pt x="1454123" y="99022"/>
                    <a:pt x="1484226" y="191013"/>
                    <a:pt x="1535779" y="267322"/>
                  </a:cubicBezTo>
                  <a:lnTo>
                    <a:pt x="1578488" y="319086"/>
                  </a:lnTo>
                  <a:lnTo>
                    <a:pt x="0" y="319086"/>
                  </a:lnTo>
                  <a:lnTo>
                    <a:pt x="42710" y="267322"/>
                  </a:lnTo>
                  <a:cubicBezTo>
                    <a:pt x="94263" y="191013"/>
                    <a:pt x="124365" y="99022"/>
                    <a:pt x="124365" y="0"/>
                  </a:cubicBez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7500"/>
            </a:bodyPr>
            <a:p>
              <a:pPr indent="0" algn="ctr">
                <a:buNone/>
              </a:pPr>
              <a:endParaRPr lang="zh-CN" altLang="en-US" sz="1350">
                <a:latin typeface="微软雅黑" panose="020B0503020204020204" charset="-122"/>
                <a:ea typeface="微软雅黑" panose="020B0503020204020204" charset="-122"/>
              </a:endParaRPr>
            </a:p>
          </p:txBody>
        </p:sp>
        <p:sp>
          <p:nvSpPr>
            <p:cNvPr id="113" name="矩形 112"/>
            <p:cNvSpPr/>
            <p:nvPr>
              <p:custDataLst>
                <p:tags r:id="rId44"/>
              </p:custDataLst>
            </p:nvPr>
          </p:nvSpPr>
          <p:spPr>
            <a:xfrm>
              <a:off x="810778" y="2619375"/>
              <a:ext cx="1621294" cy="2924175"/>
            </a:xfrm>
            <a:prstGeom prst="rect">
              <a:avLst/>
            </a:prstGeom>
            <a:solidFill>
              <a:schemeClr val="accent1">
                <a:lumMod val="20000"/>
                <a:lumOff val="8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square" tIns="81000" bIns="405000" rtlCol="0" anchor="ctr">
              <a:normAutofit/>
            </a:bodyPr>
            <a:p>
              <a:pPr indent="0" algn="ctr">
                <a:lnSpc>
                  <a:spcPct val="150000"/>
                </a:lnSpc>
                <a:buNone/>
              </a:pPr>
              <a:r>
                <a:rPr lang="fr-FR" altLang="zh-CN" sz="1000" smtClean="0">
                  <a:solidFill>
                    <a:schemeClr val="accent1"/>
                  </a:solidFill>
                  <a:latin typeface="微软雅黑" panose="020B0503020204020204" charset="-122"/>
                  <a:ea typeface="微软雅黑" panose="020B0503020204020204" charset="-122"/>
                </a:rPr>
                <a:t>多用口语，放在一些需要提醒、提示的地方，效果往往加倍。</a:t>
              </a:r>
              <a:endParaRPr lang="fr-FR" altLang="zh-CN" sz="1000" smtClean="0">
                <a:solidFill>
                  <a:schemeClr val="accent1"/>
                </a:solidFill>
                <a:latin typeface="微软雅黑" panose="020B0503020204020204" charset="-122"/>
                <a:ea typeface="微软雅黑" panose="020B0503020204020204" charset="-122"/>
              </a:endParaRPr>
            </a:p>
          </p:txBody>
        </p:sp>
        <p:sp>
          <p:nvSpPr>
            <p:cNvPr id="114" name="任意多边形 113"/>
            <p:cNvSpPr/>
            <p:nvPr>
              <p:custDataLst>
                <p:tags r:id="rId45"/>
              </p:custDataLst>
            </p:nvPr>
          </p:nvSpPr>
          <p:spPr>
            <a:xfrm flipH="1">
              <a:off x="810778" y="5327649"/>
              <a:ext cx="1621294" cy="215901"/>
            </a:xfrm>
            <a:custGeom>
              <a:avLst/>
              <a:gdLst>
                <a:gd name="connsiteX0" fmla="*/ 411317 w 1621294"/>
                <a:gd name="connsiteY0" fmla="*/ 239 h 215901"/>
                <a:gd name="connsiteX1" fmla="*/ 383790 w 1621294"/>
                <a:gd name="connsiteY1" fmla="*/ 958 h 215901"/>
                <a:gd name="connsiteX2" fmla="*/ 38634 w 1621294"/>
                <a:gd name="connsiteY2" fmla="*/ 93177 h 215901"/>
                <a:gd name="connsiteX3" fmla="*/ 0 w 1621294"/>
                <a:gd name="connsiteY3" fmla="*/ 110071 h 215901"/>
                <a:gd name="connsiteX4" fmla="*/ 0 w 1621294"/>
                <a:gd name="connsiteY4" fmla="*/ 215901 h 215901"/>
                <a:gd name="connsiteX5" fmla="*/ 1621294 w 1621294"/>
                <a:gd name="connsiteY5" fmla="*/ 215901 h 215901"/>
                <a:gd name="connsiteX6" fmla="*/ 1621294 w 1621294"/>
                <a:gd name="connsiteY6" fmla="*/ 13662 h 215901"/>
                <a:gd name="connsiteX7" fmla="*/ 1578538 w 1621294"/>
                <a:gd name="connsiteY7" fmla="*/ 2100 h 215901"/>
                <a:gd name="connsiteX8" fmla="*/ 756178 w 1621294"/>
                <a:gd name="connsiteY8" fmla="*/ 163965 h 215901"/>
                <a:gd name="connsiteX9" fmla="*/ 411317 w 1621294"/>
                <a:gd name="connsiteY9" fmla="*/ 239 h 215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21294" h="215901">
                  <a:moveTo>
                    <a:pt x="411317" y="239"/>
                  </a:moveTo>
                  <a:cubicBezTo>
                    <a:pt x="401679" y="-229"/>
                    <a:pt x="392487" y="-20"/>
                    <a:pt x="383790" y="958"/>
                  </a:cubicBezTo>
                  <a:cubicBezTo>
                    <a:pt x="293105" y="2622"/>
                    <a:pt x="165050" y="41258"/>
                    <a:pt x="38634" y="93177"/>
                  </a:cubicBezTo>
                  <a:lnTo>
                    <a:pt x="0" y="110071"/>
                  </a:lnTo>
                  <a:lnTo>
                    <a:pt x="0" y="215901"/>
                  </a:lnTo>
                  <a:lnTo>
                    <a:pt x="1621294" y="215901"/>
                  </a:lnTo>
                  <a:lnTo>
                    <a:pt x="1621294" y="13662"/>
                  </a:lnTo>
                  <a:lnTo>
                    <a:pt x="1578538" y="2100"/>
                  </a:lnTo>
                  <a:cubicBezTo>
                    <a:pt x="1440654" y="-14177"/>
                    <a:pt x="1306934" y="242737"/>
                    <a:pt x="756178" y="163965"/>
                  </a:cubicBezTo>
                  <a:cubicBezTo>
                    <a:pt x="593460" y="142654"/>
                    <a:pt x="555873" y="7243"/>
                    <a:pt x="411317" y="239"/>
                  </a:cubicBezTo>
                  <a:close/>
                </a:path>
              </a:pathLst>
            </a:custGeom>
            <a:solidFill>
              <a:schemeClr val="accent3">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32500" lnSpcReduction="20000"/>
            </a:bodyPr>
            <a:p>
              <a:pPr indent="0" algn="ctr">
                <a:buNone/>
              </a:pPr>
              <a:endParaRPr lang="zh-CN" altLang="en-US" sz="1350">
                <a:latin typeface="微软雅黑" panose="020B0503020204020204" charset="-122"/>
                <a:ea typeface="微软雅黑" panose="020B0503020204020204" charset="-122"/>
              </a:endParaRPr>
            </a:p>
          </p:txBody>
        </p:sp>
        <p:sp>
          <p:nvSpPr>
            <p:cNvPr id="115" name="任意多边形 114"/>
            <p:cNvSpPr/>
            <p:nvPr>
              <p:custDataLst>
                <p:tags r:id="rId46"/>
              </p:custDataLst>
            </p:nvPr>
          </p:nvSpPr>
          <p:spPr>
            <a:xfrm>
              <a:off x="909055" y="5099050"/>
              <a:ext cx="1523017" cy="444500"/>
            </a:xfrm>
            <a:custGeom>
              <a:avLst/>
              <a:gdLst>
                <a:gd name="connsiteX0" fmla="*/ 769543 w 2381982"/>
                <a:gd name="connsiteY0" fmla="*/ 935 h 762934"/>
                <a:gd name="connsiteX1" fmla="*/ 1455343 w 2381982"/>
                <a:gd name="connsiteY1" fmla="*/ 635935 h 762934"/>
                <a:gd name="connsiteX2" fmla="*/ 1997210 w 2381982"/>
                <a:gd name="connsiteY2" fmla="*/ 263401 h 762934"/>
                <a:gd name="connsiteX3" fmla="*/ 2374688 w 2381982"/>
                <a:gd name="connsiteY3" fmla="*/ 723471 h 762934"/>
                <a:gd name="connsiteX4" fmla="*/ 2381982 w 2381982"/>
                <a:gd name="connsiteY4" fmla="*/ 762934 h 762934"/>
                <a:gd name="connsiteX5" fmla="*/ 0 w 2381982"/>
                <a:gd name="connsiteY5" fmla="*/ 762934 h 762934"/>
                <a:gd name="connsiteX6" fmla="*/ 12910 w 2381982"/>
                <a:gd name="connsiteY6" fmla="*/ 715145 h 762934"/>
                <a:gd name="connsiteX7" fmla="*/ 769543 w 2381982"/>
                <a:gd name="connsiteY7" fmla="*/ 935 h 762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1982" h="762934">
                  <a:moveTo>
                    <a:pt x="769543" y="935"/>
                  </a:moveTo>
                  <a:cubicBezTo>
                    <a:pt x="1012254" y="-27287"/>
                    <a:pt x="1250732" y="592191"/>
                    <a:pt x="1455343" y="635935"/>
                  </a:cubicBezTo>
                  <a:cubicBezTo>
                    <a:pt x="1659954" y="679679"/>
                    <a:pt x="1841988" y="238001"/>
                    <a:pt x="1997210" y="263401"/>
                  </a:cubicBezTo>
                  <a:cubicBezTo>
                    <a:pt x="2133029" y="285626"/>
                    <a:pt x="2325029" y="555259"/>
                    <a:pt x="2374688" y="723471"/>
                  </a:cubicBezTo>
                  <a:lnTo>
                    <a:pt x="2381982" y="762934"/>
                  </a:lnTo>
                  <a:lnTo>
                    <a:pt x="0" y="762934"/>
                  </a:lnTo>
                  <a:lnTo>
                    <a:pt x="12910" y="715145"/>
                  </a:lnTo>
                  <a:cubicBezTo>
                    <a:pt x="101713" y="471673"/>
                    <a:pt x="557171" y="25629"/>
                    <a:pt x="769543" y="935"/>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p>
              <a:pPr indent="0" algn="ctr">
                <a:buNone/>
              </a:pPr>
              <a:endParaRPr lang="zh-CN" altLang="en-US" sz="1350">
                <a:latin typeface="微软雅黑" panose="020B0503020204020204" charset="-122"/>
                <a:ea typeface="微软雅黑" panose="020B0503020204020204" charset="-122"/>
              </a:endParaRPr>
            </a:p>
          </p:txBody>
        </p:sp>
        <p:sp>
          <p:nvSpPr>
            <p:cNvPr id="116" name="任意多边形 115"/>
            <p:cNvSpPr/>
            <p:nvPr>
              <p:custDataLst>
                <p:tags r:id="rId47"/>
              </p:custDataLst>
            </p:nvPr>
          </p:nvSpPr>
          <p:spPr>
            <a:xfrm flipH="1">
              <a:off x="810777" y="5175250"/>
              <a:ext cx="1576341" cy="368300"/>
            </a:xfrm>
            <a:custGeom>
              <a:avLst/>
              <a:gdLst>
                <a:gd name="connsiteX0" fmla="*/ 839785 w 2465380"/>
                <a:gd name="connsiteY0" fmla="*/ 503 h 581194"/>
                <a:gd name="connsiteX1" fmla="*/ 807788 w 2465380"/>
                <a:gd name="connsiteY1" fmla="*/ 2021 h 581194"/>
                <a:gd name="connsiteX2" fmla="*/ 16782 w 2465380"/>
                <a:gd name="connsiteY2" fmla="*/ 559376 h 581194"/>
                <a:gd name="connsiteX3" fmla="*/ 0 w 2465380"/>
                <a:gd name="connsiteY3" fmla="*/ 581194 h 581194"/>
                <a:gd name="connsiteX4" fmla="*/ 2465380 w 2465380"/>
                <a:gd name="connsiteY4" fmla="*/ 581194 h 581194"/>
                <a:gd name="connsiteX5" fmla="*/ 2459763 w 2465380"/>
                <a:gd name="connsiteY5" fmla="*/ 567131 h 581194"/>
                <a:gd name="connsiteX6" fmla="*/ 2124619 w 2465380"/>
                <a:gd name="connsiteY6" fmla="*/ 64728 h 581194"/>
                <a:gd name="connsiteX7" fmla="*/ 1498085 w 2465380"/>
                <a:gd name="connsiteY7" fmla="*/ 361061 h 581194"/>
                <a:gd name="connsiteX8" fmla="*/ 839785 w 2465380"/>
                <a:gd name="connsiteY8" fmla="*/ 503 h 581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5380" h="581194">
                  <a:moveTo>
                    <a:pt x="839785" y="503"/>
                  </a:moveTo>
                  <a:cubicBezTo>
                    <a:pt x="828582" y="-483"/>
                    <a:pt x="817897" y="-41"/>
                    <a:pt x="807788" y="2021"/>
                  </a:cubicBezTo>
                  <a:cubicBezTo>
                    <a:pt x="596959" y="9043"/>
                    <a:pt x="212374" y="328128"/>
                    <a:pt x="16782" y="559376"/>
                  </a:cubicBezTo>
                  <a:lnTo>
                    <a:pt x="0" y="581194"/>
                  </a:lnTo>
                  <a:lnTo>
                    <a:pt x="2465380" y="581194"/>
                  </a:lnTo>
                  <a:lnTo>
                    <a:pt x="2459763" y="567131"/>
                  </a:lnTo>
                  <a:cubicBezTo>
                    <a:pt x="2410104" y="398919"/>
                    <a:pt x="2284899" y="99073"/>
                    <a:pt x="2124619" y="64728"/>
                  </a:cubicBezTo>
                  <a:cubicBezTo>
                    <a:pt x="1964339" y="30383"/>
                    <a:pt x="1717557" y="371512"/>
                    <a:pt x="1498085" y="361061"/>
                  </a:cubicBezTo>
                  <a:cubicBezTo>
                    <a:pt x="1292330" y="351263"/>
                    <a:pt x="1007821" y="15283"/>
                    <a:pt x="839785" y="503"/>
                  </a:cubicBezTo>
                  <a:close/>
                </a:path>
              </a:pathLst>
            </a:custGeom>
            <a:solidFill>
              <a:schemeClr val="accent2">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p>
              <a:pPr indent="0" algn="ctr">
                <a:buNone/>
              </a:pPr>
              <a:endParaRPr lang="zh-CN" altLang="en-US" sz="1350">
                <a:latin typeface="微软雅黑" panose="020B0503020204020204" charset="-122"/>
                <a:ea typeface="微软雅黑" panose="020B0503020204020204" charset="-122"/>
              </a:endParaRPr>
            </a:p>
          </p:txBody>
        </p:sp>
        <p:sp>
          <p:nvSpPr>
            <p:cNvPr id="117" name="任意多边形 116"/>
            <p:cNvSpPr/>
            <p:nvPr>
              <p:custDataLst>
                <p:tags r:id="rId48"/>
              </p:custDataLst>
            </p:nvPr>
          </p:nvSpPr>
          <p:spPr>
            <a:xfrm>
              <a:off x="951477" y="2334152"/>
              <a:ext cx="1339897" cy="319087"/>
            </a:xfrm>
            <a:custGeom>
              <a:avLst/>
              <a:gdLst>
                <a:gd name="connsiteX0" fmla="*/ 0 w 1350644"/>
                <a:gd name="connsiteY0" fmla="*/ 0 h 319087"/>
                <a:gd name="connsiteX1" fmla="*/ 1350644 w 1350644"/>
                <a:gd name="connsiteY1" fmla="*/ 0 h 319087"/>
                <a:gd name="connsiteX2" fmla="*/ 1189055 w 1350644"/>
                <a:gd name="connsiteY2" fmla="*/ 319087 h 319087"/>
                <a:gd name="connsiteX3" fmla="*/ 161589 w 1350644"/>
                <a:gd name="connsiteY3" fmla="*/ 319087 h 319087"/>
              </a:gdLst>
              <a:ahLst/>
              <a:cxnLst>
                <a:cxn ang="0">
                  <a:pos x="connsiteX0" y="connsiteY0"/>
                </a:cxn>
                <a:cxn ang="0">
                  <a:pos x="connsiteX1" y="connsiteY1"/>
                </a:cxn>
                <a:cxn ang="0">
                  <a:pos x="connsiteX2" y="connsiteY2"/>
                </a:cxn>
                <a:cxn ang="0">
                  <a:pos x="connsiteX3" y="connsiteY3"/>
                </a:cxn>
              </a:cxnLst>
              <a:rect l="l" t="t" r="r" b="b"/>
              <a:pathLst>
                <a:path w="1350644" h="319087">
                  <a:moveTo>
                    <a:pt x="0" y="0"/>
                  </a:moveTo>
                  <a:lnTo>
                    <a:pt x="1350644" y="0"/>
                  </a:lnTo>
                  <a:lnTo>
                    <a:pt x="1189055" y="319087"/>
                  </a:lnTo>
                  <a:lnTo>
                    <a:pt x="161589" y="319087"/>
                  </a:ln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7500"/>
            </a:bodyPr>
            <a:p>
              <a:pPr indent="0" algn="ctr">
                <a:buNone/>
              </a:pPr>
              <a:r>
                <a:rPr lang="en-US" altLang="zh-CN" sz="1350" dirty="0" smtClean="0">
                  <a:solidFill>
                    <a:schemeClr val="accent2"/>
                  </a:solidFill>
                  <a:latin typeface="微软雅黑" panose="020B0503020204020204" charset="-122"/>
                  <a:ea typeface="微软雅黑" panose="020B0503020204020204" charset="-122"/>
                </a:rPr>
                <a:t>F</a:t>
              </a:r>
              <a:endParaRPr lang="en-US" altLang="zh-CN" sz="1350" dirty="0" smtClean="0">
                <a:solidFill>
                  <a:schemeClr val="accent2"/>
                </a:solidFill>
                <a:latin typeface="微软雅黑" panose="020B0503020204020204" charset="-122"/>
                <a:ea typeface="微软雅黑" panose="020B0503020204020204" charset="-122"/>
              </a:endParaRPr>
            </a:p>
          </p:txBody>
        </p:sp>
        <p:cxnSp>
          <p:nvCxnSpPr>
            <p:cNvPr id="118" name="直接连接符 117"/>
            <p:cNvCxnSpPr/>
            <p:nvPr>
              <p:custDataLst>
                <p:tags r:id="rId49"/>
              </p:custDataLst>
            </p:nvPr>
          </p:nvCxnSpPr>
          <p:spPr>
            <a:xfrm>
              <a:off x="1107692" y="2653239"/>
              <a:ext cx="102746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spTree>
    <p:custDataLst>
      <p:tags r:id="rId50"/>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 name="组合 8"/>
          <p:cNvGrpSpPr/>
          <p:nvPr/>
        </p:nvGrpSpPr>
        <p:grpSpPr>
          <a:xfrm>
            <a:off x="347345" y="1802765"/>
            <a:ext cx="3357880" cy="1310640"/>
            <a:chOff x="8621" y="2357"/>
            <a:chExt cx="5288" cy="2064"/>
          </a:xfrm>
        </p:grpSpPr>
        <p:sp>
          <p:nvSpPr>
            <p:cNvPr id="42" name="文本框 41"/>
            <p:cNvSpPr txBox="1"/>
            <p:nvPr>
              <p:custDataLst>
                <p:tags r:id="rId1"/>
              </p:custDataLst>
            </p:nvPr>
          </p:nvSpPr>
          <p:spPr>
            <a:xfrm>
              <a:off x="8621" y="3166"/>
              <a:ext cx="5288" cy="1255"/>
            </a:xfrm>
            <a:prstGeom prst="rect">
              <a:avLst/>
            </a:prstGeom>
            <a:noFill/>
            <a:ln>
              <a:solidFill>
                <a:schemeClr val="tx1">
                  <a:lumMod val="50000"/>
                  <a:lumOff val="50000"/>
                </a:schemeClr>
              </a:solidFill>
            </a:ln>
          </p:spPr>
          <p:txBody>
            <a:bodyPr wrap="square" lIns="67500" tIns="35100" rIns="67500" bIns="35100">
              <a:spAutoFit/>
            </a:bodyPr>
            <a:lstStyle>
              <a:defPPr>
                <a:defRPr lang="zh-CN"/>
              </a:defPPr>
              <a:lvl1pPr>
                <a:lnSpc>
                  <a:spcPct val="130000"/>
                </a:lnSpc>
                <a:defRPr sz="1400" spc="150">
                  <a:latin typeface="Arial" panose="020B0604020202020204" pitchFamily="34" charset="0"/>
                  <a:ea typeface="微软雅黑" panose="020B0503020204020204" charset="-122"/>
                </a:defRPr>
              </a:lvl1pPr>
            </a:lstStyle>
            <a:p>
              <a:pPr indent="304800" fontAlgn="auto">
                <a:lnSpc>
                  <a:spcPct val="150000"/>
                </a:lnSpc>
                <a:extLst>
                  <a:ext uri="{35155182-B16C-46BC-9424-99874614C6A1}">
                    <wpsdc:indentchars xmlns:wpsdc="http://www.wps.cn/officeDocument/2017/drawingmlCustomData" val="200" checksum="2875442453"/>
                  </a:ext>
                </a:extLst>
              </a:pPr>
              <a:r>
                <a:rPr lang="zh-CN" altLang="en-US" sz="1050">
                  <a:sym typeface="Arial" panose="020B0604020202020204" pitchFamily="34" charset="0"/>
                </a:rPr>
                <a:t>为了增加演示文稿的宣传效果，孙红希望在上次任务的基础上，增加一些动画、超链接等制作出更专业的演示文稿。</a:t>
              </a:r>
              <a:endParaRPr lang="zh-CN" altLang="en-US" sz="1050">
                <a:sym typeface="Arial" panose="020B0604020202020204" pitchFamily="34" charset="0"/>
              </a:endParaRPr>
            </a:p>
          </p:txBody>
        </p:sp>
        <p:sp>
          <p:nvSpPr>
            <p:cNvPr id="43" name="文本框 42"/>
            <p:cNvSpPr txBox="1"/>
            <p:nvPr>
              <p:custDataLst>
                <p:tags r:id="rId2"/>
              </p:custDataLst>
            </p:nvPr>
          </p:nvSpPr>
          <p:spPr>
            <a:xfrm>
              <a:off x="8621" y="2357"/>
              <a:ext cx="5288" cy="596"/>
            </a:xfrm>
            <a:prstGeom prst="rect">
              <a:avLst/>
            </a:prstGeom>
            <a:solidFill>
              <a:schemeClr val="accent2">
                <a:lumMod val="20000"/>
                <a:lumOff val="80000"/>
              </a:schemeClr>
            </a:solidFill>
          </p:spPr>
          <p:txBody>
            <a:bodyPr wrap="square" lIns="67500" tIns="35100" rIns="67500" bIns="35100">
              <a:normAutofit/>
            </a:bodyPr>
            <a:lstStyle/>
            <a:p>
              <a:pPr marL="285750" indent="-285750">
                <a:lnSpc>
                  <a:spcPct val="130000"/>
                </a:lnSpc>
                <a:buClr>
                  <a:srgbClr val="E95730"/>
                </a:buClr>
                <a:buFont typeface="Wingdings" panose="05000000000000000000" charset="0"/>
                <a:buChar char="Ø"/>
              </a:pPr>
              <a:r>
                <a:rPr lang="zh-CN" altLang="en-US" sz="1350" b="1" spc="300">
                  <a:solidFill>
                    <a:srgbClr val="E95730"/>
                  </a:solidFill>
                  <a:effectLst>
                    <a:outerShdw blurRad="38100" dist="38100" dir="2700000" algn="tl">
                      <a:srgbClr val="000000">
                        <a:alpha val="43137"/>
                      </a:srgbClr>
                    </a:outerShdw>
                  </a:effectLst>
                  <a:latin typeface="Arial" panose="020B0604020202020204" pitchFamily="34" charset="0"/>
                  <a:ea typeface="微软雅黑" panose="020B0503020204020204" charset="-122"/>
                  <a:sym typeface="Arial" panose="020B0604020202020204" pitchFamily="34" charset="0"/>
                </a:rPr>
                <a:t>任务导入</a:t>
              </a:r>
              <a:endParaRPr lang="zh-CN" altLang="en-US" sz="1350" b="1" spc="300">
                <a:solidFill>
                  <a:srgbClr val="E95730"/>
                </a:solidFill>
                <a:effectLst>
                  <a:outerShdw blurRad="38100" dist="38100" dir="2700000" algn="tl">
                    <a:srgbClr val="000000">
                      <a:alpha val="43137"/>
                    </a:srgbClr>
                  </a:outerShdw>
                </a:effectLst>
                <a:latin typeface="Arial" panose="020B0604020202020204" pitchFamily="34" charset="0"/>
                <a:ea typeface="微软雅黑" panose="020B0503020204020204" charset="-122"/>
                <a:sym typeface="Arial" panose="020B0604020202020204" pitchFamily="34" charset="0"/>
              </a:endParaRPr>
            </a:p>
          </p:txBody>
        </p:sp>
      </p:grpSp>
      <p:sp>
        <p:nvSpPr>
          <p:cNvPr id="5" name="文本框 4"/>
          <p:cNvSpPr txBox="1"/>
          <p:nvPr userDrawn="1"/>
        </p:nvSpPr>
        <p:spPr>
          <a:xfrm>
            <a:off x="347405" y="342265"/>
            <a:ext cx="3268980" cy="368300"/>
          </a:xfrm>
          <a:prstGeom prst="rect">
            <a:avLst/>
          </a:prstGeom>
          <a:noFill/>
        </p:spPr>
        <p:txBody>
          <a:bodyPr wrap="none" rtlCol="0">
            <a:spAutoFit/>
          </a:bodyPr>
          <a:p>
            <a:pPr algn="l"/>
            <a:r>
              <a:rPr lang="zh-CN" altLang="en-US" sz="1800" dirty="0" smtClean="0">
                <a:solidFill>
                  <a:schemeClr val="tx1">
                    <a:lumMod val="75000"/>
                    <a:lumOff val="25000"/>
                  </a:schemeClr>
                </a:solidFill>
                <a:latin typeface="字魂35号-经典雅黑" panose="02000000000000000000" pitchFamily="2" charset="-122"/>
              </a:rPr>
              <a:t>任务</a:t>
            </a:r>
            <a:r>
              <a:rPr lang="en-US" altLang="zh-CN" sz="1800" dirty="0" smtClean="0">
                <a:solidFill>
                  <a:schemeClr val="tx1">
                    <a:lumMod val="75000"/>
                    <a:lumOff val="25000"/>
                  </a:schemeClr>
                </a:solidFill>
                <a:latin typeface="字魂35号-经典雅黑" panose="02000000000000000000" pitchFamily="2" charset="-122"/>
              </a:rPr>
              <a:t>2</a:t>
            </a:r>
            <a:r>
              <a:rPr lang="en-US" altLang="zh-CN" sz="1800" dirty="0" smtClean="0">
                <a:solidFill>
                  <a:schemeClr val="tx1">
                    <a:lumMod val="75000"/>
                    <a:lumOff val="25000"/>
                  </a:schemeClr>
                </a:solidFill>
                <a:latin typeface="字魂35号-经典雅黑" panose="02000000000000000000" pitchFamily="2" charset="-122"/>
              </a:rPr>
              <a:t>  美化活动宣传演示文稿</a:t>
            </a:r>
            <a:endParaRPr lang="en-US" altLang="zh-CN" sz="1800" dirty="0" smtClean="0">
              <a:solidFill>
                <a:schemeClr val="tx1">
                  <a:lumMod val="75000"/>
                  <a:lumOff val="25000"/>
                </a:schemeClr>
              </a:solidFill>
              <a:latin typeface="字魂35号-经典雅黑" panose="02000000000000000000" pitchFamily="2" charset="-122"/>
            </a:endParaRPr>
          </a:p>
        </p:txBody>
      </p:sp>
      <p:grpSp>
        <p:nvGrpSpPr>
          <p:cNvPr id="8" name="组合 7"/>
          <p:cNvGrpSpPr/>
          <p:nvPr/>
        </p:nvGrpSpPr>
        <p:grpSpPr>
          <a:xfrm>
            <a:off x="3956950" y="1058545"/>
            <a:ext cx="4867645" cy="3214370"/>
            <a:chOff x="520" y="1330"/>
            <a:chExt cx="7666" cy="5062"/>
          </a:xfrm>
        </p:grpSpPr>
        <p:sp>
          <p:nvSpPr>
            <p:cNvPr id="2" name="任意多边形 1"/>
            <p:cNvSpPr/>
            <p:nvPr>
              <p:custDataLst>
                <p:tags r:id="rId3"/>
              </p:custDataLst>
            </p:nvPr>
          </p:nvSpPr>
          <p:spPr>
            <a:xfrm>
              <a:off x="768" y="1666"/>
              <a:ext cx="4359" cy="4359"/>
            </a:xfrm>
            <a:custGeom>
              <a:avLst/>
              <a:gdLst>
                <a:gd name="connsiteX0" fmla="*/ 1919288 w 3838576"/>
                <a:gd name="connsiteY0" fmla="*/ 0 h 3838576"/>
                <a:gd name="connsiteX1" fmla="*/ 3838576 w 3838576"/>
                <a:gd name="connsiteY1" fmla="*/ 1919288 h 3838576"/>
                <a:gd name="connsiteX2" fmla="*/ 1919288 w 3838576"/>
                <a:gd name="connsiteY2" fmla="*/ 3838576 h 3838576"/>
                <a:gd name="connsiteX3" fmla="*/ 0 w 3838576"/>
                <a:gd name="connsiteY3" fmla="*/ 1919288 h 3838576"/>
                <a:gd name="connsiteX4" fmla="*/ 959644 w 3838576"/>
                <a:gd name="connsiteY4" fmla="*/ 1919288 h 3838576"/>
                <a:gd name="connsiteX5" fmla="*/ 1919288 w 3838576"/>
                <a:gd name="connsiteY5" fmla="*/ 2878932 h 3838576"/>
                <a:gd name="connsiteX6" fmla="*/ 2878932 w 3838576"/>
                <a:gd name="connsiteY6" fmla="*/ 1919288 h 3838576"/>
                <a:gd name="connsiteX7" fmla="*/ 1919288 w 3838576"/>
                <a:gd name="connsiteY7" fmla="*/ 959644 h 3838576"/>
                <a:gd name="connsiteX8" fmla="*/ 1919288 w 3838576"/>
                <a:gd name="connsiteY8" fmla="*/ 0 h 383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38576" h="3838576">
                  <a:moveTo>
                    <a:pt x="1919288" y="0"/>
                  </a:moveTo>
                  <a:cubicBezTo>
                    <a:pt x="2979281" y="0"/>
                    <a:pt x="3838576" y="859295"/>
                    <a:pt x="3838576" y="1919288"/>
                  </a:cubicBezTo>
                  <a:cubicBezTo>
                    <a:pt x="3838576" y="2979281"/>
                    <a:pt x="2979281" y="3838576"/>
                    <a:pt x="1919288" y="3838576"/>
                  </a:cubicBezTo>
                  <a:cubicBezTo>
                    <a:pt x="859295" y="3838576"/>
                    <a:pt x="0" y="2979281"/>
                    <a:pt x="0" y="1919288"/>
                  </a:cubicBezTo>
                  <a:lnTo>
                    <a:pt x="959644" y="1919288"/>
                  </a:lnTo>
                  <a:cubicBezTo>
                    <a:pt x="959644" y="2449285"/>
                    <a:pt x="1389291" y="2878932"/>
                    <a:pt x="1919288" y="2878932"/>
                  </a:cubicBezTo>
                  <a:cubicBezTo>
                    <a:pt x="2449285" y="2878932"/>
                    <a:pt x="2878932" y="2449285"/>
                    <a:pt x="2878932" y="1919288"/>
                  </a:cubicBezTo>
                  <a:cubicBezTo>
                    <a:pt x="2878932" y="1389291"/>
                    <a:pt x="2449285" y="959644"/>
                    <a:pt x="1919288" y="959644"/>
                  </a:cubicBezTo>
                  <a:lnTo>
                    <a:pt x="1919288" y="0"/>
                  </a:lnTo>
                  <a:close/>
                </a:path>
              </a:pathLst>
            </a:custGeom>
            <a:solidFill>
              <a:srgbClr val="4D576B">
                <a:lumMod val="20000"/>
                <a:lumOff val="80000"/>
              </a:srgbClr>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a:latin typeface="微软雅黑" panose="020B0503020204020204" charset="-122"/>
                <a:ea typeface="微软雅黑" panose="020B0503020204020204" charset="-122"/>
              </a:endParaRPr>
            </a:p>
          </p:txBody>
        </p:sp>
        <p:sp>
          <p:nvSpPr>
            <p:cNvPr id="29" name="等腰三角形 28"/>
            <p:cNvSpPr/>
            <p:nvPr>
              <p:custDataLst>
                <p:tags r:id="rId4"/>
              </p:custDataLst>
            </p:nvPr>
          </p:nvSpPr>
          <p:spPr>
            <a:xfrm rot="16200000">
              <a:off x="1772" y="1878"/>
              <a:ext cx="1725" cy="628"/>
            </a:xfrm>
            <a:prstGeom prst="triangle">
              <a:avLst/>
            </a:prstGeom>
            <a:solidFill>
              <a:srgbClr val="4D576B">
                <a:lumMod val="20000"/>
                <a:lumOff val="80000"/>
              </a:srgbClr>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a:latin typeface="微软雅黑" panose="020B0503020204020204" charset="-122"/>
                <a:ea typeface="微软雅黑" panose="020B0503020204020204" charset="-122"/>
              </a:endParaRPr>
            </a:p>
          </p:txBody>
        </p:sp>
        <p:sp>
          <p:nvSpPr>
            <p:cNvPr id="26" name="圆角矩形 25"/>
            <p:cNvSpPr/>
            <p:nvPr>
              <p:custDataLst>
                <p:tags r:id="rId5"/>
              </p:custDataLst>
            </p:nvPr>
          </p:nvSpPr>
          <p:spPr>
            <a:xfrm>
              <a:off x="520" y="2647"/>
              <a:ext cx="1763" cy="1763"/>
            </a:xfrm>
            <a:prstGeom prst="roundRect">
              <a:avLst/>
            </a:prstGeom>
            <a:solidFill>
              <a:sysClr val="window" lastClr="FFFFFF">
                <a:lumMod val="75000"/>
              </a:sysClr>
            </a:solidFill>
            <a:ln w="76200">
              <a:solidFill>
                <a:srgbClr val="4D576B">
                  <a:lumMod val="20000"/>
                  <a:lumOff val="80000"/>
                </a:srgbClr>
              </a:solid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a:latin typeface="微软雅黑" panose="020B0503020204020204" charset="-122"/>
                <a:ea typeface="微软雅黑" panose="020B0503020204020204" charset="-122"/>
              </a:endParaRPr>
            </a:p>
          </p:txBody>
        </p:sp>
        <p:sp>
          <p:nvSpPr>
            <p:cNvPr id="27" name="圆角矩形 26"/>
            <p:cNvSpPr/>
            <p:nvPr>
              <p:custDataLst>
                <p:tags r:id="rId6"/>
              </p:custDataLst>
            </p:nvPr>
          </p:nvSpPr>
          <p:spPr>
            <a:xfrm>
              <a:off x="630" y="2756"/>
              <a:ext cx="1544" cy="1544"/>
            </a:xfrm>
            <a:prstGeom prst="roundRect">
              <a:avLst/>
            </a:prstGeom>
            <a:solidFill>
              <a:sysClr val="window" lastClr="FFFFFF"/>
            </a:solidFill>
            <a:ln w="76200">
              <a:noFill/>
            </a:ln>
          </p:spPr>
          <p:style>
            <a:lnRef idx="2">
              <a:srgbClr val="1F74AD">
                <a:shade val="50000"/>
              </a:srgbClr>
            </a:lnRef>
            <a:fillRef idx="1">
              <a:srgbClr val="1F74AD"/>
            </a:fillRef>
            <a:effectRef idx="0">
              <a:srgbClr val="1F74AD"/>
            </a:effectRef>
            <a:fontRef idx="minor">
              <a:sysClr val="window" lastClr="FFFFFF"/>
            </a:fontRef>
          </p:style>
          <p:txBody>
            <a:bodyPr anchor="ctr"/>
            <a:lstStyle/>
            <a:p>
              <a:pPr algn="ctr">
                <a:lnSpc>
                  <a:spcPct val="120000"/>
                </a:lnSpc>
              </a:pPr>
              <a:endParaRPr sz="1350">
                <a:latin typeface="微软雅黑" panose="020B0503020204020204" charset="-122"/>
                <a:ea typeface="微软雅黑" panose="020B0503020204020204" charset="-122"/>
              </a:endParaRPr>
            </a:p>
          </p:txBody>
        </p:sp>
        <p:sp>
          <p:nvSpPr>
            <p:cNvPr id="3" name="文本框 2"/>
            <p:cNvSpPr txBox="1"/>
            <p:nvPr>
              <p:custDataLst>
                <p:tags r:id="rId7"/>
              </p:custDataLst>
            </p:nvPr>
          </p:nvSpPr>
          <p:spPr>
            <a:xfrm>
              <a:off x="842" y="3499"/>
              <a:ext cx="1119" cy="228"/>
            </a:xfrm>
            <a:prstGeom prst="rect">
              <a:avLst/>
            </a:prstGeom>
            <a:noFill/>
          </p:spPr>
          <p:txBody>
            <a:bodyPr wrap="none" numCol="1" rtlCol="0">
              <a:prstTxWarp prst="textPlain">
                <a:avLst/>
              </a:prstTxWarp>
              <a:sp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l" defTabSz="914400" rtl="0" eaLnBrk="1" fontAlgn="auto" latinLnBrk="0" hangingPunct="1">
                <a:lnSpc>
                  <a:spcPct val="120000"/>
                </a:lnSpc>
                <a:buClrTx/>
                <a:buSzTx/>
                <a:buFontTx/>
                <a:buNone/>
                <a:defRPr/>
              </a:pPr>
              <a:r>
                <a:rPr kumimoji="0" lang="zh-CN" altLang="en-US" sz="12450" b="0" i="0" u="none" strike="noStrike" kern="1200" cap="none" spc="0" normalizeH="0" baseline="0" noProof="0" dirty="0">
                  <a:ln>
                    <a:noFill/>
                  </a:ln>
                  <a:effectLst/>
                  <a:uLnTx/>
                  <a:uFillTx/>
                  <a:latin typeface="微软雅黑" panose="020B0503020204020204" charset="-122"/>
                  <a:ea typeface="微软雅黑" panose="020B0503020204020204" charset="-122"/>
                </a:rPr>
                <a:t>学习目标</a:t>
              </a:r>
              <a:endParaRPr kumimoji="0" lang="zh-CN" altLang="en-US" sz="12450" b="0" i="0" u="none" strike="noStrike" kern="1200" cap="none" spc="0" normalizeH="0" baseline="0" noProof="0" dirty="0">
                <a:ln>
                  <a:noFill/>
                </a:ln>
                <a:effectLst/>
                <a:uLnTx/>
                <a:uFillTx/>
                <a:latin typeface="微软雅黑" panose="020B0503020204020204" charset="-122"/>
                <a:ea typeface="微软雅黑" panose="020B0503020204020204" charset="-122"/>
              </a:endParaRPr>
            </a:p>
          </p:txBody>
        </p:sp>
        <p:sp>
          <p:nvSpPr>
            <p:cNvPr id="16" name="矩形 15"/>
            <p:cNvSpPr/>
            <p:nvPr>
              <p:custDataLst>
                <p:tags r:id="rId8"/>
              </p:custDataLst>
            </p:nvPr>
          </p:nvSpPr>
          <p:spPr>
            <a:xfrm>
              <a:off x="842" y="3222"/>
              <a:ext cx="370" cy="191"/>
            </a:xfrm>
            <a:prstGeom prst="rect">
              <a:avLst/>
            </a:prstGeom>
            <a:solidFill>
              <a:srgbClr val="0096D6"/>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17" name="矩形 16"/>
            <p:cNvSpPr/>
            <p:nvPr>
              <p:custDataLst>
                <p:tags r:id="rId9"/>
              </p:custDataLst>
            </p:nvPr>
          </p:nvSpPr>
          <p:spPr>
            <a:xfrm>
              <a:off x="842" y="3222"/>
              <a:ext cx="111" cy="191"/>
            </a:xfrm>
            <a:prstGeom prst="rect">
              <a:avLst/>
            </a:prstGeom>
            <a:solidFill>
              <a:srgbClr val="0096D6">
                <a:lumMod val="60000"/>
                <a:lumOff val="40000"/>
              </a:srgbClr>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18" name="任意多边形 17"/>
            <p:cNvSpPr/>
            <p:nvPr>
              <p:custDataLst>
                <p:tags r:id="rId10"/>
              </p:custDataLst>
            </p:nvPr>
          </p:nvSpPr>
          <p:spPr>
            <a:xfrm>
              <a:off x="1718" y="3799"/>
              <a:ext cx="267" cy="267"/>
            </a:xfrm>
            <a:custGeom>
              <a:avLst/>
              <a:gdLst>
                <a:gd name="connsiteX0" fmla="*/ 259984 w 607639"/>
                <a:gd name="connsiteY0" fmla="*/ 430308 h 606722"/>
                <a:gd name="connsiteX1" fmla="*/ 287837 w 607639"/>
                <a:gd name="connsiteY1" fmla="*/ 458126 h 606722"/>
                <a:gd name="connsiteX2" fmla="*/ 139047 w 607639"/>
                <a:gd name="connsiteY2" fmla="*/ 606722 h 606722"/>
                <a:gd name="connsiteX3" fmla="*/ 111282 w 607639"/>
                <a:gd name="connsiteY3" fmla="*/ 578905 h 606722"/>
                <a:gd name="connsiteX4" fmla="*/ 204460 w 607639"/>
                <a:gd name="connsiteY4" fmla="*/ 374844 h 606722"/>
                <a:gd name="connsiteX5" fmla="*/ 232231 w 607639"/>
                <a:gd name="connsiteY5" fmla="*/ 402573 h 606722"/>
                <a:gd name="connsiteX6" fmla="*/ 27771 w 607639"/>
                <a:gd name="connsiteY6" fmla="*/ 606722 h 606722"/>
                <a:gd name="connsiteX7" fmla="*/ 0 w 607639"/>
                <a:gd name="connsiteY7" fmla="*/ 578904 h 606722"/>
                <a:gd name="connsiteX8" fmla="*/ 148791 w 607639"/>
                <a:gd name="connsiteY8" fmla="*/ 319309 h 606722"/>
                <a:gd name="connsiteX9" fmla="*/ 176555 w 607639"/>
                <a:gd name="connsiteY9" fmla="*/ 347040 h 606722"/>
                <a:gd name="connsiteX10" fmla="*/ 27853 w 607639"/>
                <a:gd name="connsiteY10" fmla="*/ 495652 h 606722"/>
                <a:gd name="connsiteX11" fmla="*/ 0 w 607639"/>
                <a:gd name="connsiteY11" fmla="*/ 467921 h 606722"/>
                <a:gd name="connsiteX12" fmla="*/ 482456 w 607639"/>
                <a:gd name="connsiteY12" fmla="*/ 291506 h 606722"/>
                <a:gd name="connsiteX13" fmla="*/ 441354 w 607639"/>
                <a:gd name="connsiteY13" fmla="*/ 444829 h 606722"/>
                <a:gd name="connsiteX14" fmla="*/ 385749 w 607639"/>
                <a:gd name="connsiteY14" fmla="*/ 500380 h 606722"/>
                <a:gd name="connsiteX15" fmla="*/ 329611 w 607639"/>
                <a:gd name="connsiteY15" fmla="*/ 444295 h 606722"/>
                <a:gd name="connsiteX16" fmla="*/ 218312 w 607639"/>
                <a:gd name="connsiteY16" fmla="*/ 277605 h 606722"/>
                <a:gd name="connsiteX17" fmla="*/ 329470 w 607639"/>
                <a:gd name="connsiteY17" fmla="*/ 388739 h 606722"/>
                <a:gd name="connsiteX18" fmla="*/ 301703 w 607639"/>
                <a:gd name="connsiteY18" fmla="*/ 416478 h 606722"/>
                <a:gd name="connsiteX19" fmla="*/ 190456 w 607639"/>
                <a:gd name="connsiteY19" fmla="*/ 305433 h 606722"/>
                <a:gd name="connsiteX20" fmla="*/ 315639 w 607639"/>
                <a:gd name="connsiteY20" fmla="*/ 124971 h 606722"/>
                <a:gd name="connsiteX21" fmla="*/ 162720 w 607639"/>
                <a:gd name="connsiteY21" fmla="*/ 277604 h 606722"/>
                <a:gd name="connsiteX22" fmla="*/ 106554 w 607639"/>
                <a:gd name="connsiteY22" fmla="*/ 221544 h 606722"/>
                <a:gd name="connsiteX23" fmla="*/ 162097 w 607639"/>
                <a:gd name="connsiteY23" fmla="*/ 166016 h 606722"/>
                <a:gd name="connsiteX24" fmla="*/ 459243 w 607639"/>
                <a:gd name="connsiteY24" fmla="*/ 120359 h 606722"/>
                <a:gd name="connsiteX25" fmla="*/ 431471 w 607639"/>
                <a:gd name="connsiteY25" fmla="*/ 148088 h 606722"/>
                <a:gd name="connsiteX26" fmla="*/ 459243 w 607639"/>
                <a:gd name="connsiteY26" fmla="*/ 175905 h 606722"/>
                <a:gd name="connsiteX27" fmla="*/ 487103 w 607639"/>
                <a:gd name="connsiteY27" fmla="*/ 148088 h 606722"/>
                <a:gd name="connsiteX28" fmla="*/ 445357 w 607639"/>
                <a:gd name="connsiteY28" fmla="*/ 50948 h 606722"/>
                <a:gd name="connsiteX29" fmla="*/ 556620 w 607639"/>
                <a:gd name="connsiteY29" fmla="*/ 161952 h 606722"/>
                <a:gd name="connsiteX30" fmla="*/ 357326 w 607639"/>
                <a:gd name="connsiteY30" fmla="*/ 360942 h 606722"/>
                <a:gd name="connsiteX31" fmla="*/ 246062 w 607639"/>
                <a:gd name="connsiteY31" fmla="*/ 249938 h 606722"/>
                <a:gd name="connsiteX32" fmla="*/ 607639 w 607639"/>
                <a:gd name="connsiteY32" fmla="*/ 0 h 606722"/>
                <a:gd name="connsiteX33" fmla="*/ 576136 w 607639"/>
                <a:gd name="connsiteY33" fmla="*/ 125818 h 606722"/>
                <a:gd name="connsiteX34" fmla="*/ 481539 w 607639"/>
                <a:gd name="connsiteY34" fmla="*/ 31454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607639" h="606722">
                  <a:moveTo>
                    <a:pt x="259984" y="430308"/>
                  </a:moveTo>
                  <a:lnTo>
                    <a:pt x="287837" y="458126"/>
                  </a:lnTo>
                  <a:lnTo>
                    <a:pt x="139047" y="606722"/>
                  </a:lnTo>
                  <a:lnTo>
                    <a:pt x="111282" y="578905"/>
                  </a:lnTo>
                  <a:close/>
                  <a:moveTo>
                    <a:pt x="204460" y="374844"/>
                  </a:moveTo>
                  <a:lnTo>
                    <a:pt x="232231" y="402573"/>
                  </a:lnTo>
                  <a:lnTo>
                    <a:pt x="27771" y="606722"/>
                  </a:lnTo>
                  <a:lnTo>
                    <a:pt x="0" y="578904"/>
                  </a:lnTo>
                  <a:close/>
                  <a:moveTo>
                    <a:pt x="148791" y="319309"/>
                  </a:moveTo>
                  <a:lnTo>
                    <a:pt x="176555" y="347040"/>
                  </a:lnTo>
                  <a:lnTo>
                    <a:pt x="27853" y="495652"/>
                  </a:lnTo>
                  <a:lnTo>
                    <a:pt x="0" y="467921"/>
                  </a:lnTo>
                  <a:close/>
                  <a:moveTo>
                    <a:pt x="482456" y="291506"/>
                  </a:moveTo>
                  <a:lnTo>
                    <a:pt x="441354" y="444829"/>
                  </a:lnTo>
                  <a:lnTo>
                    <a:pt x="385749" y="500380"/>
                  </a:lnTo>
                  <a:lnTo>
                    <a:pt x="329611" y="444295"/>
                  </a:lnTo>
                  <a:close/>
                  <a:moveTo>
                    <a:pt x="218312" y="277605"/>
                  </a:moveTo>
                  <a:lnTo>
                    <a:pt x="329470" y="388739"/>
                  </a:lnTo>
                  <a:lnTo>
                    <a:pt x="301703" y="416478"/>
                  </a:lnTo>
                  <a:lnTo>
                    <a:pt x="190456" y="305433"/>
                  </a:lnTo>
                  <a:close/>
                  <a:moveTo>
                    <a:pt x="315639" y="124971"/>
                  </a:moveTo>
                  <a:lnTo>
                    <a:pt x="162720" y="277604"/>
                  </a:lnTo>
                  <a:lnTo>
                    <a:pt x="106554" y="221544"/>
                  </a:lnTo>
                  <a:lnTo>
                    <a:pt x="162097" y="166016"/>
                  </a:lnTo>
                  <a:close/>
                  <a:moveTo>
                    <a:pt x="459243" y="120359"/>
                  </a:moveTo>
                  <a:lnTo>
                    <a:pt x="431471" y="148088"/>
                  </a:lnTo>
                  <a:lnTo>
                    <a:pt x="459243" y="175905"/>
                  </a:lnTo>
                  <a:lnTo>
                    <a:pt x="487103" y="148088"/>
                  </a:lnTo>
                  <a:close/>
                  <a:moveTo>
                    <a:pt x="445357" y="50948"/>
                  </a:moveTo>
                  <a:lnTo>
                    <a:pt x="556620" y="161952"/>
                  </a:lnTo>
                  <a:lnTo>
                    <a:pt x="357326" y="360942"/>
                  </a:lnTo>
                  <a:lnTo>
                    <a:pt x="246062" y="249938"/>
                  </a:lnTo>
                  <a:close/>
                  <a:moveTo>
                    <a:pt x="607639" y="0"/>
                  </a:moveTo>
                  <a:lnTo>
                    <a:pt x="576136" y="125818"/>
                  </a:lnTo>
                  <a:lnTo>
                    <a:pt x="481539" y="31454"/>
                  </a:lnTo>
                  <a:close/>
                </a:path>
              </a:pathLst>
            </a:custGeom>
            <a:solidFill>
              <a:srgbClr val="0096D6"/>
            </a:solidFill>
            <a:ln w="12700" cap="flat" cmpd="sng" algn="ctr">
              <a:noFill/>
              <a:prstDash val="solid"/>
              <a:miter lim="800000"/>
            </a:ln>
            <a:effectLst/>
          </p:spPr>
          <p:txBody>
            <a:bodyPr rot="0" spcFirstLastPara="0" vert="horz" wrap="square" lIns="68580" tIns="34290" rIns="68580" bIns="34290" numCol="1" spcCol="0" rtlCol="0" fromWordArt="0" anchor="ctr" anchorCtr="0" forceAA="0" compatLnSpc="1">
              <a:noAutofit/>
            </a:bodyPr>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marL="0" marR="0" lvl="0" indent="0" algn="ctr" defTabSz="914400" rtl="0" eaLnBrk="1" fontAlgn="auto" latinLnBrk="0" hangingPunct="1">
                <a:lnSpc>
                  <a:spcPct val="120000"/>
                </a:lnSpc>
                <a:buClrTx/>
                <a:buSzTx/>
                <a:buFontTx/>
                <a:buNone/>
                <a:defRPr/>
              </a:pPr>
              <a:endParaRPr kumimoji="0" lang="zh-CN" altLang="en-US" sz="135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endParaRPr>
            </a:p>
          </p:txBody>
        </p:sp>
        <p:sp>
          <p:nvSpPr>
            <p:cNvPr id="6" name="椭圆 5"/>
            <p:cNvSpPr/>
            <p:nvPr>
              <p:custDataLst>
                <p:tags r:id="rId11"/>
              </p:custDataLst>
            </p:nvPr>
          </p:nvSpPr>
          <p:spPr>
            <a:xfrm>
              <a:off x="3462" y="1399"/>
              <a:ext cx="793" cy="793"/>
            </a:xfrm>
            <a:prstGeom prst="ellipse">
              <a:avLst/>
            </a:prstGeom>
            <a:solidFill>
              <a:srgbClr val="1AA3AA"/>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charset="-122"/>
                <a:ea typeface="微软雅黑" panose="020B0503020204020204" charset="-122"/>
              </a:endParaRPr>
            </a:p>
          </p:txBody>
        </p:sp>
        <p:sp>
          <p:nvSpPr>
            <p:cNvPr id="34" name="任意多边形 22"/>
            <p:cNvSpPr/>
            <p:nvPr>
              <p:custDataLst>
                <p:tags r:id="rId12"/>
              </p:custDataLst>
            </p:nvPr>
          </p:nvSpPr>
          <p:spPr bwMode="auto">
            <a:xfrm>
              <a:off x="3657" y="1597"/>
              <a:ext cx="404" cy="396"/>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charset="-122"/>
                <a:ea typeface="微软雅黑" panose="020B0503020204020204" charset="-122"/>
              </a:endParaRPr>
            </a:p>
          </p:txBody>
        </p:sp>
        <p:sp>
          <p:nvSpPr>
            <p:cNvPr id="35" name="文本框 34"/>
            <p:cNvSpPr txBox="1"/>
            <p:nvPr>
              <p:custDataLst>
                <p:tags r:id="rId13"/>
              </p:custDataLst>
            </p:nvPr>
          </p:nvSpPr>
          <p:spPr>
            <a:xfrm>
              <a:off x="4357" y="1398"/>
              <a:ext cx="3435" cy="793"/>
            </a:xfrm>
            <a:prstGeom prst="rect">
              <a:avLst/>
            </a:prstGeom>
            <a:noFill/>
          </p:spPr>
          <p:txBody>
            <a:bodyPr wrap="square" lIns="67500" tIns="35100" rIns="67500" bIns="35100" rtlCol="0" anchor="ctr" anchorCtr="0">
              <a:noAutofit/>
            </a:bodyPr>
            <a:lstStyle/>
            <a:p>
              <a:pPr>
                <a:lnSpc>
                  <a:spcPct val="120000"/>
                </a:lnSpc>
              </a:pPr>
              <a:r>
                <a:rPr lang="zh-CN" altLang="en-US" sz="1100" spc="150" dirty="0">
                  <a:latin typeface="微软雅黑" panose="020B0503020204020204" charset="-122"/>
                  <a:ea typeface="微软雅黑" panose="020B0503020204020204" charset="-122"/>
                </a:rPr>
                <a:t>1. 会使用幻灯片母版。</a:t>
              </a:r>
              <a:endParaRPr lang="zh-CN" altLang="en-US" sz="1100" spc="150" dirty="0">
                <a:latin typeface="微软雅黑" panose="020B0503020204020204" charset="-122"/>
                <a:ea typeface="微软雅黑" panose="020B0503020204020204" charset="-122"/>
              </a:endParaRPr>
            </a:p>
          </p:txBody>
        </p:sp>
        <p:sp>
          <p:nvSpPr>
            <p:cNvPr id="51" name="椭圆 50"/>
            <p:cNvSpPr/>
            <p:nvPr>
              <p:custDataLst>
                <p:tags r:id="rId14"/>
              </p:custDataLst>
            </p:nvPr>
          </p:nvSpPr>
          <p:spPr>
            <a:xfrm>
              <a:off x="4407" y="2354"/>
              <a:ext cx="793" cy="793"/>
            </a:xfrm>
            <a:prstGeom prst="ellipse">
              <a:avLst/>
            </a:prstGeom>
            <a:solidFill>
              <a:srgbClr val="3498DB"/>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charset="-122"/>
                <a:ea typeface="微软雅黑" panose="020B0503020204020204" charset="-122"/>
              </a:endParaRPr>
            </a:p>
          </p:txBody>
        </p:sp>
        <p:sp>
          <p:nvSpPr>
            <p:cNvPr id="52" name="任意多边形 22"/>
            <p:cNvSpPr/>
            <p:nvPr>
              <p:custDataLst>
                <p:tags r:id="rId15"/>
              </p:custDataLst>
            </p:nvPr>
          </p:nvSpPr>
          <p:spPr bwMode="auto">
            <a:xfrm>
              <a:off x="4601" y="2552"/>
              <a:ext cx="404" cy="396"/>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charset="-122"/>
                <a:ea typeface="微软雅黑" panose="020B0503020204020204" charset="-122"/>
              </a:endParaRPr>
            </a:p>
          </p:txBody>
        </p:sp>
        <p:sp>
          <p:nvSpPr>
            <p:cNvPr id="50" name="文本框 49"/>
            <p:cNvSpPr txBox="1"/>
            <p:nvPr>
              <p:custDataLst>
                <p:tags r:id="rId16"/>
              </p:custDataLst>
            </p:nvPr>
          </p:nvSpPr>
          <p:spPr>
            <a:xfrm>
              <a:off x="5250" y="2353"/>
              <a:ext cx="2680" cy="793"/>
            </a:xfrm>
            <a:prstGeom prst="rect">
              <a:avLst/>
            </a:prstGeom>
            <a:noFill/>
          </p:spPr>
          <p:txBody>
            <a:bodyPr wrap="square" lIns="67500" tIns="35100" rIns="67500" bIns="35100" rtlCol="0" anchor="ctr" anchorCtr="0">
              <a:noAutofit/>
            </a:bodyPr>
            <a:lstStyle/>
            <a:p>
              <a:pPr>
                <a:lnSpc>
                  <a:spcPct val="120000"/>
                </a:lnSpc>
              </a:pPr>
              <a:r>
                <a:rPr lang="zh-CN" altLang="en-US" sz="1100" spc="150" dirty="0">
                  <a:latin typeface="微软雅黑" panose="020B0503020204020204" charset="-122"/>
                  <a:ea typeface="微软雅黑" panose="020B0503020204020204" charset="-122"/>
                </a:rPr>
                <a:t>2. 会设置幻灯片配色方案。</a:t>
              </a:r>
              <a:endParaRPr lang="zh-CN" altLang="en-US" sz="1100" spc="150" dirty="0">
                <a:latin typeface="微软雅黑" panose="020B0503020204020204" charset="-122"/>
                <a:ea typeface="微软雅黑" panose="020B0503020204020204" charset="-122"/>
              </a:endParaRPr>
            </a:p>
          </p:txBody>
        </p:sp>
        <p:sp>
          <p:nvSpPr>
            <p:cNvPr id="56" name="椭圆 55"/>
            <p:cNvSpPr/>
            <p:nvPr>
              <p:custDataLst>
                <p:tags r:id="rId17"/>
              </p:custDataLst>
            </p:nvPr>
          </p:nvSpPr>
          <p:spPr>
            <a:xfrm>
              <a:off x="4673" y="3601"/>
              <a:ext cx="793" cy="793"/>
            </a:xfrm>
            <a:prstGeom prst="ellipse">
              <a:avLst/>
            </a:prstGeom>
            <a:solidFill>
              <a:srgbClr val="69A35B"/>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charset="-122"/>
                <a:ea typeface="微软雅黑" panose="020B0503020204020204" charset="-122"/>
              </a:endParaRPr>
            </a:p>
          </p:txBody>
        </p:sp>
        <p:sp>
          <p:nvSpPr>
            <p:cNvPr id="57" name="任意多边形 22"/>
            <p:cNvSpPr/>
            <p:nvPr>
              <p:custDataLst>
                <p:tags r:id="rId18"/>
              </p:custDataLst>
            </p:nvPr>
          </p:nvSpPr>
          <p:spPr bwMode="auto">
            <a:xfrm>
              <a:off x="4868" y="3799"/>
              <a:ext cx="404" cy="396"/>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charset="-122"/>
                <a:ea typeface="微软雅黑" panose="020B0503020204020204" charset="-122"/>
              </a:endParaRPr>
            </a:p>
          </p:txBody>
        </p:sp>
        <p:sp>
          <p:nvSpPr>
            <p:cNvPr id="55" name="文本框 54"/>
            <p:cNvSpPr txBox="1"/>
            <p:nvPr>
              <p:custDataLst>
                <p:tags r:id="rId19"/>
              </p:custDataLst>
            </p:nvPr>
          </p:nvSpPr>
          <p:spPr>
            <a:xfrm>
              <a:off x="5466" y="3654"/>
              <a:ext cx="2720" cy="793"/>
            </a:xfrm>
            <a:prstGeom prst="rect">
              <a:avLst/>
            </a:prstGeom>
            <a:noFill/>
          </p:spPr>
          <p:txBody>
            <a:bodyPr wrap="square" lIns="67500" tIns="35100" rIns="67500" bIns="35100" rtlCol="0" anchor="ctr" anchorCtr="0">
              <a:noAutofit/>
            </a:bodyPr>
            <a:lstStyle/>
            <a:p>
              <a:pPr>
                <a:lnSpc>
                  <a:spcPct val="120000"/>
                </a:lnSpc>
              </a:pPr>
              <a:r>
                <a:rPr lang="zh-CN" altLang="en-US" sz="1100" spc="150" dirty="0">
                  <a:latin typeface="微软雅黑" panose="020B0503020204020204" charset="-122"/>
                  <a:ea typeface="微软雅黑" panose="020B0503020204020204" charset="-122"/>
                </a:rPr>
                <a:t>3. 会创建幻灯片链接。</a:t>
              </a:r>
              <a:endParaRPr lang="zh-CN" altLang="en-US" sz="1100" spc="150" dirty="0">
                <a:latin typeface="微软雅黑" panose="020B0503020204020204" charset="-122"/>
                <a:ea typeface="微软雅黑" panose="020B0503020204020204" charset="-122"/>
              </a:endParaRPr>
            </a:p>
          </p:txBody>
        </p:sp>
        <p:sp>
          <p:nvSpPr>
            <p:cNvPr id="61" name="椭圆 60"/>
            <p:cNvSpPr/>
            <p:nvPr>
              <p:custDataLst>
                <p:tags r:id="rId20"/>
              </p:custDataLst>
            </p:nvPr>
          </p:nvSpPr>
          <p:spPr>
            <a:xfrm>
              <a:off x="4204" y="4808"/>
              <a:ext cx="793" cy="793"/>
            </a:xfrm>
            <a:prstGeom prst="ellipse">
              <a:avLst/>
            </a:prstGeom>
            <a:solidFill>
              <a:srgbClr val="1F74AD"/>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charset="-122"/>
                <a:ea typeface="微软雅黑" panose="020B0503020204020204" charset="-122"/>
              </a:endParaRPr>
            </a:p>
          </p:txBody>
        </p:sp>
        <p:sp>
          <p:nvSpPr>
            <p:cNvPr id="62" name="任意多边形 22"/>
            <p:cNvSpPr/>
            <p:nvPr>
              <p:custDataLst>
                <p:tags r:id="rId21"/>
              </p:custDataLst>
            </p:nvPr>
          </p:nvSpPr>
          <p:spPr bwMode="auto">
            <a:xfrm>
              <a:off x="4398" y="5006"/>
              <a:ext cx="404" cy="396"/>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charset="-122"/>
                <a:ea typeface="微软雅黑" panose="020B0503020204020204" charset="-122"/>
              </a:endParaRPr>
            </a:p>
          </p:txBody>
        </p:sp>
        <p:sp>
          <p:nvSpPr>
            <p:cNvPr id="60" name="文本框 59"/>
            <p:cNvSpPr txBox="1"/>
            <p:nvPr>
              <p:custDataLst>
                <p:tags r:id="rId22"/>
              </p:custDataLst>
            </p:nvPr>
          </p:nvSpPr>
          <p:spPr>
            <a:xfrm>
              <a:off x="5127" y="4808"/>
              <a:ext cx="2641" cy="793"/>
            </a:xfrm>
            <a:prstGeom prst="rect">
              <a:avLst/>
            </a:prstGeom>
            <a:noFill/>
          </p:spPr>
          <p:txBody>
            <a:bodyPr wrap="square" lIns="67500" tIns="35100" rIns="67500" bIns="35100" rtlCol="0" anchor="ctr" anchorCtr="0">
              <a:noAutofit/>
            </a:bodyPr>
            <a:lstStyle/>
            <a:p>
              <a:pPr>
                <a:lnSpc>
                  <a:spcPct val="120000"/>
                </a:lnSpc>
              </a:pPr>
              <a:r>
                <a:rPr lang="zh-CN" altLang="en-US" sz="1100" spc="150" dirty="0">
                  <a:latin typeface="微软雅黑" panose="020B0503020204020204" charset="-122"/>
                  <a:ea typeface="微软雅黑" panose="020B0503020204020204" charset="-122"/>
                </a:rPr>
                <a:t>4. </a:t>
              </a:r>
              <a:r>
                <a:rPr lang="zh-CN" altLang="en-US" sz="1100" spc="150" dirty="0">
                  <a:latin typeface="微软雅黑" panose="020B0503020204020204" charset="-122"/>
                  <a:ea typeface="微软雅黑" panose="020B0503020204020204" charset="-122"/>
                  <a:sym typeface="+mn-ea"/>
                </a:rPr>
                <a:t>会在幻灯片中添加动画效果以及设置幻灯片切换。</a:t>
              </a:r>
              <a:endParaRPr lang="zh-CN" altLang="en-US" sz="1100" spc="150" dirty="0">
                <a:latin typeface="微软雅黑" panose="020B0503020204020204" charset="-122"/>
                <a:ea typeface="微软雅黑" panose="020B0503020204020204" charset="-122"/>
                <a:sym typeface="+mn-ea"/>
              </a:endParaRPr>
            </a:p>
          </p:txBody>
        </p:sp>
        <p:sp>
          <p:nvSpPr>
            <p:cNvPr id="66" name="椭圆 65"/>
            <p:cNvSpPr/>
            <p:nvPr>
              <p:custDataLst>
                <p:tags r:id="rId23"/>
              </p:custDataLst>
            </p:nvPr>
          </p:nvSpPr>
          <p:spPr>
            <a:xfrm>
              <a:off x="2915" y="5442"/>
              <a:ext cx="793" cy="793"/>
            </a:xfrm>
            <a:prstGeom prst="ellipse">
              <a:avLst/>
            </a:prstGeom>
            <a:solidFill>
              <a:srgbClr val="9BBB59"/>
            </a:solidFill>
            <a:ln w="38100">
              <a:solidFill>
                <a:sysClr val="window" lastClr="FFFFFF"/>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lstStyle>
              <a:defPPr>
                <a:defRPr lang="zh-CN"/>
              </a:defPPr>
              <a:lvl1pPr marL="0" algn="l" defTabSz="913765" rtl="0" eaLnBrk="1" latinLnBrk="0" hangingPunct="1">
                <a:defRPr sz="1800" kern="1200">
                  <a:solidFill>
                    <a:sysClr val="window" lastClr="FFFFFF"/>
                  </a:solidFill>
                </a:defRPr>
              </a:lvl1pPr>
              <a:lvl2pPr marL="457200" algn="l" defTabSz="913765" rtl="0" eaLnBrk="1" latinLnBrk="0" hangingPunct="1">
                <a:defRPr sz="1800" kern="1200">
                  <a:solidFill>
                    <a:sysClr val="window" lastClr="FFFFFF"/>
                  </a:solidFill>
                </a:defRPr>
              </a:lvl2pPr>
              <a:lvl3pPr marL="914400" algn="l" defTabSz="913765" rtl="0" eaLnBrk="1" latinLnBrk="0" hangingPunct="1">
                <a:defRPr sz="1800" kern="1200">
                  <a:solidFill>
                    <a:sysClr val="window" lastClr="FFFFFF"/>
                  </a:solidFill>
                </a:defRPr>
              </a:lvl3pPr>
              <a:lvl4pPr marL="1371600" algn="l" defTabSz="913765" rtl="0" eaLnBrk="1" latinLnBrk="0" hangingPunct="1">
                <a:defRPr sz="1800" kern="1200">
                  <a:solidFill>
                    <a:sysClr val="window" lastClr="FFFFFF"/>
                  </a:solidFill>
                </a:defRPr>
              </a:lvl4pPr>
              <a:lvl5pPr marL="1828800" algn="l" defTabSz="913765" rtl="0" eaLnBrk="1" latinLnBrk="0" hangingPunct="1">
                <a:defRPr sz="1800" kern="1200">
                  <a:solidFill>
                    <a:sysClr val="window" lastClr="FFFFFF"/>
                  </a:solidFill>
                </a:defRPr>
              </a:lvl5pPr>
              <a:lvl6pPr marL="2286000" algn="l" defTabSz="913765" rtl="0" eaLnBrk="1" latinLnBrk="0" hangingPunct="1">
                <a:defRPr sz="1800" kern="1200">
                  <a:solidFill>
                    <a:sysClr val="window" lastClr="FFFFFF"/>
                  </a:solidFill>
                </a:defRPr>
              </a:lvl6pPr>
              <a:lvl7pPr marL="2743200" algn="l" defTabSz="913765" rtl="0" eaLnBrk="1" latinLnBrk="0" hangingPunct="1">
                <a:defRPr sz="1800" kern="1200">
                  <a:solidFill>
                    <a:sysClr val="window" lastClr="FFFFFF"/>
                  </a:solidFill>
                </a:defRPr>
              </a:lvl7pPr>
              <a:lvl8pPr marL="3200400" algn="l" defTabSz="913765" rtl="0" eaLnBrk="1" latinLnBrk="0" hangingPunct="1">
                <a:defRPr sz="1800" kern="1200">
                  <a:solidFill>
                    <a:sysClr val="window" lastClr="FFFFFF"/>
                  </a:solidFill>
                </a:defRPr>
              </a:lvl8pPr>
              <a:lvl9pPr marL="3657600" algn="l" defTabSz="913765" rtl="0" eaLnBrk="1" latinLnBrk="0" hangingPunct="1">
                <a:defRPr sz="1800" kern="1200">
                  <a:solidFill>
                    <a:sysClr val="window" lastClr="FFFFFF"/>
                  </a:solidFill>
                </a:defRPr>
              </a:lvl9pPr>
            </a:lstStyle>
            <a:p>
              <a:pPr algn="ctr">
                <a:lnSpc>
                  <a:spcPct val="120000"/>
                </a:lnSpc>
              </a:pPr>
              <a:endParaRPr lang="zh-CN" altLang="en-US" sz="1350" dirty="0">
                <a:latin typeface="微软雅黑" panose="020B0503020204020204" charset="-122"/>
                <a:ea typeface="微软雅黑" panose="020B0503020204020204" charset="-122"/>
              </a:endParaRPr>
            </a:p>
          </p:txBody>
        </p:sp>
        <p:sp>
          <p:nvSpPr>
            <p:cNvPr id="67" name="任意多边形 22"/>
            <p:cNvSpPr/>
            <p:nvPr>
              <p:custDataLst>
                <p:tags r:id="rId24"/>
              </p:custDataLst>
            </p:nvPr>
          </p:nvSpPr>
          <p:spPr bwMode="auto">
            <a:xfrm>
              <a:off x="3109" y="5641"/>
              <a:ext cx="404" cy="396"/>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solidFill>
              <a:sysClr val="window" lastClr="FFFFFF"/>
            </a:solidFill>
            <a:ln>
              <a:noFill/>
            </a:ln>
          </p:spPr>
          <p:txBody>
            <a:bodyPr vert="horz" wrap="square" lIns="137124" tIns="68562" rIns="137124" bIns="68562" numCol="1" anchor="t" anchorCtr="0" compatLnSpc="1"/>
            <a:lstStyle>
              <a:defPPr>
                <a:defRPr lang="zh-CN"/>
              </a:defPPr>
              <a:lvl1pPr marL="0" algn="l" defTabSz="913765" rtl="0" eaLnBrk="1" latinLnBrk="0" hangingPunct="1">
                <a:defRPr sz="1800" kern="1200">
                  <a:solidFill>
                    <a:srgbClr val="000000"/>
                  </a:solidFill>
                </a:defRPr>
              </a:lvl1pPr>
              <a:lvl2pPr marL="457200" algn="l" defTabSz="913765" rtl="0" eaLnBrk="1" latinLnBrk="0" hangingPunct="1">
                <a:defRPr sz="1800" kern="1200">
                  <a:solidFill>
                    <a:srgbClr val="000000"/>
                  </a:solidFill>
                </a:defRPr>
              </a:lvl2pPr>
              <a:lvl3pPr marL="914400" algn="l" defTabSz="913765" rtl="0" eaLnBrk="1" latinLnBrk="0" hangingPunct="1">
                <a:defRPr sz="1800" kern="1200">
                  <a:solidFill>
                    <a:srgbClr val="000000"/>
                  </a:solidFill>
                </a:defRPr>
              </a:lvl3pPr>
              <a:lvl4pPr marL="1371600" algn="l" defTabSz="913765" rtl="0" eaLnBrk="1" latinLnBrk="0" hangingPunct="1">
                <a:defRPr sz="1800" kern="1200">
                  <a:solidFill>
                    <a:srgbClr val="000000"/>
                  </a:solidFill>
                </a:defRPr>
              </a:lvl4pPr>
              <a:lvl5pPr marL="1828800" algn="l" defTabSz="913765" rtl="0" eaLnBrk="1" latinLnBrk="0" hangingPunct="1">
                <a:defRPr sz="1800" kern="1200">
                  <a:solidFill>
                    <a:srgbClr val="000000"/>
                  </a:solidFill>
                </a:defRPr>
              </a:lvl5pPr>
              <a:lvl6pPr marL="2286000" algn="l" defTabSz="913765" rtl="0" eaLnBrk="1" latinLnBrk="0" hangingPunct="1">
                <a:defRPr sz="1800" kern="1200">
                  <a:solidFill>
                    <a:srgbClr val="000000"/>
                  </a:solidFill>
                </a:defRPr>
              </a:lvl6pPr>
              <a:lvl7pPr marL="2743200" algn="l" defTabSz="913765" rtl="0" eaLnBrk="1" latinLnBrk="0" hangingPunct="1">
                <a:defRPr sz="1800" kern="1200">
                  <a:solidFill>
                    <a:srgbClr val="000000"/>
                  </a:solidFill>
                </a:defRPr>
              </a:lvl7pPr>
              <a:lvl8pPr marL="3200400" algn="l" defTabSz="913765" rtl="0" eaLnBrk="1" latinLnBrk="0" hangingPunct="1">
                <a:defRPr sz="1800" kern="1200">
                  <a:solidFill>
                    <a:srgbClr val="000000"/>
                  </a:solidFill>
                </a:defRPr>
              </a:lvl8pPr>
              <a:lvl9pPr marL="3657600" algn="l" defTabSz="913765" rtl="0" eaLnBrk="1" latinLnBrk="0" hangingPunct="1">
                <a:defRPr sz="1800" kern="1200">
                  <a:solidFill>
                    <a:srgbClr val="000000"/>
                  </a:solidFill>
                </a:defRPr>
              </a:lvl9pPr>
            </a:lstStyle>
            <a:p>
              <a:pPr>
                <a:lnSpc>
                  <a:spcPct val="120000"/>
                </a:lnSpc>
              </a:pPr>
              <a:endParaRPr lang="en-US" sz="5400" dirty="0">
                <a:latin typeface="微软雅黑" panose="020B0503020204020204" charset="-122"/>
                <a:ea typeface="微软雅黑" panose="020B0503020204020204" charset="-122"/>
              </a:endParaRPr>
            </a:p>
          </p:txBody>
        </p:sp>
        <p:sp>
          <p:nvSpPr>
            <p:cNvPr id="65" name="文本框 64"/>
            <p:cNvSpPr txBox="1"/>
            <p:nvPr>
              <p:custDataLst>
                <p:tags r:id="rId25"/>
              </p:custDataLst>
            </p:nvPr>
          </p:nvSpPr>
          <p:spPr>
            <a:xfrm>
              <a:off x="3854" y="5599"/>
              <a:ext cx="3710" cy="793"/>
            </a:xfrm>
            <a:prstGeom prst="rect">
              <a:avLst/>
            </a:prstGeom>
            <a:noFill/>
          </p:spPr>
          <p:txBody>
            <a:bodyPr wrap="square" lIns="67500" tIns="35100" rIns="67500" bIns="35100" rtlCol="0" anchor="ctr" anchorCtr="0">
              <a:noAutofit/>
            </a:bodyPr>
            <a:lstStyle/>
            <a:p>
              <a:pPr>
                <a:lnSpc>
                  <a:spcPct val="120000"/>
                </a:lnSpc>
              </a:pPr>
              <a:r>
                <a:rPr lang="zh-CN" altLang="en-US" sz="1100" spc="150" dirty="0">
                  <a:latin typeface="微软雅黑" panose="020B0503020204020204" charset="-122"/>
                  <a:ea typeface="微软雅黑" panose="020B0503020204020204" charset="-122"/>
                </a:rPr>
                <a:t>5. 会设置演示文稿的放映方式。</a:t>
              </a:r>
              <a:endParaRPr lang="zh-CN" altLang="en-US" sz="1100" spc="150" dirty="0">
                <a:latin typeface="微软雅黑" panose="020B0503020204020204" charset="-122"/>
                <a:ea typeface="微软雅黑" panose="020B0503020204020204" charset="-122"/>
              </a:endParaRPr>
            </a:p>
          </p:txBody>
        </p:sp>
      </p:grpSp>
    </p:spTree>
    <p:custDataLst>
      <p:tags r:id="rId26"/>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a:off x="812882" y="0"/>
            <a:ext cx="2820993" cy="4735285"/>
          </a:xfrm>
          <a:prstGeom prst="rect">
            <a:avLst/>
          </a:prstGeom>
          <a:solidFill>
            <a:srgbClr val="4D576B">
              <a:lumMod val="60000"/>
              <a:lumOff val="40000"/>
            </a:srgbClr>
          </a:solidFill>
          <a:ln>
            <a:noFill/>
          </a:ln>
          <a:effectLst>
            <a:outerShdw blurRad="152400" dist="114300" dir="2700000" algn="tl" rotWithShape="0">
              <a:prstClr val="black">
                <a:alpha val="13000"/>
              </a:prstClr>
            </a:outerShdw>
          </a:effectLst>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endParaRPr>
          </a:p>
        </p:txBody>
      </p:sp>
      <p:pic>
        <p:nvPicPr>
          <p:cNvPr id="12" name="Изображение 8"/>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202446" y="909767"/>
            <a:ext cx="4041866" cy="3323965"/>
          </a:xfrm>
          <a:prstGeom prst="rect">
            <a:avLst/>
          </a:prstGeom>
        </p:spPr>
      </p:pic>
      <p:pic>
        <p:nvPicPr>
          <p:cNvPr id="8" name="图片 7"/>
          <p:cNvPicPr>
            <a:picLocks noChangeAspect="1"/>
          </p:cNvPicPr>
          <p:nvPr>
            <p:custDataLst>
              <p:tags r:id="rId4"/>
            </p:custDataLst>
          </p:nvPr>
        </p:nvPicPr>
        <p:blipFill>
          <a:blip r:embed="rId5"/>
          <a:srcRect t="8108" b="8108"/>
          <a:stretch>
            <a:fillRect/>
          </a:stretch>
        </p:blipFill>
        <p:spPr>
          <a:xfrm>
            <a:off x="356439" y="1065725"/>
            <a:ext cx="3733879" cy="2086911"/>
          </a:xfrm>
          <a:prstGeom prst="rect">
            <a:avLst/>
          </a:prstGeom>
        </p:spPr>
      </p:pic>
      <p:sp>
        <p:nvSpPr>
          <p:cNvPr id="886" name="TextBox 9"/>
          <p:cNvSpPr txBox="1"/>
          <p:nvPr>
            <p:custDataLst>
              <p:tags r:id="rId6"/>
            </p:custDataLst>
          </p:nvPr>
        </p:nvSpPr>
        <p:spPr>
          <a:xfrm>
            <a:off x="5048885" y="909955"/>
            <a:ext cx="3155950" cy="876300"/>
          </a:xfrm>
          <a:prstGeom prst="rect">
            <a:avLst/>
          </a:prstGeom>
          <a:noFill/>
          <a:ln w="12700" cap="flat">
            <a:noFill/>
            <a:miter lim="400000"/>
          </a:ln>
          <a:effectLst/>
        </p:spPr>
        <p:txBody>
          <a:bodyPr wrap="square" lIns="34289" tIns="34289" rIns="34289" bIns="0" numCol="1" anchor="ctr" anchorCtr="0">
            <a:normAutofit lnSpcReduction="10000"/>
          </a:bodyPr>
          <a:lstStyle/>
          <a:p>
            <a:pPr marL="0" indent="0" algn="l">
              <a:lnSpc>
                <a:spcPct val="120000"/>
              </a:lnSpc>
              <a:spcBef>
                <a:spcPts val="0"/>
              </a:spcBef>
              <a:spcAft>
                <a:spcPts val="0"/>
              </a:spcAft>
              <a:buSzPct val="100000"/>
              <a:defRPr sz="4400" spc="300">
                <a:solidFill>
                  <a:srgbClr val="262626"/>
                </a:solidFill>
                <a:latin typeface="Arial" panose="020B0604020202020204" pitchFamily="34" charset="0"/>
                <a:ea typeface="微软雅黑" panose="020B0503020204020204" charset="-122"/>
                <a:cs typeface="+mn-ea"/>
                <a:sym typeface="Helvetica" panose="00000400000000000000"/>
              </a:defRPr>
            </a:pPr>
            <a:r>
              <a:rPr lang="zh-CN" altLang="en-US" sz="2400" b="1" dirty="0">
                <a:solidFill>
                  <a:srgbClr val="4D576B">
                    <a:lumMod val="75000"/>
                  </a:srgbClr>
                </a:solidFill>
                <a:latin typeface="Arial" panose="020B0604020202020204" pitchFamily="34" charset="0"/>
                <a:ea typeface="微软雅黑" panose="020B0503020204020204" charset="-122"/>
                <a:sym typeface="+mn-ea"/>
              </a:rPr>
              <a:t>演示文稿的视图模式</a:t>
            </a:r>
            <a:endParaRPr lang="zh-CN" altLang="en-US" sz="2400" b="1" dirty="0">
              <a:solidFill>
                <a:srgbClr val="4D576B">
                  <a:lumMod val="75000"/>
                </a:srgbClr>
              </a:solidFill>
              <a:latin typeface="Arial" panose="020B0604020202020204" pitchFamily="34" charset="0"/>
              <a:ea typeface="微软雅黑" panose="020B0503020204020204" charset="-122"/>
              <a:sym typeface="+mn-ea"/>
            </a:endParaRPr>
          </a:p>
        </p:txBody>
      </p:sp>
      <p:sp>
        <p:nvSpPr>
          <p:cNvPr id="9" name="Rectangle 11"/>
          <p:cNvSpPr txBox="1"/>
          <p:nvPr>
            <p:custDataLst>
              <p:tags r:id="rId7"/>
            </p:custDataLst>
          </p:nvPr>
        </p:nvSpPr>
        <p:spPr>
          <a:xfrm>
            <a:off x="5048885" y="1753870"/>
            <a:ext cx="3243580" cy="1905000"/>
          </a:xfrm>
          <a:prstGeom prst="rect">
            <a:avLst/>
          </a:prstGeom>
          <a:ln w="12700">
            <a:miter lim="400000"/>
          </a:ln>
        </p:spPr>
        <p:txBody>
          <a:bodyPr wrap="square" lIns="67500" tIns="0" rIns="67500" bIns="35100">
            <a:normAutofit/>
          </a:bodyPr>
          <a:lstStyle>
            <a:lvl1pPr>
              <a:defRPr sz="1000">
                <a:solidFill>
                  <a:srgbClr val="1EAAE3"/>
                </a:solidFill>
                <a:latin typeface="Arial" panose="020B0604020202020204" pitchFamily="34" charset="0"/>
                <a:ea typeface="微软雅黑" panose="020B0503020204020204" charset="-122"/>
                <a:cs typeface="+mn-ea"/>
                <a:sym typeface="Helvetica" panose="00000400000000000000"/>
              </a:defRPr>
            </a:lvl1pPr>
          </a:lstStyle>
          <a:p>
            <a:pPr marL="0" lvl="0" indent="0" algn="just">
              <a:lnSpc>
                <a:spcPct val="150000"/>
              </a:lnSpc>
              <a:spcBef>
                <a:spcPts val="0"/>
              </a:spcBef>
              <a:spcAft>
                <a:spcPts val="0"/>
              </a:spcAft>
              <a:buSzPct val="100000"/>
              <a:defRPr sz="1200" i="1">
                <a:solidFill>
                  <a:srgbClr val="1B1E22"/>
                </a:solidFill>
                <a:latin typeface="Roboto Medium"/>
                <a:ea typeface="Roboto Medium"/>
                <a:cs typeface="Roboto Medium"/>
                <a:sym typeface="Roboto Medium"/>
              </a:defRPr>
            </a:pPr>
            <a:r>
              <a:rPr sz="1050" i="0" spc="150" dirty="0">
                <a:solidFill>
                  <a:srgbClr val="E7E6E6">
                    <a:lumMod val="50000"/>
                  </a:srgbClr>
                </a:solidFill>
                <a:latin typeface="Arial" panose="020B0604020202020204" pitchFamily="34" charset="0"/>
                <a:ea typeface="微软雅黑" panose="020B0503020204020204" charset="-122"/>
                <a:sym typeface="+mn-ea"/>
              </a:rPr>
              <a:t>为方便建立、编辑、浏览或放映幻灯片，PowerPoint 2016 提供了以下几种不同的视图模式，即普通视图、大纲视图、幻灯片浏览视图、备注页视图、阅读视图、幻灯片放映视图等。在不同的视图模式下，可以更方便地完成特定浏览或编辑任务。</a:t>
            </a:r>
            <a:endParaRPr sz="1050" i="0" spc="150" dirty="0">
              <a:solidFill>
                <a:srgbClr val="E7E6E6">
                  <a:lumMod val="50000"/>
                </a:srgbClr>
              </a:solidFill>
              <a:latin typeface="Arial" panose="020B0604020202020204" pitchFamily="34" charset="0"/>
              <a:ea typeface="微软雅黑" panose="020B0503020204020204" charset="-122"/>
              <a:sym typeface="+mn-ea"/>
            </a:endParaRPr>
          </a:p>
        </p:txBody>
      </p:sp>
      <p:sp>
        <p:nvSpPr>
          <p:cNvPr id="7" name="矩形: 圆角 5"/>
          <p:cNvSpPr/>
          <p:nvPr>
            <p:custDataLst>
              <p:tags r:id="rId8"/>
            </p:custDataLst>
          </p:nvPr>
        </p:nvSpPr>
        <p:spPr>
          <a:xfrm rot="5400000">
            <a:off x="5296379" y="3262038"/>
            <a:ext cx="83968" cy="420444"/>
          </a:xfrm>
          <a:prstGeom prst="roundRect">
            <a:avLst>
              <a:gd name="adj" fmla="val 50000"/>
            </a:avLst>
          </a:prstGeom>
          <a:solidFill>
            <a:srgbClr val="3A4150">
              <a:alpha val="8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endParaRPr>
          </a:p>
        </p:txBody>
      </p:sp>
      <p:sp>
        <p:nvSpPr>
          <p:cNvPr id="25" name="矩形: 圆角 24"/>
          <p:cNvSpPr/>
          <p:nvPr>
            <p:custDataLst>
              <p:tags r:id="rId9"/>
            </p:custDataLst>
          </p:nvPr>
        </p:nvSpPr>
        <p:spPr>
          <a:xfrm rot="5400000">
            <a:off x="5832161" y="3262038"/>
            <a:ext cx="83968" cy="420444"/>
          </a:xfrm>
          <a:prstGeom prst="roundRect">
            <a:avLst>
              <a:gd name="adj" fmla="val 50000"/>
            </a:avLst>
          </a:prstGeom>
          <a:solidFill>
            <a:srgbClr val="3A4150">
              <a:alpha val="58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endParaRPr>
          </a:p>
        </p:txBody>
      </p:sp>
      <p:sp>
        <p:nvSpPr>
          <p:cNvPr id="26" name="矩形: 圆角 25"/>
          <p:cNvSpPr/>
          <p:nvPr>
            <p:custDataLst>
              <p:tags r:id="rId10"/>
            </p:custDataLst>
          </p:nvPr>
        </p:nvSpPr>
        <p:spPr>
          <a:xfrm rot="5400000">
            <a:off x="6367942" y="3262039"/>
            <a:ext cx="83968" cy="420444"/>
          </a:xfrm>
          <a:prstGeom prst="roundRect">
            <a:avLst>
              <a:gd name="adj" fmla="val 50000"/>
            </a:avLst>
          </a:prstGeom>
          <a:solidFill>
            <a:srgbClr val="3A4150">
              <a:alpha val="22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endParaRPr>
          </a:p>
        </p:txBody>
      </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213560" y="198521"/>
            <a:ext cx="8734926" cy="4728410"/>
          </a:xfrm>
          <a:prstGeom prst="roundRect">
            <a:avLst>
              <a:gd name="adj" fmla="val 255"/>
            </a:avLst>
          </a:prstGeom>
          <a:noFill/>
          <a:ln w="31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350">
              <a:solidFill>
                <a:schemeClr val="accent1"/>
              </a:solidFill>
              <a:latin typeface="+mj-ea"/>
              <a:ea typeface="+mj-ea"/>
            </a:endParaRPr>
          </a:p>
        </p:txBody>
      </p:sp>
      <p:sp>
        <p:nvSpPr>
          <p:cNvPr id="7" name="矩形 6"/>
          <p:cNvSpPr/>
          <p:nvPr>
            <p:custDataLst>
              <p:tags r:id="rId1"/>
            </p:custDataLst>
          </p:nvPr>
        </p:nvSpPr>
        <p:spPr bwMode="auto">
          <a:xfrm>
            <a:off x="914400" y="1120775"/>
            <a:ext cx="7287895" cy="1334770"/>
          </a:xfrm>
          <a:prstGeom prst="rect">
            <a:avLst/>
          </a:prstGeom>
          <a:noFill/>
          <a:ln w="76200">
            <a:solidFill>
              <a:srgbClr val="778495"/>
            </a:solidFill>
            <a:miter lim="800000"/>
          </a:ln>
        </p:spPr>
        <p:txBody>
          <a:bodyPr anchor="ctr"/>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8" name="矩形 7"/>
          <p:cNvSpPr/>
          <p:nvPr>
            <p:custDataLst>
              <p:tags r:id="rId2"/>
            </p:custDataLst>
          </p:nvPr>
        </p:nvSpPr>
        <p:spPr bwMode="auto">
          <a:xfrm>
            <a:off x="907466" y="858847"/>
            <a:ext cx="729081" cy="81009"/>
          </a:xfrm>
          <a:prstGeom prst="rect">
            <a:avLst/>
          </a:prstGeom>
          <a:solidFill>
            <a:srgbClr val="778495"/>
          </a:solidFill>
          <a:ln w="19050">
            <a:noFill/>
            <a:round/>
          </a:ln>
        </p:spPr>
        <p:txBody>
          <a:bodyPr anchor="ctr"/>
          <a:p>
            <a:pPr algn="ctr">
              <a:lnSpc>
                <a:spcPct val="130000"/>
              </a:lnSpc>
            </a:pPr>
            <a:endParaRPr sz="1350" dirty="0">
              <a:latin typeface="Arial" panose="020B0604020202020204" pitchFamily="34" charset="0"/>
              <a:ea typeface="微软雅黑" panose="020B0503020204020204" charset="-122"/>
              <a:sym typeface="Arial" panose="020B0604020202020204" pitchFamily="34" charset="0"/>
            </a:endParaRPr>
          </a:p>
        </p:txBody>
      </p:sp>
      <p:sp>
        <p:nvSpPr>
          <p:cNvPr id="13" name="文本框 12"/>
          <p:cNvSpPr txBox="1"/>
          <p:nvPr>
            <p:custDataLst>
              <p:tags r:id="rId3"/>
            </p:custDataLst>
          </p:nvPr>
        </p:nvSpPr>
        <p:spPr>
          <a:xfrm>
            <a:off x="967740" y="1330960"/>
            <a:ext cx="7181850" cy="993775"/>
          </a:xfrm>
          <a:prstGeom prst="rect">
            <a:avLst/>
          </a:prstGeom>
        </p:spPr>
        <p:txBody>
          <a:bodyPr vert="horz" wrap="square" lIns="67500" tIns="0" rIns="67500" bIns="35100" anchor="t" anchorCtr="0">
            <a:spAutoFit/>
          </a:bodyPr>
          <a:p>
            <a:pPr>
              <a:lnSpc>
                <a:spcPct val="130000"/>
              </a:lnSpc>
            </a:pPr>
            <a:r>
              <a:rPr lang="zh-CN" altLang="en-US" sz="1200" spc="150">
                <a:latin typeface="Arial" panose="020B0604020202020204" pitchFamily="34" charset="0"/>
                <a:ea typeface="微软雅黑" panose="020B0503020204020204" charset="-122"/>
                <a:sym typeface="Arial" panose="020B0604020202020204" pitchFamily="34" charset="0"/>
              </a:rPr>
              <a:t>普通视图是主要的幻灯片编辑视图，可用于撰写和设计演示文稿。普通视图是PowerPoint 的默认视图，前面介绍 PowerPoint 2016 窗口组成时使用的就是普通视图。</a:t>
            </a:r>
            <a:endParaRPr lang="zh-CN" altLang="en-US" sz="1200" spc="150">
              <a:latin typeface="Arial" panose="020B0604020202020204" pitchFamily="34" charset="0"/>
              <a:ea typeface="微软雅黑" panose="020B0503020204020204" charset="-122"/>
              <a:sym typeface="Arial" panose="020B0604020202020204" pitchFamily="34" charset="0"/>
            </a:endParaRPr>
          </a:p>
          <a:p>
            <a:pPr>
              <a:lnSpc>
                <a:spcPct val="130000"/>
              </a:lnSpc>
            </a:pPr>
            <a:r>
              <a:rPr lang="zh-CN" altLang="en-US" sz="1200" spc="150">
                <a:latin typeface="Arial" panose="020B0604020202020204" pitchFamily="34" charset="0"/>
                <a:ea typeface="微软雅黑" panose="020B0503020204020204" charset="-122"/>
                <a:sym typeface="Arial" panose="020B0604020202020204" pitchFamily="34" charset="0"/>
              </a:rPr>
              <a:t>从其他视图切换到普通视图，最简单的方法就是单击状态栏常用视图切换按钮中的“普通视图”按钮 ，或者单击“视图”选项卡中的“普通视图”，如图 6-36 所示。</a:t>
            </a:r>
            <a:endParaRPr lang="zh-CN" altLang="en-US" sz="1200" spc="150">
              <a:latin typeface="Arial" panose="020B0604020202020204" pitchFamily="34" charset="0"/>
              <a:ea typeface="微软雅黑" panose="020B0503020204020204" charset="-122"/>
              <a:sym typeface="Arial" panose="020B0604020202020204" pitchFamily="34" charset="0"/>
            </a:endParaRPr>
          </a:p>
        </p:txBody>
      </p:sp>
      <p:sp>
        <p:nvSpPr>
          <p:cNvPr id="9" name="文本框 8"/>
          <p:cNvSpPr txBox="1"/>
          <p:nvPr>
            <p:custDataLst>
              <p:tags r:id="rId4"/>
            </p:custDataLst>
          </p:nvPr>
        </p:nvSpPr>
        <p:spPr>
          <a:xfrm>
            <a:off x="865205" y="212252"/>
            <a:ext cx="2330570" cy="647231"/>
          </a:xfrm>
          <a:prstGeom prst="rect">
            <a:avLst/>
          </a:prstGeom>
          <a:noFill/>
        </p:spPr>
        <p:txBody>
          <a:bodyPr wrap="square" rtlCol="0" anchor="ctr" anchorCtr="0">
            <a:normAutofit/>
          </a:bodyPr>
          <a:p>
            <a:pPr>
              <a:lnSpc>
                <a:spcPct val="120000"/>
              </a:lnSpc>
            </a:pPr>
            <a:r>
              <a:rPr lang="zh-CN" altLang="en-US" b="1" spc="300">
                <a:latin typeface="Arial" panose="020B0604020202020204" pitchFamily="34" charset="0"/>
                <a:ea typeface="微软雅黑" panose="020B0503020204020204" charset="-122"/>
                <a:sym typeface="Arial" panose="020B0604020202020204" pitchFamily="34" charset="0"/>
              </a:rPr>
              <a:t>普通视图</a:t>
            </a:r>
            <a:endParaRPr lang="zh-CN" altLang="en-US" b="1" spc="300">
              <a:latin typeface="Arial" panose="020B0604020202020204" pitchFamily="34" charset="0"/>
              <a:ea typeface="微软雅黑" panose="020B0503020204020204" charset="-122"/>
              <a:sym typeface="Arial" panose="020B0604020202020204" pitchFamily="34" charset="0"/>
            </a:endParaRPr>
          </a:p>
        </p:txBody>
      </p:sp>
      <p:pic>
        <p:nvPicPr>
          <p:cNvPr id="2" name="图片 1"/>
          <p:cNvPicPr>
            <a:picLocks noChangeAspect="1"/>
          </p:cNvPicPr>
          <p:nvPr/>
        </p:nvPicPr>
        <p:blipFill>
          <a:blip r:embed="rId5"/>
          <a:stretch>
            <a:fillRect/>
          </a:stretch>
        </p:blipFill>
        <p:spPr>
          <a:xfrm>
            <a:off x="4117340" y="2618105"/>
            <a:ext cx="4084955" cy="1995170"/>
          </a:xfrm>
          <a:prstGeom prst="rect">
            <a:avLst/>
          </a:prstGeom>
        </p:spPr>
      </p:pic>
      <p:sp>
        <p:nvSpPr>
          <p:cNvPr id="4" name="文本框 3"/>
          <p:cNvSpPr txBox="1"/>
          <p:nvPr>
            <p:custDataLst>
              <p:tags r:id="rId6"/>
            </p:custDataLst>
          </p:nvPr>
        </p:nvSpPr>
        <p:spPr>
          <a:xfrm>
            <a:off x="967740" y="3121660"/>
            <a:ext cx="2999105" cy="865505"/>
          </a:xfrm>
          <a:prstGeom prst="rect">
            <a:avLst/>
          </a:prstGeom>
        </p:spPr>
        <p:txBody>
          <a:bodyPr vert="horz" wrap="square" lIns="67500" tIns="0" rIns="67500" bIns="35100" anchor="t" anchorCtr="0">
            <a:spAutoFit/>
          </a:bodyPr>
          <a:p>
            <a:pPr>
              <a:lnSpc>
                <a:spcPct val="150000"/>
              </a:lnSpc>
            </a:pPr>
            <a:r>
              <a:rPr lang="zh-CN" altLang="en-US" sz="1200" spc="150">
                <a:latin typeface="Arial" panose="020B0604020202020204" pitchFamily="34" charset="0"/>
                <a:ea typeface="微软雅黑" panose="020B0503020204020204" charset="-122"/>
                <a:sym typeface="Arial" panose="020B0604020202020204" pitchFamily="34" charset="0"/>
              </a:rPr>
              <a:t>普通视图将 PowerPoint 窗口划分成</a:t>
            </a:r>
            <a:r>
              <a:rPr lang="zh-CN" altLang="en-US" sz="1200" b="1" spc="150">
                <a:latin typeface="Arial" panose="020B0604020202020204" pitchFamily="34" charset="0"/>
                <a:ea typeface="微软雅黑" panose="020B0503020204020204" charset="-122"/>
                <a:sym typeface="Arial" panose="020B0604020202020204" pitchFamily="34" charset="0"/>
              </a:rPr>
              <a:t>“幻灯片缩略窗格”“幻灯片编辑窗格”和“备注窗格”</a:t>
            </a:r>
            <a:r>
              <a:rPr lang="zh-CN" altLang="en-US" sz="1200" spc="150">
                <a:latin typeface="Arial" panose="020B0604020202020204" pitchFamily="34" charset="0"/>
                <a:ea typeface="微软雅黑" panose="020B0503020204020204" charset="-122"/>
                <a:sym typeface="Arial" panose="020B0604020202020204" pitchFamily="34" charset="0"/>
              </a:rPr>
              <a:t>三个区域。</a:t>
            </a:r>
            <a:endParaRPr lang="zh-CN" altLang="en-US" sz="1200" spc="150">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p:cNvSpPr/>
          <p:nvPr/>
        </p:nvSpPr>
        <p:spPr>
          <a:xfrm>
            <a:off x="213560" y="198521"/>
            <a:ext cx="8734926" cy="4728410"/>
          </a:xfrm>
          <a:prstGeom prst="roundRect">
            <a:avLst>
              <a:gd name="adj" fmla="val 255"/>
            </a:avLst>
          </a:prstGeom>
          <a:noFill/>
          <a:ln w="3175"/>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sz="1350">
              <a:solidFill>
                <a:schemeClr val="accent1"/>
              </a:solidFill>
              <a:latin typeface="+mj-ea"/>
              <a:ea typeface="+mj-ea"/>
            </a:endParaRPr>
          </a:p>
        </p:txBody>
      </p:sp>
      <p:sp>
        <p:nvSpPr>
          <p:cNvPr id="7" name="矩形 6"/>
          <p:cNvSpPr/>
          <p:nvPr>
            <p:custDataLst>
              <p:tags r:id="rId1"/>
            </p:custDataLst>
          </p:nvPr>
        </p:nvSpPr>
        <p:spPr bwMode="auto">
          <a:xfrm>
            <a:off x="685800" y="1501775"/>
            <a:ext cx="3924300" cy="2548255"/>
          </a:xfrm>
          <a:prstGeom prst="rect">
            <a:avLst/>
          </a:prstGeom>
          <a:noFill/>
          <a:ln w="76200">
            <a:solidFill>
              <a:srgbClr val="778495"/>
            </a:solidFill>
            <a:miter lim="800000"/>
          </a:ln>
        </p:spPr>
        <p:txBody>
          <a:bodyPr anchor="ctr"/>
          <a:p>
            <a:pPr algn="ctr">
              <a:lnSpc>
                <a:spcPct val="130000"/>
              </a:lnSpc>
            </a:pPr>
            <a:endParaRPr sz="1350">
              <a:latin typeface="Arial" panose="020B0604020202020204" pitchFamily="34" charset="0"/>
              <a:ea typeface="微软雅黑" panose="020B0503020204020204" charset="-122"/>
              <a:sym typeface="Arial" panose="020B0604020202020204" pitchFamily="34" charset="0"/>
            </a:endParaRPr>
          </a:p>
        </p:txBody>
      </p:sp>
      <p:sp>
        <p:nvSpPr>
          <p:cNvPr id="8" name="矩形 7"/>
          <p:cNvSpPr/>
          <p:nvPr>
            <p:custDataLst>
              <p:tags r:id="rId2"/>
            </p:custDataLst>
          </p:nvPr>
        </p:nvSpPr>
        <p:spPr bwMode="auto">
          <a:xfrm>
            <a:off x="586791" y="1011247"/>
            <a:ext cx="729081" cy="81009"/>
          </a:xfrm>
          <a:prstGeom prst="rect">
            <a:avLst/>
          </a:prstGeom>
          <a:solidFill>
            <a:srgbClr val="778495"/>
          </a:solidFill>
          <a:ln w="19050">
            <a:noFill/>
            <a:round/>
          </a:ln>
        </p:spPr>
        <p:txBody>
          <a:bodyPr anchor="ctr"/>
          <a:p>
            <a:pPr algn="ctr">
              <a:lnSpc>
                <a:spcPct val="130000"/>
              </a:lnSpc>
            </a:pPr>
            <a:endParaRPr sz="1350" dirty="0">
              <a:latin typeface="Arial" panose="020B0604020202020204" pitchFamily="34" charset="0"/>
              <a:ea typeface="微软雅黑" panose="020B0503020204020204" charset="-122"/>
              <a:sym typeface="Arial" panose="020B0604020202020204" pitchFamily="34" charset="0"/>
            </a:endParaRPr>
          </a:p>
        </p:txBody>
      </p:sp>
      <p:sp>
        <p:nvSpPr>
          <p:cNvPr id="13" name="文本框 12"/>
          <p:cNvSpPr txBox="1"/>
          <p:nvPr>
            <p:custDataLst>
              <p:tags r:id="rId3"/>
            </p:custDataLst>
          </p:nvPr>
        </p:nvSpPr>
        <p:spPr>
          <a:xfrm>
            <a:off x="902335" y="1615440"/>
            <a:ext cx="3490595" cy="2320925"/>
          </a:xfrm>
          <a:prstGeom prst="rect">
            <a:avLst/>
          </a:prstGeom>
        </p:spPr>
        <p:txBody>
          <a:bodyPr vert="horz" wrap="square" lIns="67500" tIns="0" rIns="67500" bIns="35100" anchor="t" anchorCtr="0">
            <a:spAutoFit/>
          </a:bodyPr>
          <a:p>
            <a:pPr indent="330200" algn="just" fontAlgn="auto">
              <a:lnSpc>
                <a:spcPct val="130000"/>
              </a:lnSpc>
              <a:spcBef>
                <a:spcPts val="500"/>
              </a:spcBef>
              <a:extLst>
                <a:ext uri="{35155182-B16C-46BC-9424-99874614C6A1}">
                  <wpsdc:indentchars xmlns:wpsdc="http://www.wps.cn/officeDocument/2017/drawingmlCustomData" val="200" checksum="1651068497"/>
                </a:ext>
              </a:extLst>
            </a:pPr>
            <a:r>
              <a:rPr lang="zh-CN" altLang="en-US" sz="1200" spc="100">
                <a:solidFill>
                  <a:schemeClr val="tx1"/>
                </a:solidFill>
                <a:uFillTx/>
                <a:latin typeface="Arial" panose="020B0604020202020204" pitchFamily="34" charset="0"/>
                <a:ea typeface="微软雅黑" panose="020B0503020204020204" charset="-122"/>
                <a:sym typeface="Arial" panose="020B0604020202020204" pitchFamily="34" charset="0"/>
              </a:rPr>
              <a:t>单击“视图”选项卡的“演示文稿视图”组中的“大纲视图”按钮 ，将进入大纲视图，如图 6-37 所示。</a:t>
            </a:r>
            <a:endParaRPr lang="zh-CN" altLang="en-US" sz="1200" spc="100">
              <a:solidFill>
                <a:schemeClr val="tx1"/>
              </a:solidFill>
              <a:uFillTx/>
              <a:latin typeface="Arial" panose="020B0604020202020204" pitchFamily="34" charset="0"/>
              <a:ea typeface="微软雅黑" panose="020B0503020204020204" charset="-122"/>
              <a:sym typeface="Arial" panose="020B0604020202020204" pitchFamily="34" charset="0"/>
            </a:endParaRPr>
          </a:p>
          <a:p>
            <a:pPr indent="330200" algn="just" fontAlgn="auto">
              <a:lnSpc>
                <a:spcPct val="130000"/>
              </a:lnSpc>
              <a:spcBef>
                <a:spcPts val="500"/>
              </a:spcBef>
              <a:extLst>
                <a:ext uri="{35155182-B16C-46BC-9424-99874614C6A1}">
                  <wpsdc:indentchars xmlns:wpsdc="http://www.wps.cn/officeDocument/2017/drawingmlCustomData" val="200" checksum="1651068497"/>
                </a:ext>
              </a:extLst>
            </a:pPr>
            <a:r>
              <a:rPr lang="zh-CN" altLang="en-US" sz="1200" spc="100">
                <a:solidFill>
                  <a:schemeClr val="tx1"/>
                </a:solidFill>
                <a:uFillTx/>
                <a:latin typeface="Arial" panose="020B0604020202020204" pitchFamily="34" charset="0"/>
                <a:ea typeface="微软雅黑" panose="020B0503020204020204" charset="-122"/>
                <a:sym typeface="Arial" panose="020B0604020202020204" pitchFamily="34" charset="0"/>
              </a:rPr>
              <a:t>在大纲视图中，左侧窗格将显示大纲窗口，这时可以方便地输入演示文稿要介绍的一系列主题，系统将根</a:t>
            </a:r>
            <a:r>
              <a:rPr lang="zh-CN" altLang="en-US" sz="1200">
                <a:solidFill>
                  <a:schemeClr val="tx1"/>
                </a:solidFill>
                <a:uFillTx/>
                <a:latin typeface="Arial" panose="020B0604020202020204" pitchFamily="34" charset="0"/>
                <a:ea typeface="微软雅黑" panose="020B0503020204020204" charset="-122"/>
                <a:sym typeface="Arial" panose="020B0604020202020204" pitchFamily="34" charset="0"/>
              </a:rPr>
              <a:t>据这些主题自动生成相应的幻灯片，而且这些主题将自动设置为幻灯片的标题。</a:t>
            </a:r>
            <a:endParaRPr lang="zh-CN" altLang="en-US" sz="1200">
              <a:solidFill>
                <a:schemeClr val="tx1"/>
              </a:solidFill>
              <a:uFillTx/>
              <a:latin typeface="Arial" panose="020B0604020202020204" pitchFamily="34" charset="0"/>
              <a:ea typeface="微软雅黑" panose="020B0503020204020204" charset="-122"/>
              <a:sym typeface="Arial" panose="020B0604020202020204" pitchFamily="34" charset="0"/>
            </a:endParaRPr>
          </a:p>
          <a:p>
            <a:pPr indent="330200" algn="just" fontAlgn="auto">
              <a:lnSpc>
                <a:spcPct val="130000"/>
              </a:lnSpc>
              <a:spcBef>
                <a:spcPts val="500"/>
              </a:spcBef>
              <a:extLst>
                <a:ext uri="{35155182-B16C-46BC-9424-99874614C6A1}">
                  <wpsdc:indentchars xmlns:wpsdc="http://www.wps.cn/officeDocument/2017/drawingmlCustomData" val="200" checksum="1651068497"/>
                </a:ext>
              </a:extLst>
            </a:pPr>
            <a:r>
              <a:rPr lang="zh-CN" altLang="en-US" sz="1200" spc="100">
                <a:solidFill>
                  <a:schemeClr val="tx1"/>
                </a:solidFill>
                <a:uFillTx/>
                <a:latin typeface="Arial" panose="020B0604020202020204" pitchFamily="34" charset="0"/>
                <a:ea typeface="微软雅黑" panose="020B0503020204020204" charset="-122"/>
                <a:sym typeface="Arial" panose="020B0604020202020204" pitchFamily="34" charset="0"/>
              </a:rPr>
              <a:t>当大纲不能完整显示时，可以拖动窗格之间的分界线调整各窗格的大小。</a:t>
            </a:r>
            <a:endParaRPr lang="zh-CN" altLang="en-US" sz="1200" spc="100">
              <a:solidFill>
                <a:schemeClr val="tx1"/>
              </a:solidFill>
              <a:uFillTx/>
              <a:latin typeface="Arial" panose="020B0604020202020204" pitchFamily="34" charset="0"/>
              <a:ea typeface="微软雅黑" panose="020B0503020204020204" charset="-122"/>
              <a:sym typeface="Arial" panose="020B0604020202020204" pitchFamily="34" charset="0"/>
            </a:endParaRPr>
          </a:p>
        </p:txBody>
      </p:sp>
      <p:sp>
        <p:nvSpPr>
          <p:cNvPr id="9" name="文本框 8"/>
          <p:cNvSpPr txBox="1"/>
          <p:nvPr>
            <p:custDataLst>
              <p:tags r:id="rId4"/>
            </p:custDataLst>
          </p:nvPr>
        </p:nvSpPr>
        <p:spPr>
          <a:xfrm>
            <a:off x="507065" y="364652"/>
            <a:ext cx="2330570" cy="647231"/>
          </a:xfrm>
          <a:prstGeom prst="rect">
            <a:avLst/>
          </a:prstGeom>
          <a:noFill/>
        </p:spPr>
        <p:txBody>
          <a:bodyPr wrap="square" rtlCol="0" anchor="ctr" anchorCtr="0">
            <a:normAutofit/>
          </a:bodyPr>
          <a:p>
            <a:pPr>
              <a:lnSpc>
                <a:spcPct val="120000"/>
              </a:lnSpc>
            </a:pPr>
            <a:r>
              <a:rPr lang="zh-CN" altLang="en-US" b="1" spc="300">
                <a:latin typeface="Arial" panose="020B0604020202020204" pitchFamily="34" charset="0"/>
                <a:ea typeface="微软雅黑" panose="020B0503020204020204" charset="-122"/>
                <a:sym typeface="Arial" panose="020B0604020202020204" pitchFamily="34" charset="0"/>
              </a:rPr>
              <a:t>大纲视图</a:t>
            </a:r>
            <a:endParaRPr lang="zh-CN" altLang="en-US" b="1" spc="300">
              <a:latin typeface="Arial" panose="020B0604020202020204" pitchFamily="34" charset="0"/>
              <a:ea typeface="微软雅黑" panose="020B0503020204020204" charset="-122"/>
              <a:sym typeface="Arial" panose="020B0604020202020204" pitchFamily="34" charset="0"/>
            </a:endParaRPr>
          </a:p>
        </p:txBody>
      </p:sp>
      <p:pic>
        <p:nvPicPr>
          <p:cNvPr id="5" name="图片 4"/>
          <p:cNvPicPr>
            <a:picLocks noChangeAspect="1"/>
          </p:cNvPicPr>
          <p:nvPr/>
        </p:nvPicPr>
        <p:blipFill>
          <a:blip r:embed="rId5"/>
          <a:stretch>
            <a:fillRect/>
          </a:stretch>
        </p:blipFill>
        <p:spPr>
          <a:xfrm>
            <a:off x="4785360" y="1501775"/>
            <a:ext cx="3886200" cy="25488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15" name="组合 114"/>
          <p:cNvGrpSpPr/>
          <p:nvPr userDrawn="1"/>
        </p:nvGrpSpPr>
        <p:grpSpPr>
          <a:xfrm rot="0">
            <a:off x="0" y="228600"/>
            <a:ext cx="9144000" cy="4686935"/>
            <a:chOff x="0" y="304200"/>
            <a:chExt cx="12192000" cy="6249600"/>
          </a:xfrm>
        </p:grpSpPr>
        <p:sp>
          <p:nvSpPr>
            <p:cNvPr id="15" name="矩形 14"/>
            <p:cNvSpPr/>
            <p:nvPr userDrawn="1">
              <p:custDataLst>
                <p:tags r:id="rId1"/>
              </p:custDataLst>
            </p:nvPr>
          </p:nvSpPr>
          <p:spPr>
            <a:xfrm>
              <a:off x="0" y="2123388"/>
              <a:ext cx="12192000" cy="2611225"/>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rgbClr val="FFFFFF"/>
                </a:solidFill>
                <a:latin typeface="微软雅黑" panose="020B0503020204020204" charset="-122"/>
                <a:ea typeface="微软雅黑" panose="020B0503020204020204" charset="-122"/>
              </a:endParaRPr>
            </a:p>
          </p:txBody>
        </p:sp>
        <p:sp>
          <p:nvSpPr>
            <p:cNvPr id="16" name="矩形 15"/>
            <p:cNvSpPr/>
            <p:nvPr userDrawn="1">
              <p:custDataLst>
                <p:tags r:id="rId2"/>
              </p:custDataLst>
            </p:nvPr>
          </p:nvSpPr>
          <p:spPr>
            <a:xfrm>
              <a:off x="292800" y="304200"/>
              <a:ext cx="11606400" cy="624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rgbClr val="FFFFFF"/>
                </a:solidFill>
                <a:latin typeface="微软雅黑" panose="020B0503020204020204" charset="-122"/>
                <a:ea typeface="微软雅黑" panose="020B0503020204020204" charset="-122"/>
              </a:endParaRPr>
            </a:p>
          </p:txBody>
        </p:sp>
      </p:grpSp>
      <p:sp>
        <p:nvSpPr>
          <p:cNvPr id="6" name="同心圆 1"/>
          <p:cNvSpPr/>
          <p:nvPr>
            <p:custDataLst>
              <p:tags r:id="rId3"/>
            </p:custDataLst>
          </p:nvPr>
        </p:nvSpPr>
        <p:spPr>
          <a:xfrm>
            <a:off x="4445096" y="4070574"/>
            <a:ext cx="314325" cy="314325"/>
          </a:xfrm>
          <a:prstGeom prst="donut">
            <a:avLst>
              <a:gd name="adj" fmla="val 20455"/>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000000"/>
              </a:solidFill>
              <a:latin typeface="微软雅黑" panose="020B0503020204020204" charset="-122"/>
              <a:ea typeface="微软雅黑" panose="020B0503020204020204" charset="-122"/>
            </a:endParaRPr>
          </a:p>
        </p:txBody>
      </p:sp>
      <p:sp>
        <p:nvSpPr>
          <p:cNvPr id="12" name="椭圆 11"/>
          <p:cNvSpPr/>
          <p:nvPr>
            <p:custDataLst>
              <p:tags r:id="rId4"/>
            </p:custDataLst>
          </p:nvPr>
        </p:nvSpPr>
        <p:spPr>
          <a:xfrm>
            <a:off x="149225" y="1181735"/>
            <a:ext cx="472440" cy="472440"/>
          </a:xfrm>
          <a:prstGeom prst="ellipse">
            <a:avLst/>
          </a:prstGeom>
          <a:solidFill>
            <a:srgbClr val="C3C3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charset="-122"/>
              <a:ea typeface="微软雅黑" panose="020B0503020204020204" charset="-122"/>
            </a:endParaRPr>
          </a:p>
        </p:txBody>
      </p:sp>
      <p:sp>
        <p:nvSpPr>
          <p:cNvPr id="13" name="椭圆 12"/>
          <p:cNvSpPr/>
          <p:nvPr>
            <p:custDataLst>
              <p:tags r:id="rId5"/>
            </p:custDataLst>
          </p:nvPr>
        </p:nvSpPr>
        <p:spPr>
          <a:xfrm>
            <a:off x="436880" y="1567562"/>
            <a:ext cx="303530" cy="303530"/>
          </a:xfrm>
          <a:prstGeom prst="ellipse">
            <a:avLst/>
          </a:prstGeom>
          <a:solidFill>
            <a:srgbClr val="E1E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rgbClr val="FFFFFF"/>
              </a:solidFill>
              <a:latin typeface="微软雅黑" panose="020B0503020204020204" charset="-122"/>
              <a:ea typeface="微软雅黑" panose="020B0503020204020204" charset="-122"/>
            </a:endParaRPr>
          </a:p>
        </p:txBody>
      </p:sp>
      <p:sp>
        <p:nvSpPr>
          <p:cNvPr id="2" name="文本框 17"/>
          <p:cNvSpPr txBox="1"/>
          <p:nvPr>
            <p:custDataLst>
              <p:tags r:id="rId6"/>
            </p:custDataLst>
          </p:nvPr>
        </p:nvSpPr>
        <p:spPr>
          <a:xfrm>
            <a:off x="646430" y="3087370"/>
            <a:ext cx="7920000" cy="1610995"/>
          </a:xfrm>
          <a:prstGeom prst="rect">
            <a:avLst/>
          </a:prstGeom>
        </p:spPr>
        <p:txBody>
          <a:bodyPr vert="horz" wrap="square" lIns="67500" tIns="35100" rIns="67500" bIns="35100" rtlCol="0">
            <a:spAutoFit/>
          </a:bodyPr>
          <a:lstStyle>
            <a:defPPr>
              <a:defRPr lang="zh-CN"/>
            </a:defPPr>
            <a:lvl1pPr indent="0" algn="ctr" defTabSz="913765">
              <a:spcBef>
                <a:spcPct val="20000"/>
              </a:spcBef>
              <a:buFont typeface="Arial" panose="020B0604020202020204" pitchFamily="34" charset="0"/>
              <a:buNone/>
              <a:defRPr>
                <a:solidFill>
                  <a:srgbClr val="FFFFFF">
                    <a:lumMod val="65000"/>
                  </a:srgbClr>
                </a:solidFill>
                <a:latin typeface="Arial" panose="020B0604020202020204" pitchFamily="34" charset="0"/>
              </a:defRPr>
            </a:lvl1pPr>
            <a:lvl2pPr marL="742950" indent="-285750">
              <a:spcBef>
                <a:spcPct val="20000"/>
              </a:spcBef>
              <a:buFont typeface="Arial" panose="020B0604020202020204" pitchFamily="34" charset="0"/>
              <a:buChar char="–"/>
              <a:defRPr sz="1200">
                <a:solidFill>
                  <a:srgbClr val="FFFFFF">
                    <a:lumMod val="65000"/>
                  </a:srgbClr>
                </a:solidFill>
              </a:defRPr>
            </a:lvl2pPr>
            <a:lvl3pPr marL="1143000" indent="-228600">
              <a:spcBef>
                <a:spcPct val="20000"/>
              </a:spcBef>
              <a:buFont typeface="Arial" panose="020B0604020202020204" pitchFamily="34" charset="0"/>
              <a:buChar char="•"/>
              <a:defRPr sz="1100">
                <a:solidFill>
                  <a:srgbClr val="FFFFFF">
                    <a:lumMod val="65000"/>
                  </a:srgbClr>
                </a:solidFill>
              </a:defRPr>
            </a:lvl3pPr>
            <a:lvl4pPr marL="1600200" indent="-228600">
              <a:spcBef>
                <a:spcPct val="20000"/>
              </a:spcBef>
              <a:buFont typeface="Arial" panose="020B0604020202020204" pitchFamily="34" charset="0"/>
              <a:buChar char="–"/>
              <a:defRPr sz="1050">
                <a:solidFill>
                  <a:srgbClr val="FFFFFF">
                    <a:lumMod val="65000"/>
                  </a:srgbClr>
                </a:solidFill>
              </a:defRPr>
            </a:lvl4pPr>
            <a:lvl5pPr marL="2057400" indent="-228600">
              <a:spcBef>
                <a:spcPct val="20000"/>
              </a:spcBef>
              <a:buFont typeface="Arial" panose="020B0604020202020204" pitchFamily="34" charset="0"/>
              <a:buChar char="»"/>
              <a:defRPr sz="1050">
                <a:solidFill>
                  <a:srgbClr val="FFFFFF">
                    <a:lumMod val="65000"/>
                  </a:srgbClr>
                </a:solidFill>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0" algn="just" defTabSz="685165" fontAlgn="auto">
              <a:lnSpc>
                <a:spcPct val="130000"/>
              </a:lnSpc>
              <a:spcBef>
                <a:spcPts val="800"/>
              </a:spcBef>
              <a:spcAft>
                <a:spcPts val="0"/>
              </a:spcAft>
              <a:buSzPct val="100000"/>
              <a:buFont typeface="Wingdings" panose="05000000000000000000" charset="0"/>
            </a:pPr>
            <a:r>
              <a:rPr sz="1200" spc="150" dirty="0">
                <a:solidFill>
                  <a:srgbClr val="000000"/>
                </a:solidFill>
                <a:latin typeface="Arial" panose="020B0604020202020204" pitchFamily="34" charset="0"/>
                <a:ea typeface="微软雅黑" panose="020B0503020204020204" charset="-122"/>
                <a:sym typeface="+mn-ea"/>
              </a:rPr>
              <a:t>在此视图模式下，显示演示文稿中所有幻灯片的缩图、完整文本和图片。原则上所有的幻灯片都可以出现在屏幕上，这时可以重新调整幻灯片的排列顺序，检查演示文稿是否流畅，也可以加入新的幻灯片、删除幻灯片，在幻灯片之间进行复制，还可以设定幻灯片之间转换的效果，同一张幻灯片内的展示变化，以及设置电子幻灯片放映时间等。在众多的幻灯片中，外框有粗线的是当前幻灯片。</a:t>
            </a:r>
            <a:endParaRPr sz="1200" spc="150" dirty="0">
              <a:solidFill>
                <a:srgbClr val="000000"/>
              </a:solidFill>
              <a:latin typeface="Arial" panose="020B0604020202020204" pitchFamily="34" charset="0"/>
              <a:ea typeface="微软雅黑" panose="020B0503020204020204" charset="-122"/>
              <a:sym typeface="+mn-ea"/>
            </a:endParaRPr>
          </a:p>
          <a:p>
            <a:pPr lvl="0" algn="just" defTabSz="685165" fontAlgn="auto">
              <a:lnSpc>
                <a:spcPct val="130000"/>
              </a:lnSpc>
              <a:spcBef>
                <a:spcPts val="800"/>
              </a:spcBef>
              <a:spcAft>
                <a:spcPts val="0"/>
              </a:spcAft>
              <a:buSzPct val="100000"/>
              <a:buFont typeface="Wingdings" panose="05000000000000000000" charset="0"/>
            </a:pPr>
            <a:r>
              <a:rPr sz="1200" spc="150" dirty="0">
                <a:solidFill>
                  <a:srgbClr val="000000"/>
                </a:solidFill>
                <a:latin typeface="Arial" panose="020B0604020202020204" pitchFamily="34" charset="0"/>
                <a:ea typeface="微软雅黑" panose="020B0503020204020204" charset="-122"/>
                <a:sym typeface="+mn-ea"/>
              </a:rPr>
              <a:t>相对于普通视图而言，在幻灯片浏览视图中不能直接对某个幻灯片进行编辑修改。要对某个幻灯片进行编辑，必须双击此幻灯片以切换到幻灯片编辑窗口后进行修改。</a:t>
            </a:r>
            <a:endParaRPr sz="1200" spc="150" dirty="0">
              <a:solidFill>
                <a:srgbClr val="000000"/>
              </a:solidFill>
              <a:latin typeface="Arial" panose="020B0604020202020204" pitchFamily="34" charset="0"/>
              <a:ea typeface="微软雅黑" panose="020B0503020204020204" charset="-122"/>
              <a:sym typeface="+mn-ea"/>
            </a:endParaRPr>
          </a:p>
        </p:txBody>
      </p:sp>
      <p:sp>
        <p:nvSpPr>
          <p:cNvPr id="8" name="文本框 17"/>
          <p:cNvSpPr txBox="1"/>
          <p:nvPr>
            <p:custDataLst>
              <p:tags r:id="rId7"/>
            </p:custDataLst>
          </p:nvPr>
        </p:nvSpPr>
        <p:spPr>
          <a:xfrm>
            <a:off x="740410" y="1181735"/>
            <a:ext cx="3615055" cy="1851025"/>
          </a:xfrm>
          <a:prstGeom prst="rect">
            <a:avLst/>
          </a:prstGeom>
        </p:spPr>
        <p:txBody>
          <a:bodyPr vert="horz" wrap="square" lIns="67500" tIns="35100" rIns="67500" bIns="35100" rtlCol="0">
            <a:spAutoFit/>
          </a:bodyPr>
          <a:lstStyle>
            <a:defPPr>
              <a:defRPr lang="zh-CN"/>
            </a:defPPr>
            <a:lvl1pPr indent="0" algn="ctr" defTabSz="913765">
              <a:spcBef>
                <a:spcPct val="20000"/>
              </a:spcBef>
              <a:buFont typeface="Arial" panose="020B0604020202020204" pitchFamily="34" charset="0"/>
              <a:buNone/>
              <a:defRPr>
                <a:solidFill>
                  <a:srgbClr val="FFFFFF">
                    <a:lumMod val="65000"/>
                  </a:srgbClr>
                </a:solidFill>
                <a:latin typeface="Arial" panose="020B0604020202020204" pitchFamily="34" charset="0"/>
              </a:defRPr>
            </a:lvl1pPr>
            <a:lvl2pPr marL="742950" indent="-285750">
              <a:spcBef>
                <a:spcPct val="20000"/>
              </a:spcBef>
              <a:buFont typeface="Arial" panose="020B0604020202020204" pitchFamily="34" charset="0"/>
              <a:buChar char="–"/>
              <a:defRPr sz="1200">
                <a:solidFill>
                  <a:srgbClr val="FFFFFF">
                    <a:lumMod val="65000"/>
                  </a:srgbClr>
                </a:solidFill>
              </a:defRPr>
            </a:lvl2pPr>
            <a:lvl3pPr marL="1143000" indent="-228600">
              <a:spcBef>
                <a:spcPct val="20000"/>
              </a:spcBef>
              <a:buFont typeface="Arial" panose="020B0604020202020204" pitchFamily="34" charset="0"/>
              <a:buChar char="•"/>
              <a:defRPr sz="1100">
                <a:solidFill>
                  <a:srgbClr val="FFFFFF">
                    <a:lumMod val="65000"/>
                  </a:srgbClr>
                </a:solidFill>
              </a:defRPr>
            </a:lvl3pPr>
            <a:lvl4pPr marL="1600200" indent="-228600">
              <a:spcBef>
                <a:spcPct val="20000"/>
              </a:spcBef>
              <a:buFont typeface="Arial" panose="020B0604020202020204" pitchFamily="34" charset="0"/>
              <a:buChar char="–"/>
              <a:defRPr sz="1050">
                <a:solidFill>
                  <a:srgbClr val="FFFFFF">
                    <a:lumMod val="65000"/>
                  </a:srgbClr>
                </a:solidFill>
              </a:defRPr>
            </a:lvl4pPr>
            <a:lvl5pPr marL="2057400" indent="-228600">
              <a:spcBef>
                <a:spcPct val="20000"/>
              </a:spcBef>
              <a:buFont typeface="Arial" panose="020B0604020202020204" pitchFamily="34" charset="0"/>
              <a:buChar char="»"/>
              <a:defRPr sz="1050">
                <a:solidFill>
                  <a:srgbClr val="FFFFFF">
                    <a:lumMod val="65000"/>
                  </a:srgbClr>
                </a:solidFill>
              </a:defRPr>
            </a:lvl5pPr>
            <a:lvl6pPr marL="2514600" indent="-228600">
              <a:spcBef>
                <a:spcPct val="20000"/>
              </a:spcBef>
              <a:buFont typeface="Arial" panose="020B0604020202020204" pitchFamily="34" charset="0"/>
              <a:buChar char="•"/>
              <a:defRPr sz="2000"/>
            </a:lvl6pPr>
            <a:lvl7pPr marL="2971800" indent="-228600">
              <a:spcBef>
                <a:spcPct val="20000"/>
              </a:spcBef>
              <a:buFont typeface="Arial" panose="020B0604020202020204" pitchFamily="34" charset="0"/>
              <a:buChar char="•"/>
              <a:defRPr sz="2000"/>
            </a:lvl7pPr>
            <a:lvl8pPr marL="3429000" indent="-228600">
              <a:spcBef>
                <a:spcPct val="20000"/>
              </a:spcBef>
              <a:buFont typeface="Arial" panose="020B0604020202020204" pitchFamily="34" charset="0"/>
              <a:buChar char="•"/>
              <a:defRPr sz="2000"/>
            </a:lvl8pPr>
            <a:lvl9pPr marL="3886200" indent="-228600">
              <a:spcBef>
                <a:spcPct val="20000"/>
              </a:spcBef>
              <a:buFont typeface="Arial" panose="020B0604020202020204" pitchFamily="34" charset="0"/>
              <a:buChar char="•"/>
              <a:defRPr sz="2000"/>
            </a:lvl9pPr>
          </a:lstStyle>
          <a:p>
            <a:pPr lvl="0" algn="just" defTabSz="685165" fontAlgn="auto">
              <a:lnSpc>
                <a:spcPct val="130000"/>
              </a:lnSpc>
              <a:spcBef>
                <a:spcPts val="800"/>
              </a:spcBef>
              <a:spcAft>
                <a:spcPts val="0"/>
              </a:spcAft>
              <a:buSzPct val="100000"/>
              <a:buFont typeface="Wingdings" panose="05000000000000000000" charset="0"/>
            </a:pPr>
            <a:r>
              <a:rPr sz="1200" spc="150" dirty="0">
                <a:solidFill>
                  <a:srgbClr val="000000"/>
                </a:solidFill>
                <a:latin typeface="Arial" panose="020B0604020202020204" pitchFamily="34" charset="0"/>
                <a:ea typeface="微软雅黑" panose="020B0503020204020204" charset="-122"/>
                <a:sym typeface="+mn-ea"/>
              </a:rPr>
              <a:t>通过幻灯片浏览视图，用户可以按缩略图的形式查看幻灯片。在该视图中，可以用鼠标拖动幻灯片，调整演示文稿中各幻灯片的排列顺序。</a:t>
            </a:r>
            <a:endParaRPr sz="1200" spc="150" dirty="0">
              <a:solidFill>
                <a:srgbClr val="000000"/>
              </a:solidFill>
              <a:latin typeface="Arial" panose="020B0604020202020204" pitchFamily="34" charset="0"/>
              <a:ea typeface="微软雅黑" panose="020B0503020204020204" charset="-122"/>
              <a:sym typeface="+mn-ea"/>
            </a:endParaRPr>
          </a:p>
          <a:p>
            <a:pPr lvl="0" algn="just" defTabSz="685165" fontAlgn="auto">
              <a:lnSpc>
                <a:spcPct val="130000"/>
              </a:lnSpc>
              <a:spcBef>
                <a:spcPts val="800"/>
              </a:spcBef>
              <a:spcAft>
                <a:spcPts val="0"/>
              </a:spcAft>
              <a:buSzPct val="100000"/>
              <a:buFont typeface="Wingdings" panose="05000000000000000000" charset="0"/>
            </a:pPr>
            <a:r>
              <a:rPr sz="1200" spc="150" dirty="0">
                <a:solidFill>
                  <a:srgbClr val="000000"/>
                </a:solidFill>
                <a:latin typeface="Arial" panose="020B0604020202020204" pitchFamily="34" charset="0"/>
                <a:ea typeface="微软雅黑" panose="020B0503020204020204" charset="-122"/>
                <a:sym typeface="+mn-ea"/>
              </a:rPr>
              <a:t>切换到幻灯片浏览视图的常用方法是单击状态栏中的“幻灯片浏览”按钮 ，或者在“视图”选项卡的“演示文稿视图”组中单击“幻灯片浏览”按钮 。幻灯片浏览视图的界面如图 6-38 所示。</a:t>
            </a:r>
            <a:endParaRPr sz="1200" spc="150" dirty="0">
              <a:solidFill>
                <a:srgbClr val="000000"/>
              </a:solidFill>
              <a:latin typeface="Arial" panose="020B0604020202020204" pitchFamily="34" charset="0"/>
              <a:ea typeface="微软雅黑" panose="020B0503020204020204" charset="-122"/>
              <a:sym typeface="+mn-ea"/>
            </a:endParaRPr>
          </a:p>
        </p:txBody>
      </p:sp>
      <p:sp>
        <p:nvSpPr>
          <p:cNvPr id="7" name="文本框 6"/>
          <p:cNvSpPr txBox="1"/>
          <p:nvPr>
            <p:custDataLst>
              <p:tags r:id="rId8"/>
            </p:custDataLst>
          </p:nvPr>
        </p:nvSpPr>
        <p:spPr>
          <a:xfrm>
            <a:off x="436642" y="453743"/>
            <a:ext cx="8058215" cy="426244"/>
          </a:xfrm>
          <a:prstGeom prst="rect">
            <a:avLst/>
          </a:prstGeom>
          <a:noFill/>
        </p:spPr>
        <p:txBody>
          <a:bodyPr wrap="square" lIns="76200" tIns="28575" rIns="57150" bIns="28575" rtlCol="0" anchor="t" anchorCtr="0">
            <a:noAutofit/>
          </a:bodyPr>
          <a:lstStyle>
            <a:defPPr>
              <a:defRPr lang="zh-CN"/>
            </a:defPPr>
            <a:lvl1pPr>
              <a:defRPr sz="2400" spc="200">
                <a:latin typeface="微软雅黑" panose="020B0503020204020204" charset="-122"/>
                <a:ea typeface="微软雅黑" panose="020B0503020204020204" charset="-122"/>
              </a:defRPr>
            </a:lvl1pPr>
          </a:lstStyle>
          <a:p>
            <a:pPr marL="0" indent="0" algn="l">
              <a:lnSpc>
                <a:spcPct val="100000"/>
              </a:lnSpc>
              <a:spcBef>
                <a:spcPts val="0"/>
              </a:spcBef>
              <a:spcAft>
                <a:spcPts val="0"/>
              </a:spcAft>
              <a:buSzPct val="100000"/>
            </a:pPr>
            <a:r>
              <a:rPr lang="zh-CN" altLang="en-US" sz="2400" b="1" spc="300" dirty="0">
                <a:solidFill>
                  <a:sysClr val="windowText" lastClr="000000">
                    <a:lumMod val="85000"/>
                    <a:lumOff val="15000"/>
                  </a:sysClr>
                </a:solidFill>
                <a:latin typeface="Arial" panose="020B0604020202020204" pitchFamily="34" charset="0"/>
                <a:sym typeface="+mn-ea"/>
              </a:rPr>
              <a:t>幻灯片浏览视图</a:t>
            </a:r>
            <a:endParaRPr lang="zh-CN" altLang="en-US" sz="2400" b="1" spc="300" dirty="0">
              <a:solidFill>
                <a:sysClr val="windowText" lastClr="000000">
                  <a:lumMod val="85000"/>
                  <a:lumOff val="15000"/>
                </a:sysClr>
              </a:solidFill>
              <a:latin typeface="Arial" panose="020B0604020202020204" pitchFamily="34" charset="0"/>
              <a:sym typeface="+mn-ea"/>
            </a:endParaRPr>
          </a:p>
        </p:txBody>
      </p:sp>
      <p:pic>
        <p:nvPicPr>
          <p:cNvPr id="4" name="图片 3"/>
          <p:cNvPicPr>
            <a:picLocks noChangeAspect="1"/>
          </p:cNvPicPr>
          <p:nvPr/>
        </p:nvPicPr>
        <p:blipFill>
          <a:blip r:embed="rId9">
            <a:clrChange>
              <a:clrFrom>
                <a:srgbClr val="FFFFFF">
                  <a:alpha val="100000"/>
                </a:srgbClr>
              </a:clrFrom>
              <a:clrTo>
                <a:srgbClr val="FFFFFF">
                  <a:alpha val="100000"/>
                  <a:alpha val="0"/>
                </a:srgbClr>
              </a:clrTo>
            </a:clrChange>
          </a:blip>
          <a:stretch>
            <a:fillRect/>
          </a:stretch>
        </p:blipFill>
        <p:spPr>
          <a:xfrm>
            <a:off x="4521200" y="1254125"/>
            <a:ext cx="3806825" cy="1922145"/>
          </a:xfrm>
          <a:prstGeom prst="rect">
            <a:avLst/>
          </a:prstGeom>
        </p:spPr>
      </p:pic>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平行四边形 30"/>
          <p:cNvSpPr/>
          <p:nvPr>
            <p:custDataLst>
              <p:tags r:id="rId1"/>
            </p:custDataLst>
          </p:nvPr>
        </p:nvSpPr>
        <p:spPr>
          <a:xfrm flipV="1">
            <a:off x="2704644" y="-1"/>
            <a:ext cx="3472622" cy="5143501"/>
          </a:xfrm>
          <a:prstGeom prst="parallelogram">
            <a:avLst>
              <a:gd name="adj" fmla="val 9236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200" b="1">
              <a:solidFill>
                <a:schemeClr val="bg1"/>
              </a:solidFill>
              <a:latin typeface="+mn-ea"/>
            </a:endParaRPr>
          </a:p>
        </p:txBody>
      </p:sp>
      <p:sp>
        <p:nvSpPr>
          <p:cNvPr id="34" name="任意多边形: 形状 33"/>
          <p:cNvSpPr/>
          <p:nvPr>
            <p:custDataLst>
              <p:tags r:id="rId2"/>
            </p:custDataLst>
          </p:nvPr>
        </p:nvSpPr>
        <p:spPr>
          <a:xfrm flipV="1">
            <a:off x="0" y="5"/>
            <a:ext cx="5790289" cy="5143496"/>
          </a:xfrm>
          <a:custGeom>
            <a:avLst/>
            <a:gdLst>
              <a:gd name="connsiteX0" fmla="*/ 0 w 7720385"/>
              <a:gd name="connsiteY0" fmla="*/ 6857994 h 6857994"/>
              <a:gd name="connsiteX1" fmla="*/ 3484339 w 7720385"/>
              <a:gd name="connsiteY1" fmla="*/ 6857994 h 6857994"/>
              <a:gd name="connsiteX2" fmla="*/ 7720385 w 7720385"/>
              <a:gd name="connsiteY2" fmla="*/ 0 h 6857994"/>
              <a:gd name="connsiteX3" fmla="*/ 1139156 w 7720385"/>
              <a:gd name="connsiteY3" fmla="*/ 0 h 6857994"/>
              <a:gd name="connsiteX4" fmla="*/ 0 w 7720385"/>
              <a:gd name="connsiteY4" fmla="*/ 1844250 h 6857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20385" h="6857994">
                <a:moveTo>
                  <a:pt x="0" y="6857994"/>
                </a:moveTo>
                <a:lnTo>
                  <a:pt x="3484339" y="6857994"/>
                </a:lnTo>
                <a:lnTo>
                  <a:pt x="7720385" y="0"/>
                </a:lnTo>
                <a:lnTo>
                  <a:pt x="1139156" y="0"/>
                </a:lnTo>
                <a:lnTo>
                  <a:pt x="0" y="184425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1200" b="1">
              <a:solidFill>
                <a:schemeClr val="bg1"/>
              </a:solidFill>
              <a:latin typeface="+mn-ea"/>
            </a:endParaRPr>
          </a:p>
        </p:txBody>
      </p:sp>
      <p:sp>
        <p:nvSpPr>
          <p:cNvPr id="4" name="文本框 3"/>
          <p:cNvSpPr txBox="1"/>
          <p:nvPr>
            <p:custDataLst>
              <p:tags r:id="rId3"/>
            </p:custDataLst>
          </p:nvPr>
        </p:nvSpPr>
        <p:spPr>
          <a:xfrm>
            <a:off x="358590" y="1399458"/>
            <a:ext cx="4138613" cy="301524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361950" lvl="0" indent="-361950" algn="l" fontAlgn="ctr">
              <a:lnSpc>
                <a:spcPct val="130000"/>
              </a:lnSpc>
              <a:spcBef>
                <a:spcPts val="1000"/>
              </a:spcBef>
              <a:spcAft>
                <a:spcPts val="0"/>
              </a:spcAft>
              <a:buClr>
                <a:schemeClr val="tx2">
                  <a:lumMod val="60000"/>
                  <a:lumOff val="40000"/>
                </a:schemeClr>
              </a:buClr>
              <a:buSzPct val="130000"/>
              <a:buFont typeface="WPS-Bullets" pitchFamily="2" charset="0"/>
              <a:buChar char=""/>
            </a:pPr>
            <a:r>
              <a:rPr sz="1200" b="1" dirty="0">
                <a:solidFill>
                  <a:schemeClr val="tx1">
                    <a:lumMod val="75000"/>
                    <a:lumOff val="25000"/>
                  </a:schemeClr>
                </a:solidFill>
                <a:latin typeface="Arial" panose="020B0604020202020204" pitchFamily="34" charset="0"/>
                <a:ea typeface="微软雅黑" panose="020B0503020204020204" charset="-122"/>
                <a:sym typeface="+mn-ea"/>
              </a:rPr>
              <a:t>在“视图”选项卡的“演示文稿视图”组中，单击“备注页”图标 进入备注页视图状态，如图 6-39 所示。处于该视图时，页面被分为两个部分，即“幻灯片显示区”和“备注编辑区”。</a:t>
            </a:r>
            <a:endParaRPr sz="1200" b="1" dirty="0">
              <a:solidFill>
                <a:schemeClr val="tx1">
                  <a:lumMod val="75000"/>
                  <a:lumOff val="25000"/>
                </a:schemeClr>
              </a:solidFill>
              <a:latin typeface="Arial" panose="020B0604020202020204" pitchFamily="34" charset="0"/>
              <a:ea typeface="微软雅黑" panose="020B0503020204020204" charset="-122"/>
              <a:sym typeface="+mn-ea"/>
            </a:endParaRPr>
          </a:p>
          <a:p>
            <a:pPr marL="361950" lvl="0" indent="-361950" algn="l" fontAlgn="ctr">
              <a:lnSpc>
                <a:spcPct val="130000"/>
              </a:lnSpc>
              <a:spcBef>
                <a:spcPts val="1000"/>
              </a:spcBef>
              <a:spcAft>
                <a:spcPts val="0"/>
              </a:spcAft>
              <a:buClr>
                <a:schemeClr val="tx2">
                  <a:lumMod val="60000"/>
                  <a:lumOff val="40000"/>
                </a:schemeClr>
              </a:buClr>
              <a:buSzPct val="130000"/>
              <a:buFont typeface="WPS-Bullets" pitchFamily="2" charset="0"/>
              <a:buChar char=""/>
            </a:pPr>
            <a:r>
              <a:rPr sz="1200" b="1" dirty="0">
                <a:solidFill>
                  <a:schemeClr val="tx1">
                    <a:lumMod val="75000"/>
                    <a:lumOff val="25000"/>
                  </a:schemeClr>
                </a:solidFill>
                <a:latin typeface="Arial" panose="020B0604020202020204" pitchFamily="34" charset="0"/>
                <a:ea typeface="微软雅黑" panose="020B0503020204020204" charset="-122"/>
                <a:sym typeface="+mn-ea"/>
              </a:rPr>
              <a:t>备注编辑区实际上是一个用于存放、编辑备注信息的文本框，用户可在其中输入备注文本。</a:t>
            </a:r>
            <a:endParaRPr sz="1200" b="1" dirty="0">
              <a:solidFill>
                <a:schemeClr val="tx1">
                  <a:lumMod val="75000"/>
                  <a:lumOff val="25000"/>
                </a:schemeClr>
              </a:solidFill>
              <a:latin typeface="Arial" panose="020B0604020202020204" pitchFamily="34" charset="0"/>
              <a:ea typeface="微软雅黑" panose="020B0503020204020204" charset="-122"/>
              <a:sym typeface="+mn-ea"/>
            </a:endParaRPr>
          </a:p>
          <a:p>
            <a:pPr marL="361950" lvl="0" indent="-361950" algn="l" fontAlgn="ctr">
              <a:lnSpc>
                <a:spcPct val="130000"/>
              </a:lnSpc>
              <a:spcBef>
                <a:spcPts val="1000"/>
              </a:spcBef>
              <a:spcAft>
                <a:spcPts val="0"/>
              </a:spcAft>
              <a:buClr>
                <a:schemeClr val="tx2">
                  <a:lumMod val="60000"/>
                  <a:lumOff val="40000"/>
                </a:schemeClr>
              </a:buClr>
              <a:buSzPct val="130000"/>
              <a:buFont typeface="WPS-Bullets" pitchFamily="2" charset="0"/>
              <a:buChar char=""/>
            </a:pPr>
            <a:r>
              <a:rPr sz="1200" b="1" dirty="0">
                <a:solidFill>
                  <a:schemeClr val="tx1">
                    <a:lumMod val="75000"/>
                    <a:lumOff val="25000"/>
                  </a:schemeClr>
                </a:solidFill>
                <a:latin typeface="Arial" panose="020B0604020202020204" pitchFamily="34" charset="0"/>
                <a:ea typeface="微软雅黑" panose="020B0503020204020204" charset="-122"/>
                <a:sym typeface="+mn-ea"/>
              </a:rPr>
              <a:t>备注页视图与幻灯片视图中“备注窗格”有相似的功能，都是用于录入备注文本的。</a:t>
            </a:r>
            <a:endParaRPr sz="1200" b="1" dirty="0">
              <a:solidFill>
                <a:schemeClr val="tx1">
                  <a:lumMod val="75000"/>
                  <a:lumOff val="25000"/>
                </a:schemeClr>
              </a:solidFill>
              <a:latin typeface="Arial" panose="020B0604020202020204" pitchFamily="34" charset="0"/>
              <a:ea typeface="微软雅黑" panose="020B0503020204020204" charset="-122"/>
              <a:sym typeface="+mn-ea"/>
            </a:endParaRPr>
          </a:p>
          <a:p>
            <a:pPr marL="361950" lvl="0" indent="-361950" algn="l" fontAlgn="ctr">
              <a:lnSpc>
                <a:spcPct val="130000"/>
              </a:lnSpc>
              <a:spcBef>
                <a:spcPts val="1000"/>
              </a:spcBef>
              <a:spcAft>
                <a:spcPts val="0"/>
              </a:spcAft>
              <a:buClr>
                <a:schemeClr val="tx2">
                  <a:lumMod val="60000"/>
                  <a:lumOff val="40000"/>
                </a:schemeClr>
              </a:buClr>
              <a:buSzPct val="130000"/>
              <a:buFont typeface="WPS-Bullets" pitchFamily="2" charset="0"/>
              <a:buChar char=""/>
            </a:pPr>
            <a:r>
              <a:rPr sz="1200" b="1" dirty="0">
                <a:solidFill>
                  <a:schemeClr val="tx1">
                    <a:lumMod val="75000"/>
                    <a:lumOff val="25000"/>
                  </a:schemeClr>
                </a:solidFill>
                <a:latin typeface="Arial" panose="020B0604020202020204" pitchFamily="34" charset="0"/>
                <a:ea typeface="微软雅黑" panose="020B0503020204020204" charset="-122"/>
                <a:sym typeface="+mn-ea"/>
              </a:rPr>
              <a:t>但是，备注窗格中只能录入文字信息，而不能设置备注文本的格式。若需要对备注文本进行修饰，只能在备注页视图中完成。</a:t>
            </a:r>
            <a:endParaRPr sz="1200" b="1" dirty="0">
              <a:solidFill>
                <a:schemeClr val="tx1">
                  <a:lumMod val="75000"/>
                  <a:lumOff val="25000"/>
                </a:schemeClr>
              </a:solidFill>
              <a:latin typeface="Arial" panose="020B0604020202020204" pitchFamily="34" charset="0"/>
              <a:ea typeface="微软雅黑" panose="020B0503020204020204" charset="-122"/>
              <a:sym typeface="+mn-ea"/>
            </a:endParaRPr>
          </a:p>
        </p:txBody>
      </p:sp>
      <p:sp>
        <p:nvSpPr>
          <p:cNvPr id="2" name="矩形 1"/>
          <p:cNvSpPr/>
          <p:nvPr>
            <p:custDataLst>
              <p:tags r:id="rId4"/>
            </p:custDataLst>
          </p:nvPr>
        </p:nvSpPr>
        <p:spPr>
          <a:xfrm>
            <a:off x="4760889" y="1499524"/>
            <a:ext cx="3849929" cy="2887447"/>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sz="1200" b="1" dirty="0">
              <a:solidFill>
                <a:schemeClr val="bg1"/>
              </a:solidFill>
              <a:latin typeface="+mn-ea"/>
            </a:endParaRPr>
          </a:p>
        </p:txBody>
      </p:sp>
      <p:pic>
        <p:nvPicPr>
          <p:cNvPr id="10" name="图片 9"/>
          <p:cNvPicPr>
            <a:picLocks noChangeAspect="1"/>
          </p:cNvPicPr>
          <p:nvPr>
            <p:custDataLst>
              <p:tags r:id="rId5"/>
            </p:custDataLst>
          </p:nvPr>
        </p:nvPicPr>
        <p:blipFill rotWithShape="1">
          <a:blip r:embed="rId6"/>
          <a:srcRect/>
          <a:stretch>
            <a:fillRect/>
          </a:stretch>
        </p:blipFill>
        <p:spPr>
          <a:xfrm>
            <a:off x="4673600" y="1539240"/>
            <a:ext cx="3849370" cy="2607310"/>
          </a:xfrm>
          <a:prstGeom prst="rect">
            <a:avLst/>
          </a:prstGeom>
        </p:spPr>
      </p:pic>
      <p:sp>
        <p:nvSpPr>
          <p:cNvPr id="35" name="文本框 34"/>
          <p:cNvSpPr txBox="1"/>
          <p:nvPr>
            <p:custDataLst>
              <p:tags r:id="rId7"/>
            </p:custDataLst>
          </p:nvPr>
        </p:nvSpPr>
        <p:spPr>
          <a:xfrm>
            <a:off x="358590" y="656716"/>
            <a:ext cx="5324475" cy="472440"/>
          </a:xfrm>
          <a:prstGeom prst="rect">
            <a:avLst/>
          </a:prstGeom>
          <a:noFill/>
        </p:spPr>
        <p:txBody>
          <a:bodyPr wrap="square" lIns="76200" tIns="28575" rIns="47625" bIns="28575" rtlCol="0">
            <a:noAutofit/>
          </a:bodyPr>
          <a:lstStyle/>
          <a:p>
            <a:pPr marL="0" indent="0" algn="l">
              <a:lnSpc>
                <a:spcPct val="100000"/>
              </a:lnSpc>
              <a:spcBef>
                <a:spcPts val="0"/>
              </a:spcBef>
              <a:spcAft>
                <a:spcPts val="0"/>
              </a:spcAft>
              <a:buSzPct val="100000"/>
              <a:buNone/>
            </a:pPr>
            <a:r>
              <a:rPr lang="zh-CN" altLang="en-US" sz="2700" b="1" spc="300" dirty="0">
                <a:solidFill>
                  <a:schemeClr val="tx1">
                    <a:lumMod val="75000"/>
                    <a:lumOff val="25000"/>
                  </a:schemeClr>
                </a:solidFill>
                <a:latin typeface="Arial" panose="020B0604020202020204" pitchFamily="34" charset="0"/>
                <a:ea typeface="微软雅黑" panose="020B0503020204020204" charset="-122"/>
                <a:sym typeface="+mn-ea"/>
              </a:rPr>
              <a:t>备注页视图</a:t>
            </a:r>
            <a:endParaRPr lang="zh-CN" altLang="en-US" sz="2700" b="1" spc="300" dirty="0">
              <a:solidFill>
                <a:schemeClr val="tx1">
                  <a:lumMod val="75000"/>
                  <a:lumOff val="25000"/>
                </a:schemeClr>
              </a:solidFill>
              <a:latin typeface="Arial" panose="020B0604020202020204" pitchFamily="34" charset="0"/>
              <a:ea typeface="微软雅黑" panose="020B0503020204020204" charset="-122"/>
              <a:sym typeface="+mn-ea"/>
            </a:endParaRPr>
          </a:p>
        </p:txBody>
      </p:sp>
      <p:sp>
        <p:nvSpPr>
          <p:cNvPr id="37" name="任意多边形: 形状 36"/>
          <p:cNvSpPr>
            <a:spLocks noChangeAspect="1"/>
          </p:cNvSpPr>
          <p:nvPr>
            <p:custDataLst>
              <p:tags r:id="rId8"/>
            </p:custDataLst>
          </p:nvPr>
        </p:nvSpPr>
        <p:spPr>
          <a:xfrm>
            <a:off x="7804150" y="725805"/>
            <a:ext cx="198755" cy="403225"/>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2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2"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38" name="任意多边形: 形状 37"/>
          <p:cNvSpPr>
            <a:spLocks noChangeAspect="1"/>
          </p:cNvSpPr>
          <p:nvPr>
            <p:custDataLst>
              <p:tags r:id="rId9"/>
            </p:custDataLst>
          </p:nvPr>
        </p:nvSpPr>
        <p:spPr>
          <a:xfrm>
            <a:off x="8067675" y="725805"/>
            <a:ext cx="198755" cy="403225"/>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1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1"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cs"/>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custDataLst>
              <p:tags r:id="rId1"/>
            </p:custDataLst>
          </p:nvPr>
        </p:nvSpPr>
        <p:spPr>
          <a:xfrm>
            <a:off x="266105" y="426244"/>
            <a:ext cx="8567143" cy="708599"/>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200" b="1">
              <a:solidFill>
                <a:schemeClr val="tx1"/>
              </a:solidFill>
              <a:latin typeface="+mn-ea"/>
            </a:endParaRPr>
          </a:p>
        </p:txBody>
      </p:sp>
      <p:sp>
        <p:nvSpPr>
          <p:cNvPr id="4" name="矩形 3"/>
          <p:cNvSpPr/>
          <p:nvPr>
            <p:custDataLst>
              <p:tags r:id="rId2"/>
            </p:custDataLst>
          </p:nvPr>
        </p:nvSpPr>
        <p:spPr>
          <a:xfrm>
            <a:off x="270059" y="1134843"/>
            <a:ext cx="8559983" cy="3441972"/>
          </a:xfrm>
          <a:prstGeom prst="rect">
            <a:avLst/>
          </a:prstGeom>
          <a:solidFill>
            <a:schemeClr val="bg1"/>
          </a:solidFill>
          <a:ln w="9525">
            <a:solidFill>
              <a:srgbClr val="00B0F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200" b="1">
              <a:solidFill>
                <a:schemeClr val="bg1"/>
              </a:solidFill>
              <a:latin typeface="+mn-ea"/>
            </a:endParaRPr>
          </a:p>
        </p:txBody>
      </p:sp>
      <p:sp>
        <p:nvSpPr>
          <p:cNvPr id="5" name="菱形 4"/>
          <p:cNvSpPr/>
          <p:nvPr>
            <p:custDataLst>
              <p:tags r:id="rId3"/>
            </p:custDataLst>
          </p:nvPr>
        </p:nvSpPr>
        <p:spPr>
          <a:xfrm rot="16200000">
            <a:off x="2532380" y="367411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9" name="菱形 8"/>
          <p:cNvSpPr/>
          <p:nvPr>
            <p:custDataLst>
              <p:tags r:id="rId4"/>
            </p:custDataLst>
          </p:nvPr>
        </p:nvSpPr>
        <p:spPr>
          <a:xfrm rot="16200000">
            <a:off x="2532380" y="346837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4" name="菱形 13"/>
          <p:cNvSpPr/>
          <p:nvPr>
            <p:custDataLst>
              <p:tags r:id="rId5"/>
            </p:custDataLst>
          </p:nvPr>
        </p:nvSpPr>
        <p:spPr>
          <a:xfrm rot="16200000">
            <a:off x="2532380" y="326263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0" name="菱形 9"/>
          <p:cNvSpPr/>
          <p:nvPr>
            <p:custDataLst>
              <p:tags r:id="rId6"/>
            </p:custDataLst>
          </p:nvPr>
        </p:nvSpPr>
        <p:spPr>
          <a:xfrm rot="16200000">
            <a:off x="2532380" y="30568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1" name="菱形 10"/>
          <p:cNvSpPr/>
          <p:nvPr>
            <p:custDataLst>
              <p:tags r:id="rId7"/>
            </p:custDataLst>
          </p:nvPr>
        </p:nvSpPr>
        <p:spPr>
          <a:xfrm rot="16200000">
            <a:off x="2532380" y="28536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7" name="菱形 16"/>
          <p:cNvSpPr/>
          <p:nvPr>
            <p:custDataLst>
              <p:tags r:id="rId8"/>
            </p:custDataLst>
          </p:nvPr>
        </p:nvSpPr>
        <p:spPr>
          <a:xfrm rot="16200000">
            <a:off x="2719705" y="367411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8" name="菱形 17"/>
          <p:cNvSpPr/>
          <p:nvPr>
            <p:custDataLst>
              <p:tags r:id="rId9"/>
            </p:custDataLst>
          </p:nvPr>
        </p:nvSpPr>
        <p:spPr>
          <a:xfrm rot="16200000">
            <a:off x="2719705" y="346837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9" name="菱形 18"/>
          <p:cNvSpPr/>
          <p:nvPr>
            <p:custDataLst>
              <p:tags r:id="rId10"/>
            </p:custDataLst>
          </p:nvPr>
        </p:nvSpPr>
        <p:spPr>
          <a:xfrm rot="16200000">
            <a:off x="2719705" y="326263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0" name="菱形 19"/>
          <p:cNvSpPr/>
          <p:nvPr>
            <p:custDataLst>
              <p:tags r:id="rId11"/>
            </p:custDataLst>
          </p:nvPr>
        </p:nvSpPr>
        <p:spPr>
          <a:xfrm rot="16200000">
            <a:off x="2719705" y="30568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1" name="菱形 20"/>
          <p:cNvSpPr/>
          <p:nvPr>
            <p:custDataLst>
              <p:tags r:id="rId12"/>
            </p:custDataLst>
          </p:nvPr>
        </p:nvSpPr>
        <p:spPr>
          <a:xfrm rot="16200000">
            <a:off x="2719705" y="28536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dirty="0"/>
          </a:p>
        </p:txBody>
      </p:sp>
      <p:sp>
        <p:nvSpPr>
          <p:cNvPr id="22" name="菱形 21"/>
          <p:cNvSpPr/>
          <p:nvPr>
            <p:custDataLst>
              <p:tags r:id="rId13"/>
            </p:custDataLst>
          </p:nvPr>
        </p:nvSpPr>
        <p:spPr>
          <a:xfrm rot="16200000">
            <a:off x="2907030" y="367411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3" name="菱形 22"/>
          <p:cNvSpPr/>
          <p:nvPr>
            <p:custDataLst>
              <p:tags r:id="rId14"/>
            </p:custDataLst>
          </p:nvPr>
        </p:nvSpPr>
        <p:spPr>
          <a:xfrm rot="16200000">
            <a:off x="2907030" y="346837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4" name="菱形 23"/>
          <p:cNvSpPr/>
          <p:nvPr>
            <p:custDataLst>
              <p:tags r:id="rId15"/>
            </p:custDataLst>
          </p:nvPr>
        </p:nvSpPr>
        <p:spPr>
          <a:xfrm rot="16200000">
            <a:off x="2907030" y="326263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5" name="菱形 24"/>
          <p:cNvSpPr/>
          <p:nvPr>
            <p:custDataLst>
              <p:tags r:id="rId16"/>
            </p:custDataLst>
          </p:nvPr>
        </p:nvSpPr>
        <p:spPr>
          <a:xfrm rot="16200000">
            <a:off x="2907030" y="30568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6" name="菱形 25"/>
          <p:cNvSpPr/>
          <p:nvPr>
            <p:custDataLst>
              <p:tags r:id="rId17"/>
            </p:custDataLst>
          </p:nvPr>
        </p:nvSpPr>
        <p:spPr>
          <a:xfrm rot="16200000">
            <a:off x="2907030" y="28536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7" name="菱形 26"/>
          <p:cNvSpPr/>
          <p:nvPr>
            <p:custDataLst>
              <p:tags r:id="rId18"/>
            </p:custDataLst>
          </p:nvPr>
        </p:nvSpPr>
        <p:spPr>
          <a:xfrm rot="16200000">
            <a:off x="3093720" y="367411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8" name="菱形 27"/>
          <p:cNvSpPr/>
          <p:nvPr>
            <p:custDataLst>
              <p:tags r:id="rId19"/>
            </p:custDataLst>
          </p:nvPr>
        </p:nvSpPr>
        <p:spPr>
          <a:xfrm rot="16200000">
            <a:off x="3093720" y="346837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29" name="菱形 28"/>
          <p:cNvSpPr/>
          <p:nvPr>
            <p:custDataLst>
              <p:tags r:id="rId20"/>
            </p:custDataLst>
          </p:nvPr>
        </p:nvSpPr>
        <p:spPr>
          <a:xfrm rot="16200000">
            <a:off x="3093720" y="326263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0" name="菱形 29"/>
          <p:cNvSpPr/>
          <p:nvPr>
            <p:custDataLst>
              <p:tags r:id="rId21"/>
            </p:custDataLst>
          </p:nvPr>
        </p:nvSpPr>
        <p:spPr>
          <a:xfrm rot="16200000">
            <a:off x="3093720" y="30568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1" name="菱形 30"/>
          <p:cNvSpPr/>
          <p:nvPr>
            <p:custDataLst>
              <p:tags r:id="rId22"/>
            </p:custDataLst>
          </p:nvPr>
        </p:nvSpPr>
        <p:spPr>
          <a:xfrm rot="16200000">
            <a:off x="3093720" y="28536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2" name="菱形 31"/>
          <p:cNvSpPr/>
          <p:nvPr>
            <p:custDataLst>
              <p:tags r:id="rId23"/>
            </p:custDataLst>
          </p:nvPr>
        </p:nvSpPr>
        <p:spPr>
          <a:xfrm rot="16200000">
            <a:off x="3281045" y="367411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3" name="菱形 32"/>
          <p:cNvSpPr/>
          <p:nvPr>
            <p:custDataLst>
              <p:tags r:id="rId24"/>
            </p:custDataLst>
          </p:nvPr>
        </p:nvSpPr>
        <p:spPr>
          <a:xfrm rot="16200000">
            <a:off x="3281045" y="346837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4" name="菱形 33"/>
          <p:cNvSpPr/>
          <p:nvPr>
            <p:custDataLst>
              <p:tags r:id="rId25"/>
            </p:custDataLst>
          </p:nvPr>
        </p:nvSpPr>
        <p:spPr>
          <a:xfrm rot="16200000">
            <a:off x="3281045" y="326263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5" name="菱形 34"/>
          <p:cNvSpPr/>
          <p:nvPr>
            <p:custDataLst>
              <p:tags r:id="rId26"/>
            </p:custDataLst>
          </p:nvPr>
        </p:nvSpPr>
        <p:spPr>
          <a:xfrm rot="16200000">
            <a:off x="3281045" y="30568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6" name="菱形 35"/>
          <p:cNvSpPr/>
          <p:nvPr>
            <p:custDataLst>
              <p:tags r:id="rId27"/>
            </p:custDataLst>
          </p:nvPr>
        </p:nvSpPr>
        <p:spPr>
          <a:xfrm rot="16200000">
            <a:off x="3281045" y="28536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dirty="0"/>
          </a:p>
        </p:txBody>
      </p:sp>
      <p:sp>
        <p:nvSpPr>
          <p:cNvPr id="37" name="菱形 36"/>
          <p:cNvSpPr/>
          <p:nvPr>
            <p:custDataLst>
              <p:tags r:id="rId28"/>
            </p:custDataLst>
          </p:nvPr>
        </p:nvSpPr>
        <p:spPr>
          <a:xfrm rot="16200000">
            <a:off x="3468370" y="367411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8" name="菱形 37"/>
          <p:cNvSpPr/>
          <p:nvPr>
            <p:custDataLst>
              <p:tags r:id="rId29"/>
            </p:custDataLst>
          </p:nvPr>
        </p:nvSpPr>
        <p:spPr>
          <a:xfrm rot="16200000">
            <a:off x="3468370" y="346837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39" name="菱形 38"/>
          <p:cNvSpPr/>
          <p:nvPr>
            <p:custDataLst>
              <p:tags r:id="rId30"/>
            </p:custDataLst>
          </p:nvPr>
        </p:nvSpPr>
        <p:spPr>
          <a:xfrm rot="16200000">
            <a:off x="3468370" y="326263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0" name="菱形 39"/>
          <p:cNvSpPr/>
          <p:nvPr>
            <p:custDataLst>
              <p:tags r:id="rId31"/>
            </p:custDataLst>
          </p:nvPr>
        </p:nvSpPr>
        <p:spPr>
          <a:xfrm rot="16200000">
            <a:off x="3468370" y="30568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1" name="菱形 40"/>
          <p:cNvSpPr/>
          <p:nvPr>
            <p:custDataLst>
              <p:tags r:id="rId32"/>
            </p:custDataLst>
          </p:nvPr>
        </p:nvSpPr>
        <p:spPr>
          <a:xfrm rot="16200000">
            <a:off x="3468370" y="28536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2" name="菱形 41"/>
          <p:cNvSpPr/>
          <p:nvPr>
            <p:custDataLst>
              <p:tags r:id="rId33"/>
            </p:custDataLst>
          </p:nvPr>
        </p:nvSpPr>
        <p:spPr>
          <a:xfrm rot="16200000">
            <a:off x="3653155" y="367411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3" name="菱形 42"/>
          <p:cNvSpPr/>
          <p:nvPr>
            <p:custDataLst>
              <p:tags r:id="rId34"/>
            </p:custDataLst>
          </p:nvPr>
        </p:nvSpPr>
        <p:spPr>
          <a:xfrm rot="16200000">
            <a:off x="3653155" y="346837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4" name="菱形 43"/>
          <p:cNvSpPr/>
          <p:nvPr>
            <p:custDataLst>
              <p:tags r:id="rId35"/>
            </p:custDataLst>
          </p:nvPr>
        </p:nvSpPr>
        <p:spPr>
          <a:xfrm rot="16200000">
            <a:off x="3653155" y="326263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5" name="菱形 44"/>
          <p:cNvSpPr/>
          <p:nvPr>
            <p:custDataLst>
              <p:tags r:id="rId36"/>
            </p:custDataLst>
          </p:nvPr>
        </p:nvSpPr>
        <p:spPr>
          <a:xfrm rot="16200000">
            <a:off x="3653155" y="30568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6" name="菱形 45"/>
          <p:cNvSpPr/>
          <p:nvPr>
            <p:custDataLst>
              <p:tags r:id="rId37"/>
            </p:custDataLst>
          </p:nvPr>
        </p:nvSpPr>
        <p:spPr>
          <a:xfrm rot="16200000">
            <a:off x="3653155" y="28536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7" name="菱形 46"/>
          <p:cNvSpPr/>
          <p:nvPr>
            <p:custDataLst>
              <p:tags r:id="rId38"/>
            </p:custDataLst>
          </p:nvPr>
        </p:nvSpPr>
        <p:spPr>
          <a:xfrm rot="16200000">
            <a:off x="3840480" y="367411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8" name="菱形 47"/>
          <p:cNvSpPr/>
          <p:nvPr>
            <p:custDataLst>
              <p:tags r:id="rId39"/>
            </p:custDataLst>
          </p:nvPr>
        </p:nvSpPr>
        <p:spPr>
          <a:xfrm rot="16200000">
            <a:off x="3840480" y="346837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49" name="菱形 48"/>
          <p:cNvSpPr/>
          <p:nvPr>
            <p:custDataLst>
              <p:tags r:id="rId40"/>
            </p:custDataLst>
          </p:nvPr>
        </p:nvSpPr>
        <p:spPr>
          <a:xfrm rot="16200000">
            <a:off x="3840480" y="326263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0" name="菱形 49"/>
          <p:cNvSpPr/>
          <p:nvPr>
            <p:custDataLst>
              <p:tags r:id="rId41"/>
            </p:custDataLst>
          </p:nvPr>
        </p:nvSpPr>
        <p:spPr>
          <a:xfrm rot="16200000">
            <a:off x="3840480" y="30568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1" name="菱形 50"/>
          <p:cNvSpPr/>
          <p:nvPr>
            <p:custDataLst>
              <p:tags r:id="rId42"/>
            </p:custDataLst>
          </p:nvPr>
        </p:nvSpPr>
        <p:spPr>
          <a:xfrm rot="16200000">
            <a:off x="3840480" y="28536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dirty="0"/>
          </a:p>
        </p:txBody>
      </p:sp>
      <p:sp>
        <p:nvSpPr>
          <p:cNvPr id="52" name="菱形 51"/>
          <p:cNvSpPr/>
          <p:nvPr>
            <p:custDataLst>
              <p:tags r:id="rId43"/>
            </p:custDataLst>
          </p:nvPr>
        </p:nvSpPr>
        <p:spPr>
          <a:xfrm rot="16200000">
            <a:off x="4027805" y="367411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3" name="菱形 52"/>
          <p:cNvSpPr/>
          <p:nvPr>
            <p:custDataLst>
              <p:tags r:id="rId44"/>
            </p:custDataLst>
          </p:nvPr>
        </p:nvSpPr>
        <p:spPr>
          <a:xfrm rot="16200000">
            <a:off x="4027805" y="346837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4" name="菱形 53"/>
          <p:cNvSpPr/>
          <p:nvPr>
            <p:custDataLst>
              <p:tags r:id="rId45"/>
            </p:custDataLst>
          </p:nvPr>
        </p:nvSpPr>
        <p:spPr>
          <a:xfrm rot="16200000">
            <a:off x="4027805" y="326263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5" name="菱形 54"/>
          <p:cNvSpPr/>
          <p:nvPr>
            <p:custDataLst>
              <p:tags r:id="rId46"/>
            </p:custDataLst>
          </p:nvPr>
        </p:nvSpPr>
        <p:spPr>
          <a:xfrm rot="16200000">
            <a:off x="4027805" y="30568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6" name="菱形 55"/>
          <p:cNvSpPr/>
          <p:nvPr>
            <p:custDataLst>
              <p:tags r:id="rId47"/>
            </p:custDataLst>
          </p:nvPr>
        </p:nvSpPr>
        <p:spPr>
          <a:xfrm rot="16200000">
            <a:off x="4027805" y="285369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7" name="菱形 56"/>
          <p:cNvSpPr/>
          <p:nvPr>
            <p:custDataLst>
              <p:tags r:id="rId48"/>
            </p:custDataLst>
          </p:nvPr>
        </p:nvSpPr>
        <p:spPr>
          <a:xfrm rot="16200000">
            <a:off x="2532380" y="387985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58" name="菱形 57"/>
          <p:cNvSpPr/>
          <p:nvPr>
            <p:custDataLst>
              <p:tags r:id="rId49"/>
            </p:custDataLst>
          </p:nvPr>
        </p:nvSpPr>
        <p:spPr>
          <a:xfrm rot="16200000">
            <a:off x="2719705" y="387985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dirty="0"/>
          </a:p>
        </p:txBody>
      </p:sp>
      <p:sp>
        <p:nvSpPr>
          <p:cNvPr id="59" name="菱形 58"/>
          <p:cNvSpPr/>
          <p:nvPr>
            <p:custDataLst>
              <p:tags r:id="rId50"/>
            </p:custDataLst>
          </p:nvPr>
        </p:nvSpPr>
        <p:spPr>
          <a:xfrm rot="16200000">
            <a:off x="2907030" y="387985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0" name="菱形 59"/>
          <p:cNvSpPr/>
          <p:nvPr>
            <p:custDataLst>
              <p:tags r:id="rId51"/>
            </p:custDataLst>
          </p:nvPr>
        </p:nvSpPr>
        <p:spPr>
          <a:xfrm rot="16200000">
            <a:off x="3093720" y="387985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1" name="菱形 60"/>
          <p:cNvSpPr/>
          <p:nvPr>
            <p:custDataLst>
              <p:tags r:id="rId52"/>
            </p:custDataLst>
          </p:nvPr>
        </p:nvSpPr>
        <p:spPr>
          <a:xfrm rot="16200000">
            <a:off x="3281045" y="387985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dirty="0"/>
          </a:p>
        </p:txBody>
      </p:sp>
      <p:sp>
        <p:nvSpPr>
          <p:cNvPr id="62" name="菱形 61"/>
          <p:cNvSpPr/>
          <p:nvPr>
            <p:custDataLst>
              <p:tags r:id="rId53"/>
            </p:custDataLst>
          </p:nvPr>
        </p:nvSpPr>
        <p:spPr>
          <a:xfrm rot="16200000">
            <a:off x="3468370" y="387985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3" name="菱形 62"/>
          <p:cNvSpPr/>
          <p:nvPr>
            <p:custDataLst>
              <p:tags r:id="rId54"/>
            </p:custDataLst>
          </p:nvPr>
        </p:nvSpPr>
        <p:spPr>
          <a:xfrm rot="16200000">
            <a:off x="3653155" y="387985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64" name="菱形 63"/>
          <p:cNvSpPr/>
          <p:nvPr>
            <p:custDataLst>
              <p:tags r:id="rId55"/>
            </p:custDataLst>
          </p:nvPr>
        </p:nvSpPr>
        <p:spPr>
          <a:xfrm rot="16200000">
            <a:off x="3840480" y="387985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dirty="0"/>
          </a:p>
        </p:txBody>
      </p:sp>
      <p:sp>
        <p:nvSpPr>
          <p:cNvPr id="65" name="菱形 64"/>
          <p:cNvSpPr/>
          <p:nvPr>
            <p:custDataLst>
              <p:tags r:id="rId56"/>
            </p:custDataLst>
          </p:nvPr>
        </p:nvSpPr>
        <p:spPr>
          <a:xfrm rot="16200000">
            <a:off x="4027805" y="3879850"/>
            <a:ext cx="120650" cy="12065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pic>
        <p:nvPicPr>
          <p:cNvPr id="66" name="图片 65"/>
          <p:cNvPicPr>
            <a:picLocks noChangeAspect="1"/>
          </p:cNvPicPr>
          <p:nvPr>
            <p:custDataLst>
              <p:tags r:id="rId57"/>
            </p:custDataLst>
          </p:nvPr>
        </p:nvPicPr>
        <p:blipFill rotWithShape="1">
          <a:blip r:embed="rId58">
            <a:grayscl/>
          </a:blip>
          <a:srcRect/>
          <a:stretch>
            <a:fillRect/>
          </a:stretch>
        </p:blipFill>
        <p:spPr>
          <a:xfrm>
            <a:off x="367030" y="1405255"/>
            <a:ext cx="3811270" cy="2002790"/>
          </a:xfrm>
          <a:prstGeom prst="rect">
            <a:avLst/>
          </a:prstGeom>
        </p:spPr>
      </p:pic>
      <p:sp>
        <p:nvSpPr>
          <p:cNvPr id="67" name="文本框 66"/>
          <p:cNvSpPr txBox="1"/>
          <p:nvPr>
            <p:custDataLst>
              <p:tags r:id="rId59"/>
            </p:custDataLst>
          </p:nvPr>
        </p:nvSpPr>
        <p:spPr>
          <a:xfrm>
            <a:off x="4419783" y="1344203"/>
            <a:ext cx="4138613" cy="3233928"/>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0" lvl="0" indent="-285750" algn="l" fontAlgn="ctr">
              <a:lnSpc>
                <a:spcPct val="130000"/>
              </a:lnSpc>
              <a:spcBef>
                <a:spcPts val="1000"/>
              </a:spcBef>
              <a:spcAft>
                <a:spcPts val="0"/>
              </a:spcAft>
              <a:buSzPct val="100000"/>
              <a:buFont typeface="Wingdings" panose="05000000000000000000" charset="0"/>
              <a:buNone/>
            </a:pPr>
            <a:r>
              <a:rPr sz="1200" dirty="0">
                <a:solidFill>
                  <a:schemeClr val="tx1">
                    <a:lumMod val="50000"/>
                    <a:lumOff val="50000"/>
                  </a:schemeClr>
                </a:solidFill>
                <a:latin typeface="Arial" panose="020B0604020202020204" pitchFamily="34" charset="0"/>
                <a:ea typeface="微软雅黑" panose="020B0503020204020204" charset="-122"/>
                <a:sym typeface="+mn-ea"/>
              </a:rPr>
              <a:t>阅读视图与幻灯片放映视图十分相似，都是用来实际播放演示文稿的。二者不同的是，阅读视图主要用于播放给作者自己看，以达到审阅的目的。使用阅读视图展现演示文稿时，屏幕上保留有 PowerPoint 窗口的标题栏和状态栏，如图 6-40 所示，是一种“准全屏”播放模式。而幻灯片放映视图是完全的全屏播放模式，主要用于将演示文稿展现给受众。</a:t>
            </a:r>
            <a:endParaRPr sz="1200" dirty="0">
              <a:solidFill>
                <a:schemeClr val="tx1">
                  <a:lumMod val="50000"/>
                  <a:lumOff val="50000"/>
                </a:schemeClr>
              </a:solidFill>
              <a:latin typeface="Arial" panose="020B0604020202020204" pitchFamily="34" charset="0"/>
              <a:ea typeface="微软雅黑" panose="020B0503020204020204" charset="-122"/>
              <a:sym typeface="+mn-ea"/>
            </a:endParaRPr>
          </a:p>
          <a:p>
            <a:pPr marL="0" lvl="0" indent="-285750" algn="l" fontAlgn="ctr">
              <a:lnSpc>
                <a:spcPct val="130000"/>
              </a:lnSpc>
              <a:spcBef>
                <a:spcPts val="1000"/>
              </a:spcBef>
              <a:spcAft>
                <a:spcPts val="0"/>
              </a:spcAft>
              <a:buSzPct val="100000"/>
              <a:buFont typeface="Wingdings" panose="05000000000000000000" charset="0"/>
              <a:buNone/>
            </a:pPr>
            <a:r>
              <a:rPr sz="1200" dirty="0">
                <a:solidFill>
                  <a:schemeClr val="tx1">
                    <a:lumMod val="50000"/>
                    <a:lumOff val="50000"/>
                  </a:schemeClr>
                </a:solidFill>
                <a:latin typeface="Arial" panose="020B0604020202020204" pitchFamily="34" charset="0"/>
                <a:ea typeface="微软雅黑" panose="020B0503020204020204" charset="-122"/>
                <a:sym typeface="+mn-ea"/>
              </a:rPr>
              <a:t>无论是处在阅读视图还是幻灯片放映视图模式，按Esc键均可返回到原来的视图中。在阅读视图中，由于状态栏并未被隐藏，所以也可以通过单击状态栏中视图切换按钮，随时切换到其他视图中。</a:t>
            </a:r>
            <a:endParaRPr sz="1200" dirty="0">
              <a:solidFill>
                <a:schemeClr val="tx1">
                  <a:lumMod val="50000"/>
                  <a:lumOff val="50000"/>
                </a:schemeClr>
              </a:solidFill>
              <a:latin typeface="Arial" panose="020B0604020202020204" pitchFamily="34" charset="0"/>
              <a:ea typeface="微软雅黑" panose="020B0503020204020204" charset="-122"/>
              <a:sym typeface="+mn-ea"/>
            </a:endParaRPr>
          </a:p>
        </p:txBody>
      </p:sp>
      <p:sp>
        <p:nvSpPr>
          <p:cNvPr id="68" name="文本框 67"/>
          <p:cNvSpPr txBox="1"/>
          <p:nvPr>
            <p:custDataLst>
              <p:tags r:id="rId60"/>
            </p:custDataLst>
          </p:nvPr>
        </p:nvSpPr>
        <p:spPr>
          <a:xfrm>
            <a:off x="457383" y="566685"/>
            <a:ext cx="7924800" cy="468630"/>
          </a:xfrm>
          <a:prstGeom prst="rect">
            <a:avLst/>
          </a:prstGeom>
          <a:noFill/>
        </p:spPr>
        <p:txBody>
          <a:bodyPr wrap="square" lIns="76200" tIns="28575" rIns="47625" bIns="28575" rtlCol="0">
            <a:noAutofit/>
          </a:bodyPr>
          <a:lstStyle/>
          <a:p>
            <a:pPr marL="0" indent="0" algn="l">
              <a:lnSpc>
                <a:spcPct val="100000"/>
              </a:lnSpc>
              <a:spcBef>
                <a:spcPts val="0"/>
              </a:spcBef>
              <a:spcAft>
                <a:spcPts val="0"/>
              </a:spcAft>
              <a:buSzPct val="100000"/>
              <a:buNone/>
            </a:pPr>
            <a:r>
              <a:rPr lang="zh-CN" altLang="en-US" sz="2700" b="1" spc="300" dirty="0">
                <a:solidFill>
                  <a:schemeClr val="tx1"/>
                </a:solidFill>
                <a:latin typeface="Arial" panose="020B0604020202020204" pitchFamily="34" charset="0"/>
                <a:ea typeface="微软雅黑" panose="020B0503020204020204" charset="-122"/>
                <a:sym typeface="+mn-ea"/>
              </a:rPr>
              <a:t>阅读视图和幻灯片放映视图</a:t>
            </a:r>
            <a:endParaRPr lang="zh-CN" altLang="en-US" sz="2700" b="1" spc="300" dirty="0">
              <a:solidFill>
                <a:schemeClr val="tx1"/>
              </a:solidFill>
              <a:latin typeface="Arial" panose="020B0604020202020204" pitchFamily="34" charset="0"/>
              <a:ea typeface="微软雅黑" panose="020B0503020204020204" charset="-122"/>
              <a:sym typeface="+mn-ea"/>
            </a:endParaRPr>
          </a:p>
        </p:txBody>
      </p:sp>
    </p:spTree>
    <p:custDataLst>
      <p:tags r:id="rId61"/>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a:off x="1368155" y="1163347"/>
            <a:ext cx="6483256" cy="2926026"/>
          </a:xfrm>
          <a:prstGeom prst="rect">
            <a:avLst/>
          </a:prstGeom>
          <a:noFill/>
          <a:ln w="76200">
            <a:solidFill>
              <a:srgbClr val="21BACE"/>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880" name="Rectangle 1"/>
          <p:cNvSpPr/>
          <p:nvPr>
            <p:custDataLst>
              <p:tags r:id="rId2"/>
            </p:custDataLst>
          </p:nvPr>
        </p:nvSpPr>
        <p:spPr>
          <a:xfrm>
            <a:off x="1532890" y="1350010"/>
            <a:ext cx="6153785" cy="2552700"/>
          </a:xfrm>
          <a:prstGeom prst="rect">
            <a:avLst/>
          </a:prstGeom>
          <a:solidFill>
            <a:srgbClr val="21BACE"/>
          </a:solidFill>
          <a:ln w="12700">
            <a:miter lim="400000"/>
          </a:ln>
        </p:spPr>
        <p:txBody>
          <a:bodyPr lIns="34289" rIns="34289" anchor="ctr"/>
          <a:lstStyle/>
          <a:p>
            <a:pPr algn="ctr">
              <a:defRPr>
                <a:solidFill>
                  <a:srgbClr val="FFFFFF"/>
                </a:solidFill>
              </a:defRPr>
            </a:pPr>
            <a:endParaRPr sz="1350">
              <a:latin typeface="Arial" panose="020B0604020202020204" pitchFamily="34" charset="0"/>
              <a:ea typeface="微软雅黑" panose="020B0503020204020204" charset="-122"/>
              <a:sym typeface="Arial" panose="020B0604020202020204" pitchFamily="34" charset="0"/>
            </a:endParaRPr>
          </a:p>
        </p:txBody>
      </p:sp>
      <p:sp>
        <p:nvSpPr>
          <p:cNvPr id="886" name="TextBox 9"/>
          <p:cNvSpPr txBox="1"/>
          <p:nvPr>
            <p:custDataLst>
              <p:tags r:id="rId3"/>
            </p:custDataLst>
          </p:nvPr>
        </p:nvSpPr>
        <p:spPr>
          <a:xfrm>
            <a:off x="1821052" y="1552627"/>
            <a:ext cx="2631303" cy="660971"/>
          </a:xfrm>
          <a:prstGeom prst="rect">
            <a:avLst/>
          </a:prstGeom>
          <a:noFill/>
          <a:ln w="12700" cap="flat">
            <a:noFill/>
            <a:miter lim="400000"/>
          </a:ln>
          <a:effectLst/>
        </p:spPr>
        <p:txBody>
          <a:bodyPr wrap="square" lIns="34289" tIns="34289" rIns="34289" bIns="34289" numCol="1" anchor="t">
            <a:normAutofit/>
          </a:bodyPr>
          <a:p>
            <a:pPr marL="0" indent="0" algn="l">
              <a:lnSpc>
                <a:spcPct val="120000"/>
              </a:lnSpc>
              <a:spcBef>
                <a:spcPts val="0"/>
              </a:spcBef>
              <a:spcAft>
                <a:spcPts val="0"/>
              </a:spcAft>
              <a:buSzPct val="100000"/>
              <a:defRPr sz="4400" spc="300">
                <a:solidFill>
                  <a:srgbClr val="262626"/>
                </a:solidFill>
                <a:latin typeface="Arial" panose="020B0604020202020204" pitchFamily="34" charset="0"/>
                <a:ea typeface="微软雅黑" panose="020B0503020204020204" charset="-122"/>
                <a:cs typeface="+mn-ea"/>
                <a:sym typeface="Helvetica" panose="00000400000000000000"/>
              </a:defRPr>
            </a:pPr>
            <a:r>
              <a:rPr lang="zh-CN" altLang="en-US" sz="2700" b="1" spc="300" dirty="0">
                <a:solidFill>
                  <a:sysClr val="window" lastClr="FFFFFF"/>
                </a:solidFill>
                <a:latin typeface="Arial" panose="020B0604020202020204" pitchFamily="34" charset="0"/>
                <a:ea typeface="微软雅黑" panose="020B0503020204020204" charset="-122"/>
                <a:sym typeface="+mn-ea"/>
              </a:rPr>
              <a:t>使用母版</a:t>
            </a:r>
            <a:endParaRPr lang="zh-CN" altLang="en-US" sz="2700" b="1" spc="300" dirty="0">
              <a:solidFill>
                <a:sysClr val="window" lastClr="FFFFFF"/>
              </a:solidFill>
              <a:latin typeface="Arial" panose="020B0604020202020204" pitchFamily="34" charset="0"/>
              <a:ea typeface="微软雅黑" panose="020B0503020204020204" charset="-122"/>
              <a:sym typeface="+mn-ea"/>
            </a:endParaRPr>
          </a:p>
        </p:txBody>
      </p:sp>
      <p:sp>
        <p:nvSpPr>
          <p:cNvPr id="17" name="文本框 16"/>
          <p:cNvSpPr txBox="1"/>
          <p:nvPr>
            <p:custDataLst>
              <p:tags r:id="rId4"/>
            </p:custDataLst>
          </p:nvPr>
        </p:nvSpPr>
        <p:spPr>
          <a:xfrm>
            <a:off x="1821180" y="2393315"/>
            <a:ext cx="5676265" cy="922020"/>
          </a:xfrm>
          <a:prstGeom prst="rect">
            <a:avLst/>
          </a:prstGeom>
          <a:noFill/>
        </p:spPr>
        <p:txBody>
          <a:bodyPr wrap="square" rtlCol="0">
            <a:spAutoFit/>
          </a:bodyPr>
          <a:p>
            <a:pPr marL="0" lvl="0" indent="0" algn="just">
              <a:lnSpc>
                <a:spcPct val="150000"/>
              </a:lnSpc>
              <a:spcBef>
                <a:spcPts val="0"/>
              </a:spcBef>
              <a:spcAft>
                <a:spcPts val="0"/>
              </a:spcAft>
              <a:buSzPct val="100000"/>
            </a:pPr>
            <a:r>
              <a:rPr sz="1200" spc="150" dirty="0">
                <a:solidFill>
                  <a:sysClr val="window" lastClr="FFFFFF"/>
                </a:solidFill>
                <a:latin typeface="Arial" panose="020B0604020202020204" pitchFamily="34" charset="0"/>
                <a:ea typeface="微软雅黑" panose="020B0503020204020204" charset="-122"/>
              </a:rPr>
              <a:t>PowerPoint 提供了“幻灯片母版”“讲义母版”和“备注母版”三种视图。它们是存储演示文稿中信息的主要幻灯片，其中包括背景、颜色、字体、效果、占位符大小和位置。一个演示文稿中至少要包含有一个幻灯片母版。</a:t>
            </a:r>
            <a:endParaRPr sz="1200" spc="150" dirty="0">
              <a:solidFill>
                <a:sysClr val="window" lastClr="FFFFFF"/>
              </a:solidFill>
              <a:latin typeface="Arial" panose="020B0604020202020204" pitchFamily="34" charset="0"/>
              <a:ea typeface="微软雅黑" panose="020B0503020204020204" charset="-122"/>
            </a:endParaRPr>
          </a:p>
        </p:txBody>
      </p:sp>
      <p:cxnSp>
        <p:nvCxnSpPr>
          <p:cNvPr id="7" name="直接连接符 6"/>
          <p:cNvCxnSpPr/>
          <p:nvPr>
            <p:custDataLst>
              <p:tags r:id="rId5"/>
            </p:custDataLst>
          </p:nvPr>
        </p:nvCxnSpPr>
        <p:spPr>
          <a:xfrm>
            <a:off x="1899320" y="2213598"/>
            <a:ext cx="290642" cy="1"/>
          </a:xfrm>
          <a:prstGeom prst="line">
            <a:avLst/>
          </a:prstGeom>
          <a:ln w="38100">
            <a:solidFill>
              <a:sysClr val="window" lastClr="FFFFFF"/>
            </a:solidFill>
          </a:ln>
        </p:spPr>
        <p:style>
          <a:lnRef idx="1">
            <a:srgbClr val="4472C4"/>
          </a:lnRef>
          <a:fillRef idx="0">
            <a:srgbClr val="4472C4"/>
          </a:fillRef>
          <a:effectRef idx="0">
            <a:srgbClr val="4472C4"/>
          </a:effectRef>
          <a:fontRef idx="minor">
            <a:sysClr val="windowText" lastClr="000000"/>
          </a:fontRef>
        </p:style>
      </p:cxnSp>
      <p:sp>
        <p:nvSpPr>
          <p:cNvPr id="8" name="半闭框 7"/>
          <p:cNvSpPr/>
          <p:nvPr>
            <p:custDataLst>
              <p:tags r:id="rId6"/>
            </p:custDataLst>
          </p:nvPr>
        </p:nvSpPr>
        <p:spPr>
          <a:xfrm>
            <a:off x="157162" y="128587"/>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14" name="半闭框 13"/>
          <p:cNvSpPr/>
          <p:nvPr>
            <p:custDataLst>
              <p:tags r:id="rId7"/>
            </p:custDataLst>
          </p:nvPr>
        </p:nvSpPr>
        <p:spPr>
          <a:xfrm rot="10800000">
            <a:off x="8539316" y="4563964"/>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平行四边形 256"/>
          <p:cNvSpPr/>
          <p:nvPr>
            <p:custDataLst>
              <p:tags r:id="rId1"/>
            </p:custDataLst>
          </p:nvPr>
        </p:nvSpPr>
        <p:spPr>
          <a:xfrm>
            <a:off x="3879533" y="0"/>
            <a:ext cx="5132070" cy="5143500"/>
          </a:xfrm>
          <a:prstGeom prst="parallelogram">
            <a:avLst>
              <a:gd name="adj" fmla="val 49944"/>
            </a:avLst>
          </a:prstGeom>
          <a:solidFill>
            <a:srgbClr val="00B0F0">
              <a:alpha val="30000"/>
            </a:srgbClr>
          </a:solidFill>
          <a:ln>
            <a:noFill/>
          </a:ln>
          <a:effectLst>
            <a:outerShdw blurRad="406400" dist="292100" algn="l" rotWithShape="0">
              <a:prstClr val="black">
                <a:alpha val="4000"/>
              </a:prstClr>
            </a:outerShdw>
          </a:effec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259" name="平行四边形 258"/>
          <p:cNvSpPr/>
          <p:nvPr>
            <p:custDataLst>
              <p:tags r:id="rId2"/>
            </p:custDataLst>
          </p:nvPr>
        </p:nvSpPr>
        <p:spPr>
          <a:xfrm>
            <a:off x="1197610" y="3729355"/>
            <a:ext cx="998855" cy="1414780"/>
          </a:xfrm>
          <a:prstGeom prst="parallelogram">
            <a:avLst>
              <a:gd name="adj" fmla="val 71296"/>
            </a:avLst>
          </a:prstGeom>
          <a:solidFill>
            <a:srgbClr val="00B0F0">
              <a:alpha val="11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260" name="平行四边形 259"/>
          <p:cNvSpPr/>
          <p:nvPr>
            <p:custDataLst>
              <p:tags r:id="rId3"/>
            </p:custDataLst>
          </p:nvPr>
        </p:nvSpPr>
        <p:spPr>
          <a:xfrm>
            <a:off x="622935" y="3729355"/>
            <a:ext cx="998855" cy="1414780"/>
          </a:xfrm>
          <a:prstGeom prst="parallelogram">
            <a:avLst>
              <a:gd name="adj" fmla="val 71296"/>
            </a:avLst>
          </a:prstGeom>
          <a:solidFill>
            <a:srgbClr val="00B0F0">
              <a:alpha val="11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261" name="平行四边形 260"/>
          <p:cNvSpPr/>
          <p:nvPr>
            <p:custDataLst>
              <p:tags r:id="rId4"/>
            </p:custDataLst>
          </p:nvPr>
        </p:nvSpPr>
        <p:spPr>
          <a:xfrm>
            <a:off x="48260" y="3729355"/>
            <a:ext cx="998855" cy="1414780"/>
          </a:xfrm>
          <a:prstGeom prst="parallelogram">
            <a:avLst>
              <a:gd name="adj" fmla="val 71296"/>
            </a:avLst>
          </a:prstGeom>
          <a:solidFill>
            <a:srgbClr val="00B0F0">
              <a:alpha val="11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3" name="任意多边形: 形状 136"/>
          <p:cNvSpPr/>
          <p:nvPr>
            <p:custDataLst>
              <p:tags r:id="rId5"/>
            </p:custDataLst>
          </p:nvPr>
        </p:nvSpPr>
        <p:spPr>
          <a:xfrm>
            <a:off x="7984490" y="116205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4" name="任意多边形: 形状 137"/>
          <p:cNvSpPr/>
          <p:nvPr>
            <p:custDataLst>
              <p:tags r:id="rId6"/>
            </p:custDataLst>
          </p:nvPr>
        </p:nvSpPr>
        <p:spPr>
          <a:xfrm>
            <a:off x="8091170" y="116205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5" name="任意多边形: 形状 138"/>
          <p:cNvSpPr/>
          <p:nvPr>
            <p:custDataLst>
              <p:tags r:id="rId7"/>
            </p:custDataLst>
          </p:nvPr>
        </p:nvSpPr>
        <p:spPr>
          <a:xfrm>
            <a:off x="8197850" y="116205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6" name="任意多边形: 形状 139"/>
          <p:cNvSpPr/>
          <p:nvPr>
            <p:custDataLst>
              <p:tags r:id="rId8"/>
            </p:custDataLst>
          </p:nvPr>
        </p:nvSpPr>
        <p:spPr>
          <a:xfrm>
            <a:off x="8305800" y="116205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7" name="任意多边形: 形状 140"/>
          <p:cNvSpPr/>
          <p:nvPr>
            <p:custDataLst>
              <p:tags r:id="rId9"/>
            </p:custDataLst>
          </p:nvPr>
        </p:nvSpPr>
        <p:spPr>
          <a:xfrm>
            <a:off x="8412480" y="116205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8" name="任意多边形: 形状 141"/>
          <p:cNvSpPr/>
          <p:nvPr>
            <p:custDataLst>
              <p:tags r:id="rId10"/>
            </p:custDataLst>
          </p:nvPr>
        </p:nvSpPr>
        <p:spPr>
          <a:xfrm>
            <a:off x="8626475" y="116205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9" name="任意多边形: 形状 142"/>
          <p:cNvSpPr/>
          <p:nvPr>
            <p:custDataLst>
              <p:tags r:id="rId11"/>
            </p:custDataLst>
          </p:nvPr>
        </p:nvSpPr>
        <p:spPr>
          <a:xfrm>
            <a:off x="8839835" y="116205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20" name="任意多边形: 形状 143"/>
          <p:cNvSpPr/>
          <p:nvPr>
            <p:custDataLst>
              <p:tags r:id="rId12"/>
            </p:custDataLst>
          </p:nvPr>
        </p:nvSpPr>
        <p:spPr>
          <a:xfrm>
            <a:off x="8519160" y="116205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21" name="任意多边形: 形状 144"/>
          <p:cNvSpPr/>
          <p:nvPr>
            <p:custDataLst>
              <p:tags r:id="rId13"/>
            </p:custDataLst>
          </p:nvPr>
        </p:nvSpPr>
        <p:spPr>
          <a:xfrm>
            <a:off x="8733155" y="116205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22" name="任意多边形: 形状 145"/>
          <p:cNvSpPr/>
          <p:nvPr>
            <p:custDataLst>
              <p:tags r:id="rId14"/>
            </p:custDataLst>
          </p:nvPr>
        </p:nvSpPr>
        <p:spPr>
          <a:xfrm>
            <a:off x="7877810" y="116205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3" name="任意多边形: 形状 147"/>
          <p:cNvSpPr/>
          <p:nvPr>
            <p:custDataLst>
              <p:tags r:id="rId15"/>
            </p:custDataLst>
          </p:nvPr>
        </p:nvSpPr>
        <p:spPr>
          <a:xfrm>
            <a:off x="7984490" y="12687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4" name="任意多边形: 形状 148"/>
          <p:cNvSpPr/>
          <p:nvPr>
            <p:custDataLst>
              <p:tags r:id="rId16"/>
            </p:custDataLst>
          </p:nvPr>
        </p:nvSpPr>
        <p:spPr>
          <a:xfrm>
            <a:off x="8091170" y="12687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5" name="任意多边形: 形状 149"/>
          <p:cNvSpPr/>
          <p:nvPr>
            <p:custDataLst>
              <p:tags r:id="rId17"/>
            </p:custDataLst>
          </p:nvPr>
        </p:nvSpPr>
        <p:spPr>
          <a:xfrm>
            <a:off x="8197850" y="12687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6" name="任意多边形: 形状 150"/>
          <p:cNvSpPr/>
          <p:nvPr>
            <p:custDataLst>
              <p:tags r:id="rId18"/>
            </p:custDataLst>
          </p:nvPr>
        </p:nvSpPr>
        <p:spPr>
          <a:xfrm>
            <a:off x="8305800" y="12687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7" name="任意多边形: 形状 151"/>
          <p:cNvSpPr/>
          <p:nvPr>
            <p:custDataLst>
              <p:tags r:id="rId19"/>
            </p:custDataLst>
          </p:nvPr>
        </p:nvSpPr>
        <p:spPr>
          <a:xfrm>
            <a:off x="8412480" y="12687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8" name="任意多边形: 形状 152"/>
          <p:cNvSpPr/>
          <p:nvPr>
            <p:custDataLst>
              <p:tags r:id="rId20"/>
            </p:custDataLst>
          </p:nvPr>
        </p:nvSpPr>
        <p:spPr>
          <a:xfrm>
            <a:off x="8626475" y="12687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9" name="任意多边形: 形状 153"/>
          <p:cNvSpPr/>
          <p:nvPr>
            <p:custDataLst>
              <p:tags r:id="rId21"/>
            </p:custDataLst>
          </p:nvPr>
        </p:nvSpPr>
        <p:spPr>
          <a:xfrm>
            <a:off x="8839835" y="12687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0" name="任意多边形: 形状 154"/>
          <p:cNvSpPr/>
          <p:nvPr>
            <p:custDataLst>
              <p:tags r:id="rId22"/>
            </p:custDataLst>
          </p:nvPr>
        </p:nvSpPr>
        <p:spPr>
          <a:xfrm>
            <a:off x="8519160" y="12687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1" name="任意多边形: 形状 155"/>
          <p:cNvSpPr/>
          <p:nvPr>
            <p:custDataLst>
              <p:tags r:id="rId23"/>
            </p:custDataLst>
          </p:nvPr>
        </p:nvSpPr>
        <p:spPr>
          <a:xfrm>
            <a:off x="8733155" y="12687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127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12" name="任意多边形: 形状 156"/>
          <p:cNvSpPr/>
          <p:nvPr>
            <p:custDataLst>
              <p:tags r:id="rId24"/>
            </p:custDataLst>
          </p:nvPr>
        </p:nvSpPr>
        <p:spPr>
          <a:xfrm>
            <a:off x="7877810" y="126873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3" name="任意多边形: 形状 158"/>
          <p:cNvSpPr/>
          <p:nvPr>
            <p:custDataLst>
              <p:tags r:id="rId25"/>
            </p:custDataLst>
          </p:nvPr>
        </p:nvSpPr>
        <p:spPr>
          <a:xfrm>
            <a:off x="7984490" y="137604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4" name="任意多边形: 形状 159"/>
          <p:cNvSpPr/>
          <p:nvPr>
            <p:custDataLst>
              <p:tags r:id="rId26"/>
            </p:custDataLst>
          </p:nvPr>
        </p:nvSpPr>
        <p:spPr>
          <a:xfrm>
            <a:off x="8091170" y="137604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5" name="任意多边形: 形状 160"/>
          <p:cNvSpPr/>
          <p:nvPr>
            <p:custDataLst>
              <p:tags r:id="rId27"/>
            </p:custDataLst>
          </p:nvPr>
        </p:nvSpPr>
        <p:spPr>
          <a:xfrm>
            <a:off x="8197850" y="137604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6" name="任意多边形: 形状 161"/>
          <p:cNvSpPr/>
          <p:nvPr>
            <p:custDataLst>
              <p:tags r:id="rId28"/>
            </p:custDataLst>
          </p:nvPr>
        </p:nvSpPr>
        <p:spPr>
          <a:xfrm>
            <a:off x="8305800" y="137604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7" name="任意多边形: 形状 162"/>
          <p:cNvSpPr/>
          <p:nvPr>
            <p:custDataLst>
              <p:tags r:id="rId29"/>
            </p:custDataLst>
          </p:nvPr>
        </p:nvSpPr>
        <p:spPr>
          <a:xfrm>
            <a:off x="8412480" y="137604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8" name="任意多边形: 形状 163"/>
          <p:cNvSpPr/>
          <p:nvPr>
            <p:custDataLst>
              <p:tags r:id="rId30"/>
            </p:custDataLst>
          </p:nvPr>
        </p:nvSpPr>
        <p:spPr>
          <a:xfrm>
            <a:off x="8626475" y="137604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9" name="任意多边形: 形状 164"/>
          <p:cNvSpPr/>
          <p:nvPr>
            <p:custDataLst>
              <p:tags r:id="rId31"/>
            </p:custDataLst>
          </p:nvPr>
        </p:nvSpPr>
        <p:spPr>
          <a:xfrm>
            <a:off x="8839835" y="137604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0" name="任意多边形: 形状 165"/>
          <p:cNvSpPr/>
          <p:nvPr>
            <p:custDataLst>
              <p:tags r:id="rId32"/>
            </p:custDataLst>
          </p:nvPr>
        </p:nvSpPr>
        <p:spPr>
          <a:xfrm>
            <a:off x="8519160" y="137604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1" name="任意多边形: 形状 166"/>
          <p:cNvSpPr/>
          <p:nvPr>
            <p:custDataLst>
              <p:tags r:id="rId33"/>
            </p:custDataLst>
          </p:nvPr>
        </p:nvSpPr>
        <p:spPr>
          <a:xfrm>
            <a:off x="8733155" y="137604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602" name="任意多边形: 形状 167"/>
          <p:cNvSpPr/>
          <p:nvPr>
            <p:custDataLst>
              <p:tags r:id="rId34"/>
            </p:custDataLst>
          </p:nvPr>
        </p:nvSpPr>
        <p:spPr>
          <a:xfrm>
            <a:off x="7877810" y="137604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3" name="任意多边形: 形状 169"/>
          <p:cNvSpPr/>
          <p:nvPr>
            <p:custDataLst>
              <p:tags r:id="rId35"/>
            </p:custDataLst>
          </p:nvPr>
        </p:nvSpPr>
        <p:spPr>
          <a:xfrm>
            <a:off x="7984490" y="14827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4" name="任意多边形: 形状 170"/>
          <p:cNvSpPr/>
          <p:nvPr>
            <p:custDataLst>
              <p:tags r:id="rId36"/>
            </p:custDataLst>
          </p:nvPr>
        </p:nvSpPr>
        <p:spPr>
          <a:xfrm>
            <a:off x="8091170" y="148272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5" name="任意多边形: 形状 171"/>
          <p:cNvSpPr/>
          <p:nvPr>
            <p:custDataLst>
              <p:tags r:id="rId37"/>
            </p:custDataLst>
          </p:nvPr>
        </p:nvSpPr>
        <p:spPr>
          <a:xfrm>
            <a:off x="8197850" y="148272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6" name="任意多边形: 形状 172"/>
          <p:cNvSpPr/>
          <p:nvPr>
            <p:custDataLst>
              <p:tags r:id="rId38"/>
            </p:custDataLst>
          </p:nvPr>
        </p:nvSpPr>
        <p:spPr>
          <a:xfrm>
            <a:off x="8305800" y="148272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7" name="任意多边形: 形状 173"/>
          <p:cNvSpPr/>
          <p:nvPr>
            <p:custDataLst>
              <p:tags r:id="rId39"/>
            </p:custDataLst>
          </p:nvPr>
        </p:nvSpPr>
        <p:spPr>
          <a:xfrm>
            <a:off x="8412480" y="148272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8" name="任意多边形: 形状 174"/>
          <p:cNvSpPr/>
          <p:nvPr>
            <p:custDataLst>
              <p:tags r:id="rId40"/>
            </p:custDataLst>
          </p:nvPr>
        </p:nvSpPr>
        <p:spPr>
          <a:xfrm>
            <a:off x="8626475" y="148272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9" name="任意多边形: 形状 175"/>
          <p:cNvSpPr/>
          <p:nvPr>
            <p:custDataLst>
              <p:tags r:id="rId41"/>
            </p:custDataLst>
          </p:nvPr>
        </p:nvSpPr>
        <p:spPr>
          <a:xfrm>
            <a:off x="8839835" y="148272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0" name="任意多边形: 形状 176"/>
          <p:cNvSpPr/>
          <p:nvPr>
            <p:custDataLst>
              <p:tags r:id="rId42"/>
            </p:custDataLst>
          </p:nvPr>
        </p:nvSpPr>
        <p:spPr>
          <a:xfrm>
            <a:off x="8519160" y="148272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1" name="任意多边形: 形状 177"/>
          <p:cNvSpPr/>
          <p:nvPr>
            <p:custDataLst>
              <p:tags r:id="rId43"/>
            </p:custDataLst>
          </p:nvPr>
        </p:nvSpPr>
        <p:spPr>
          <a:xfrm>
            <a:off x="8733155" y="148272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92" name="任意多边形: 形状 178"/>
          <p:cNvSpPr/>
          <p:nvPr>
            <p:custDataLst>
              <p:tags r:id="rId44"/>
            </p:custDataLst>
          </p:nvPr>
        </p:nvSpPr>
        <p:spPr>
          <a:xfrm>
            <a:off x="7877810" y="148272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3" name="任意多边形: 形状 180"/>
          <p:cNvSpPr/>
          <p:nvPr>
            <p:custDataLst>
              <p:tags r:id="rId45"/>
            </p:custDataLst>
          </p:nvPr>
        </p:nvSpPr>
        <p:spPr>
          <a:xfrm>
            <a:off x="7984490" y="15900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4" name="任意多边形: 形状 181"/>
          <p:cNvSpPr/>
          <p:nvPr>
            <p:custDataLst>
              <p:tags r:id="rId46"/>
            </p:custDataLst>
          </p:nvPr>
        </p:nvSpPr>
        <p:spPr>
          <a:xfrm>
            <a:off x="8091170" y="159004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5" name="任意多边形: 形状 182"/>
          <p:cNvSpPr/>
          <p:nvPr>
            <p:custDataLst>
              <p:tags r:id="rId47"/>
            </p:custDataLst>
          </p:nvPr>
        </p:nvSpPr>
        <p:spPr>
          <a:xfrm>
            <a:off x="8197850" y="159004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6" name="任意多边形: 形状 183"/>
          <p:cNvSpPr/>
          <p:nvPr>
            <p:custDataLst>
              <p:tags r:id="rId48"/>
            </p:custDataLst>
          </p:nvPr>
        </p:nvSpPr>
        <p:spPr>
          <a:xfrm>
            <a:off x="8305800" y="159004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7" name="任意多边形: 形状 184"/>
          <p:cNvSpPr/>
          <p:nvPr>
            <p:custDataLst>
              <p:tags r:id="rId49"/>
            </p:custDataLst>
          </p:nvPr>
        </p:nvSpPr>
        <p:spPr>
          <a:xfrm>
            <a:off x="8412480" y="159004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8" name="任意多边形: 形状 185"/>
          <p:cNvSpPr/>
          <p:nvPr>
            <p:custDataLst>
              <p:tags r:id="rId50"/>
            </p:custDataLst>
          </p:nvPr>
        </p:nvSpPr>
        <p:spPr>
          <a:xfrm>
            <a:off x="8626475" y="159004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9" name="任意多边形: 形状 186"/>
          <p:cNvSpPr/>
          <p:nvPr>
            <p:custDataLst>
              <p:tags r:id="rId51"/>
            </p:custDataLst>
          </p:nvPr>
        </p:nvSpPr>
        <p:spPr>
          <a:xfrm>
            <a:off x="8839835" y="159004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0" name="任意多边形: 形状 187"/>
          <p:cNvSpPr/>
          <p:nvPr>
            <p:custDataLst>
              <p:tags r:id="rId52"/>
            </p:custDataLst>
          </p:nvPr>
        </p:nvSpPr>
        <p:spPr>
          <a:xfrm>
            <a:off x="8519160" y="159004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1" name="任意多边形: 形状 188"/>
          <p:cNvSpPr/>
          <p:nvPr>
            <p:custDataLst>
              <p:tags r:id="rId53"/>
            </p:custDataLst>
          </p:nvPr>
        </p:nvSpPr>
        <p:spPr>
          <a:xfrm>
            <a:off x="8733155" y="159004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82" name="任意多边形: 形状 189"/>
          <p:cNvSpPr/>
          <p:nvPr>
            <p:custDataLst>
              <p:tags r:id="rId54"/>
            </p:custDataLst>
          </p:nvPr>
        </p:nvSpPr>
        <p:spPr>
          <a:xfrm>
            <a:off x="7877810" y="159004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3" name="任意多边形: 形状 191"/>
          <p:cNvSpPr/>
          <p:nvPr>
            <p:custDataLst>
              <p:tags r:id="rId55"/>
            </p:custDataLst>
          </p:nvPr>
        </p:nvSpPr>
        <p:spPr>
          <a:xfrm>
            <a:off x="7984490" y="169735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4" name="任意多边形: 形状 192"/>
          <p:cNvSpPr/>
          <p:nvPr>
            <p:custDataLst>
              <p:tags r:id="rId56"/>
            </p:custDataLst>
          </p:nvPr>
        </p:nvSpPr>
        <p:spPr>
          <a:xfrm>
            <a:off x="8091170" y="169735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5" name="任意多边形: 形状 193"/>
          <p:cNvSpPr/>
          <p:nvPr>
            <p:custDataLst>
              <p:tags r:id="rId57"/>
            </p:custDataLst>
          </p:nvPr>
        </p:nvSpPr>
        <p:spPr>
          <a:xfrm>
            <a:off x="8197850" y="169735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6" name="任意多边形: 形状 194"/>
          <p:cNvSpPr/>
          <p:nvPr>
            <p:custDataLst>
              <p:tags r:id="rId58"/>
            </p:custDataLst>
          </p:nvPr>
        </p:nvSpPr>
        <p:spPr>
          <a:xfrm>
            <a:off x="8305800" y="169735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7" name="任意多边形: 形状 195"/>
          <p:cNvSpPr/>
          <p:nvPr>
            <p:custDataLst>
              <p:tags r:id="rId59"/>
            </p:custDataLst>
          </p:nvPr>
        </p:nvSpPr>
        <p:spPr>
          <a:xfrm>
            <a:off x="8412480" y="169735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8" name="任意多边形: 形状 196"/>
          <p:cNvSpPr/>
          <p:nvPr>
            <p:custDataLst>
              <p:tags r:id="rId60"/>
            </p:custDataLst>
          </p:nvPr>
        </p:nvSpPr>
        <p:spPr>
          <a:xfrm>
            <a:off x="8626475" y="169735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9" name="任意多边形: 形状 197"/>
          <p:cNvSpPr/>
          <p:nvPr>
            <p:custDataLst>
              <p:tags r:id="rId61"/>
            </p:custDataLst>
          </p:nvPr>
        </p:nvSpPr>
        <p:spPr>
          <a:xfrm>
            <a:off x="8839835" y="169735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0" name="任意多边形: 形状 198"/>
          <p:cNvSpPr/>
          <p:nvPr>
            <p:custDataLst>
              <p:tags r:id="rId62"/>
            </p:custDataLst>
          </p:nvPr>
        </p:nvSpPr>
        <p:spPr>
          <a:xfrm>
            <a:off x="8519160" y="169735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1" name="任意多边形: 形状 199"/>
          <p:cNvSpPr/>
          <p:nvPr>
            <p:custDataLst>
              <p:tags r:id="rId63"/>
            </p:custDataLst>
          </p:nvPr>
        </p:nvSpPr>
        <p:spPr>
          <a:xfrm>
            <a:off x="8733155" y="169735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72" name="任意多边形: 形状 200"/>
          <p:cNvSpPr/>
          <p:nvPr>
            <p:custDataLst>
              <p:tags r:id="rId64"/>
            </p:custDataLst>
          </p:nvPr>
        </p:nvSpPr>
        <p:spPr>
          <a:xfrm>
            <a:off x="7877810" y="169672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3" name="任意多边形: 形状 202"/>
          <p:cNvSpPr/>
          <p:nvPr>
            <p:custDataLst>
              <p:tags r:id="rId65"/>
            </p:custDataLst>
          </p:nvPr>
        </p:nvSpPr>
        <p:spPr>
          <a:xfrm>
            <a:off x="7984490" y="180403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4" name="任意多边形: 形状 203"/>
          <p:cNvSpPr/>
          <p:nvPr>
            <p:custDataLst>
              <p:tags r:id="rId66"/>
            </p:custDataLst>
          </p:nvPr>
        </p:nvSpPr>
        <p:spPr>
          <a:xfrm>
            <a:off x="8091170" y="180403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5" name="任意多边形: 形状 204"/>
          <p:cNvSpPr/>
          <p:nvPr>
            <p:custDataLst>
              <p:tags r:id="rId67"/>
            </p:custDataLst>
          </p:nvPr>
        </p:nvSpPr>
        <p:spPr>
          <a:xfrm>
            <a:off x="8197850" y="180403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6" name="任意多边形: 形状 205"/>
          <p:cNvSpPr/>
          <p:nvPr>
            <p:custDataLst>
              <p:tags r:id="rId68"/>
            </p:custDataLst>
          </p:nvPr>
        </p:nvSpPr>
        <p:spPr>
          <a:xfrm>
            <a:off x="8305800" y="180403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7" name="任意多边形: 形状 206"/>
          <p:cNvSpPr/>
          <p:nvPr>
            <p:custDataLst>
              <p:tags r:id="rId69"/>
            </p:custDataLst>
          </p:nvPr>
        </p:nvSpPr>
        <p:spPr>
          <a:xfrm>
            <a:off x="8412480" y="180403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8" name="任意多边形: 形状 207"/>
          <p:cNvSpPr/>
          <p:nvPr>
            <p:custDataLst>
              <p:tags r:id="rId70"/>
            </p:custDataLst>
          </p:nvPr>
        </p:nvSpPr>
        <p:spPr>
          <a:xfrm>
            <a:off x="8626475" y="180403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9" name="任意多边形: 形状 208"/>
          <p:cNvSpPr/>
          <p:nvPr>
            <p:custDataLst>
              <p:tags r:id="rId71"/>
            </p:custDataLst>
          </p:nvPr>
        </p:nvSpPr>
        <p:spPr>
          <a:xfrm>
            <a:off x="8839835" y="180403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0" name="任意多边形: 形状 209"/>
          <p:cNvSpPr/>
          <p:nvPr>
            <p:custDataLst>
              <p:tags r:id="rId72"/>
            </p:custDataLst>
          </p:nvPr>
        </p:nvSpPr>
        <p:spPr>
          <a:xfrm>
            <a:off x="8519160" y="180403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1" name="任意多边形: 形状 210"/>
          <p:cNvSpPr/>
          <p:nvPr>
            <p:custDataLst>
              <p:tags r:id="rId73"/>
            </p:custDataLst>
          </p:nvPr>
        </p:nvSpPr>
        <p:spPr>
          <a:xfrm>
            <a:off x="8733155" y="180403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62" name="任意多边形: 形状 211"/>
          <p:cNvSpPr/>
          <p:nvPr>
            <p:custDataLst>
              <p:tags r:id="rId74"/>
            </p:custDataLst>
          </p:nvPr>
        </p:nvSpPr>
        <p:spPr>
          <a:xfrm>
            <a:off x="7877810" y="180403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3" name="任意多边形: 形状 213"/>
          <p:cNvSpPr/>
          <p:nvPr>
            <p:custDataLst>
              <p:tags r:id="rId75"/>
            </p:custDataLst>
          </p:nvPr>
        </p:nvSpPr>
        <p:spPr>
          <a:xfrm>
            <a:off x="7984490" y="191071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4" name="任意多边形: 形状 214"/>
          <p:cNvSpPr/>
          <p:nvPr>
            <p:custDataLst>
              <p:tags r:id="rId76"/>
            </p:custDataLst>
          </p:nvPr>
        </p:nvSpPr>
        <p:spPr>
          <a:xfrm>
            <a:off x="8091170" y="1910715"/>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5" name="任意多边形: 形状 215"/>
          <p:cNvSpPr/>
          <p:nvPr>
            <p:custDataLst>
              <p:tags r:id="rId77"/>
            </p:custDataLst>
          </p:nvPr>
        </p:nvSpPr>
        <p:spPr>
          <a:xfrm>
            <a:off x="8197850" y="191071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6" name="任意多边形: 形状 216"/>
          <p:cNvSpPr/>
          <p:nvPr>
            <p:custDataLst>
              <p:tags r:id="rId78"/>
            </p:custDataLst>
          </p:nvPr>
        </p:nvSpPr>
        <p:spPr>
          <a:xfrm>
            <a:off x="8305800" y="1910715"/>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7" name="任意多边形: 形状 217"/>
          <p:cNvSpPr/>
          <p:nvPr>
            <p:custDataLst>
              <p:tags r:id="rId79"/>
            </p:custDataLst>
          </p:nvPr>
        </p:nvSpPr>
        <p:spPr>
          <a:xfrm>
            <a:off x="8412480" y="191071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8" name="任意多边形: 形状 218"/>
          <p:cNvSpPr/>
          <p:nvPr>
            <p:custDataLst>
              <p:tags r:id="rId80"/>
            </p:custDataLst>
          </p:nvPr>
        </p:nvSpPr>
        <p:spPr>
          <a:xfrm>
            <a:off x="8626475" y="19107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9" name="任意多边形: 形状 219"/>
          <p:cNvSpPr/>
          <p:nvPr>
            <p:custDataLst>
              <p:tags r:id="rId81"/>
            </p:custDataLst>
          </p:nvPr>
        </p:nvSpPr>
        <p:spPr>
          <a:xfrm>
            <a:off x="8839835" y="19107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0" name="任意多边形: 形状 220"/>
          <p:cNvSpPr/>
          <p:nvPr>
            <p:custDataLst>
              <p:tags r:id="rId82"/>
            </p:custDataLst>
          </p:nvPr>
        </p:nvSpPr>
        <p:spPr>
          <a:xfrm>
            <a:off x="8519160" y="1910715"/>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1" name="任意多边形: 形状 221"/>
          <p:cNvSpPr/>
          <p:nvPr>
            <p:custDataLst>
              <p:tags r:id="rId83"/>
            </p:custDataLst>
          </p:nvPr>
        </p:nvSpPr>
        <p:spPr>
          <a:xfrm>
            <a:off x="8733155" y="1910715"/>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52" name="任意多边形: 形状 222"/>
          <p:cNvSpPr/>
          <p:nvPr>
            <p:custDataLst>
              <p:tags r:id="rId84"/>
            </p:custDataLst>
          </p:nvPr>
        </p:nvSpPr>
        <p:spPr>
          <a:xfrm>
            <a:off x="7877810" y="191071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3" name="任意多边形: 形状 224"/>
          <p:cNvSpPr/>
          <p:nvPr>
            <p:custDataLst>
              <p:tags r:id="rId85"/>
            </p:custDataLst>
          </p:nvPr>
        </p:nvSpPr>
        <p:spPr>
          <a:xfrm>
            <a:off x="7984490" y="20180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4" name="任意多边形: 形状 225"/>
          <p:cNvSpPr/>
          <p:nvPr>
            <p:custDataLst>
              <p:tags r:id="rId86"/>
            </p:custDataLst>
          </p:nvPr>
        </p:nvSpPr>
        <p:spPr>
          <a:xfrm>
            <a:off x="8091170" y="201803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5" name="任意多边形: 形状 226"/>
          <p:cNvSpPr/>
          <p:nvPr>
            <p:custDataLst>
              <p:tags r:id="rId87"/>
            </p:custDataLst>
          </p:nvPr>
        </p:nvSpPr>
        <p:spPr>
          <a:xfrm>
            <a:off x="8197850" y="20180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6" name="任意多边形: 形状 227"/>
          <p:cNvSpPr/>
          <p:nvPr>
            <p:custDataLst>
              <p:tags r:id="rId88"/>
            </p:custDataLst>
          </p:nvPr>
        </p:nvSpPr>
        <p:spPr>
          <a:xfrm>
            <a:off x="8305800" y="201803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7" name="任意多边形: 形状 228"/>
          <p:cNvSpPr/>
          <p:nvPr>
            <p:custDataLst>
              <p:tags r:id="rId89"/>
            </p:custDataLst>
          </p:nvPr>
        </p:nvSpPr>
        <p:spPr>
          <a:xfrm>
            <a:off x="8412480" y="20180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8" name="任意多边形: 形状 229"/>
          <p:cNvSpPr/>
          <p:nvPr>
            <p:custDataLst>
              <p:tags r:id="rId90"/>
            </p:custDataLst>
          </p:nvPr>
        </p:nvSpPr>
        <p:spPr>
          <a:xfrm>
            <a:off x="8626475" y="20180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9" name="任意多边形: 形状 230"/>
          <p:cNvSpPr/>
          <p:nvPr>
            <p:custDataLst>
              <p:tags r:id="rId91"/>
            </p:custDataLst>
          </p:nvPr>
        </p:nvSpPr>
        <p:spPr>
          <a:xfrm>
            <a:off x="8839835" y="20180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0" name="任意多边形: 形状 231"/>
          <p:cNvSpPr/>
          <p:nvPr>
            <p:custDataLst>
              <p:tags r:id="rId92"/>
            </p:custDataLst>
          </p:nvPr>
        </p:nvSpPr>
        <p:spPr>
          <a:xfrm>
            <a:off x="8519160" y="201803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1" name="任意多边形: 形状 232"/>
          <p:cNvSpPr/>
          <p:nvPr>
            <p:custDataLst>
              <p:tags r:id="rId93"/>
            </p:custDataLst>
          </p:nvPr>
        </p:nvSpPr>
        <p:spPr>
          <a:xfrm>
            <a:off x="8733155" y="201803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762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42" name="任意多边形: 形状 233"/>
          <p:cNvSpPr/>
          <p:nvPr>
            <p:custDataLst>
              <p:tags r:id="rId94"/>
            </p:custDataLst>
          </p:nvPr>
        </p:nvSpPr>
        <p:spPr>
          <a:xfrm>
            <a:off x="7877810" y="2017395"/>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3048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3" name="任意多边形: 形状 235"/>
          <p:cNvSpPr/>
          <p:nvPr>
            <p:custDataLst>
              <p:tags r:id="rId95"/>
            </p:custDataLst>
          </p:nvPr>
        </p:nvSpPr>
        <p:spPr>
          <a:xfrm>
            <a:off x="7984490" y="21247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4" name="任意多边形: 形状 236"/>
          <p:cNvSpPr/>
          <p:nvPr>
            <p:custDataLst>
              <p:tags r:id="rId96"/>
            </p:custDataLst>
          </p:nvPr>
        </p:nvSpPr>
        <p:spPr>
          <a:xfrm>
            <a:off x="8091170" y="2124710"/>
            <a:ext cx="21590" cy="21590"/>
          </a:xfrm>
          <a:custGeom>
            <a:avLst/>
            <a:gdLst/>
            <a:ahLst/>
            <a:cxnLst/>
            <a:rect l="0" t="0" r="0" b="0"/>
            <a:pathLst>
              <a:path w="38101" h="38101">
                <a:moveTo>
                  <a:pt x="38100" y="19050"/>
                </a:moveTo>
                <a:cubicBezTo>
                  <a:pt x="38100" y="29210"/>
                  <a:pt x="29210" y="38100"/>
                  <a:pt x="19050" y="38100"/>
                </a:cubicBezTo>
                <a:cubicBezTo>
                  <a:pt x="8890" y="38100"/>
                  <a:pt x="0" y="29210"/>
                  <a:pt x="0" y="19050"/>
                </a:cubicBezTo>
                <a:cubicBezTo>
                  <a:pt x="0" y="8890"/>
                  <a:pt x="8890"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5" name="任意多边形: 形状 237"/>
          <p:cNvSpPr/>
          <p:nvPr>
            <p:custDataLst>
              <p:tags r:id="rId97"/>
            </p:custDataLst>
          </p:nvPr>
        </p:nvSpPr>
        <p:spPr>
          <a:xfrm>
            <a:off x="8197850" y="212471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6" name="任意多边形: 形状 238"/>
          <p:cNvSpPr/>
          <p:nvPr>
            <p:custDataLst>
              <p:tags r:id="rId98"/>
            </p:custDataLst>
          </p:nvPr>
        </p:nvSpPr>
        <p:spPr>
          <a:xfrm>
            <a:off x="8305800" y="2124710"/>
            <a:ext cx="21590" cy="21590"/>
          </a:xfrm>
          <a:custGeom>
            <a:avLst/>
            <a:gdLst/>
            <a:ahLst/>
            <a:cxnLst/>
            <a:rect l="0" t="0" r="0" b="0"/>
            <a:pathLst>
              <a:path w="38101" h="38101">
                <a:moveTo>
                  <a:pt x="38100" y="19050"/>
                </a:moveTo>
                <a:cubicBezTo>
                  <a:pt x="38100" y="29210"/>
                  <a:pt x="29211" y="38100"/>
                  <a:pt x="19050" y="38100"/>
                </a:cubicBezTo>
                <a:cubicBezTo>
                  <a:pt x="8889" y="38100"/>
                  <a:pt x="0" y="29210"/>
                  <a:pt x="0" y="19050"/>
                </a:cubicBezTo>
                <a:cubicBezTo>
                  <a:pt x="0" y="8890"/>
                  <a:pt x="8889"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7" name="任意多边形: 形状 239"/>
          <p:cNvSpPr/>
          <p:nvPr>
            <p:custDataLst>
              <p:tags r:id="rId99"/>
            </p:custDataLst>
          </p:nvPr>
        </p:nvSpPr>
        <p:spPr>
          <a:xfrm>
            <a:off x="8412480" y="212471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09"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8" name="任意多边形: 形状 240"/>
          <p:cNvSpPr/>
          <p:nvPr>
            <p:custDataLst>
              <p:tags r:id="rId100"/>
            </p:custDataLst>
          </p:nvPr>
        </p:nvSpPr>
        <p:spPr>
          <a:xfrm>
            <a:off x="8626475" y="21247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2921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29" name="任意多边形: 形状 241"/>
          <p:cNvSpPr/>
          <p:nvPr>
            <p:custDataLst>
              <p:tags r:id="rId101"/>
            </p:custDataLst>
          </p:nvPr>
        </p:nvSpPr>
        <p:spPr>
          <a:xfrm>
            <a:off x="8839835" y="21247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80"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0" name="任意多边形: 形状 242"/>
          <p:cNvSpPr/>
          <p:nvPr>
            <p:custDataLst>
              <p:tags r:id="rId102"/>
            </p:custDataLst>
          </p:nvPr>
        </p:nvSpPr>
        <p:spPr>
          <a:xfrm>
            <a:off x="8519160" y="2124710"/>
            <a:ext cx="21590" cy="21590"/>
          </a:xfrm>
          <a:custGeom>
            <a:avLst/>
            <a:gdLst/>
            <a:ahLst/>
            <a:cxnLst/>
            <a:rect l="0" t="0" r="0" b="0"/>
            <a:pathLst>
              <a:path w="38101" h="38101">
                <a:moveTo>
                  <a:pt x="38100" y="19050"/>
                </a:moveTo>
                <a:cubicBezTo>
                  <a:pt x="38100" y="29210"/>
                  <a:pt x="29210" y="38100"/>
                  <a:pt x="19050" y="38100"/>
                </a:cubicBezTo>
                <a:cubicBezTo>
                  <a:pt x="8889" y="38100"/>
                  <a:pt x="0" y="29210"/>
                  <a:pt x="0" y="19050"/>
                </a:cubicBezTo>
                <a:cubicBezTo>
                  <a:pt x="0" y="8890"/>
                  <a:pt x="8889" y="0"/>
                  <a:pt x="19050" y="0"/>
                </a:cubicBezTo>
                <a:cubicBezTo>
                  <a:pt x="30478"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1" name="任意多边形: 形状 243"/>
          <p:cNvSpPr/>
          <p:nvPr>
            <p:custDataLst>
              <p:tags r:id="rId103"/>
            </p:custDataLst>
          </p:nvPr>
        </p:nvSpPr>
        <p:spPr>
          <a:xfrm>
            <a:off x="8733155" y="2124710"/>
            <a:ext cx="21590" cy="21590"/>
          </a:xfrm>
          <a:custGeom>
            <a:avLst/>
            <a:gdLst/>
            <a:ahLst/>
            <a:cxnLst/>
            <a:rect l="0" t="0" r="0" b="0"/>
            <a:pathLst>
              <a:path w="38101" h="38101">
                <a:moveTo>
                  <a:pt x="38100" y="19050"/>
                </a:moveTo>
                <a:cubicBezTo>
                  <a:pt x="38100" y="29210"/>
                  <a:pt x="29211" y="38100"/>
                  <a:pt x="19050" y="38100"/>
                </a:cubicBezTo>
                <a:cubicBezTo>
                  <a:pt x="8890" y="38100"/>
                  <a:pt x="0" y="29210"/>
                  <a:pt x="0" y="19050"/>
                </a:cubicBezTo>
                <a:cubicBezTo>
                  <a:pt x="0" y="8890"/>
                  <a:pt x="8890" y="0"/>
                  <a:pt x="19050" y="0"/>
                </a:cubicBezTo>
                <a:cubicBezTo>
                  <a:pt x="29211" y="0"/>
                  <a:pt x="38100" y="8890"/>
                  <a:pt x="38100" y="1905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32" name="任意多边形: 形状 244"/>
          <p:cNvSpPr/>
          <p:nvPr>
            <p:custDataLst>
              <p:tags r:id="rId104"/>
            </p:custDataLst>
          </p:nvPr>
        </p:nvSpPr>
        <p:spPr>
          <a:xfrm>
            <a:off x="7877810" y="2124710"/>
            <a:ext cx="21590" cy="21590"/>
          </a:xfrm>
          <a:custGeom>
            <a:avLst/>
            <a:gdLst/>
            <a:ahLst/>
            <a:cxnLst/>
            <a:rect l="0" t="0" r="0" b="0"/>
            <a:pathLst>
              <a:path w="38101" h="38101">
                <a:moveTo>
                  <a:pt x="19050" y="38100"/>
                </a:moveTo>
                <a:cubicBezTo>
                  <a:pt x="8890" y="38100"/>
                  <a:pt x="0" y="29210"/>
                  <a:pt x="0" y="19050"/>
                </a:cubicBezTo>
                <a:cubicBezTo>
                  <a:pt x="0" y="8890"/>
                  <a:pt x="8890" y="0"/>
                  <a:pt x="19050" y="0"/>
                </a:cubicBezTo>
                <a:cubicBezTo>
                  <a:pt x="29210" y="0"/>
                  <a:pt x="38100" y="8890"/>
                  <a:pt x="38100" y="19050"/>
                </a:cubicBezTo>
                <a:cubicBezTo>
                  <a:pt x="38100" y="29210"/>
                  <a:pt x="29210" y="38100"/>
                  <a:pt x="19050" y="38100"/>
                </a:cubicBezTo>
                <a:close/>
              </a:path>
            </a:pathLst>
          </a:custGeom>
          <a:solidFill>
            <a:srgbClr val="E6E6E6"/>
          </a:solidFill>
          <a:ln w="12700" cap="flat" cmpd="sng" algn="ctr">
            <a:noFill/>
            <a:prstDash val="solid"/>
            <a:miter lim="800000"/>
          </a:ln>
          <a:effectLst/>
          <a:extLst>
            <a:ext uri="{91240B29-F687-4F45-9708-019B960494DF}">
              <a14:hiddenLine xmlns:a14="http://schemas.microsoft.com/office/drawing/2010/main" w="12700">
                <a:solidFill>
                  <a:srgbClr val="5B9BD5">
                    <a:shade val="50000"/>
                  </a:srgbClr>
                </a:solidFill>
                <a:prstDash val="solid"/>
                <a:miter lim="800000"/>
                <a:headEnd/>
                <a:tailEnd/>
              </a14:hiddenLine>
            </a:ext>
          </a:ex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10" name="矩形: 圆角 1127"/>
          <p:cNvSpPr/>
          <p:nvPr>
            <p:custDataLst>
              <p:tags r:id="rId105"/>
            </p:custDataLst>
          </p:nvPr>
        </p:nvSpPr>
        <p:spPr>
          <a:xfrm>
            <a:off x="525472" y="1530518"/>
            <a:ext cx="2551681" cy="3023800"/>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8000"/>
              </a:prstClr>
            </a:outerShdw>
          </a:effec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13" name="斜纹 512"/>
          <p:cNvSpPr/>
          <p:nvPr>
            <p:custDataLst>
              <p:tags r:id="rId106"/>
            </p:custDataLst>
          </p:nvPr>
        </p:nvSpPr>
        <p:spPr>
          <a:xfrm rot="8100000">
            <a:off x="-183048" y="407657"/>
            <a:ext cx="366095" cy="366095"/>
          </a:xfrm>
          <a:prstGeom prst="diagStripe">
            <a:avLst/>
          </a:prstGeom>
          <a:solidFill>
            <a:srgbClr val="44546A">
              <a:lumMod val="20000"/>
              <a:lumOff val="80000"/>
            </a:srgbClr>
          </a:solidFill>
          <a:ln>
            <a:noFill/>
          </a:ln>
          <a:effec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kumimoji="1" lang="zh-CN" altLang="en-US" sz="1350">
              <a:solidFill>
                <a:sysClr val="windowText" lastClr="000000"/>
              </a:solidFill>
            </a:endParaRPr>
          </a:p>
        </p:txBody>
      </p:sp>
      <p:sp>
        <p:nvSpPr>
          <p:cNvPr id="7" name="文本框 6"/>
          <p:cNvSpPr txBox="1"/>
          <p:nvPr>
            <p:custDataLst>
              <p:tags r:id="rId107"/>
            </p:custDataLst>
          </p:nvPr>
        </p:nvSpPr>
        <p:spPr>
          <a:xfrm>
            <a:off x="403622" y="369923"/>
            <a:ext cx="8058215" cy="426244"/>
          </a:xfrm>
          <a:prstGeom prst="rect">
            <a:avLst/>
          </a:prstGeom>
          <a:noFill/>
        </p:spPr>
        <p:txBody>
          <a:bodyPr wrap="square" lIns="76200" tIns="28575" rIns="57150" bIns="28575" rtlCol="0" anchor="t" anchorCtr="0">
            <a:noAutofit/>
          </a:bodyPr>
          <a:lstStyle>
            <a:defPPr>
              <a:defRPr lang="zh-CN"/>
            </a:defPPr>
            <a:lvl1pPr>
              <a:defRPr sz="2400" spc="200">
                <a:latin typeface="微软雅黑" panose="020B0503020204020204" charset="-122"/>
                <a:ea typeface="微软雅黑" panose="020B0503020204020204" charset="-122"/>
              </a:defRPr>
            </a:lvl1pPr>
          </a:lstStyle>
          <a:p>
            <a:pPr marL="0" indent="0" algn="l">
              <a:lnSpc>
                <a:spcPct val="100000"/>
              </a:lnSpc>
              <a:spcBef>
                <a:spcPts val="0"/>
              </a:spcBef>
              <a:spcAft>
                <a:spcPts val="0"/>
              </a:spcAft>
              <a:buSzPct val="100000"/>
            </a:pPr>
            <a:r>
              <a:rPr lang="zh-CN" altLang="en-US" sz="2400" b="1" spc="300" dirty="0">
                <a:solidFill>
                  <a:sysClr val="windowText" lastClr="000000">
                    <a:lumMod val="85000"/>
                    <a:lumOff val="15000"/>
                  </a:sysClr>
                </a:solidFill>
                <a:latin typeface="Arial" panose="020B0604020202020204" pitchFamily="34" charset="0"/>
                <a:sym typeface="+mn-ea"/>
              </a:rPr>
              <a:t>幻灯片母版</a:t>
            </a:r>
            <a:endParaRPr lang="zh-CN" altLang="en-US" sz="2400" b="1" spc="300" dirty="0">
              <a:solidFill>
                <a:sysClr val="windowText" lastClr="000000">
                  <a:lumMod val="85000"/>
                  <a:lumOff val="15000"/>
                </a:sysClr>
              </a:solidFill>
              <a:latin typeface="Arial" panose="020B0604020202020204" pitchFamily="34" charset="0"/>
              <a:sym typeface="+mn-ea"/>
            </a:endParaRPr>
          </a:p>
        </p:txBody>
      </p:sp>
      <p:sp>
        <p:nvSpPr>
          <p:cNvPr id="9" name="同心圆 262"/>
          <p:cNvSpPr/>
          <p:nvPr>
            <p:custDataLst>
              <p:tags r:id="rId108"/>
            </p:custDataLst>
          </p:nvPr>
        </p:nvSpPr>
        <p:spPr>
          <a:xfrm>
            <a:off x="599835" y="1611367"/>
            <a:ext cx="225533" cy="225533"/>
          </a:xfrm>
          <a:prstGeom prst="donut">
            <a:avLst/>
          </a:prstGeom>
          <a:ln w="25400">
            <a:solidFill>
              <a:sysClr val="window" lastClr="FFFFFF"/>
            </a:solid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kumimoji="1" lang="zh-CN" altLang="en-US" sz="1350">
              <a:solidFill>
                <a:sysClr val="windowText" lastClr="000000"/>
              </a:solidFill>
            </a:endParaRPr>
          </a:p>
        </p:txBody>
      </p:sp>
      <p:sp>
        <p:nvSpPr>
          <p:cNvPr id="10" name="矩形: 圆角 1128"/>
          <p:cNvSpPr/>
          <p:nvPr>
            <p:custDataLst>
              <p:tags r:id="rId109"/>
            </p:custDataLst>
          </p:nvPr>
        </p:nvSpPr>
        <p:spPr>
          <a:xfrm>
            <a:off x="3363295" y="1530665"/>
            <a:ext cx="5131594" cy="3024697"/>
          </a:xfrm>
          <a:prstGeom prst="roundRect">
            <a:avLst>
              <a:gd name="adj" fmla="val 4386"/>
            </a:avLst>
          </a:prstGeom>
          <a:solidFill>
            <a:sysClr val="window" lastClr="FFFFFF"/>
          </a:solidFill>
          <a:ln w="12700">
            <a:solidFill>
              <a:srgbClr val="44546A">
                <a:lumMod val="75000"/>
              </a:srgbClr>
            </a:solidFill>
          </a:ln>
          <a:effectLst>
            <a:outerShdw blurRad="50800" dist="76200" dir="5400000" algn="t" rotWithShape="0">
              <a:prstClr val="black">
                <a:alpha val="11000"/>
              </a:prstClr>
            </a:outerShdw>
          </a:effectLst>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p>
        </p:txBody>
      </p:sp>
      <p:sp>
        <p:nvSpPr>
          <p:cNvPr id="515" name="同心圆 262"/>
          <p:cNvSpPr/>
          <p:nvPr>
            <p:custDataLst>
              <p:tags r:id="rId110"/>
            </p:custDataLst>
          </p:nvPr>
        </p:nvSpPr>
        <p:spPr>
          <a:xfrm>
            <a:off x="8207929" y="4265032"/>
            <a:ext cx="225533" cy="225533"/>
          </a:xfrm>
          <a:prstGeom prst="donut">
            <a:avLst/>
          </a:prstGeom>
          <a:ln w="25400">
            <a:solidFill>
              <a:sysClr val="window" lastClr="FFFFFF"/>
            </a:solid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kumimoji="1" lang="zh-CN" altLang="en-US" sz="1350">
              <a:solidFill>
                <a:sysClr val="windowText" lastClr="000000"/>
              </a:solidFill>
            </a:endParaRPr>
          </a:p>
        </p:txBody>
      </p:sp>
      <p:sp>
        <p:nvSpPr>
          <p:cNvPr id="12" name="文本框 11"/>
          <p:cNvSpPr txBox="1"/>
          <p:nvPr>
            <p:custDataLst>
              <p:tags r:id="rId111"/>
            </p:custDataLst>
          </p:nvPr>
        </p:nvSpPr>
        <p:spPr>
          <a:xfrm>
            <a:off x="707708" y="2039870"/>
            <a:ext cx="2186940" cy="1705928"/>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0" lvl="0" indent="0" algn="just">
              <a:lnSpc>
                <a:spcPct val="150000"/>
              </a:lnSpc>
              <a:spcBef>
                <a:spcPts val="0"/>
              </a:spcBef>
              <a:spcAft>
                <a:spcPts val="1000"/>
              </a:spcAft>
              <a:buSzPct val="100000"/>
            </a:pPr>
            <a:r>
              <a:rPr lang="zh-CN" sz="1400" b="1" dirty="0">
                <a:solidFill>
                  <a:sysClr val="windowText" lastClr="000000">
                    <a:lumMod val="50000"/>
                    <a:lumOff val="50000"/>
                  </a:sysClr>
                </a:solidFill>
                <a:latin typeface="Arial" panose="020B0604020202020204" pitchFamily="34" charset="0"/>
                <a:ea typeface="微软雅黑" panose="020B0503020204020204" charset="-122"/>
              </a:rPr>
              <a:t>（</a:t>
            </a:r>
            <a:r>
              <a:rPr lang="en-US" altLang="zh-CN" sz="1400" b="1" dirty="0">
                <a:solidFill>
                  <a:sysClr val="windowText" lastClr="000000">
                    <a:lumMod val="50000"/>
                    <a:lumOff val="50000"/>
                  </a:sysClr>
                </a:solidFill>
                <a:latin typeface="Arial" panose="020B0604020202020204" pitchFamily="34" charset="0"/>
                <a:ea typeface="微软雅黑" panose="020B0503020204020204" charset="-122"/>
              </a:rPr>
              <a:t>1</a:t>
            </a:r>
            <a:r>
              <a:rPr lang="zh-CN" sz="1400" b="1" dirty="0">
                <a:solidFill>
                  <a:sysClr val="windowText" lastClr="000000">
                    <a:lumMod val="50000"/>
                    <a:lumOff val="50000"/>
                  </a:sysClr>
                </a:solidFill>
                <a:latin typeface="Arial" panose="020B0604020202020204" pitchFamily="34" charset="0"/>
                <a:ea typeface="微软雅黑" panose="020B0503020204020204" charset="-122"/>
              </a:rPr>
              <a:t>）</a:t>
            </a:r>
            <a:r>
              <a:rPr sz="1400" b="1" dirty="0">
                <a:solidFill>
                  <a:sysClr val="windowText" lastClr="000000">
                    <a:lumMod val="50000"/>
                    <a:lumOff val="50000"/>
                  </a:sysClr>
                </a:solidFill>
                <a:latin typeface="Arial" panose="020B0604020202020204" pitchFamily="34" charset="0"/>
                <a:ea typeface="微软雅黑" panose="020B0503020204020204" charset="-122"/>
              </a:rPr>
              <a:t>单击“视图”选项卡“母版视图”组中的“幻灯片母版”图标 ，切换到“幻灯片母版”视图，如图 6-41 所示。在</a:t>
            </a:r>
            <a:endParaRPr sz="1400" b="1" dirty="0">
              <a:solidFill>
                <a:sysClr val="windowText" lastClr="000000">
                  <a:lumMod val="50000"/>
                  <a:lumOff val="50000"/>
                </a:sysClr>
              </a:solidFill>
              <a:latin typeface="Arial" panose="020B0604020202020204" pitchFamily="34" charset="0"/>
              <a:ea typeface="微软雅黑" panose="020B0503020204020204" charset="-122"/>
            </a:endParaRPr>
          </a:p>
        </p:txBody>
      </p:sp>
      <p:pic>
        <p:nvPicPr>
          <p:cNvPr id="2" name="图片 1"/>
          <p:cNvPicPr>
            <a:picLocks noChangeAspect="1"/>
          </p:cNvPicPr>
          <p:nvPr/>
        </p:nvPicPr>
        <p:blipFill>
          <a:blip r:embed="rId112"/>
          <a:stretch>
            <a:fillRect/>
          </a:stretch>
        </p:blipFill>
        <p:spPr>
          <a:xfrm>
            <a:off x="3729990" y="1696720"/>
            <a:ext cx="4399280" cy="2762885"/>
          </a:xfrm>
          <a:prstGeom prst="rect">
            <a:avLst/>
          </a:prstGeom>
        </p:spPr>
      </p:pic>
    </p:spTree>
    <p:custDataLst>
      <p:tags r:id="rId113"/>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custDataLst>
              <p:tags r:id="rId1"/>
            </p:custDataLst>
          </p:nvPr>
        </p:nvSpPr>
        <p:spPr>
          <a:xfrm>
            <a:off x="0" y="53340"/>
            <a:ext cx="9144000" cy="5143500"/>
          </a:xfrm>
          <a:prstGeom prst="rect">
            <a:avLst/>
          </a:prstGeom>
          <a:pattFill prst="ltUpDiag">
            <a:fgClr>
              <a:srgbClr val="FFFFFF">
                <a:lumMod val="75000"/>
              </a:srgbClr>
            </a:fgClr>
            <a:bgClr>
              <a:srgbClr val="FFFFFF"/>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p>
            <a:pPr algn="ctr"/>
            <a:endParaRPr lang="zh-CN" altLang="en-US" sz="1350"/>
          </a:p>
        </p:txBody>
      </p:sp>
      <p:sp>
        <p:nvSpPr>
          <p:cNvPr id="51" name="矩形 50"/>
          <p:cNvSpPr/>
          <p:nvPr>
            <p:custDataLst>
              <p:tags r:id="rId2"/>
            </p:custDataLst>
          </p:nvPr>
        </p:nvSpPr>
        <p:spPr>
          <a:xfrm>
            <a:off x="6662261" y="1133951"/>
            <a:ext cx="2144078" cy="1678781"/>
          </a:xfrm>
          <a:prstGeom prst="rect">
            <a:avLst/>
          </a:prstGeom>
          <a:solidFill>
            <a:srgbClr val="E34D4D"/>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fontAlgn="ctr">
              <a:spcBef>
                <a:spcPts val="1000"/>
              </a:spcBef>
            </a:pPr>
            <a:endParaRPr lang="zh-CN" altLang="en-US" sz="1350" dirty="0"/>
          </a:p>
        </p:txBody>
      </p:sp>
      <p:sp>
        <p:nvSpPr>
          <p:cNvPr id="52" name="文本框 51"/>
          <p:cNvSpPr txBox="1"/>
          <p:nvPr>
            <p:custDataLst>
              <p:tags r:id="rId3"/>
            </p:custDataLst>
          </p:nvPr>
        </p:nvSpPr>
        <p:spPr>
          <a:xfrm>
            <a:off x="7084219" y="1373664"/>
            <a:ext cx="1374775" cy="1198880"/>
          </a:xfrm>
          <a:prstGeom prst="rect">
            <a:avLst/>
          </a:prstGeom>
          <a:noFill/>
        </p:spPr>
        <p:txBody>
          <a:bodyPr wrap="none" rtlCol="0" anchor="ctr">
            <a:spAutoFit/>
          </a:bodyPr>
          <a:lstStyle/>
          <a:p>
            <a:pPr fontAlgn="ctr">
              <a:spcBef>
                <a:spcPts val="1000"/>
              </a:spcBef>
            </a:pPr>
            <a:r>
              <a:rPr lang="en-US" altLang="zh-CN" sz="7200" b="1" dirty="0">
                <a:solidFill>
                  <a:srgbClr val="FFFFFF">
                    <a:alpha val="20000"/>
                  </a:srgbClr>
                </a:solidFill>
                <a:latin typeface="Agency FB" panose="020B0503020202020204" pitchFamily="34" charset="0"/>
                <a:cs typeface="Arial" panose="020B0604020202020204" pitchFamily="34" charset="0"/>
              </a:rPr>
              <a:t>No.1</a:t>
            </a:r>
            <a:endParaRPr lang="zh-CN" altLang="en-US" sz="7200" b="1" dirty="0">
              <a:solidFill>
                <a:srgbClr val="FFFFFF">
                  <a:alpha val="20000"/>
                </a:srgbClr>
              </a:solidFill>
              <a:latin typeface="Agency FB" panose="020B0503020202020204" pitchFamily="34" charset="0"/>
              <a:cs typeface="Arial" panose="020B0604020202020204" pitchFamily="34" charset="0"/>
            </a:endParaRPr>
          </a:p>
        </p:txBody>
      </p:sp>
      <p:sp>
        <p:nvSpPr>
          <p:cNvPr id="53" name="任意多边形: 形状 52"/>
          <p:cNvSpPr/>
          <p:nvPr>
            <p:custDataLst>
              <p:tags r:id="rId4"/>
            </p:custDataLst>
          </p:nvPr>
        </p:nvSpPr>
        <p:spPr>
          <a:xfrm>
            <a:off x="337661" y="1133951"/>
            <a:ext cx="7152323" cy="1678781"/>
          </a:xfrm>
          <a:custGeom>
            <a:avLst/>
            <a:gdLst>
              <a:gd name="connsiteX0" fmla="*/ 0 w 9536217"/>
              <a:gd name="connsiteY0" fmla="*/ 0 h 2238094"/>
              <a:gd name="connsiteX1" fmla="*/ 8673889 w 9536217"/>
              <a:gd name="connsiteY1" fmla="*/ 0 h 2238094"/>
              <a:gd name="connsiteX2" fmla="*/ 9536217 w 9536217"/>
              <a:gd name="connsiteY2" fmla="*/ 2238094 h 2238094"/>
              <a:gd name="connsiteX3" fmla="*/ 0 w 9536217"/>
              <a:gd name="connsiteY3" fmla="*/ 2238094 h 2238094"/>
            </a:gdLst>
            <a:ahLst/>
            <a:cxnLst>
              <a:cxn ang="0">
                <a:pos x="connsiteX0" y="connsiteY0"/>
              </a:cxn>
              <a:cxn ang="0">
                <a:pos x="connsiteX1" y="connsiteY1"/>
              </a:cxn>
              <a:cxn ang="0">
                <a:pos x="connsiteX2" y="connsiteY2"/>
              </a:cxn>
              <a:cxn ang="0">
                <a:pos x="connsiteX3" y="connsiteY3"/>
              </a:cxn>
            </a:cxnLst>
            <a:rect l="l" t="t" r="r" b="b"/>
            <a:pathLst>
              <a:path w="9536217" h="2238094">
                <a:moveTo>
                  <a:pt x="0" y="0"/>
                </a:moveTo>
                <a:lnTo>
                  <a:pt x="8673889" y="0"/>
                </a:lnTo>
                <a:lnTo>
                  <a:pt x="9536217" y="2238094"/>
                </a:lnTo>
                <a:lnTo>
                  <a:pt x="0" y="2238094"/>
                </a:ln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fontAlgn="ctr">
              <a:spcBef>
                <a:spcPts val="1000"/>
              </a:spcBef>
            </a:pPr>
            <a:endParaRPr lang="zh-CN" altLang="en-US" sz="1350"/>
          </a:p>
        </p:txBody>
      </p:sp>
      <p:sp>
        <p:nvSpPr>
          <p:cNvPr id="6" name="文本框 5"/>
          <p:cNvSpPr txBox="1"/>
          <p:nvPr>
            <p:custDataLst>
              <p:tags r:id="rId5"/>
            </p:custDataLst>
          </p:nvPr>
        </p:nvSpPr>
        <p:spPr>
          <a:xfrm>
            <a:off x="705485" y="1283970"/>
            <a:ext cx="6139180" cy="147447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285750" lvl="0" indent="-285750" algn="just">
              <a:lnSpc>
                <a:spcPct val="120000"/>
              </a:lnSpc>
              <a:spcBef>
                <a:spcPts val="0"/>
              </a:spcBef>
              <a:spcAft>
                <a:spcPts val="500"/>
              </a:spcAft>
              <a:buSzPct val="100000"/>
              <a:buFont typeface="Wingdings" panose="05000000000000000000" charset="0"/>
              <a:buChar char="u"/>
            </a:pPr>
            <a:r>
              <a:rPr sz="1200" dirty="0">
                <a:latin typeface="Arial" panose="020B0604020202020204" pitchFamily="34" charset="0"/>
                <a:ea typeface="微软雅黑" panose="020B0503020204020204" charset="-122"/>
                <a:sym typeface="+mn-ea"/>
              </a:rPr>
              <a:t>在左侧窗格中 , 单击选择希望修改的具体版式将其显示到版式编辑区，然后像修改普通幻灯片一样修改其中的内容（如字体、颜色、各元素的位置、背景色、添加修饰图片等）。</a:t>
            </a:r>
            <a:endParaRPr sz="1200" spc="150" dirty="0">
              <a:latin typeface="Arial" panose="020B0604020202020204" pitchFamily="34" charset="0"/>
              <a:ea typeface="微软雅黑" panose="020B0503020204020204" charset="-122"/>
              <a:sym typeface="+mn-ea"/>
            </a:endParaRPr>
          </a:p>
          <a:p>
            <a:pPr marL="285750" lvl="0" indent="-285750" algn="just">
              <a:lnSpc>
                <a:spcPct val="120000"/>
              </a:lnSpc>
              <a:spcBef>
                <a:spcPts val="0"/>
              </a:spcBef>
              <a:spcAft>
                <a:spcPts val="500"/>
              </a:spcAft>
              <a:buSzPct val="100000"/>
              <a:buFont typeface="Wingdings" panose="05000000000000000000" charset="0"/>
              <a:buChar char="u"/>
            </a:pPr>
            <a:r>
              <a:rPr sz="1200" dirty="0">
                <a:latin typeface="Arial" panose="020B0604020202020204" pitchFamily="34" charset="0"/>
                <a:ea typeface="微软雅黑" panose="020B0503020204020204" charset="-122"/>
                <a:sym typeface="+mn-ea"/>
              </a:rPr>
              <a:t>在修改幻灯片母版下的一个或多个版式时，实质上是在修改该幻灯片母版。每个幻灯片版式的设置方式都不同，然而，与给定幻灯片母版相关联的所有版式均包含相同主题（配色方案、字体和效果等）。</a:t>
            </a:r>
            <a:endParaRPr sz="1200" dirty="0">
              <a:solidFill>
                <a:srgbClr val="000000">
                  <a:lumMod val="75000"/>
                  <a:lumOff val="25000"/>
                </a:srgbClr>
              </a:solidFill>
              <a:latin typeface="Arial" panose="020B0604020202020204" pitchFamily="34" charset="0"/>
              <a:ea typeface="微软雅黑" panose="020B0503020204020204" charset="-122"/>
              <a:sym typeface="+mn-ea"/>
            </a:endParaRPr>
          </a:p>
        </p:txBody>
      </p:sp>
      <p:sp>
        <p:nvSpPr>
          <p:cNvPr id="43" name="矩形 42"/>
          <p:cNvSpPr/>
          <p:nvPr>
            <p:custDataLst>
              <p:tags r:id="rId6"/>
            </p:custDataLst>
          </p:nvPr>
        </p:nvSpPr>
        <p:spPr>
          <a:xfrm>
            <a:off x="6662261" y="2987040"/>
            <a:ext cx="2144078" cy="1678781"/>
          </a:xfrm>
          <a:prstGeom prst="rect">
            <a:avLst/>
          </a:prstGeom>
          <a:solidFill>
            <a:srgbClr val="44546A"/>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fontAlgn="ctr">
              <a:spcBef>
                <a:spcPts val="1000"/>
              </a:spcBef>
            </a:pPr>
            <a:endParaRPr lang="zh-CN" altLang="en-US" sz="1350" dirty="0"/>
          </a:p>
        </p:txBody>
      </p:sp>
      <p:sp>
        <p:nvSpPr>
          <p:cNvPr id="45" name="文本框 44"/>
          <p:cNvSpPr txBox="1"/>
          <p:nvPr>
            <p:custDataLst>
              <p:tags r:id="rId7"/>
            </p:custDataLst>
          </p:nvPr>
        </p:nvSpPr>
        <p:spPr>
          <a:xfrm>
            <a:off x="7084219" y="3226753"/>
            <a:ext cx="1563370" cy="1198880"/>
          </a:xfrm>
          <a:prstGeom prst="rect">
            <a:avLst/>
          </a:prstGeom>
          <a:noFill/>
        </p:spPr>
        <p:txBody>
          <a:bodyPr wrap="none" rtlCol="0" anchor="ctr">
            <a:spAutoFit/>
          </a:bodyPr>
          <a:lstStyle/>
          <a:p>
            <a:pPr fontAlgn="ctr">
              <a:spcBef>
                <a:spcPts val="1000"/>
              </a:spcBef>
            </a:pPr>
            <a:r>
              <a:rPr lang="en-US" altLang="zh-CN" sz="7200" b="1" dirty="0">
                <a:solidFill>
                  <a:srgbClr val="FFFFFF">
                    <a:alpha val="20000"/>
                  </a:srgbClr>
                </a:solidFill>
                <a:latin typeface="Agency FB" panose="020B0503020202020204" pitchFamily="34" charset="0"/>
                <a:cs typeface="Arial" panose="020B0604020202020204" pitchFamily="34" charset="0"/>
              </a:rPr>
              <a:t>No.2</a:t>
            </a:r>
            <a:endParaRPr lang="zh-CN" altLang="en-US" sz="7200" b="1" dirty="0">
              <a:solidFill>
                <a:srgbClr val="FFFFFF">
                  <a:alpha val="20000"/>
                </a:srgbClr>
              </a:solidFill>
              <a:latin typeface="Agency FB" panose="020B0503020202020204" pitchFamily="34" charset="0"/>
              <a:cs typeface="Arial" panose="020B0604020202020204" pitchFamily="34" charset="0"/>
            </a:endParaRPr>
          </a:p>
        </p:txBody>
      </p:sp>
      <p:sp>
        <p:nvSpPr>
          <p:cNvPr id="47" name="任意多边形: 形状 46"/>
          <p:cNvSpPr/>
          <p:nvPr>
            <p:custDataLst>
              <p:tags r:id="rId8"/>
            </p:custDataLst>
          </p:nvPr>
        </p:nvSpPr>
        <p:spPr>
          <a:xfrm>
            <a:off x="337661" y="2987040"/>
            <a:ext cx="7152323" cy="1678781"/>
          </a:xfrm>
          <a:custGeom>
            <a:avLst/>
            <a:gdLst>
              <a:gd name="connsiteX0" fmla="*/ 0 w 9536217"/>
              <a:gd name="connsiteY0" fmla="*/ 0 h 2238094"/>
              <a:gd name="connsiteX1" fmla="*/ 8673889 w 9536217"/>
              <a:gd name="connsiteY1" fmla="*/ 0 h 2238094"/>
              <a:gd name="connsiteX2" fmla="*/ 9536217 w 9536217"/>
              <a:gd name="connsiteY2" fmla="*/ 2238094 h 2238094"/>
              <a:gd name="connsiteX3" fmla="*/ 0 w 9536217"/>
              <a:gd name="connsiteY3" fmla="*/ 2238094 h 2238094"/>
            </a:gdLst>
            <a:ahLst/>
            <a:cxnLst>
              <a:cxn ang="0">
                <a:pos x="connsiteX0" y="connsiteY0"/>
              </a:cxn>
              <a:cxn ang="0">
                <a:pos x="connsiteX1" y="connsiteY1"/>
              </a:cxn>
              <a:cxn ang="0">
                <a:pos x="connsiteX2" y="connsiteY2"/>
              </a:cxn>
              <a:cxn ang="0">
                <a:pos x="connsiteX3" y="connsiteY3"/>
              </a:cxn>
            </a:cxnLst>
            <a:rect l="l" t="t" r="r" b="b"/>
            <a:pathLst>
              <a:path w="9536217" h="2238094">
                <a:moveTo>
                  <a:pt x="0" y="0"/>
                </a:moveTo>
                <a:lnTo>
                  <a:pt x="8673889" y="0"/>
                </a:lnTo>
                <a:lnTo>
                  <a:pt x="9536217" y="2238094"/>
                </a:lnTo>
                <a:lnTo>
                  <a:pt x="0" y="2238094"/>
                </a:lnTo>
                <a:close/>
              </a:path>
            </a:pathLst>
          </a:custGeom>
          <a:solidFill>
            <a:srgbClr val="FFFFFF"/>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lstStyle/>
          <a:p>
            <a:pPr algn="ctr" fontAlgn="ctr">
              <a:spcBef>
                <a:spcPts val="1000"/>
              </a:spcBef>
            </a:pPr>
            <a:endParaRPr lang="zh-CN" altLang="en-US" sz="1350"/>
          </a:p>
        </p:txBody>
      </p:sp>
      <p:sp>
        <p:nvSpPr>
          <p:cNvPr id="10" name="文本框 9"/>
          <p:cNvSpPr txBox="1"/>
          <p:nvPr>
            <p:custDataLst>
              <p:tags r:id="rId9"/>
            </p:custDataLst>
          </p:nvPr>
        </p:nvSpPr>
        <p:spPr>
          <a:xfrm>
            <a:off x="706120" y="3594735"/>
            <a:ext cx="6138545" cy="666115"/>
          </a:xfrm>
          <a:prstGeom prst="rect">
            <a:avLst/>
          </a:prstGeom>
          <a:noFill/>
        </p:spPr>
        <p:txBody>
          <a:bodyPr/>
          <a:p>
            <a:pPr marL="285750" lvl="0" indent="-285750" algn="just">
              <a:lnSpc>
                <a:spcPct val="150000"/>
              </a:lnSpc>
              <a:spcBef>
                <a:spcPts val="0"/>
              </a:spcBef>
              <a:spcAft>
                <a:spcPts val="1000"/>
              </a:spcAft>
              <a:buSzPct val="100000"/>
              <a:buFont typeface="Wingdings" panose="05000000000000000000" charset="0"/>
              <a:buChar char="u"/>
            </a:pPr>
            <a:r>
              <a:rPr sz="1200" spc="150" dirty="0">
                <a:latin typeface="Arial" panose="020B0604020202020204" pitchFamily="34" charset="0"/>
                <a:ea typeface="微软雅黑" panose="020B0503020204020204" charset="-122"/>
                <a:sym typeface="+mn-ea"/>
              </a:rPr>
              <a:t>单击“幻灯片母版”选项卡功能区最右侧“关闭母版视图”按钮，可返回原视图状态。</a:t>
            </a:r>
            <a:endParaRPr sz="1200" spc="150" dirty="0">
              <a:latin typeface="Arial" panose="020B0604020202020204" pitchFamily="34" charset="0"/>
              <a:ea typeface="微软雅黑" panose="020B0503020204020204" charset="-122"/>
              <a:sym typeface="+mn-ea"/>
            </a:endParaRPr>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custDataLst>
              <p:tags r:id="rId1"/>
            </p:custDataLst>
          </p:nvPr>
        </p:nvSpPr>
        <p:spPr>
          <a:xfrm>
            <a:off x="0" y="2367730"/>
            <a:ext cx="9144000" cy="2775770"/>
          </a:xfrm>
          <a:prstGeom prst="rect">
            <a:avLst/>
          </a:prstGeom>
          <a:solidFill>
            <a:srgbClr val="E7E7F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a:solidFill>
                <a:srgbClr val="FFFFFF"/>
              </a:solidFill>
              <a:latin typeface="微软雅黑" panose="020B0503020204020204" charset="-122"/>
              <a:ea typeface="微软雅黑" panose="020B0503020204020204" charset="-122"/>
              <a:sym typeface="+mn-ea"/>
            </a:endParaRPr>
          </a:p>
        </p:txBody>
      </p:sp>
      <p:grpSp>
        <p:nvGrpSpPr>
          <p:cNvPr id="4" name="组合 3"/>
          <p:cNvGrpSpPr/>
          <p:nvPr userDrawn="1">
            <p:custDataLst>
              <p:tags r:id="rId2"/>
            </p:custDataLst>
          </p:nvPr>
        </p:nvGrpSpPr>
        <p:grpSpPr>
          <a:xfrm>
            <a:off x="67487" y="71105"/>
            <a:ext cx="8965498" cy="5053346"/>
            <a:chOff x="89982" y="94806"/>
            <a:chExt cx="11953997" cy="6737794"/>
          </a:xfrm>
        </p:grpSpPr>
        <p:pic>
          <p:nvPicPr>
            <p:cNvPr id="23" name="图片 22"/>
            <p:cNvPicPr>
              <a:picLocks noChangeAspect="1"/>
            </p:cNvPicPr>
            <p:nvPr userDrawn="1">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89982" y="94806"/>
              <a:ext cx="786452" cy="865707"/>
            </a:xfrm>
            <a:prstGeom prst="rect">
              <a:avLst/>
            </a:prstGeom>
          </p:spPr>
        </p:pic>
        <p:pic>
          <p:nvPicPr>
            <p:cNvPr id="24" name="图片 23"/>
            <p:cNvPicPr>
              <a:picLocks noChangeAspect="1"/>
            </p:cNvPicPr>
            <p:nvPr userDrawn="1">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0577221" y="5249238"/>
              <a:ext cx="1466758" cy="1583362"/>
            </a:xfrm>
            <a:prstGeom prst="rect">
              <a:avLst/>
            </a:prstGeom>
          </p:spPr>
        </p:pic>
      </p:grpSp>
      <p:sp>
        <p:nvSpPr>
          <p:cNvPr id="22" name="矩形 21"/>
          <p:cNvSpPr/>
          <p:nvPr>
            <p:custDataLst>
              <p:tags r:id="rId7"/>
            </p:custDataLst>
          </p:nvPr>
        </p:nvSpPr>
        <p:spPr>
          <a:xfrm>
            <a:off x="342900" y="1366520"/>
            <a:ext cx="8458200" cy="2785745"/>
          </a:xfrm>
          <a:prstGeom prst="rect">
            <a:avLst/>
          </a:prstGeom>
          <a:solidFill>
            <a:srgbClr val="FFFFFF"/>
          </a:solidFill>
          <a:ln>
            <a:noFill/>
          </a:ln>
          <a:effectLst>
            <a:outerShdw blurRad="127000" dist="38100" dir="540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1" fontAlgn="auto" latinLnBrk="0" hangingPunct="1">
              <a:lnSpc>
                <a:spcPct val="100000"/>
              </a:lnSpc>
              <a:spcBef>
                <a:spcPts val="0"/>
              </a:spcBef>
              <a:spcAft>
                <a:spcPts val="0"/>
              </a:spcAft>
              <a:buClrTx/>
              <a:buSzTx/>
              <a:defRPr/>
            </a:pPr>
            <a:endParaRPr kumimoji="1" lang="zh-CN" altLang="en-US" sz="12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8" name="Title 6"/>
          <p:cNvSpPr txBox="1"/>
          <p:nvPr>
            <p:custDataLst>
              <p:tags r:id="rId8"/>
            </p:custDataLst>
          </p:nvPr>
        </p:nvSpPr>
        <p:spPr>
          <a:xfrm>
            <a:off x="572135" y="1594485"/>
            <a:ext cx="7999095" cy="1885950"/>
          </a:xfrm>
          <a:prstGeom prst="rect">
            <a:avLst/>
          </a:prstGeom>
          <a:noFill/>
          <a:ln w="3175">
            <a:noFill/>
            <a:prstDash val="sys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marR="0" lvl="0" indent="-342900" algn="just" defTabSz="914400" rtl="0" eaLnBrk="1" fontAlgn="auto" latinLnBrk="0" hangingPunct="1">
              <a:lnSpc>
                <a:spcPct val="130000"/>
              </a:lnSpc>
              <a:spcBef>
                <a:spcPts val="0"/>
              </a:spcBef>
              <a:spcAft>
                <a:spcPts val="800"/>
              </a:spcAft>
              <a:buClr>
                <a:schemeClr val="accent1">
                  <a:lumMod val="60000"/>
                  <a:lumOff val="40000"/>
                </a:schemeClr>
              </a:buClr>
              <a:buSzPct val="100000"/>
              <a:buFont typeface="Wingdings" panose="05000000000000000000" pitchFamily="2" charset="2"/>
              <a:buNone/>
              <a:defRPr/>
            </a:pPr>
            <a:r>
              <a:rPr kumimoji="0" lang="zh-CN" altLang="en-US" sz="1600" b="0" i="0" kern="1200" cap="none" spc="100" normalizeH="0" noProof="0">
                <a:ln w="3175">
                  <a:noFill/>
                  <a:prstDash val="dash"/>
                </a:ln>
                <a:solidFill>
                  <a:srgbClr val="595959"/>
                </a:solidFill>
                <a:effectLst/>
                <a:latin typeface="微软雅黑" panose="020B0503020204020204" charset="-122"/>
                <a:ea typeface="微软雅黑" panose="020B0503020204020204" charset="-122"/>
                <a:cs typeface="微软雅黑" panose="020B0503020204020204" charset="-122"/>
              </a:rPr>
              <a:t>最好在开始构建各张幻灯片之前创建幻灯片母版，而不要在构建了幻灯片之后再创建母版。如果先创建了幻灯片母版，则添加到演示文稿中的所有幻灯片都会基于该幻灯片母版和与之相关联的版式。开始更改时，请务必在幻灯片母版上进行。</a:t>
            </a:r>
            <a:endParaRPr kumimoji="0" lang="zh-CN" altLang="en-US" sz="1600" b="0" i="0" kern="1200" cap="none" spc="100" normalizeH="0" noProof="0">
              <a:ln w="3175">
                <a:noFill/>
                <a:prstDash val="dash"/>
              </a:ln>
              <a:solidFill>
                <a:srgbClr val="595959"/>
              </a:solidFill>
              <a:effectLst/>
              <a:latin typeface="微软雅黑" panose="020B0503020204020204" charset="-122"/>
              <a:ea typeface="微软雅黑" panose="020B0503020204020204" charset="-122"/>
              <a:cs typeface="微软雅黑" panose="020B0503020204020204" charset="-122"/>
            </a:endParaRPr>
          </a:p>
          <a:p>
            <a:pPr marL="0" marR="0" lvl="0" indent="-342900" algn="just" defTabSz="914400" rtl="0" eaLnBrk="1" fontAlgn="auto" latinLnBrk="0" hangingPunct="1">
              <a:lnSpc>
                <a:spcPct val="130000"/>
              </a:lnSpc>
              <a:spcBef>
                <a:spcPts val="0"/>
              </a:spcBef>
              <a:spcAft>
                <a:spcPts val="800"/>
              </a:spcAft>
              <a:buClr>
                <a:schemeClr val="accent1">
                  <a:lumMod val="60000"/>
                  <a:lumOff val="40000"/>
                </a:schemeClr>
              </a:buClr>
              <a:buSzPct val="100000"/>
              <a:buFont typeface="Wingdings" panose="05000000000000000000" pitchFamily="2" charset="2"/>
              <a:buNone/>
              <a:defRPr/>
            </a:pPr>
            <a:r>
              <a:rPr kumimoji="0" lang="zh-CN" altLang="en-US" sz="1600" b="0" i="0" kern="1200" cap="none" spc="100" normalizeH="0" noProof="0">
                <a:ln w="3175">
                  <a:noFill/>
                  <a:prstDash val="dash"/>
                </a:ln>
                <a:solidFill>
                  <a:srgbClr val="595959"/>
                </a:solidFill>
                <a:effectLst/>
                <a:latin typeface="微软雅黑" panose="020B0503020204020204" charset="-122"/>
                <a:ea typeface="微软雅黑" panose="020B0503020204020204" charset="-122"/>
                <a:cs typeface="微软雅黑" panose="020B0503020204020204" charset="-122"/>
              </a:rPr>
              <a:t>如果在构建了各张幻灯片之后再创建幻灯片母版，则幻灯片上的某些项目可能不符合幻灯片母版的设计风格。可以使用背景和文本格式设置功能在各张幻灯片上覆盖幻灯片母版的某些自定义内容，但其他内容（如页脚和徽标）则只能在“幻灯片母版”视图中修改。</a:t>
            </a:r>
            <a:endParaRPr kumimoji="0" lang="zh-CN" altLang="en-US" sz="1600" b="0" i="0" kern="1200" cap="none" spc="100" normalizeH="0" noProof="0">
              <a:ln w="3175">
                <a:noFill/>
                <a:prstDash val="dash"/>
              </a:ln>
              <a:solidFill>
                <a:srgbClr val="595959"/>
              </a:solidFill>
              <a:effectLst/>
              <a:latin typeface="微软雅黑" panose="020B0503020204020204" charset="-122"/>
              <a:ea typeface="微软雅黑" panose="020B0503020204020204" charset="-122"/>
              <a:cs typeface="微软雅黑" panose="020B0503020204020204" charset="-122"/>
            </a:endParaRPr>
          </a:p>
        </p:txBody>
      </p:sp>
      <p:sp>
        <p:nvSpPr>
          <p:cNvPr id="14" name="矩形: 圆角 13"/>
          <p:cNvSpPr/>
          <p:nvPr>
            <p:custDataLst>
              <p:tags r:id="rId9"/>
            </p:custDataLst>
          </p:nvPr>
        </p:nvSpPr>
        <p:spPr>
          <a:xfrm>
            <a:off x="8121015" y="581025"/>
            <a:ext cx="680085" cy="234950"/>
          </a:xfrm>
          <a:prstGeom prst="roundRect">
            <a:avLst>
              <a:gd name="adj" fmla="val 50000"/>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7" name="矩形 16"/>
          <p:cNvSpPr/>
          <p:nvPr>
            <p:custDataLst>
              <p:tags r:id="rId10"/>
            </p:custDataLst>
          </p:nvPr>
        </p:nvSpPr>
        <p:spPr>
          <a:xfrm>
            <a:off x="342900" y="509197"/>
            <a:ext cx="86360" cy="357188"/>
          </a:xfrm>
          <a:prstGeom prst="rect">
            <a:avLst/>
          </a:prstGeom>
          <a:solidFill>
            <a:srgbClr val="6969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8" name="文本框 17"/>
          <p:cNvSpPr txBox="1"/>
          <p:nvPr>
            <p:custDataLst>
              <p:tags r:id="rId11"/>
            </p:custDataLst>
          </p:nvPr>
        </p:nvSpPr>
        <p:spPr>
          <a:xfrm>
            <a:off x="508970" y="456300"/>
            <a:ext cx="7237392" cy="48387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SzPct val="100000"/>
              <a:buFontTx/>
              <a:buNone/>
              <a:defRPr/>
            </a:pPr>
            <a:r>
              <a:rPr kumimoji="0" lang="zh-CN" altLang="en-US" sz="2700" b="1" i="0" kern="1200" cap="none" spc="150" normalizeH="0" noProof="0">
                <a:ln>
                  <a:noFill/>
                </a:ln>
                <a:solidFill>
                  <a:srgbClr val="404040"/>
                </a:solidFill>
                <a:effectLst/>
                <a:latin typeface="微软雅黑" panose="020B0503020204020204" charset="-122"/>
                <a:ea typeface="微软雅黑" panose="020B0503020204020204" charset="-122"/>
                <a:cs typeface="+mn-cs"/>
              </a:rPr>
              <a:t>提示</a:t>
            </a:r>
            <a:endParaRPr kumimoji="0" lang="zh-CN" altLang="en-US" sz="2700" b="1" i="0" kern="1200" cap="none" spc="150" normalizeH="0" noProof="0">
              <a:ln>
                <a:noFill/>
              </a:ln>
              <a:solidFill>
                <a:srgbClr val="404040"/>
              </a:solidFill>
              <a:effectLst/>
              <a:latin typeface="微软雅黑" panose="020B0503020204020204" charset="-122"/>
              <a:ea typeface="微软雅黑" panose="020B0503020204020204" charset="-122"/>
              <a:cs typeface="+mn-cs"/>
            </a:endParaRPr>
          </a:p>
        </p:txBody>
      </p:sp>
    </p:spTree>
    <p:custDataLst>
      <p:tags r:id="rId12"/>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等腰三角形 35"/>
          <p:cNvSpPr/>
          <p:nvPr>
            <p:custDataLst>
              <p:tags r:id="rId1"/>
            </p:custDataLst>
          </p:nvPr>
        </p:nvSpPr>
        <p:spPr>
          <a:xfrm rot="16200000">
            <a:off x="7695323" y="3083241"/>
            <a:ext cx="932627" cy="763396"/>
          </a:xfrm>
          <a:prstGeom prst="triangle">
            <a:avLst/>
          </a:prstGeom>
          <a:pattFill prst="dashDnDiag">
            <a:fgClr>
              <a:srgbClr val="FFFFFF">
                <a:lumMod val="85000"/>
              </a:srgbClr>
            </a:fgClr>
            <a:bgClr>
              <a:srgbClr val="FFFFFF"/>
            </a:bgClr>
          </a:patt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dirty="0">
              <a:solidFill>
                <a:srgbClr val="FFFFFF"/>
              </a:solidFill>
              <a:latin typeface="微软雅黑" panose="020B0503020204020204" charset="-122"/>
            </a:endParaRPr>
          </a:p>
        </p:txBody>
      </p:sp>
      <p:cxnSp>
        <p:nvCxnSpPr>
          <p:cNvPr id="39" name="直接连接符 38"/>
          <p:cNvCxnSpPr/>
          <p:nvPr>
            <p:custDataLst>
              <p:tags r:id="rId2"/>
            </p:custDataLst>
          </p:nvPr>
        </p:nvCxnSpPr>
        <p:spPr>
          <a:xfrm flipV="1">
            <a:off x="160894" y="4197431"/>
            <a:ext cx="970275" cy="950676"/>
          </a:xfrm>
          <a:prstGeom prst="line">
            <a:avLst/>
          </a:prstGeom>
          <a:ln w="1270">
            <a:solidFill>
              <a:srgbClr val="1E6BC5"/>
            </a:solidFill>
            <a:prstDash val="dash"/>
          </a:ln>
        </p:spPr>
        <p:style>
          <a:lnRef idx="1">
            <a:srgbClr val="FAC302"/>
          </a:lnRef>
          <a:fillRef idx="0">
            <a:srgbClr val="FAC302"/>
          </a:fillRef>
          <a:effectRef idx="0">
            <a:srgbClr val="FAC302"/>
          </a:effectRef>
          <a:fontRef idx="minor">
            <a:srgbClr val="000000"/>
          </a:fontRef>
        </p:style>
      </p:cxnSp>
      <p:sp>
        <p:nvSpPr>
          <p:cNvPr id="34" name="任意多边形: 形状 33"/>
          <p:cNvSpPr/>
          <p:nvPr>
            <p:custDataLst>
              <p:tags r:id="rId3"/>
            </p:custDataLst>
          </p:nvPr>
        </p:nvSpPr>
        <p:spPr>
          <a:xfrm rot="11683168">
            <a:off x="-245065" y="3281783"/>
            <a:ext cx="1805276" cy="1688706"/>
          </a:xfrm>
          <a:custGeom>
            <a:avLst/>
            <a:gdLst>
              <a:gd name="connsiteX0" fmla="*/ 2407035 w 2407035"/>
              <a:gd name="connsiteY0" fmla="*/ 2251608 h 2251608"/>
              <a:gd name="connsiteX1" fmla="*/ 0 w 2407035"/>
              <a:gd name="connsiteY1" fmla="*/ 2251608 h 2251608"/>
              <a:gd name="connsiteX2" fmla="*/ 1513618 w 2407035"/>
              <a:gd name="connsiteY2" fmla="*/ 0 h 2251608"/>
              <a:gd name="connsiteX3" fmla="*/ 2009185 w 2407035"/>
              <a:gd name="connsiteY3" fmla="*/ 737190 h 2251608"/>
            </a:gdLst>
            <a:ahLst/>
            <a:cxnLst>
              <a:cxn ang="0">
                <a:pos x="connsiteX0" y="connsiteY0"/>
              </a:cxn>
              <a:cxn ang="0">
                <a:pos x="connsiteX1" y="connsiteY1"/>
              </a:cxn>
              <a:cxn ang="0">
                <a:pos x="connsiteX2" y="connsiteY2"/>
              </a:cxn>
              <a:cxn ang="0">
                <a:pos x="connsiteX3" y="connsiteY3"/>
              </a:cxn>
            </a:cxnLst>
            <a:rect l="l" t="t" r="r" b="b"/>
            <a:pathLst>
              <a:path w="2407035" h="2251608">
                <a:moveTo>
                  <a:pt x="2407035" y="2251608"/>
                </a:moveTo>
                <a:lnTo>
                  <a:pt x="0" y="2251608"/>
                </a:lnTo>
                <a:lnTo>
                  <a:pt x="1513618" y="0"/>
                </a:lnTo>
                <a:lnTo>
                  <a:pt x="2009185" y="737190"/>
                </a:lnTo>
                <a:close/>
              </a:path>
            </a:pathLst>
          </a:custGeom>
          <a:pattFill prst="dashUpDiag">
            <a:fgClr>
              <a:srgbClr val="FFFFFF">
                <a:lumMod val="75000"/>
              </a:srgbClr>
            </a:fgClr>
            <a:bgClr>
              <a:srgbClr val="FFFFFF"/>
            </a:bgClr>
          </a:patt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dirty="0">
              <a:solidFill>
                <a:srgbClr val="FFFFFF"/>
              </a:solidFill>
              <a:latin typeface="微软雅黑" panose="020B0503020204020204" charset="-122"/>
            </a:endParaRPr>
          </a:p>
        </p:txBody>
      </p:sp>
      <p:sp>
        <p:nvSpPr>
          <p:cNvPr id="27" name="文本框 26"/>
          <p:cNvSpPr txBox="1"/>
          <p:nvPr>
            <p:custDataLst>
              <p:tags r:id="rId4"/>
            </p:custDataLst>
          </p:nvPr>
        </p:nvSpPr>
        <p:spPr>
          <a:xfrm>
            <a:off x="1427339" y="544222"/>
            <a:ext cx="5324475" cy="472440"/>
          </a:xfrm>
          <a:prstGeom prst="rect">
            <a:avLst/>
          </a:prstGeom>
          <a:noFill/>
        </p:spPr>
        <p:txBody>
          <a:bodyPr wrap="square" lIns="67500" tIns="35100" rIns="67500" bIns="35100" rtlCol="0">
            <a:noAutofit/>
          </a:bodyPr>
          <a:lstStyle/>
          <a:p>
            <a:pPr marL="0" indent="0" algn="l">
              <a:lnSpc>
                <a:spcPct val="100000"/>
              </a:lnSpc>
              <a:spcBef>
                <a:spcPts val="0"/>
              </a:spcBef>
              <a:spcAft>
                <a:spcPts val="0"/>
              </a:spcAft>
              <a:buSzPct val="100000"/>
            </a:pPr>
            <a:r>
              <a:rPr lang="zh-CN" altLang="en-US" sz="2700" b="1" spc="300" dirty="0">
                <a:solidFill>
                  <a:srgbClr val="000000">
                    <a:lumMod val="75000"/>
                    <a:lumOff val="25000"/>
                  </a:srgbClr>
                </a:solidFill>
                <a:latin typeface="Arial" panose="020B0604020202020204" pitchFamily="34" charset="0"/>
                <a:ea typeface="微软雅黑" panose="020B0503020204020204" charset="-122"/>
                <a:sym typeface="+mn-ea"/>
              </a:rPr>
              <a:t>讲义母版</a:t>
            </a:r>
            <a:endParaRPr lang="zh-CN" altLang="en-US" sz="2700" b="1" spc="300" dirty="0">
              <a:solidFill>
                <a:srgbClr val="000000">
                  <a:lumMod val="75000"/>
                  <a:lumOff val="25000"/>
                </a:srgbClr>
              </a:solidFill>
              <a:latin typeface="Arial" panose="020B0604020202020204" pitchFamily="34" charset="0"/>
              <a:ea typeface="微软雅黑" panose="020B0503020204020204" charset="-122"/>
              <a:sym typeface="+mn-ea"/>
            </a:endParaRPr>
          </a:p>
        </p:txBody>
      </p:sp>
      <p:sp>
        <p:nvSpPr>
          <p:cNvPr id="44" name="椭圆 43"/>
          <p:cNvSpPr/>
          <p:nvPr>
            <p:custDataLst>
              <p:tags r:id="rId5"/>
            </p:custDataLst>
          </p:nvPr>
        </p:nvSpPr>
        <p:spPr>
          <a:xfrm>
            <a:off x="8669751" y="3080145"/>
            <a:ext cx="353224" cy="353224"/>
          </a:xfrm>
          <a:prstGeom prst="ellipse">
            <a:avLst/>
          </a:prstGeom>
          <a:solidFill>
            <a:srgbClr val="3531D0"/>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dirty="0">
              <a:solidFill>
                <a:srgbClr val="FFFFFF"/>
              </a:solidFill>
              <a:latin typeface="微软雅黑" panose="020B0503020204020204" charset="-122"/>
            </a:endParaRPr>
          </a:p>
        </p:txBody>
      </p:sp>
      <p:sp>
        <p:nvSpPr>
          <p:cNvPr id="45" name="椭圆 44"/>
          <p:cNvSpPr/>
          <p:nvPr>
            <p:custDataLst>
              <p:tags r:id="rId6"/>
            </p:custDataLst>
          </p:nvPr>
        </p:nvSpPr>
        <p:spPr>
          <a:xfrm>
            <a:off x="8352129" y="2754443"/>
            <a:ext cx="127319" cy="127319"/>
          </a:xfrm>
          <a:prstGeom prst="ellipse">
            <a:avLst/>
          </a:prstGeom>
          <a:solidFill>
            <a:srgbClr val="FAC302"/>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dirty="0">
              <a:solidFill>
                <a:srgbClr val="FFFFFF"/>
              </a:solidFill>
              <a:latin typeface="微软雅黑" panose="020B0503020204020204" charset="-122"/>
            </a:endParaRPr>
          </a:p>
        </p:txBody>
      </p:sp>
      <p:sp>
        <p:nvSpPr>
          <p:cNvPr id="33" name="矩形 32"/>
          <p:cNvSpPr/>
          <p:nvPr>
            <p:custDataLst>
              <p:tags r:id="rId7"/>
            </p:custDataLst>
          </p:nvPr>
        </p:nvSpPr>
        <p:spPr>
          <a:xfrm>
            <a:off x="1253435" y="1431149"/>
            <a:ext cx="6847342" cy="3344686"/>
          </a:xfrm>
          <a:prstGeom prst="rect">
            <a:avLst/>
          </a:prstGeom>
          <a:solidFill>
            <a:srgbClr val="FAC302"/>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a:solidFill>
                <a:srgbClr val="FFFFFF"/>
              </a:solidFill>
              <a:latin typeface="微软雅黑" panose="020B0503020204020204" charset="-122"/>
            </a:endParaRPr>
          </a:p>
        </p:txBody>
      </p:sp>
      <p:sp>
        <p:nvSpPr>
          <p:cNvPr id="6" name="矩形 5"/>
          <p:cNvSpPr/>
          <p:nvPr>
            <p:custDataLst>
              <p:tags r:id="rId8"/>
            </p:custDataLst>
          </p:nvPr>
        </p:nvSpPr>
        <p:spPr>
          <a:xfrm>
            <a:off x="826058" y="1092233"/>
            <a:ext cx="7191375" cy="3598165"/>
          </a:xfrm>
          <a:prstGeom prst="rect">
            <a:avLst/>
          </a:prstGeom>
          <a:solidFill>
            <a:srgbClr val="FFFFFF">
              <a:lumMod val="95000"/>
            </a:srgbClr>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a:solidFill>
                <a:srgbClr val="FFFFFF"/>
              </a:solidFill>
              <a:latin typeface="微软雅黑" panose="020B0503020204020204" charset="-122"/>
            </a:endParaRPr>
          </a:p>
        </p:txBody>
      </p:sp>
      <p:sp>
        <p:nvSpPr>
          <p:cNvPr id="26" name="文本框 25"/>
          <p:cNvSpPr txBox="1"/>
          <p:nvPr>
            <p:custDataLst>
              <p:tags r:id="rId9"/>
            </p:custDataLst>
          </p:nvPr>
        </p:nvSpPr>
        <p:spPr>
          <a:xfrm>
            <a:off x="1106170" y="1478280"/>
            <a:ext cx="2920365" cy="958215"/>
          </a:xfrm>
          <a:prstGeom prst="rect">
            <a:avLst/>
          </a:prstGeom>
          <a:noFill/>
        </p:spPr>
        <p:txBody>
          <a:bodyPr wrap="square" lIns="67500" tIns="35100" rIns="67500" bIns="35100" rtlCol="0">
            <a:noAutofit/>
          </a:bodyPr>
          <a:lstStyle>
            <a:defPPr>
              <a:defRPr lang="zh-CN"/>
            </a:defPPr>
            <a:lvl1pPr fontAlgn="auto">
              <a:lnSpc>
                <a:spcPct val="130000"/>
              </a:lnSpc>
              <a:spcAft>
                <a:spcPts val="1000"/>
              </a:spcAft>
              <a:defRPr sz="1600" spc="150"/>
            </a:lvl1pPr>
          </a:lstStyle>
          <a:p>
            <a:pPr marL="285750" lvl="0" indent="-285750" algn="l" fontAlgn="ctr">
              <a:lnSpc>
                <a:spcPct val="130000"/>
              </a:lnSpc>
              <a:spcBef>
                <a:spcPts val="1000"/>
              </a:spcBef>
              <a:spcAft>
                <a:spcPts val="0"/>
              </a:spcAft>
              <a:buClr>
                <a:srgbClr val="B5715B"/>
              </a:buClr>
              <a:buSzPct val="80000"/>
              <a:buFont typeface="WPS-Bullets" pitchFamily="2" charset="0"/>
              <a:buChar char=""/>
            </a:pPr>
            <a:r>
              <a:rPr sz="1200" dirty="0">
                <a:solidFill>
                  <a:srgbClr val="000000">
                    <a:lumMod val="75000"/>
                    <a:lumOff val="25000"/>
                  </a:srgbClr>
                </a:solidFill>
                <a:latin typeface="Arial" panose="020B0604020202020204" pitchFamily="34" charset="0"/>
                <a:ea typeface="微软雅黑" panose="020B0503020204020204" charset="-122"/>
                <a:sym typeface="+mn-ea"/>
              </a:rPr>
              <a:t>单击“视图”选项卡“母版视图”组中的“讲义母版”图标             ，切换到幻灯片讲义母版视图，如图 6-42 所示。视图中展现了每页讲义中幻灯片的数量及排列方式，表现了“页眉”“页脚”“页码”和“日期”的显示位置。</a:t>
            </a:r>
            <a:endParaRPr sz="1200" dirty="0">
              <a:solidFill>
                <a:srgbClr val="000000">
                  <a:lumMod val="75000"/>
                  <a:lumOff val="25000"/>
                </a:srgbClr>
              </a:solidFill>
              <a:latin typeface="Arial" panose="020B0604020202020204" pitchFamily="34" charset="0"/>
              <a:ea typeface="微软雅黑" panose="020B0503020204020204" charset="-122"/>
              <a:sym typeface="+mn-ea"/>
            </a:endParaRPr>
          </a:p>
        </p:txBody>
      </p:sp>
      <p:sp>
        <p:nvSpPr>
          <p:cNvPr id="41" name="文本框 40"/>
          <p:cNvSpPr txBox="1"/>
          <p:nvPr>
            <p:custDataLst>
              <p:tags r:id="rId10"/>
            </p:custDataLst>
          </p:nvPr>
        </p:nvSpPr>
        <p:spPr>
          <a:xfrm>
            <a:off x="1130935" y="3176270"/>
            <a:ext cx="2870835" cy="986790"/>
          </a:xfrm>
          <a:prstGeom prst="rect">
            <a:avLst/>
          </a:prstGeom>
          <a:noFill/>
        </p:spPr>
        <p:txBody>
          <a:bodyPr wrap="square" lIns="67500" tIns="35100" rIns="67500" bIns="35100" rtlCol="0">
            <a:noAutofit/>
          </a:bodyPr>
          <a:lstStyle>
            <a:defPPr>
              <a:defRPr lang="zh-CN"/>
            </a:defPPr>
            <a:lvl1pPr fontAlgn="auto">
              <a:lnSpc>
                <a:spcPct val="130000"/>
              </a:lnSpc>
              <a:spcAft>
                <a:spcPts val="1000"/>
              </a:spcAft>
              <a:defRPr sz="1600" spc="150"/>
            </a:lvl1pPr>
          </a:lstStyle>
          <a:p>
            <a:pPr marL="285750" lvl="0" indent="-285750" algn="l" fontAlgn="ctr">
              <a:lnSpc>
                <a:spcPct val="150000"/>
              </a:lnSpc>
              <a:spcBef>
                <a:spcPts val="1000"/>
              </a:spcBef>
              <a:spcAft>
                <a:spcPts val="0"/>
              </a:spcAft>
              <a:buClr>
                <a:srgbClr val="B5715B"/>
              </a:buClr>
              <a:buSzPct val="80000"/>
              <a:buFont typeface="WPS-Bullets" pitchFamily="2" charset="0"/>
              <a:buChar char=""/>
            </a:pPr>
            <a:r>
              <a:rPr sz="1200" spc="100" dirty="0">
                <a:solidFill>
                  <a:srgbClr val="000000">
                    <a:lumMod val="75000"/>
                    <a:lumOff val="25000"/>
                  </a:srgbClr>
                </a:solidFill>
                <a:uFillTx/>
                <a:latin typeface="Arial" panose="020B0604020202020204" pitchFamily="34" charset="0"/>
                <a:ea typeface="微软雅黑" panose="020B0503020204020204" charset="-122"/>
              </a:rPr>
              <a:t>单击“讲义母版”选项卡功能区最右侧“关闭母版视图”按钮，可返回原视图状态。</a:t>
            </a:r>
            <a:endParaRPr sz="1200" spc="100" dirty="0">
              <a:solidFill>
                <a:srgbClr val="000000">
                  <a:lumMod val="75000"/>
                  <a:lumOff val="25000"/>
                </a:srgbClr>
              </a:solidFill>
              <a:uFillTx/>
              <a:latin typeface="Arial" panose="020B0604020202020204" pitchFamily="34" charset="0"/>
              <a:ea typeface="微软雅黑" panose="020B0503020204020204" charset="-122"/>
            </a:endParaRPr>
          </a:p>
        </p:txBody>
      </p:sp>
      <p:sp>
        <p:nvSpPr>
          <p:cNvPr id="7" name="直角三角形 6"/>
          <p:cNvSpPr/>
          <p:nvPr>
            <p:custDataLst>
              <p:tags r:id="rId11"/>
            </p:custDataLst>
          </p:nvPr>
        </p:nvSpPr>
        <p:spPr>
          <a:xfrm rot="5400000">
            <a:off x="655708" y="544543"/>
            <a:ext cx="422268" cy="422268"/>
          </a:xfrm>
          <a:prstGeom prst="rtTriangle">
            <a:avLst/>
          </a:prstGeom>
          <a:solidFill>
            <a:srgbClr val="FAC302"/>
          </a:solidFill>
          <a:ln w="38100">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dirty="0">
              <a:solidFill>
                <a:srgbClr val="FFFFFF"/>
              </a:solidFill>
              <a:latin typeface="微软雅黑" panose="020B0503020204020204" charset="-122"/>
            </a:endParaRPr>
          </a:p>
        </p:txBody>
      </p:sp>
      <p:sp>
        <p:nvSpPr>
          <p:cNvPr id="8" name="椭圆 7"/>
          <p:cNvSpPr/>
          <p:nvPr>
            <p:custDataLst>
              <p:tags r:id="rId12"/>
            </p:custDataLst>
          </p:nvPr>
        </p:nvSpPr>
        <p:spPr>
          <a:xfrm>
            <a:off x="512490" y="285549"/>
            <a:ext cx="143588" cy="143588"/>
          </a:xfrm>
          <a:prstGeom prst="ellipse">
            <a:avLst/>
          </a:prstGeom>
          <a:solidFill>
            <a:srgbClr val="3531D0"/>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dirty="0">
              <a:solidFill>
                <a:srgbClr val="FFFFFF"/>
              </a:solidFill>
              <a:latin typeface="微软雅黑" panose="020B0503020204020204" charset="-122"/>
            </a:endParaRPr>
          </a:p>
        </p:txBody>
      </p:sp>
      <p:sp>
        <p:nvSpPr>
          <p:cNvPr id="9" name="任意多边形 8"/>
          <p:cNvSpPr/>
          <p:nvPr>
            <p:custDataLst>
              <p:tags r:id="rId13"/>
            </p:custDataLst>
          </p:nvPr>
        </p:nvSpPr>
        <p:spPr>
          <a:xfrm>
            <a:off x="7490639" y="0"/>
            <a:ext cx="1653183" cy="71437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471" h="1500">
                <a:moveTo>
                  <a:pt x="0" y="0"/>
                </a:moveTo>
                <a:lnTo>
                  <a:pt x="3471" y="0"/>
                </a:lnTo>
                <a:lnTo>
                  <a:pt x="3469" y="13"/>
                </a:lnTo>
                <a:cubicBezTo>
                  <a:pt x="3341" y="855"/>
                  <a:pt x="2614" y="1500"/>
                  <a:pt x="1736" y="1500"/>
                </a:cubicBezTo>
                <a:cubicBezTo>
                  <a:pt x="858" y="1500"/>
                  <a:pt x="130" y="855"/>
                  <a:pt x="2" y="13"/>
                </a:cubicBezTo>
                <a:lnTo>
                  <a:pt x="0" y="0"/>
                </a:lnTo>
                <a:close/>
              </a:path>
            </a:pathLst>
          </a:custGeom>
          <a:solidFill>
            <a:srgbClr val="3531D0"/>
          </a:solidFill>
          <a:ln>
            <a:noFill/>
          </a:ln>
        </p:spPr>
        <p:style>
          <a:lnRef idx="2">
            <a:srgbClr val="FAC302">
              <a:shade val="50000"/>
            </a:srgbClr>
          </a:lnRef>
          <a:fillRef idx="1">
            <a:srgbClr val="FAC302"/>
          </a:fillRef>
          <a:effectRef idx="0">
            <a:srgbClr val="FAC302"/>
          </a:effectRef>
          <a:fontRef idx="minor">
            <a:srgbClr val="FFFFFF"/>
          </a:fontRef>
        </p:style>
        <p:txBody>
          <a:bodyPr wrap="square" rtlCol="0" anchor="ctr">
            <a:noAutofit/>
          </a:bodyPr>
          <a:p>
            <a:pPr algn="ctr"/>
            <a:endParaRPr kumimoji="1" lang="zh-CN" altLang="en-US" sz="1200" b="1" dirty="0">
              <a:solidFill>
                <a:srgbClr val="FFFFFF"/>
              </a:solidFill>
              <a:latin typeface="微软雅黑" panose="020B0503020204020204" charset="-122"/>
            </a:endParaRPr>
          </a:p>
        </p:txBody>
      </p:sp>
      <p:sp>
        <p:nvSpPr>
          <p:cNvPr id="10" name="任意多边形 9"/>
          <p:cNvSpPr/>
          <p:nvPr>
            <p:custDataLst>
              <p:tags r:id="rId14"/>
            </p:custDataLst>
          </p:nvPr>
        </p:nvSpPr>
        <p:spPr>
          <a:xfrm>
            <a:off x="8910161" y="630230"/>
            <a:ext cx="233839" cy="47928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91" h="1006">
                <a:moveTo>
                  <a:pt x="491" y="0"/>
                </a:moveTo>
                <a:lnTo>
                  <a:pt x="491" y="1006"/>
                </a:lnTo>
                <a:lnTo>
                  <a:pt x="478" y="1006"/>
                </a:lnTo>
                <a:cubicBezTo>
                  <a:pt x="212" y="993"/>
                  <a:pt x="0" y="773"/>
                  <a:pt x="0" y="503"/>
                </a:cubicBezTo>
                <a:cubicBezTo>
                  <a:pt x="0" y="234"/>
                  <a:pt x="212" y="14"/>
                  <a:pt x="478" y="0"/>
                </a:cubicBezTo>
                <a:lnTo>
                  <a:pt x="491" y="0"/>
                </a:lnTo>
                <a:close/>
              </a:path>
            </a:pathLst>
          </a:custGeom>
          <a:solidFill>
            <a:srgbClr val="FAC302"/>
          </a:solidFill>
          <a:ln>
            <a:noFill/>
          </a:ln>
        </p:spPr>
        <p:style>
          <a:lnRef idx="2">
            <a:srgbClr val="FAC302">
              <a:shade val="50000"/>
            </a:srgbClr>
          </a:lnRef>
          <a:fillRef idx="1">
            <a:srgbClr val="FAC302"/>
          </a:fillRef>
          <a:effectRef idx="0">
            <a:srgbClr val="FAC302"/>
          </a:effectRef>
          <a:fontRef idx="minor">
            <a:srgbClr val="FFFFFF"/>
          </a:fontRef>
        </p:style>
        <p:txBody>
          <a:bodyPr wrap="square" rtlCol="0" anchor="ctr">
            <a:noAutofit/>
          </a:bodyPr>
          <a:p>
            <a:pPr algn="ctr"/>
            <a:endParaRPr kumimoji="1" lang="zh-CN" altLang="en-US" sz="1200" b="1" dirty="0">
              <a:solidFill>
                <a:srgbClr val="FFFFFF"/>
              </a:solidFill>
              <a:latin typeface="微软雅黑" panose="020B0503020204020204" charset="-122"/>
            </a:endParaRPr>
          </a:p>
        </p:txBody>
      </p:sp>
      <p:sp>
        <p:nvSpPr>
          <p:cNvPr id="19" name="任意多边形: 形状 4"/>
          <p:cNvSpPr/>
          <p:nvPr>
            <p:custDataLst>
              <p:tags r:id="rId15"/>
            </p:custDataLst>
          </p:nvPr>
        </p:nvSpPr>
        <p:spPr>
          <a:xfrm rot="20100000">
            <a:off x="8209598" y="3781425"/>
            <a:ext cx="215265" cy="10906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1E6BC5"/>
            </a:solidFill>
            <a:prstDash val="solid"/>
            <a:miter/>
          </a:ln>
        </p:spPr>
        <p:txBody>
          <a:bodyPr rtlCol="0" anchor="ctr"/>
          <a:p>
            <a:endParaRPr lang="zh-CN" altLang="en-US" sz="1350"/>
          </a:p>
        </p:txBody>
      </p:sp>
      <p:sp>
        <p:nvSpPr>
          <p:cNvPr id="20" name="任意多边形: 形状 4"/>
          <p:cNvSpPr/>
          <p:nvPr>
            <p:custDataLst>
              <p:tags r:id="rId16"/>
            </p:custDataLst>
          </p:nvPr>
        </p:nvSpPr>
        <p:spPr>
          <a:xfrm rot="3720000">
            <a:off x="359569" y="2848928"/>
            <a:ext cx="215265" cy="10906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1E6BC5"/>
            </a:solidFill>
            <a:prstDash val="solid"/>
            <a:miter/>
          </a:ln>
        </p:spPr>
        <p:txBody>
          <a:bodyPr rtlCol="0" anchor="ctr"/>
          <a:p>
            <a:endParaRPr lang="zh-CN" altLang="en-US" sz="1350"/>
          </a:p>
        </p:txBody>
      </p:sp>
      <p:sp>
        <p:nvSpPr>
          <p:cNvPr id="21" name="任意多边形: 形状 4"/>
          <p:cNvSpPr/>
          <p:nvPr>
            <p:custDataLst>
              <p:tags r:id="rId17"/>
            </p:custDataLst>
          </p:nvPr>
        </p:nvSpPr>
        <p:spPr>
          <a:xfrm rot="21360000">
            <a:off x="829628" y="312420"/>
            <a:ext cx="215265" cy="10906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1E6BC5"/>
            </a:solidFill>
            <a:prstDash val="solid"/>
            <a:miter/>
          </a:ln>
        </p:spPr>
        <p:txBody>
          <a:bodyPr rtlCol="0" anchor="ctr"/>
          <a:p>
            <a:endParaRPr lang="zh-CN" altLang="en-US" sz="1350"/>
          </a:p>
        </p:txBody>
      </p:sp>
      <p:sp>
        <p:nvSpPr>
          <p:cNvPr id="22" name="任意多边形: 形状 4"/>
          <p:cNvSpPr/>
          <p:nvPr>
            <p:custDataLst>
              <p:tags r:id="rId18"/>
            </p:custDataLst>
          </p:nvPr>
        </p:nvSpPr>
        <p:spPr>
          <a:xfrm rot="3900000">
            <a:off x="7250430" y="347186"/>
            <a:ext cx="270034" cy="10525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FAC302"/>
            </a:solidFill>
            <a:prstDash val="solid"/>
            <a:miter/>
          </a:ln>
        </p:spPr>
        <p:txBody>
          <a:bodyPr rtlCol="0" anchor="ctr"/>
          <a:p>
            <a:endParaRPr lang="zh-CN" altLang="en-US" sz="1350"/>
          </a:p>
        </p:txBody>
      </p:sp>
      <p:sp>
        <p:nvSpPr>
          <p:cNvPr id="23" name="任意多边形: 形状 4"/>
          <p:cNvSpPr/>
          <p:nvPr>
            <p:custDataLst>
              <p:tags r:id="rId19"/>
            </p:custDataLst>
          </p:nvPr>
        </p:nvSpPr>
        <p:spPr>
          <a:xfrm rot="21000000">
            <a:off x="771525" y="4868704"/>
            <a:ext cx="270034" cy="10525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FAC302"/>
            </a:solidFill>
            <a:prstDash val="solid"/>
            <a:miter/>
          </a:ln>
        </p:spPr>
        <p:txBody>
          <a:bodyPr rtlCol="0" anchor="ctr"/>
          <a:p>
            <a:endParaRPr lang="zh-CN" altLang="en-US" sz="1350"/>
          </a:p>
        </p:txBody>
      </p:sp>
      <p:pic>
        <p:nvPicPr>
          <p:cNvPr id="2" name="图片 1"/>
          <p:cNvPicPr>
            <a:picLocks noChangeAspect="1"/>
          </p:cNvPicPr>
          <p:nvPr/>
        </p:nvPicPr>
        <p:blipFill>
          <a:blip r:embed="rId20"/>
          <a:stretch>
            <a:fillRect/>
          </a:stretch>
        </p:blipFill>
        <p:spPr>
          <a:xfrm>
            <a:off x="2990850" y="1773555"/>
            <a:ext cx="676552" cy="180000"/>
          </a:xfrm>
          <a:prstGeom prst="rect">
            <a:avLst/>
          </a:prstGeom>
        </p:spPr>
      </p:pic>
      <p:pic>
        <p:nvPicPr>
          <p:cNvPr id="3" name="图片 2"/>
          <p:cNvPicPr>
            <a:picLocks noChangeAspect="1"/>
          </p:cNvPicPr>
          <p:nvPr/>
        </p:nvPicPr>
        <p:blipFill>
          <a:blip r:embed="rId21">
            <a:clrChange>
              <a:clrFrom>
                <a:srgbClr val="FFFFFF">
                  <a:alpha val="100000"/>
                </a:srgbClr>
              </a:clrFrom>
              <a:clrTo>
                <a:srgbClr val="FFFFFF">
                  <a:alpha val="100000"/>
                  <a:alpha val="0"/>
                </a:srgbClr>
              </a:clrTo>
            </a:clrChange>
          </a:blip>
          <a:stretch>
            <a:fillRect/>
          </a:stretch>
        </p:blipFill>
        <p:spPr>
          <a:xfrm>
            <a:off x="4110355" y="1621790"/>
            <a:ext cx="3798570" cy="2393315"/>
          </a:xfrm>
          <a:prstGeom prst="rect">
            <a:avLst/>
          </a:prstGeom>
        </p:spPr>
      </p:pic>
    </p:spTree>
    <p:custDataLst>
      <p:tags r:id="rId22"/>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等腰三角形 35"/>
          <p:cNvSpPr/>
          <p:nvPr>
            <p:custDataLst>
              <p:tags r:id="rId1"/>
            </p:custDataLst>
          </p:nvPr>
        </p:nvSpPr>
        <p:spPr>
          <a:xfrm rot="16200000">
            <a:off x="7695323" y="3083241"/>
            <a:ext cx="932627" cy="763396"/>
          </a:xfrm>
          <a:prstGeom prst="triangle">
            <a:avLst/>
          </a:prstGeom>
          <a:pattFill prst="dashDnDiag">
            <a:fgClr>
              <a:srgbClr val="FFFFFF">
                <a:lumMod val="85000"/>
              </a:srgbClr>
            </a:fgClr>
            <a:bgClr>
              <a:srgbClr val="FFFFFF"/>
            </a:bgClr>
          </a:patt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dirty="0">
              <a:solidFill>
                <a:srgbClr val="FFFFFF"/>
              </a:solidFill>
              <a:latin typeface="微软雅黑" panose="020B0503020204020204" charset="-122"/>
            </a:endParaRPr>
          </a:p>
        </p:txBody>
      </p:sp>
      <p:cxnSp>
        <p:nvCxnSpPr>
          <p:cNvPr id="39" name="直接连接符 38"/>
          <p:cNvCxnSpPr/>
          <p:nvPr>
            <p:custDataLst>
              <p:tags r:id="rId2"/>
            </p:custDataLst>
          </p:nvPr>
        </p:nvCxnSpPr>
        <p:spPr>
          <a:xfrm flipV="1">
            <a:off x="160894" y="4197431"/>
            <a:ext cx="970275" cy="950676"/>
          </a:xfrm>
          <a:prstGeom prst="line">
            <a:avLst/>
          </a:prstGeom>
          <a:ln w="1270">
            <a:solidFill>
              <a:srgbClr val="1E6BC5"/>
            </a:solidFill>
            <a:prstDash val="dash"/>
          </a:ln>
        </p:spPr>
        <p:style>
          <a:lnRef idx="1">
            <a:srgbClr val="FAC302"/>
          </a:lnRef>
          <a:fillRef idx="0">
            <a:srgbClr val="FAC302"/>
          </a:fillRef>
          <a:effectRef idx="0">
            <a:srgbClr val="FAC302"/>
          </a:effectRef>
          <a:fontRef idx="minor">
            <a:srgbClr val="000000"/>
          </a:fontRef>
        </p:style>
      </p:cxnSp>
      <p:sp>
        <p:nvSpPr>
          <p:cNvPr id="34" name="任意多边形: 形状 33"/>
          <p:cNvSpPr/>
          <p:nvPr>
            <p:custDataLst>
              <p:tags r:id="rId3"/>
            </p:custDataLst>
          </p:nvPr>
        </p:nvSpPr>
        <p:spPr>
          <a:xfrm rot="11683168">
            <a:off x="-245065" y="3281783"/>
            <a:ext cx="1805276" cy="1688706"/>
          </a:xfrm>
          <a:custGeom>
            <a:avLst/>
            <a:gdLst>
              <a:gd name="connsiteX0" fmla="*/ 2407035 w 2407035"/>
              <a:gd name="connsiteY0" fmla="*/ 2251608 h 2251608"/>
              <a:gd name="connsiteX1" fmla="*/ 0 w 2407035"/>
              <a:gd name="connsiteY1" fmla="*/ 2251608 h 2251608"/>
              <a:gd name="connsiteX2" fmla="*/ 1513618 w 2407035"/>
              <a:gd name="connsiteY2" fmla="*/ 0 h 2251608"/>
              <a:gd name="connsiteX3" fmla="*/ 2009185 w 2407035"/>
              <a:gd name="connsiteY3" fmla="*/ 737190 h 2251608"/>
            </a:gdLst>
            <a:ahLst/>
            <a:cxnLst>
              <a:cxn ang="0">
                <a:pos x="connsiteX0" y="connsiteY0"/>
              </a:cxn>
              <a:cxn ang="0">
                <a:pos x="connsiteX1" y="connsiteY1"/>
              </a:cxn>
              <a:cxn ang="0">
                <a:pos x="connsiteX2" y="connsiteY2"/>
              </a:cxn>
              <a:cxn ang="0">
                <a:pos x="connsiteX3" y="connsiteY3"/>
              </a:cxn>
            </a:cxnLst>
            <a:rect l="l" t="t" r="r" b="b"/>
            <a:pathLst>
              <a:path w="2407035" h="2251608">
                <a:moveTo>
                  <a:pt x="2407035" y="2251608"/>
                </a:moveTo>
                <a:lnTo>
                  <a:pt x="0" y="2251608"/>
                </a:lnTo>
                <a:lnTo>
                  <a:pt x="1513618" y="0"/>
                </a:lnTo>
                <a:lnTo>
                  <a:pt x="2009185" y="737190"/>
                </a:lnTo>
                <a:close/>
              </a:path>
            </a:pathLst>
          </a:custGeom>
          <a:pattFill prst="dashUpDiag">
            <a:fgClr>
              <a:srgbClr val="FFFFFF">
                <a:lumMod val="75000"/>
              </a:srgbClr>
            </a:fgClr>
            <a:bgClr>
              <a:srgbClr val="FFFFFF"/>
            </a:bgClr>
          </a:patt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dirty="0">
              <a:solidFill>
                <a:srgbClr val="FFFFFF"/>
              </a:solidFill>
              <a:latin typeface="微软雅黑" panose="020B0503020204020204" charset="-122"/>
            </a:endParaRPr>
          </a:p>
        </p:txBody>
      </p:sp>
      <p:sp>
        <p:nvSpPr>
          <p:cNvPr id="27" name="文本框 26"/>
          <p:cNvSpPr txBox="1"/>
          <p:nvPr>
            <p:custDataLst>
              <p:tags r:id="rId4"/>
            </p:custDataLst>
          </p:nvPr>
        </p:nvSpPr>
        <p:spPr>
          <a:xfrm>
            <a:off x="1427339" y="544222"/>
            <a:ext cx="5324475" cy="472440"/>
          </a:xfrm>
          <a:prstGeom prst="rect">
            <a:avLst/>
          </a:prstGeom>
          <a:noFill/>
        </p:spPr>
        <p:txBody>
          <a:bodyPr wrap="square" lIns="67500" tIns="35100" rIns="67500" bIns="35100" rtlCol="0">
            <a:noAutofit/>
          </a:bodyPr>
          <a:lstStyle/>
          <a:p>
            <a:pPr marL="0" indent="0" algn="l">
              <a:lnSpc>
                <a:spcPct val="100000"/>
              </a:lnSpc>
              <a:spcBef>
                <a:spcPts val="0"/>
              </a:spcBef>
              <a:spcAft>
                <a:spcPts val="0"/>
              </a:spcAft>
              <a:buSzPct val="100000"/>
            </a:pPr>
            <a:r>
              <a:rPr lang="zh-CN" altLang="en-US" sz="2700" b="1" spc="300" dirty="0">
                <a:solidFill>
                  <a:srgbClr val="000000">
                    <a:lumMod val="75000"/>
                    <a:lumOff val="25000"/>
                  </a:srgbClr>
                </a:solidFill>
                <a:latin typeface="Arial" panose="020B0604020202020204" pitchFamily="34" charset="0"/>
                <a:ea typeface="微软雅黑" panose="020B0503020204020204" charset="-122"/>
                <a:sym typeface="+mn-ea"/>
              </a:rPr>
              <a:t>备注母版</a:t>
            </a:r>
            <a:endParaRPr lang="zh-CN" altLang="en-US" sz="2700" b="1" spc="300" dirty="0">
              <a:solidFill>
                <a:srgbClr val="000000">
                  <a:lumMod val="75000"/>
                  <a:lumOff val="25000"/>
                </a:srgbClr>
              </a:solidFill>
              <a:latin typeface="Arial" panose="020B0604020202020204" pitchFamily="34" charset="0"/>
              <a:ea typeface="微软雅黑" panose="020B0503020204020204" charset="-122"/>
              <a:sym typeface="+mn-ea"/>
            </a:endParaRPr>
          </a:p>
        </p:txBody>
      </p:sp>
      <p:sp>
        <p:nvSpPr>
          <p:cNvPr id="44" name="椭圆 43"/>
          <p:cNvSpPr/>
          <p:nvPr>
            <p:custDataLst>
              <p:tags r:id="rId5"/>
            </p:custDataLst>
          </p:nvPr>
        </p:nvSpPr>
        <p:spPr>
          <a:xfrm>
            <a:off x="8669751" y="3080145"/>
            <a:ext cx="353224" cy="353224"/>
          </a:xfrm>
          <a:prstGeom prst="ellipse">
            <a:avLst/>
          </a:prstGeom>
          <a:solidFill>
            <a:srgbClr val="3531D0"/>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dirty="0">
              <a:solidFill>
                <a:srgbClr val="FFFFFF"/>
              </a:solidFill>
              <a:latin typeface="微软雅黑" panose="020B0503020204020204" charset="-122"/>
            </a:endParaRPr>
          </a:p>
        </p:txBody>
      </p:sp>
      <p:sp>
        <p:nvSpPr>
          <p:cNvPr id="45" name="椭圆 44"/>
          <p:cNvSpPr/>
          <p:nvPr>
            <p:custDataLst>
              <p:tags r:id="rId6"/>
            </p:custDataLst>
          </p:nvPr>
        </p:nvSpPr>
        <p:spPr>
          <a:xfrm>
            <a:off x="8352129" y="2754443"/>
            <a:ext cx="127319" cy="127319"/>
          </a:xfrm>
          <a:prstGeom prst="ellipse">
            <a:avLst/>
          </a:prstGeom>
          <a:solidFill>
            <a:srgbClr val="FAC302"/>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dirty="0">
              <a:solidFill>
                <a:srgbClr val="FFFFFF"/>
              </a:solidFill>
              <a:latin typeface="微软雅黑" panose="020B0503020204020204" charset="-122"/>
            </a:endParaRPr>
          </a:p>
        </p:txBody>
      </p:sp>
      <p:sp>
        <p:nvSpPr>
          <p:cNvPr id="33" name="矩形 32"/>
          <p:cNvSpPr/>
          <p:nvPr>
            <p:custDataLst>
              <p:tags r:id="rId7"/>
            </p:custDataLst>
          </p:nvPr>
        </p:nvSpPr>
        <p:spPr>
          <a:xfrm>
            <a:off x="1253435" y="1431149"/>
            <a:ext cx="6847342" cy="3344686"/>
          </a:xfrm>
          <a:prstGeom prst="rect">
            <a:avLst/>
          </a:prstGeom>
          <a:solidFill>
            <a:srgbClr val="FAC302"/>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a:solidFill>
                <a:srgbClr val="FFFFFF"/>
              </a:solidFill>
              <a:latin typeface="微软雅黑" panose="020B0503020204020204" charset="-122"/>
            </a:endParaRPr>
          </a:p>
        </p:txBody>
      </p:sp>
      <p:sp>
        <p:nvSpPr>
          <p:cNvPr id="6" name="矩形 5"/>
          <p:cNvSpPr/>
          <p:nvPr>
            <p:custDataLst>
              <p:tags r:id="rId8"/>
            </p:custDataLst>
          </p:nvPr>
        </p:nvSpPr>
        <p:spPr>
          <a:xfrm>
            <a:off x="826058" y="1092233"/>
            <a:ext cx="7191375" cy="3598165"/>
          </a:xfrm>
          <a:prstGeom prst="rect">
            <a:avLst/>
          </a:prstGeom>
          <a:solidFill>
            <a:srgbClr val="FFFFFF">
              <a:lumMod val="95000"/>
            </a:srgbClr>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a:solidFill>
                <a:srgbClr val="FFFFFF"/>
              </a:solidFill>
              <a:latin typeface="微软雅黑" panose="020B0503020204020204" charset="-122"/>
            </a:endParaRPr>
          </a:p>
        </p:txBody>
      </p:sp>
      <p:sp>
        <p:nvSpPr>
          <p:cNvPr id="26" name="文本框 25"/>
          <p:cNvSpPr txBox="1"/>
          <p:nvPr>
            <p:custDataLst>
              <p:tags r:id="rId9"/>
            </p:custDataLst>
          </p:nvPr>
        </p:nvSpPr>
        <p:spPr>
          <a:xfrm>
            <a:off x="1130935" y="1746250"/>
            <a:ext cx="2829560" cy="2184400"/>
          </a:xfrm>
          <a:prstGeom prst="rect">
            <a:avLst/>
          </a:prstGeom>
          <a:noFill/>
        </p:spPr>
        <p:txBody>
          <a:bodyPr wrap="square" lIns="67500" tIns="35100" rIns="67500" bIns="35100" rtlCol="0">
            <a:noAutofit/>
          </a:bodyPr>
          <a:lstStyle>
            <a:defPPr>
              <a:defRPr lang="zh-CN"/>
            </a:defPPr>
            <a:lvl1pPr fontAlgn="auto">
              <a:lnSpc>
                <a:spcPct val="130000"/>
              </a:lnSpc>
              <a:spcAft>
                <a:spcPts val="1000"/>
              </a:spcAft>
              <a:defRPr sz="1600" spc="150"/>
            </a:lvl1pPr>
          </a:lstStyle>
          <a:p>
            <a:pPr marL="285750" lvl="0" indent="-285750" algn="just" fontAlgn="ctr">
              <a:lnSpc>
                <a:spcPct val="130000"/>
              </a:lnSpc>
              <a:spcBef>
                <a:spcPts val="1000"/>
              </a:spcBef>
              <a:spcAft>
                <a:spcPts val="0"/>
              </a:spcAft>
              <a:buClr>
                <a:srgbClr val="B5715B"/>
              </a:buClr>
              <a:buSzPct val="80000"/>
              <a:buFont typeface="WPS-Bullets" pitchFamily="2" charset="0"/>
              <a:buChar char=""/>
            </a:pPr>
            <a:r>
              <a:rPr sz="1200" dirty="0">
                <a:solidFill>
                  <a:srgbClr val="000000">
                    <a:lumMod val="75000"/>
                    <a:lumOff val="25000"/>
                  </a:srgbClr>
                </a:solidFill>
                <a:latin typeface="Arial" panose="020B0604020202020204" pitchFamily="34" charset="0"/>
                <a:ea typeface="微软雅黑" panose="020B0503020204020204" charset="-122"/>
                <a:sym typeface="+mn-ea"/>
              </a:rPr>
              <a:t>单击“视图”选项卡“母版视图”组中的“备注母版”图标 ，可进入备注母版视图，如图 6-43 所示。在备注视图中，用户可完成页面设置、占位符设置等任务。</a:t>
            </a:r>
            <a:endParaRPr sz="1200" dirty="0">
              <a:solidFill>
                <a:srgbClr val="000000">
                  <a:lumMod val="75000"/>
                  <a:lumOff val="25000"/>
                </a:srgbClr>
              </a:solidFill>
              <a:latin typeface="Arial" panose="020B0604020202020204" pitchFamily="34" charset="0"/>
              <a:ea typeface="微软雅黑" panose="020B0503020204020204" charset="-122"/>
              <a:sym typeface="+mn-ea"/>
            </a:endParaRPr>
          </a:p>
          <a:p>
            <a:pPr marL="285750" lvl="0" indent="-285750" algn="just" fontAlgn="ctr">
              <a:lnSpc>
                <a:spcPct val="130000"/>
              </a:lnSpc>
              <a:spcBef>
                <a:spcPts val="1000"/>
              </a:spcBef>
              <a:spcAft>
                <a:spcPts val="0"/>
              </a:spcAft>
              <a:buClr>
                <a:srgbClr val="B5715B"/>
              </a:buClr>
              <a:buSzPct val="80000"/>
              <a:buFont typeface="WPS-Bullets" pitchFamily="2" charset="0"/>
              <a:buChar char=""/>
            </a:pPr>
            <a:r>
              <a:rPr sz="1200" dirty="0">
                <a:solidFill>
                  <a:srgbClr val="000000">
                    <a:lumMod val="75000"/>
                    <a:lumOff val="25000"/>
                  </a:srgbClr>
                </a:solidFill>
                <a:latin typeface="Arial" panose="020B0604020202020204" pitchFamily="34" charset="0"/>
                <a:ea typeface="微软雅黑" panose="020B0503020204020204" charset="-122"/>
                <a:sym typeface="+mn-ea"/>
              </a:rPr>
              <a:t>单击选项卡功能区最右侧的“关闭母版视图”按钮，可返回原视图状态。</a:t>
            </a:r>
            <a:endParaRPr sz="1200" dirty="0">
              <a:solidFill>
                <a:srgbClr val="000000">
                  <a:lumMod val="75000"/>
                  <a:lumOff val="25000"/>
                </a:srgbClr>
              </a:solidFill>
              <a:latin typeface="Arial" panose="020B0604020202020204" pitchFamily="34" charset="0"/>
              <a:ea typeface="微软雅黑" panose="020B0503020204020204" charset="-122"/>
            </a:endParaRPr>
          </a:p>
          <a:p>
            <a:pPr marL="285750" lvl="0" indent="-285750" algn="just" fontAlgn="ctr">
              <a:lnSpc>
                <a:spcPct val="130000"/>
              </a:lnSpc>
              <a:spcBef>
                <a:spcPts val="1000"/>
              </a:spcBef>
              <a:spcAft>
                <a:spcPts val="0"/>
              </a:spcAft>
              <a:buClr>
                <a:srgbClr val="B5715B"/>
              </a:buClr>
              <a:buSzPct val="80000"/>
              <a:buFont typeface="WPS-Bullets" pitchFamily="2" charset="0"/>
              <a:buChar char=""/>
            </a:pPr>
            <a:endParaRPr sz="1200" dirty="0">
              <a:solidFill>
                <a:srgbClr val="000000">
                  <a:lumMod val="75000"/>
                  <a:lumOff val="25000"/>
                </a:srgbClr>
              </a:solidFill>
              <a:latin typeface="Arial" panose="020B0604020202020204" pitchFamily="34" charset="0"/>
              <a:ea typeface="微软雅黑" panose="020B0503020204020204" charset="-122"/>
              <a:sym typeface="+mn-ea"/>
            </a:endParaRPr>
          </a:p>
        </p:txBody>
      </p:sp>
      <p:sp>
        <p:nvSpPr>
          <p:cNvPr id="7" name="直角三角形 6"/>
          <p:cNvSpPr/>
          <p:nvPr>
            <p:custDataLst>
              <p:tags r:id="rId10"/>
            </p:custDataLst>
          </p:nvPr>
        </p:nvSpPr>
        <p:spPr>
          <a:xfrm rot="5400000">
            <a:off x="655708" y="544543"/>
            <a:ext cx="422268" cy="422268"/>
          </a:xfrm>
          <a:prstGeom prst="rtTriangle">
            <a:avLst/>
          </a:prstGeom>
          <a:solidFill>
            <a:srgbClr val="FAC302"/>
          </a:solidFill>
          <a:ln w="38100">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dirty="0">
              <a:solidFill>
                <a:srgbClr val="FFFFFF"/>
              </a:solidFill>
              <a:latin typeface="微软雅黑" panose="020B0503020204020204" charset="-122"/>
            </a:endParaRPr>
          </a:p>
        </p:txBody>
      </p:sp>
      <p:sp>
        <p:nvSpPr>
          <p:cNvPr id="8" name="椭圆 7"/>
          <p:cNvSpPr/>
          <p:nvPr>
            <p:custDataLst>
              <p:tags r:id="rId11"/>
            </p:custDataLst>
          </p:nvPr>
        </p:nvSpPr>
        <p:spPr>
          <a:xfrm>
            <a:off x="512490" y="285549"/>
            <a:ext cx="143588" cy="143588"/>
          </a:xfrm>
          <a:prstGeom prst="ellipse">
            <a:avLst/>
          </a:prstGeom>
          <a:solidFill>
            <a:srgbClr val="3531D0"/>
          </a:solidFill>
          <a:ln>
            <a:noFill/>
          </a:ln>
        </p:spPr>
        <p:style>
          <a:lnRef idx="2">
            <a:srgbClr val="FAC302">
              <a:shade val="50000"/>
            </a:srgbClr>
          </a:lnRef>
          <a:fillRef idx="1">
            <a:srgbClr val="FAC302"/>
          </a:fillRef>
          <a:effectRef idx="0">
            <a:srgbClr val="FAC302"/>
          </a:effectRef>
          <a:fontRef idx="minor">
            <a:srgbClr val="FFFFFF"/>
          </a:fontRef>
        </p:style>
        <p:txBody>
          <a:bodyPr rtlCol="0" anchor="ctr"/>
          <a:p>
            <a:pPr algn="ctr"/>
            <a:endParaRPr kumimoji="1" lang="zh-CN" altLang="en-US" sz="1200" b="1" dirty="0">
              <a:solidFill>
                <a:srgbClr val="FFFFFF"/>
              </a:solidFill>
              <a:latin typeface="微软雅黑" panose="020B0503020204020204" charset="-122"/>
            </a:endParaRPr>
          </a:p>
        </p:txBody>
      </p:sp>
      <p:sp>
        <p:nvSpPr>
          <p:cNvPr id="9" name="任意多边形 8"/>
          <p:cNvSpPr/>
          <p:nvPr>
            <p:custDataLst>
              <p:tags r:id="rId12"/>
            </p:custDataLst>
          </p:nvPr>
        </p:nvSpPr>
        <p:spPr>
          <a:xfrm>
            <a:off x="7490639" y="0"/>
            <a:ext cx="1653183" cy="71437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3471" h="1500">
                <a:moveTo>
                  <a:pt x="0" y="0"/>
                </a:moveTo>
                <a:lnTo>
                  <a:pt x="3471" y="0"/>
                </a:lnTo>
                <a:lnTo>
                  <a:pt x="3469" y="13"/>
                </a:lnTo>
                <a:cubicBezTo>
                  <a:pt x="3341" y="855"/>
                  <a:pt x="2614" y="1500"/>
                  <a:pt x="1736" y="1500"/>
                </a:cubicBezTo>
                <a:cubicBezTo>
                  <a:pt x="858" y="1500"/>
                  <a:pt x="130" y="855"/>
                  <a:pt x="2" y="13"/>
                </a:cubicBezTo>
                <a:lnTo>
                  <a:pt x="0" y="0"/>
                </a:lnTo>
                <a:close/>
              </a:path>
            </a:pathLst>
          </a:custGeom>
          <a:solidFill>
            <a:srgbClr val="3531D0"/>
          </a:solidFill>
          <a:ln>
            <a:noFill/>
          </a:ln>
        </p:spPr>
        <p:style>
          <a:lnRef idx="2">
            <a:srgbClr val="FAC302">
              <a:shade val="50000"/>
            </a:srgbClr>
          </a:lnRef>
          <a:fillRef idx="1">
            <a:srgbClr val="FAC302"/>
          </a:fillRef>
          <a:effectRef idx="0">
            <a:srgbClr val="FAC302"/>
          </a:effectRef>
          <a:fontRef idx="minor">
            <a:srgbClr val="FFFFFF"/>
          </a:fontRef>
        </p:style>
        <p:txBody>
          <a:bodyPr wrap="square" rtlCol="0" anchor="ctr">
            <a:noAutofit/>
          </a:bodyPr>
          <a:p>
            <a:pPr algn="ctr"/>
            <a:endParaRPr kumimoji="1" lang="zh-CN" altLang="en-US" sz="1200" b="1" dirty="0">
              <a:solidFill>
                <a:srgbClr val="FFFFFF"/>
              </a:solidFill>
              <a:latin typeface="微软雅黑" panose="020B0503020204020204" charset="-122"/>
            </a:endParaRPr>
          </a:p>
        </p:txBody>
      </p:sp>
      <p:sp>
        <p:nvSpPr>
          <p:cNvPr id="10" name="任意多边形 9"/>
          <p:cNvSpPr/>
          <p:nvPr>
            <p:custDataLst>
              <p:tags r:id="rId13"/>
            </p:custDataLst>
          </p:nvPr>
        </p:nvSpPr>
        <p:spPr>
          <a:xfrm>
            <a:off x="8910161" y="630230"/>
            <a:ext cx="233839" cy="47928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91" h="1006">
                <a:moveTo>
                  <a:pt x="491" y="0"/>
                </a:moveTo>
                <a:lnTo>
                  <a:pt x="491" y="1006"/>
                </a:lnTo>
                <a:lnTo>
                  <a:pt x="478" y="1006"/>
                </a:lnTo>
                <a:cubicBezTo>
                  <a:pt x="212" y="993"/>
                  <a:pt x="0" y="773"/>
                  <a:pt x="0" y="503"/>
                </a:cubicBezTo>
                <a:cubicBezTo>
                  <a:pt x="0" y="234"/>
                  <a:pt x="212" y="14"/>
                  <a:pt x="478" y="0"/>
                </a:cubicBezTo>
                <a:lnTo>
                  <a:pt x="491" y="0"/>
                </a:lnTo>
                <a:close/>
              </a:path>
            </a:pathLst>
          </a:custGeom>
          <a:solidFill>
            <a:srgbClr val="FAC302"/>
          </a:solidFill>
          <a:ln>
            <a:noFill/>
          </a:ln>
        </p:spPr>
        <p:style>
          <a:lnRef idx="2">
            <a:srgbClr val="FAC302">
              <a:shade val="50000"/>
            </a:srgbClr>
          </a:lnRef>
          <a:fillRef idx="1">
            <a:srgbClr val="FAC302"/>
          </a:fillRef>
          <a:effectRef idx="0">
            <a:srgbClr val="FAC302"/>
          </a:effectRef>
          <a:fontRef idx="minor">
            <a:srgbClr val="FFFFFF"/>
          </a:fontRef>
        </p:style>
        <p:txBody>
          <a:bodyPr wrap="square" rtlCol="0" anchor="ctr">
            <a:noAutofit/>
          </a:bodyPr>
          <a:p>
            <a:pPr algn="ctr"/>
            <a:endParaRPr kumimoji="1" lang="zh-CN" altLang="en-US" sz="1200" b="1" dirty="0">
              <a:solidFill>
                <a:srgbClr val="FFFFFF"/>
              </a:solidFill>
              <a:latin typeface="微软雅黑" panose="020B0503020204020204" charset="-122"/>
            </a:endParaRPr>
          </a:p>
        </p:txBody>
      </p:sp>
      <p:sp>
        <p:nvSpPr>
          <p:cNvPr id="19" name="任意多边形: 形状 4"/>
          <p:cNvSpPr/>
          <p:nvPr>
            <p:custDataLst>
              <p:tags r:id="rId14"/>
            </p:custDataLst>
          </p:nvPr>
        </p:nvSpPr>
        <p:spPr>
          <a:xfrm rot="20100000">
            <a:off x="8209598" y="3781425"/>
            <a:ext cx="215265" cy="10906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1E6BC5"/>
            </a:solidFill>
            <a:prstDash val="solid"/>
            <a:miter/>
          </a:ln>
        </p:spPr>
        <p:txBody>
          <a:bodyPr rtlCol="0" anchor="ctr"/>
          <a:p>
            <a:endParaRPr lang="zh-CN" altLang="en-US" sz="1350"/>
          </a:p>
        </p:txBody>
      </p:sp>
      <p:sp>
        <p:nvSpPr>
          <p:cNvPr id="20" name="任意多边形: 形状 4"/>
          <p:cNvSpPr/>
          <p:nvPr>
            <p:custDataLst>
              <p:tags r:id="rId15"/>
            </p:custDataLst>
          </p:nvPr>
        </p:nvSpPr>
        <p:spPr>
          <a:xfrm rot="3720000">
            <a:off x="359569" y="2848928"/>
            <a:ext cx="215265" cy="10906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1E6BC5"/>
            </a:solidFill>
            <a:prstDash val="solid"/>
            <a:miter/>
          </a:ln>
        </p:spPr>
        <p:txBody>
          <a:bodyPr rtlCol="0" anchor="ctr"/>
          <a:p>
            <a:endParaRPr lang="zh-CN" altLang="en-US" sz="1350"/>
          </a:p>
        </p:txBody>
      </p:sp>
      <p:sp>
        <p:nvSpPr>
          <p:cNvPr id="21" name="任意多边形: 形状 4"/>
          <p:cNvSpPr/>
          <p:nvPr>
            <p:custDataLst>
              <p:tags r:id="rId16"/>
            </p:custDataLst>
          </p:nvPr>
        </p:nvSpPr>
        <p:spPr>
          <a:xfrm rot="21360000">
            <a:off x="829628" y="312420"/>
            <a:ext cx="215265" cy="10906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1E6BC5"/>
            </a:solidFill>
            <a:prstDash val="solid"/>
            <a:miter/>
          </a:ln>
        </p:spPr>
        <p:txBody>
          <a:bodyPr rtlCol="0" anchor="ctr"/>
          <a:p>
            <a:endParaRPr lang="zh-CN" altLang="en-US" sz="1350"/>
          </a:p>
        </p:txBody>
      </p:sp>
      <p:sp>
        <p:nvSpPr>
          <p:cNvPr id="22" name="任意多边形: 形状 4"/>
          <p:cNvSpPr/>
          <p:nvPr>
            <p:custDataLst>
              <p:tags r:id="rId17"/>
            </p:custDataLst>
          </p:nvPr>
        </p:nvSpPr>
        <p:spPr>
          <a:xfrm rot="3900000">
            <a:off x="7250430" y="347186"/>
            <a:ext cx="270034" cy="10525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FAC302"/>
            </a:solidFill>
            <a:prstDash val="solid"/>
            <a:miter/>
          </a:ln>
        </p:spPr>
        <p:txBody>
          <a:bodyPr rtlCol="0" anchor="ctr"/>
          <a:p>
            <a:endParaRPr lang="zh-CN" altLang="en-US" sz="1350"/>
          </a:p>
        </p:txBody>
      </p:sp>
      <p:sp>
        <p:nvSpPr>
          <p:cNvPr id="23" name="任意多边形: 形状 4"/>
          <p:cNvSpPr/>
          <p:nvPr>
            <p:custDataLst>
              <p:tags r:id="rId18"/>
            </p:custDataLst>
          </p:nvPr>
        </p:nvSpPr>
        <p:spPr>
          <a:xfrm rot="21000000">
            <a:off x="771525" y="4868704"/>
            <a:ext cx="270034" cy="105251"/>
          </a:xfrm>
          <a:custGeom>
            <a:avLst/>
            <a:gdLst>
              <a:gd name="connsiteX0" fmla="*/ 5192 w 450630"/>
              <a:gd name="connsiteY0" fmla="*/ 212028 h 228324"/>
              <a:gd name="connsiteX1" fmla="*/ 135468 w 450630"/>
              <a:gd name="connsiteY1" fmla="*/ 204132 h 228324"/>
              <a:gd name="connsiteX2" fmla="*/ 154549 w 450630"/>
              <a:gd name="connsiteY2" fmla="*/ 171892 h 228324"/>
              <a:gd name="connsiteX3" fmla="*/ 165077 w 450630"/>
              <a:gd name="connsiteY3" fmla="*/ 152153 h 228324"/>
              <a:gd name="connsiteX4" fmla="*/ 205870 w 450630"/>
              <a:gd name="connsiteY4" fmla="*/ 143600 h 228324"/>
              <a:gd name="connsiteX5" fmla="*/ 265744 w 450630"/>
              <a:gd name="connsiteY5" fmla="*/ 140310 h 228324"/>
              <a:gd name="connsiteX6" fmla="*/ 304564 w 450630"/>
              <a:gd name="connsiteY6" fmla="*/ 101490 h 228324"/>
              <a:gd name="connsiteX7" fmla="*/ 333514 w 450630"/>
              <a:gd name="connsiteY7" fmla="*/ 63329 h 228324"/>
              <a:gd name="connsiteX8" fmla="*/ 377598 w 450630"/>
              <a:gd name="connsiteY8" fmla="*/ 70566 h 228324"/>
              <a:gd name="connsiteX9" fmla="*/ 450631 w 450630"/>
              <a:gd name="connsiteY9" fmla="*/ 9376 h 228324"/>
              <a:gd name="connsiteX10" fmla="*/ 430892 w 450630"/>
              <a:gd name="connsiteY10" fmla="*/ 9376 h 228324"/>
              <a:gd name="connsiteX11" fmla="*/ 315749 w 450630"/>
              <a:gd name="connsiteY11" fmla="*/ 48196 h 228324"/>
              <a:gd name="connsiteX12" fmla="*/ 293379 w 450630"/>
              <a:gd name="connsiteY12" fmla="*/ 75172 h 228324"/>
              <a:gd name="connsiteX13" fmla="*/ 244032 w 450630"/>
              <a:gd name="connsiteY13" fmla="*/ 127809 h 228324"/>
              <a:gd name="connsiteX14" fmla="*/ 150601 w 450630"/>
              <a:gd name="connsiteY14" fmla="*/ 138994 h 228324"/>
              <a:gd name="connsiteX15" fmla="*/ 121651 w 450630"/>
              <a:gd name="connsiteY15" fmla="*/ 190315 h 228324"/>
              <a:gd name="connsiteX16" fmla="*/ 15720 w 450630"/>
              <a:gd name="connsiteY16" fmla="*/ 194921 h 228324"/>
              <a:gd name="connsiteX17" fmla="*/ 5192 w 450630"/>
              <a:gd name="connsiteY17" fmla="*/ 212028 h 228324"/>
              <a:gd name="connsiteX18" fmla="*/ 5192 w 450630"/>
              <a:gd name="connsiteY18" fmla="*/ 212028 h 228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0630" h="228324">
                <a:moveTo>
                  <a:pt x="5192" y="212028"/>
                </a:moveTo>
                <a:cubicBezTo>
                  <a:pt x="46644" y="229793"/>
                  <a:pt x="99938" y="240320"/>
                  <a:pt x="135468" y="204132"/>
                </a:cubicBezTo>
                <a:cubicBezTo>
                  <a:pt x="144680" y="194921"/>
                  <a:pt x="149285" y="183077"/>
                  <a:pt x="154549" y="171892"/>
                </a:cubicBezTo>
                <a:cubicBezTo>
                  <a:pt x="157839" y="165312"/>
                  <a:pt x="159813" y="157417"/>
                  <a:pt x="165077" y="152153"/>
                </a:cubicBezTo>
                <a:cubicBezTo>
                  <a:pt x="174946" y="142284"/>
                  <a:pt x="192053" y="141626"/>
                  <a:pt x="205870" y="143600"/>
                </a:cubicBezTo>
                <a:cubicBezTo>
                  <a:pt x="227583" y="147548"/>
                  <a:pt x="244032" y="150837"/>
                  <a:pt x="265744" y="140310"/>
                </a:cubicBezTo>
                <a:cubicBezTo>
                  <a:pt x="282851" y="132414"/>
                  <a:pt x="296010" y="118597"/>
                  <a:pt x="304564" y="101490"/>
                </a:cubicBezTo>
                <a:cubicBezTo>
                  <a:pt x="311802" y="86357"/>
                  <a:pt x="313118" y="67276"/>
                  <a:pt x="333514" y="63329"/>
                </a:cubicBezTo>
                <a:cubicBezTo>
                  <a:pt x="347331" y="60697"/>
                  <a:pt x="363780" y="68592"/>
                  <a:pt x="377598" y="70566"/>
                </a:cubicBezTo>
                <a:cubicBezTo>
                  <a:pt x="417733" y="75830"/>
                  <a:pt x="450631" y="50827"/>
                  <a:pt x="450631" y="9376"/>
                </a:cubicBezTo>
                <a:cubicBezTo>
                  <a:pt x="450631" y="-3125"/>
                  <a:pt x="430892" y="-3125"/>
                  <a:pt x="430892" y="9376"/>
                </a:cubicBezTo>
                <a:cubicBezTo>
                  <a:pt x="430892" y="84383"/>
                  <a:pt x="353253" y="30431"/>
                  <a:pt x="315749" y="48196"/>
                </a:cubicBezTo>
                <a:cubicBezTo>
                  <a:pt x="303906" y="54117"/>
                  <a:pt x="298642" y="63329"/>
                  <a:pt x="293379" y="75172"/>
                </a:cubicBezTo>
                <a:cubicBezTo>
                  <a:pt x="281535" y="100174"/>
                  <a:pt x="274956" y="121887"/>
                  <a:pt x="244032" y="127809"/>
                </a:cubicBezTo>
                <a:cubicBezTo>
                  <a:pt x="207186" y="135046"/>
                  <a:pt x="179551" y="101490"/>
                  <a:pt x="150601" y="138994"/>
                </a:cubicBezTo>
                <a:cubicBezTo>
                  <a:pt x="138758" y="154785"/>
                  <a:pt x="136126" y="175840"/>
                  <a:pt x="121651" y="190315"/>
                </a:cubicBezTo>
                <a:cubicBezTo>
                  <a:pt x="93359" y="219923"/>
                  <a:pt x="47959" y="208738"/>
                  <a:pt x="15720" y="194921"/>
                </a:cubicBezTo>
                <a:cubicBezTo>
                  <a:pt x="3876" y="189657"/>
                  <a:pt x="-6651" y="206764"/>
                  <a:pt x="5192" y="212028"/>
                </a:cubicBezTo>
                <a:lnTo>
                  <a:pt x="5192" y="212028"/>
                </a:lnTo>
                <a:close/>
              </a:path>
            </a:pathLst>
          </a:custGeom>
          <a:noFill/>
          <a:ln w="6580" cap="flat">
            <a:solidFill>
              <a:srgbClr val="FAC302"/>
            </a:solidFill>
            <a:prstDash val="solid"/>
            <a:miter/>
          </a:ln>
        </p:spPr>
        <p:txBody>
          <a:bodyPr rtlCol="0" anchor="ctr"/>
          <a:p>
            <a:endParaRPr lang="zh-CN" altLang="en-US" sz="1350"/>
          </a:p>
        </p:txBody>
      </p:sp>
      <p:pic>
        <p:nvPicPr>
          <p:cNvPr id="4" name="图片 3"/>
          <p:cNvPicPr>
            <a:picLocks noChangeAspect="1"/>
          </p:cNvPicPr>
          <p:nvPr>
            <p:custDataLst>
              <p:tags r:id="rId19"/>
            </p:custDataLst>
          </p:nvPr>
        </p:nvPicPr>
        <p:blipFill>
          <a:blip r:embed="rId20">
            <a:clrChange>
              <a:clrFrom>
                <a:srgbClr val="FFFFFF">
                  <a:alpha val="100000"/>
                </a:srgbClr>
              </a:clrFrom>
              <a:clrTo>
                <a:srgbClr val="FFFFFF">
                  <a:alpha val="100000"/>
                  <a:alpha val="0"/>
                </a:srgbClr>
              </a:clrTo>
            </a:clrChange>
          </a:blip>
          <a:stretch>
            <a:fillRect/>
          </a:stretch>
        </p:blipFill>
        <p:spPr>
          <a:xfrm>
            <a:off x="4133215" y="1689735"/>
            <a:ext cx="3646805" cy="2297430"/>
          </a:xfrm>
          <a:prstGeom prst="rect">
            <a:avLst/>
          </a:prstGeom>
        </p:spPr>
      </p:pic>
    </p:spTree>
    <p:custDataLst>
      <p:tags r:id="rId21"/>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任意多边形: 形状 15"/>
          <p:cNvSpPr/>
          <p:nvPr>
            <p:custDataLst>
              <p:tags r:id="rId1"/>
            </p:custDataLst>
          </p:nvPr>
        </p:nvSpPr>
        <p:spPr>
          <a:xfrm>
            <a:off x="480350" y="516658"/>
            <a:ext cx="8183302" cy="4110185"/>
          </a:xfrm>
          <a:custGeom>
            <a:avLst/>
            <a:gdLst>
              <a:gd name="connsiteX0" fmla="*/ 0 w 11157995"/>
              <a:gd name="connsiteY0" fmla="*/ 0 h 5480246"/>
              <a:gd name="connsiteX1" fmla="*/ 11157995 w 11157995"/>
              <a:gd name="connsiteY1" fmla="*/ 0 h 5480246"/>
              <a:gd name="connsiteX2" fmla="*/ 11157995 w 11157995"/>
              <a:gd name="connsiteY2" fmla="*/ 109647 h 5480246"/>
              <a:gd name="connsiteX3" fmla="*/ 112853 w 11157995"/>
              <a:gd name="connsiteY3" fmla="*/ 109647 h 5480246"/>
              <a:gd name="connsiteX4" fmla="*/ 112853 w 11157995"/>
              <a:gd name="connsiteY4" fmla="*/ 5370598 h 5480246"/>
              <a:gd name="connsiteX5" fmla="*/ 11157995 w 11157995"/>
              <a:gd name="connsiteY5" fmla="*/ 5370598 h 5480246"/>
              <a:gd name="connsiteX6" fmla="*/ 11157995 w 11157995"/>
              <a:gd name="connsiteY6" fmla="*/ 5480246 h 5480246"/>
              <a:gd name="connsiteX7" fmla="*/ 0 w 11157995"/>
              <a:gd name="connsiteY7" fmla="*/ 5480246 h 548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57995" h="5480246">
                <a:moveTo>
                  <a:pt x="0" y="0"/>
                </a:moveTo>
                <a:lnTo>
                  <a:pt x="11157995" y="0"/>
                </a:lnTo>
                <a:lnTo>
                  <a:pt x="11157995" y="109647"/>
                </a:lnTo>
                <a:lnTo>
                  <a:pt x="112853" y="109647"/>
                </a:lnTo>
                <a:lnTo>
                  <a:pt x="112853" y="5370598"/>
                </a:lnTo>
                <a:lnTo>
                  <a:pt x="11157995" y="5370598"/>
                </a:lnTo>
                <a:lnTo>
                  <a:pt x="11157995" y="5480246"/>
                </a:lnTo>
                <a:lnTo>
                  <a:pt x="0" y="5480246"/>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4" name="矩形 13"/>
          <p:cNvSpPr/>
          <p:nvPr>
            <p:custDataLst>
              <p:tags r:id="rId2"/>
            </p:custDataLst>
          </p:nvPr>
        </p:nvSpPr>
        <p:spPr>
          <a:xfrm>
            <a:off x="4640001" y="0"/>
            <a:ext cx="402365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pic>
        <p:nvPicPr>
          <p:cNvPr id="8" name="图片 7"/>
          <p:cNvPicPr>
            <a:picLocks noChangeAspect="1"/>
          </p:cNvPicPr>
          <p:nvPr>
            <p:custDataLst>
              <p:tags r:id="rId3"/>
            </p:custDataLst>
          </p:nvPr>
        </p:nvPicPr>
        <p:blipFill rotWithShape="1">
          <a:blip r:embed="rId4"/>
          <a:srcRect/>
          <a:stretch>
            <a:fillRect/>
          </a:stretch>
        </p:blipFill>
        <p:spPr>
          <a:xfrm>
            <a:off x="829315" y="1281300"/>
            <a:ext cx="3461722" cy="2580899"/>
          </a:xfrm>
          <a:prstGeom prst="rect">
            <a:avLst/>
          </a:prstGeom>
        </p:spPr>
      </p:pic>
      <p:sp>
        <p:nvSpPr>
          <p:cNvPr id="9" name="矩形 8"/>
          <p:cNvSpPr/>
          <p:nvPr>
            <p:custDataLst>
              <p:tags r:id="rId5"/>
            </p:custDataLst>
          </p:nvPr>
        </p:nvSpPr>
        <p:spPr>
          <a:xfrm>
            <a:off x="4930108" y="421580"/>
            <a:ext cx="3443436" cy="535656"/>
          </a:xfrm>
          <a:prstGeom prst="rect">
            <a:avLst/>
          </a:prstGeom>
        </p:spPr>
        <p:txBody>
          <a:bodyPr wrap="square" anchor="b">
            <a:normAutofit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20000"/>
              </a:lnSpc>
              <a:spcBef>
                <a:spcPts val="0"/>
              </a:spcBef>
              <a:spcAft>
                <a:spcPts val="0"/>
              </a:spcAft>
              <a:buSzPct val="100000"/>
              <a:buNone/>
            </a:pPr>
            <a:r>
              <a:rPr lang="zh-CN" altLang="en-US" sz="2700" b="1" spc="300">
                <a:solidFill>
                  <a:schemeClr val="bg1"/>
                </a:solidFill>
                <a:latin typeface="Arial" panose="020B0604020202020204" pitchFamily="34" charset="0"/>
                <a:ea typeface="微软雅黑" panose="020B0503020204020204" charset="-122"/>
              </a:rPr>
              <a:t>选择动画样式</a:t>
            </a:r>
            <a:endParaRPr lang="zh-CN" altLang="en-US" sz="2700" b="1" spc="300">
              <a:solidFill>
                <a:schemeClr val="bg1"/>
              </a:solidFill>
              <a:latin typeface="Arial" panose="020B0604020202020204" pitchFamily="34" charset="0"/>
              <a:ea typeface="微软雅黑" panose="020B0503020204020204" charset="-122"/>
            </a:endParaRPr>
          </a:p>
        </p:txBody>
      </p:sp>
      <p:sp>
        <p:nvSpPr>
          <p:cNvPr id="17" name="矩形 16"/>
          <p:cNvSpPr/>
          <p:nvPr>
            <p:custDataLst>
              <p:tags r:id="rId6"/>
            </p:custDataLst>
          </p:nvPr>
        </p:nvSpPr>
        <p:spPr>
          <a:xfrm>
            <a:off x="4929474" y="1281708"/>
            <a:ext cx="3443435" cy="3286125"/>
          </a:xfrm>
          <a:prstGeom prst="rect">
            <a:avLst/>
          </a:prstGeom>
        </p:spPr>
        <p:txBody>
          <a:bodyPr>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0" indent="0" algn="l" fontAlgn="ctr">
              <a:lnSpc>
                <a:spcPct val="120000"/>
              </a:lnSpc>
              <a:spcBef>
                <a:spcPts val="0"/>
              </a:spcBef>
              <a:spcAft>
                <a:spcPts val="0"/>
              </a:spcAft>
              <a:buSzPct val="100000"/>
              <a:buFont typeface="+mj-ea"/>
              <a:buNone/>
            </a:pPr>
            <a:r>
              <a:rPr lang="zh-CN" altLang="en-US" sz="1000" spc="150">
                <a:solidFill>
                  <a:schemeClr val="bg1"/>
                </a:solidFill>
                <a:latin typeface="Arial" panose="020B0604020202020204" pitchFamily="34" charset="0"/>
                <a:ea typeface="微软雅黑" panose="020B0503020204020204" charset="-122"/>
              </a:rPr>
              <a:t>PowerPoint 提供了多种预定义的动画方案，可以直接调用这些方案，而无须单独设计。在演示文稿中应用预定义动画方案的操作方法如下：</a:t>
            </a:r>
            <a:endParaRPr lang="zh-CN" altLang="en-US" sz="1000" spc="150">
              <a:solidFill>
                <a:schemeClr val="bg1"/>
              </a:solidFill>
              <a:latin typeface="Arial" panose="020B0604020202020204" pitchFamily="34" charset="0"/>
              <a:ea typeface="微软雅黑" panose="020B0503020204020204" charset="-122"/>
            </a:endParaRPr>
          </a:p>
          <a:p>
            <a:pPr marL="749300" lvl="1" indent="-304800" algn="l" fontAlgn="ctr">
              <a:lnSpc>
                <a:spcPct val="130000"/>
              </a:lnSpc>
              <a:spcBef>
                <a:spcPts val="0"/>
              </a:spcBef>
              <a:spcAft>
                <a:spcPts val="0"/>
              </a:spcAft>
              <a:buSzPct val="100000"/>
              <a:buFont typeface="+mj-lt"/>
              <a:buAutoNum type="arabicPeriod"/>
            </a:pPr>
            <a:r>
              <a:rPr lang="zh-CN" altLang="en-US" sz="1000" spc="150">
                <a:solidFill>
                  <a:schemeClr val="bg1"/>
                </a:solidFill>
                <a:latin typeface="Arial" panose="020B0604020202020204" pitchFamily="34" charset="0"/>
                <a:ea typeface="微软雅黑" panose="020B0503020204020204" charset="-122"/>
              </a:rPr>
              <a:t>选中幻灯片中希望设置动画的对象（如文本框、图片、SmartArt 图形等）。</a:t>
            </a:r>
            <a:endParaRPr lang="zh-CN" altLang="en-US" sz="1000" spc="150">
              <a:solidFill>
                <a:schemeClr val="bg1"/>
              </a:solidFill>
              <a:latin typeface="Arial" panose="020B0604020202020204" pitchFamily="34" charset="0"/>
              <a:ea typeface="微软雅黑" panose="020B0503020204020204" charset="-122"/>
            </a:endParaRPr>
          </a:p>
          <a:p>
            <a:pPr marL="749300" lvl="1" indent="-304800" algn="l" fontAlgn="ctr">
              <a:lnSpc>
                <a:spcPct val="130000"/>
              </a:lnSpc>
              <a:spcBef>
                <a:spcPts val="0"/>
              </a:spcBef>
              <a:spcAft>
                <a:spcPts val="0"/>
              </a:spcAft>
              <a:buSzPct val="100000"/>
              <a:buFont typeface="+mj-lt"/>
              <a:buAutoNum type="arabicPeriod"/>
            </a:pPr>
            <a:r>
              <a:rPr lang="zh-CN" altLang="en-US" sz="1000" spc="150">
                <a:solidFill>
                  <a:schemeClr val="bg1"/>
                </a:solidFill>
                <a:latin typeface="Arial" panose="020B0604020202020204" pitchFamily="34" charset="0"/>
                <a:ea typeface="微软雅黑" panose="020B0503020204020204" charset="-122"/>
              </a:rPr>
              <a:t>单击“动画”选项卡，如图 6-44 所示，其中有用于幻灯片中对象动画设置的工具。</a:t>
            </a:r>
            <a:endParaRPr lang="zh-CN" altLang="en-US" sz="1000" spc="150">
              <a:solidFill>
                <a:schemeClr val="bg1"/>
              </a:solidFill>
              <a:latin typeface="Arial" panose="020B0604020202020204" pitchFamily="34" charset="0"/>
              <a:ea typeface="微软雅黑" panose="020B0503020204020204" charset="-122"/>
            </a:endParaRPr>
          </a:p>
          <a:p>
            <a:pPr marL="749300" lvl="1" indent="-304800" algn="l" fontAlgn="ctr">
              <a:lnSpc>
                <a:spcPct val="130000"/>
              </a:lnSpc>
              <a:spcBef>
                <a:spcPts val="0"/>
              </a:spcBef>
              <a:spcAft>
                <a:spcPts val="0"/>
              </a:spcAft>
              <a:buSzPct val="100000"/>
              <a:buFont typeface="+mj-lt"/>
              <a:buAutoNum type="arabicPeriod"/>
            </a:pPr>
            <a:r>
              <a:rPr lang="zh-CN" altLang="en-US" sz="1000" spc="150">
                <a:solidFill>
                  <a:schemeClr val="bg1"/>
                </a:solidFill>
                <a:latin typeface="Arial" panose="020B0604020202020204" pitchFamily="34" charset="0"/>
                <a:ea typeface="微软雅黑" panose="020B0503020204020204" charset="-122"/>
              </a:rPr>
              <a:t>在“动画”组的动画样式列表中单击选择需要的样式，单击“预览” 图标，可在幻灯片编辑窗口查看动画的实际效果。</a:t>
            </a:r>
            <a:endParaRPr lang="zh-CN" altLang="en-US" sz="1000" spc="150">
              <a:solidFill>
                <a:schemeClr val="bg1"/>
              </a:solidFill>
              <a:latin typeface="Arial" panose="020B0604020202020204" pitchFamily="34" charset="0"/>
              <a:ea typeface="微软雅黑" panose="020B0503020204020204" charset="-122"/>
            </a:endParaRPr>
          </a:p>
          <a:p>
            <a:pPr marL="749300" lvl="1" indent="-304800" algn="l" fontAlgn="ctr">
              <a:lnSpc>
                <a:spcPct val="130000"/>
              </a:lnSpc>
              <a:spcBef>
                <a:spcPts val="0"/>
              </a:spcBef>
              <a:spcAft>
                <a:spcPts val="0"/>
              </a:spcAft>
              <a:buSzPct val="100000"/>
              <a:buFont typeface="+mj-lt"/>
              <a:buAutoNum type="arabicPeriod"/>
            </a:pPr>
            <a:r>
              <a:rPr lang="zh-CN" altLang="en-US" sz="1000" spc="150">
                <a:solidFill>
                  <a:schemeClr val="bg1"/>
                </a:solidFill>
                <a:latin typeface="Arial" panose="020B0604020202020204" pitchFamily="34" charset="0"/>
                <a:ea typeface="微软雅黑" panose="020B0503020204020204" charset="-122"/>
              </a:rPr>
              <a:t>如果希望使用更多的动画样式，单击“高级动画”组中的“添加动画”图标显示动画列表，如图 6-45 所示，单击需要的动画。</a:t>
            </a:r>
            <a:endParaRPr lang="zh-CN" altLang="en-US" sz="1000" spc="150">
              <a:solidFill>
                <a:schemeClr val="bg1"/>
              </a:solidFill>
              <a:latin typeface="Arial" panose="020B0604020202020204" pitchFamily="34" charset="0"/>
              <a:ea typeface="微软雅黑" panose="020B0503020204020204" charset="-122"/>
            </a:endParaRPr>
          </a:p>
        </p:txBody>
      </p:sp>
      <p:sp>
        <p:nvSpPr>
          <p:cNvPr id="18" name="矩形 17"/>
          <p:cNvSpPr/>
          <p:nvPr>
            <p:custDataLst>
              <p:tags r:id="rId7"/>
            </p:custDataLst>
          </p:nvPr>
        </p:nvSpPr>
        <p:spPr>
          <a:xfrm>
            <a:off x="4113354" y="4122929"/>
            <a:ext cx="177683" cy="177683"/>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custDataLst>
              <p:tags r:id="rId8"/>
            </p:custDataLst>
          </p:nvPr>
        </p:nvSpPr>
        <p:spPr>
          <a:xfrm>
            <a:off x="3875987" y="4171336"/>
            <a:ext cx="129276" cy="12927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1" name="矩形 10"/>
          <p:cNvSpPr/>
          <p:nvPr>
            <p:custDataLst>
              <p:tags r:id="rId9"/>
            </p:custDataLst>
          </p:nvPr>
        </p:nvSpPr>
        <p:spPr>
          <a:xfrm>
            <a:off x="3681227" y="4209336"/>
            <a:ext cx="91276" cy="9127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9" name="矩形 18"/>
          <p:cNvSpPr/>
          <p:nvPr>
            <p:custDataLst>
              <p:tags r:id="rId10"/>
            </p:custDataLst>
          </p:nvPr>
        </p:nvSpPr>
        <p:spPr>
          <a:xfrm flipH="1">
            <a:off x="842939" y="825526"/>
            <a:ext cx="177683" cy="177683"/>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 name="矩形 1"/>
          <p:cNvSpPr/>
          <p:nvPr>
            <p:custDataLst>
              <p:tags r:id="rId11"/>
            </p:custDataLst>
          </p:nvPr>
        </p:nvSpPr>
        <p:spPr>
          <a:xfrm flipH="1">
            <a:off x="1128713" y="873932"/>
            <a:ext cx="129276" cy="12927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 name="矩形 5"/>
          <p:cNvSpPr/>
          <p:nvPr>
            <p:custDataLst>
              <p:tags r:id="rId12"/>
            </p:custDataLst>
          </p:nvPr>
        </p:nvSpPr>
        <p:spPr>
          <a:xfrm flipH="1">
            <a:off x="1361473" y="911933"/>
            <a:ext cx="91276" cy="9127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Tree>
    <p:custDataLst>
      <p:tags r:id="rId13"/>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0" name="组合 19"/>
          <p:cNvGrpSpPr/>
          <p:nvPr userDrawn="1">
            <p:custDataLst>
              <p:tags r:id="rId1"/>
            </p:custDataLst>
          </p:nvPr>
        </p:nvGrpSpPr>
        <p:grpSpPr>
          <a:xfrm rot="20310956">
            <a:off x="219227" y="260732"/>
            <a:ext cx="881159" cy="522149"/>
            <a:chOff x="4175125" y="1726565"/>
            <a:chExt cx="1094105" cy="648335"/>
          </a:xfrm>
        </p:grpSpPr>
        <p:sp>
          <p:nvSpPr>
            <p:cNvPr id="21" name="Freeform 64"/>
            <p:cNvSpPr/>
            <p:nvPr userDrawn="1">
              <p:custDataLst>
                <p:tags r:id="rId2"/>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2" name="Rectangle 66"/>
            <p:cNvSpPr>
              <a:spLocks noChangeArrowheads="1"/>
            </p:cNvSpPr>
            <p:nvPr userDrawn="1">
              <p:custDataLst>
                <p:tags r:id="rId3"/>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3" name="Rectangle 67"/>
            <p:cNvSpPr>
              <a:spLocks noChangeArrowheads="1"/>
            </p:cNvSpPr>
            <p:nvPr userDrawn="1">
              <p:custDataLst>
                <p:tags r:id="rId4"/>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4" name="Rectangle 68"/>
            <p:cNvSpPr>
              <a:spLocks noChangeArrowheads="1"/>
            </p:cNvSpPr>
            <p:nvPr userDrawn="1">
              <p:custDataLst>
                <p:tags r:id="rId5"/>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5" name="Rectangle 69"/>
            <p:cNvSpPr>
              <a:spLocks noChangeArrowheads="1"/>
            </p:cNvSpPr>
            <p:nvPr userDrawn="1">
              <p:custDataLst>
                <p:tags r:id="rId6"/>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6" name="Rectangle 70"/>
            <p:cNvSpPr>
              <a:spLocks noChangeArrowheads="1"/>
            </p:cNvSpPr>
            <p:nvPr userDrawn="1">
              <p:custDataLst>
                <p:tags r:id="rId7"/>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grpSp>
      <p:sp>
        <p:nvSpPr>
          <p:cNvPr id="4" name="Title 6"/>
          <p:cNvSpPr txBox="1"/>
          <p:nvPr>
            <p:custDataLst>
              <p:tags r:id="rId8"/>
            </p:custDataLst>
          </p:nvPr>
        </p:nvSpPr>
        <p:spPr>
          <a:xfrm>
            <a:off x="456300" y="456300"/>
            <a:ext cx="8232506" cy="493394"/>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charset="-122"/>
                <a:ea typeface="微软雅黑" panose="020B0503020204020204" charset="-122"/>
                <a:cs typeface="微软雅黑" panose="020B0503020204020204" charset="-122"/>
              </a:rPr>
              <a:t>设置动画效果</a:t>
            </a:r>
            <a:endParaRPr kumimoji="0" lang="zh-CN" altLang="en-US" sz="2700" b="1" i="0" spc="300" noProof="0">
              <a:ln w="3175">
                <a:noFill/>
                <a:prstDash val="dash"/>
              </a:ln>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7" name="Title 6"/>
          <p:cNvSpPr txBox="1"/>
          <p:nvPr>
            <p:custDataLst>
              <p:tags r:id="rId9"/>
            </p:custDataLst>
          </p:nvPr>
        </p:nvSpPr>
        <p:spPr>
          <a:xfrm>
            <a:off x="4968875" y="1356360"/>
            <a:ext cx="3732530" cy="3019425"/>
          </a:xfrm>
          <a:prstGeom prst="rect">
            <a:avLst/>
          </a:prstGeom>
          <a:noFill/>
          <a:ln w="3175">
            <a:noFill/>
            <a:prstDash val="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17145" lvl="1" indent="0" algn="just" fontAlgn="ctr">
              <a:lnSpc>
                <a:spcPct val="150000"/>
              </a:lnSpc>
              <a:spcBef>
                <a:spcPts val="1000"/>
              </a:spcBef>
              <a:spcAft>
                <a:spcPts val="0"/>
              </a:spcAft>
              <a:buSzPct val="100000"/>
              <a:buFont typeface="+mj-ea"/>
              <a:buNone/>
            </a:pPr>
            <a:r>
              <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rPr>
              <a:t>（1）选择一个已设置动画样式的文本框。</a:t>
            </a:r>
            <a:endPar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endParaRPr>
          </a:p>
          <a:p>
            <a:pPr marL="467995" lvl="1" indent="-457200" algn="just" fontAlgn="ctr">
              <a:lnSpc>
                <a:spcPct val="150000"/>
              </a:lnSpc>
              <a:spcBef>
                <a:spcPts val="1000"/>
              </a:spcBef>
              <a:spcAft>
                <a:spcPts val="0"/>
              </a:spcAft>
              <a:buSzPct val="100000"/>
              <a:buFont typeface="+mj-ea"/>
              <a:buNone/>
            </a:pPr>
            <a:r>
              <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rPr>
              <a:t>（2）单击“动画”组中的“效果选项”图标 ，将显示下拉选项，如图 6-46 所示，选项中主要包括“方向”和“序列”两类命令。“方向”类命令用于设置动画运动的方向，序列”类命令用于设置如何发送按不同项目级别的文本。</a:t>
            </a:r>
            <a:endPar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endParaRPr>
          </a:p>
        </p:txBody>
      </p:sp>
      <p:cxnSp>
        <p:nvCxnSpPr>
          <p:cNvPr id="12" name="直接连接符 11"/>
          <p:cNvCxnSpPr/>
          <p:nvPr>
            <p:custDataLst>
              <p:tags r:id="rId10"/>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1"/>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12"/>
          <a:stretch>
            <a:fillRect/>
          </a:stretch>
        </p:blipFill>
        <p:spPr>
          <a:xfrm>
            <a:off x="470535" y="1432560"/>
            <a:ext cx="4458335" cy="2897505"/>
          </a:xfrm>
          <a:prstGeom prst="rect">
            <a:avLst/>
          </a:prstGeom>
        </p:spPr>
      </p:pic>
      <p:sp>
        <p:nvSpPr>
          <p:cNvPr id="14" name="半闭框 13"/>
          <p:cNvSpPr/>
          <p:nvPr>
            <p:custDataLst>
              <p:tags r:id="rId13"/>
            </p:custDataLst>
          </p:nvPr>
        </p:nvSpPr>
        <p:spPr>
          <a:xfrm rot="10800000">
            <a:off x="8539316" y="4563964"/>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6" name="半闭框 5"/>
          <p:cNvSpPr/>
          <p:nvPr>
            <p:custDataLst>
              <p:tags r:id="rId14"/>
            </p:custDataLst>
          </p:nvPr>
        </p:nvSpPr>
        <p:spPr>
          <a:xfrm rot="10800000" flipH="1">
            <a:off x="154141" y="4563964"/>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Tree>
    <p:custDataLst>
      <p:tags r:id="rId15"/>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0" name="组合 19"/>
          <p:cNvGrpSpPr/>
          <p:nvPr userDrawn="1">
            <p:custDataLst>
              <p:tags r:id="rId1"/>
            </p:custDataLst>
          </p:nvPr>
        </p:nvGrpSpPr>
        <p:grpSpPr>
          <a:xfrm rot="20310956">
            <a:off x="219227" y="260732"/>
            <a:ext cx="881159" cy="522149"/>
            <a:chOff x="4175125" y="1726565"/>
            <a:chExt cx="1094105" cy="648335"/>
          </a:xfrm>
        </p:grpSpPr>
        <p:sp>
          <p:nvSpPr>
            <p:cNvPr id="21" name="Freeform 64"/>
            <p:cNvSpPr/>
            <p:nvPr userDrawn="1">
              <p:custDataLst>
                <p:tags r:id="rId2"/>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2" name="Rectangle 66"/>
            <p:cNvSpPr>
              <a:spLocks noChangeArrowheads="1"/>
            </p:cNvSpPr>
            <p:nvPr userDrawn="1">
              <p:custDataLst>
                <p:tags r:id="rId3"/>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3" name="Rectangle 67"/>
            <p:cNvSpPr>
              <a:spLocks noChangeArrowheads="1"/>
            </p:cNvSpPr>
            <p:nvPr userDrawn="1">
              <p:custDataLst>
                <p:tags r:id="rId4"/>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4" name="Rectangle 68"/>
            <p:cNvSpPr>
              <a:spLocks noChangeArrowheads="1"/>
            </p:cNvSpPr>
            <p:nvPr userDrawn="1">
              <p:custDataLst>
                <p:tags r:id="rId5"/>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5" name="Rectangle 69"/>
            <p:cNvSpPr>
              <a:spLocks noChangeArrowheads="1"/>
            </p:cNvSpPr>
            <p:nvPr userDrawn="1">
              <p:custDataLst>
                <p:tags r:id="rId6"/>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6" name="Rectangle 70"/>
            <p:cNvSpPr>
              <a:spLocks noChangeArrowheads="1"/>
            </p:cNvSpPr>
            <p:nvPr userDrawn="1">
              <p:custDataLst>
                <p:tags r:id="rId7"/>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grpSp>
      <p:sp>
        <p:nvSpPr>
          <p:cNvPr id="4" name="Title 6"/>
          <p:cNvSpPr txBox="1"/>
          <p:nvPr>
            <p:custDataLst>
              <p:tags r:id="rId8"/>
            </p:custDataLst>
          </p:nvPr>
        </p:nvSpPr>
        <p:spPr>
          <a:xfrm>
            <a:off x="456300" y="456300"/>
            <a:ext cx="8232506" cy="493394"/>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charset="-122"/>
                <a:ea typeface="微软雅黑" panose="020B0503020204020204" charset="-122"/>
                <a:cs typeface="微软雅黑" panose="020B0503020204020204" charset="-122"/>
              </a:rPr>
              <a:t>设置动画效果</a:t>
            </a:r>
            <a:endParaRPr kumimoji="0" lang="zh-CN" altLang="en-US" sz="2700" b="1" i="0" spc="300" noProof="0">
              <a:ln w="3175">
                <a:noFill/>
                <a:prstDash val="dash"/>
              </a:ln>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7" name="Title 6"/>
          <p:cNvSpPr txBox="1"/>
          <p:nvPr>
            <p:custDataLst>
              <p:tags r:id="rId9"/>
            </p:custDataLst>
          </p:nvPr>
        </p:nvSpPr>
        <p:spPr>
          <a:xfrm>
            <a:off x="4952365" y="1313815"/>
            <a:ext cx="3732530" cy="3019425"/>
          </a:xfrm>
          <a:prstGeom prst="rect">
            <a:avLst/>
          </a:prstGeom>
          <a:noFill/>
          <a:ln w="3175">
            <a:noFill/>
            <a:prstDash val="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467995" lvl="1" indent="-457200" algn="just" fontAlgn="ctr">
              <a:lnSpc>
                <a:spcPct val="150000"/>
              </a:lnSpc>
              <a:spcBef>
                <a:spcPts val="1000"/>
              </a:spcBef>
              <a:spcAft>
                <a:spcPts val="0"/>
              </a:spcAft>
              <a:buSzPct val="100000"/>
              <a:buFont typeface="+mj-ea"/>
              <a:buNone/>
            </a:pPr>
            <a:r>
              <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rPr>
              <a:t>（3）单击“高级动画”组中的“动画窗格”按钮，将在 PowerPoint 主窗口右侧显示“动画窗格”，如图 6-47 所示，列出了按照执行顺序排列的各对象的动画设置情况，在选择了某项后，单击窗格中“重新排序”的上下箭头按钮可调整播放顺序。</a:t>
            </a:r>
            <a:endPar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endParaRPr>
          </a:p>
          <a:p>
            <a:pPr marL="467995" lvl="1" indent="-457200" algn="just" fontAlgn="ctr">
              <a:lnSpc>
                <a:spcPct val="150000"/>
              </a:lnSpc>
              <a:spcBef>
                <a:spcPts val="1000"/>
              </a:spcBef>
              <a:spcAft>
                <a:spcPts val="0"/>
              </a:spcAft>
              <a:buSzPct val="100000"/>
              <a:buFont typeface="+mj-ea"/>
              <a:buNone/>
            </a:pPr>
            <a:r>
              <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rPr>
              <a:t>（4）单击“高级动画”组中的“触发”按钮，可在弹出的下拉列表中选择动画开始的特殊条件。如，单击了幻灯片中某个对象或音视频播放到了某个书签位置。</a:t>
            </a:r>
            <a:endPar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endParaRPr>
          </a:p>
        </p:txBody>
      </p:sp>
      <p:cxnSp>
        <p:nvCxnSpPr>
          <p:cNvPr id="12" name="直接连接符 11"/>
          <p:cNvCxnSpPr/>
          <p:nvPr>
            <p:custDataLst>
              <p:tags r:id="rId10"/>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1"/>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sp>
        <p:nvSpPr>
          <p:cNvPr id="14" name="半闭框 13"/>
          <p:cNvSpPr/>
          <p:nvPr>
            <p:custDataLst>
              <p:tags r:id="rId12"/>
            </p:custDataLst>
          </p:nvPr>
        </p:nvSpPr>
        <p:spPr>
          <a:xfrm rot="10800000">
            <a:off x="8539316" y="4563964"/>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6" name="半闭框 5"/>
          <p:cNvSpPr/>
          <p:nvPr>
            <p:custDataLst>
              <p:tags r:id="rId13"/>
            </p:custDataLst>
          </p:nvPr>
        </p:nvSpPr>
        <p:spPr>
          <a:xfrm rot="10800000" flipH="1">
            <a:off x="154141" y="4563964"/>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pic>
        <p:nvPicPr>
          <p:cNvPr id="3" name="图片 2"/>
          <p:cNvPicPr>
            <a:picLocks noChangeAspect="1"/>
          </p:cNvPicPr>
          <p:nvPr/>
        </p:nvPicPr>
        <p:blipFill>
          <a:blip r:embed="rId14"/>
          <a:stretch>
            <a:fillRect/>
          </a:stretch>
        </p:blipFill>
        <p:spPr>
          <a:xfrm>
            <a:off x="470535" y="1399540"/>
            <a:ext cx="4481830" cy="2933700"/>
          </a:xfrm>
          <a:prstGeom prst="rect">
            <a:avLst/>
          </a:prstGeom>
        </p:spPr>
      </p:pic>
    </p:spTree>
    <p:custDataLst>
      <p:tags r:id="rId15"/>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0" name="组合 19"/>
          <p:cNvGrpSpPr/>
          <p:nvPr userDrawn="1">
            <p:custDataLst>
              <p:tags r:id="rId1"/>
            </p:custDataLst>
          </p:nvPr>
        </p:nvGrpSpPr>
        <p:grpSpPr>
          <a:xfrm rot="20310956">
            <a:off x="219227" y="260732"/>
            <a:ext cx="881159" cy="522149"/>
            <a:chOff x="4175125" y="1726565"/>
            <a:chExt cx="1094105" cy="648335"/>
          </a:xfrm>
        </p:grpSpPr>
        <p:sp>
          <p:nvSpPr>
            <p:cNvPr id="21" name="Freeform 64"/>
            <p:cNvSpPr/>
            <p:nvPr userDrawn="1">
              <p:custDataLst>
                <p:tags r:id="rId2"/>
              </p:custDataLst>
            </p:nvPr>
          </p:nvSpPr>
          <p:spPr bwMode="auto">
            <a:xfrm>
              <a:off x="4175125" y="1726565"/>
              <a:ext cx="1094105" cy="648335"/>
            </a:xfrm>
            <a:custGeom>
              <a:avLst/>
              <a:gdLst>
                <a:gd name="T0" fmla="*/ 660 w 675"/>
                <a:gd name="T1" fmla="*/ 401 h 401"/>
                <a:gd name="T2" fmla="*/ 15 w 675"/>
                <a:gd name="T3" fmla="*/ 401 h 401"/>
                <a:gd name="T4" fmla="*/ 0 w 675"/>
                <a:gd name="T5" fmla="*/ 387 h 401"/>
                <a:gd name="T6" fmla="*/ 0 w 675"/>
                <a:gd name="T7" fmla="*/ 14 h 401"/>
                <a:gd name="T8" fmla="*/ 15 w 675"/>
                <a:gd name="T9" fmla="*/ 0 h 401"/>
                <a:gd name="T10" fmla="*/ 660 w 675"/>
                <a:gd name="T11" fmla="*/ 0 h 401"/>
                <a:gd name="T12" fmla="*/ 675 w 675"/>
                <a:gd name="T13" fmla="*/ 14 h 401"/>
                <a:gd name="T14" fmla="*/ 675 w 675"/>
                <a:gd name="T15" fmla="*/ 387 h 401"/>
                <a:gd name="T16" fmla="*/ 660 w 675"/>
                <a:gd name="T17" fmla="*/ 401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5" h="401">
                  <a:moveTo>
                    <a:pt x="660" y="401"/>
                  </a:moveTo>
                  <a:cubicBezTo>
                    <a:pt x="15" y="401"/>
                    <a:pt x="15" y="401"/>
                    <a:pt x="15" y="401"/>
                  </a:cubicBezTo>
                  <a:cubicBezTo>
                    <a:pt x="7" y="401"/>
                    <a:pt x="0" y="395"/>
                    <a:pt x="0" y="387"/>
                  </a:cubicBezTo>
                  <a:cubicBezTo>
                    <a:pt x="0" y="14"/>
                    <a:pt x="0" y="14"/>
                    <a:pt x="0" y="14"/>
                  </a:cubicBezTo>
                  <a:cubicBezTo>
                    <a:pt x="0" y="6"/>
                    <a:pt x="7" y="0"/>
                    <a:pt x="15" y="0"/>
                  </a:cubicBezTo>
                  <a:cubicBezTo>
                    <a:pt x="660" y="0"/>
                    <a:pt x="660" y="0"/>
                    <a:pt x="660" y="0"/>
                  </a:cubicBezTo>
                  <a:cubicBezTo>
                    <a:pt x="668" y="0"/>
                    <a:pt x="675" y="6"/>
                    <a:pt x="675" y="14"/>
                  </a:cubicBezTo>
                  <a:cubicBezTo>
                    <a:pt x="675" y="387"/>
                    <a:pt x="675" y="387"/>
                    <a:pt x="675" y="387"/>
                  </a:cubicBezTo>
                  <a:cubicBezTo>
                    <a:pt x="675" y="395"/>
                    <a:pt x="668" y="401"/>
                    <a:pt x="660" y="401"/>
                  </a:cubicBezTo>
                  <a:close/>
                </a:path>
              </a:pathLst>
            </a:custGeom>
            <a:solidFill>
              <a:srgbClr val="DADAD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2" name="Rectangle 66"/>
            <p:cNvSpPr>
              <a:spLocks noChangeArrowheads="1"/>
            </p:cNvSpPr>
            <p:nvPr userDrawn="1">
              <p:custDataLst>
                <p:tags r:id="rId3"/>
              </p:custDataLst>
            </p:nvPr>
          </p:nvSpPr>
          <p:spPr bwMode="auto">
            <a:xfrm>
              <a:off x="4249420" y="2235382"/>
              <a:ext cx="897255" cy="704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3" name="Rectangle 67"/>
            <p:cNvSpPr>
              <a:spLocks noChangeArrowheads="1"/>
            </p:cNvSpPr>
            <p:nvPr userDrawn="1">
              <p:custDataLst>
                <p:tags r:id="rId4"/>
              </p:custDataLst>
            </p:nvPr>
          </p:nvSpPr>
          <p:spPr bwMode="auto">
            <a:xfrm>
              <a:off x="4249420" y="2116728"/>
              <a:ext cx="504190" cy="717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4" name="Rectangle 68"/>
            <p:cNvSpPr>
              <a:spLocks noChangeArrowheads="1"/>
            </p:cNvSpPr>
            <p:nvPr userDrawn="1">
              <p:custDataLst>
                <p:tags r:id="rId5"/>
              </p:custDataLst>
            </p:nvPr>
          </p:nvSpPr>
          <p:spPr bwMode="auto">
            <a:xfrm>
              <a:off x="4245610" y="1786255"/>
              <a:ext cx="275590" cy="226695"/>
            </a:xfrm>
            <a:prstGeom prst="rect">
              <a:avLst/>
            </a:prstGeom>
            <a:solidFill>
              <a:srgbClr val="6969C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5" name="Rectangle 69"/>
            <p:cNvSpPr>
              <a:spLocks noChangeArrowheads="1"/>
            </p:cNvSpPr>
            <p:nvPr userDrawn="1">
              <p:custDataLst>
                <p:tags r:id="rId6"/>
              </p:custDataLst>
            </p:nvPr>
          </p:nvSpPr>
          <p:spPr bwMode="auto">
            <a:xfrm>
              <a:off x="4573905" y="1786255"/>
              <a:ext cx="276860" cy="226695"/>
            </a:xfrm>
            <a:prstGeom prst="rect">
              <a:avLst/>
            </a:prstGeom>
            <a:solidFill>
              <a:srgbClr val="DB63A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sp>
          <p:nvSpPr>
            <p:cNvPr id="26" name="Rectangle 70"/>
            <p:cNvSpPr>
              <a:spLocks noChangeArrowheads="1"/>
            </p:cNvSpPr>
            <p:nvPr userDrawn="1">
              <p:custDataLst>
                <p:tags r:id="rId7"/>
              </p:custDataLst>
            </p:nvPr>
          </p:nvSpPr>
          <p:spPr bwMode="auto">
            <a:xfrm>
              <a:off x="4903470" y="1786255"/>
              <a:ext cx="275590" cy="226695"/>
            </a:xfrm>
            <a:prstGeom prst="rect">
              <a:avLst/>
            </a:prstGeom>
            <a:solidFill>
              <a:srgbClr val="F7917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
              <a:endParaRPr lang="zh-CN" altLang="en-US">
                <a:solidFill>
                  <a:srgbClr val="000000"/>
                </a:solidFill>
                <a:latin typeface="微软雅黑" panose="020B0503020204020204" charset="-122"/>
                <a:ea typeface="微软雅黑" panose="020B0503020204020204" charset="-122"/>
              </a:endParaRPr>
            </a:p>
          </p:txBody>
        </p:sp>
      </p:grpSp>
      <p:sp>
        <p:nvSpPr>
          <p:cNvPr id="4" name="Title 6"/>
          <p:cNvSpPr txBox="1"/>
          <p:nvPr>
            <p:custDataLst>
              <p:tags r:id="rId8"/>
            </p:custDataLst>
          </p:nvPr>
        </p:nvSpPr>
        <p:spPr>
          <a:xfrm>
            <a:off x="456300" y="456300"/>
            <a:ext cx="8232506" cy="493394"/>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charset="-122"/>
                <a:ea typeface="微软雅黑" panose="020B0503020204020204" charset="-122"/>
                <a:cs typeface="微软雅黑" panose="020B0503020204020204" charset="-122"/>
              </a:rPr>
              <a:t>设置动画效果</a:t>
            </a:r>
            <a:endParaRPr kumimoji="0" lang="zh-CN" altLang="en-US" sz="2700" b="1" i="0" spc="300" noProof="0">
              <a:ln w="3175">
                <a:noFill/>
                <a:prstDash val="dash"/>
              </a:ln>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7" name="Title 6"/>
          <p:cNvSpPr txBox="1"/>
          <p:nvPr>
            <p:custDataLst>
              <p:tags r:id="rId9"/>
            </p:custDataLst>
          </p:nvPr>
        </p:nvSpPr>
        <p:spPr>
          <a:xfrm>
            <a:off x="4952365" y="1313815"/>
            <a:ext cx="3653155" cy="3019425"/>
          </a:xfrm>
          <a:prstGeom prst="rect">
            <a:avLst/>
          </a:prstGeom>
          <a:noFill/>
          <a:ln w="3175">
            <a:noFill/>
            <a:prstDash val="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467995" lvl="1" indent="-457200" algn="just" fontAlgn="ctr">
              <a:lnSpc>
                <a:spcPct val="150000"/>
              </a:lnSpc>
              <a:spcBef>
                <a:spcPts val="1000"/>
              </a:spcBef>
              <a:spcAft>
                <a:spcPts val="0"/>
              </a:spcAft>
              <a:buSzPct val="100000"/>
              <a:buFont typeface="+mj-ea"/>
              <a:buNone/>
            </a:pPr>
            <a:r>
              <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rPr>
              <a:t>（5）在“动画”选项卡的“计时”组中，可以满足怎样的条件开始显示动画，设置动画的“持续时间”（播放时间）和“延迟时间”（条件满足后，多长时间开始播放动画）。</a:t>
            </a:r>
            <a:endPar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endParaRPr>
          </a:p>
          <a:p>
            <a:pPr marL="467995" lvl="1" indent="-457200" algn="just" fontAlgn="ctr">
              <a:lnSpc>
                <a:spcPct val="150000"/>
              </a:lnSpc>
              <a:spcBef>
                <a:spcPts val="1000"/>
              </a:spcBef>
              <a:spcAft>
                <a:spcPts val="0"/>
              </a:spcAft>
              <a:buSzPct val="100000"/>
              <a:buFont typeface="+mj-ea"/>
              <a:buNone/>
            </a:pPr>
            <a:r>
              <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rPr>
              <a:t>（6）如果希望在动画出现时能伴随播放某种声音加以强调，可以在“动画”选项卡中单击“动画”组右下角的功能图标 ，在显示出来的对话框的“效果”选项中选择，如图 6-48 所示。</a:t>
            </a:r>
            <a:endParaRPr lang="zh-CN" altLang="en-US" sz="12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endParaRPr>
          </a:p>
        </p:txBody>
      </p:sp>
      <p:cxnSp>
        <p:nvCxnSpPr>
          <p:cNvPr id="12" name="直接连接符 11"/>
          <p:cNvCxnSpPr/>
          <p:nvPr>
            <p:custDataLst>
              <p:tags r:id="rId10"/>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1"/>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sp>
        <p:nvSpPr>
          <p:cNvPr id="14" name="半闭框 13"/>
          <p:cNvSpPr/>
          <p:nvPr>
            <p:custDataLst>
              <p:tags r:id="rId12"/>
            </p:custDataLst>
          </p:nvPr>
        </p:nvSpPr>
        <p:spPr>
          <a:xfrm rot="10800000">
            <a:off x="8539316" y="4563964"/>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6" name="半闭框 5"/>
          <p:cNvSpPr/>
          <p:nvPr>
            <p:custDataLst>
              <p:tags r:id="rId13"/>
            </p:custDataLst>
          </p:nvPr>
        </p:nvSpPr>
        <p:spPr>
          <a:xfrm rot="10800000" flipH="1">
            <a:off x="154141" y="4563964"/>
            <a:ext cx="435769" cy="435769"/>
          </a:xfrm>
          <a:prstGeom prst="halfFrame">
            <a:avLst/>
          </a:prstGeom>
          <a:solidFill>
            <a:srgbClr val="21BACE"/>
          </a:solidFill>
          <a:ln>
            <a:noFill/>
          </a:ln>
        </p:spPr>
        <p:style>
          <a:lnRef idx="2">
            <a:srgbClr val="4472C4">
              <a:shade val="50000"/>
            </a:srgbClr>
          </a:lnRef>
          <a:fillRef idx="1">
            <a:srgbClr val="4472C4"/>
          </a:fillRef>
          <a:effectRef idx="0">
            <a:srgbClr val="4472C4"/>
          </a:effectRef>
          <a:fontRef idx="minor">
            <a:sysClr val="window" lastClr="FFFFFF"/>
          </a:fontRef>
        </p:style>
        <p:txBody>
          <a:bodyPr rtlCol="0" anchor="ctr"/>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pic>
        <p:nvPicPr>
          <p:cNvPr id="2" name="图片 1"/>
          <p:cNvPicPr>
            <a:picLocks noChangeAspect="1"/>
          </p:cNvPicPr>
          <p:nvPr/>
        </p:nvPicPr>
        <p:blipFill>
          <a:blip r:embed="rId14"/>
          <a:stretch>
            <a:fillRect/>
          </a:stretch>
        </p:blipFill>
        <p:spPr>
          <a:xfrm>
            <a:off x="470535" y="1315085"/>
            <a:ext cx="4431665" cy="3018155"/>
          </a:xfrm>
          <a:prstGeom prst="rect">
            <a:avLst/>
          </a:prstGeom>
        </p:spPr>
      </p:pic>
    </p:spTree>
    <p:custDataLst>
      <p:tags r:id="rId15"/>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custDataLst>
              <p:tags r:id="rId1"/>
            </p:custDataLst>
          </p:nvPr>
        </p:nvSpPr>
        <p:spPr>
          <a:xfrm>
            <a:off x="0" y="-9622"/>
            <a:ext cx="9144000" cy="762006"/>
          </a:xfrm>
          <a:prstGeom prst="rect">
            <a:avLst/>
          </a:prstGeom>
          <a:solidFill>
            <a:srgbClr val="333333"/>
          </a:solidFill>
          <a:ln>
            <a:noFill/>
          </a:ln>
        </p:spPr>
        <p:style>
          <a:lnRef idx="2">
            <a:srgbClr val="333333">
              <a:shade val="50000"/>
            </a:srgbClr>
          </a:lnRef>
          <a:fillRef idx="1">
            <a:srgbClr val="333333"/>
          </a:fillRef>
          <a:effectRef idx="0">
            <a:srgbClr val="333333"/>
          </a:effectRef>
          <a:fontRef idx="minor">
            <a:sysClr val="window" lastClr="FFFFFF"/>
          </a:fontRef>
        </p:style>
        <p:txBody>
          <a:bodyPr vertOverflow="overflow" horzOverflow="overflow" vert="horz" wrap="square" numCol="1" spcCol="0" rtlCol="0" fromWordArt="0" anchor="ctr" anchorCtr="0" forceAA="0" compatLnSpc="1">
            <a:noAutofit/>
          </a:bodyPr>
          <a:p>
            <a:pPr lvl="0" algn="ctr">
              <a:buClrTx/>
              <a:buSzTx/>
              <a:buFontTx/>
            </a:pPr>
            <a:endParaRPr kumimoji="1" lang="zh-CN" altLang="en-US" sz="1350">
              <a:solidFill>
                <a:sysClr val="windowText" lastClr="000000">
                  <a:lumMod val="50000"/>
                  <a:lumOff val="50000"/>
                </a:sysClr>
              </a:solidFill>
              <a:sym typeface="微软雅黑" panose="020B0503020204020204" charset="-122"/>
            </a:endParaRPr>
          </a:p>
        </p:txBody>
      </p:sp>
      <p:sp>
        <p:nvSpPr>
          <p:cNvPr id="13" name="文本框 12"/>
          <p:cNvSpPr txBox="1"/>
          <p:nvPr>
            <p:custDataLst>
              <p:tags r:id="rId2"/>
            </p:custDataLst>
          </p:nvPr>
        </p:nvSpPr>
        <p:spPr>
          <a:xfrm>
            <a:off x="579120" y="180975"/>
            <a:ext cx="3636645" cy="381000"/>
          </a:xfrm>
          <a:prstGeom prst="rect">
            <a:avLst/>
          </a:prstGeom>
          <a:noFill/>
        </p:spPr>
        <p:txBody>
          <a:bodyPr wrap="square" lIns="67500" tIns="35100" rIns="67500" bIns="35100" rtlCol="0" anchor="ctr" anchorCtr="0">
            <a:normAutofit/>
          </a:bodyPr>
          <a:lstStyle>
            <a:defPPr>
              <a:defRPr lang="zh-CN"/>
            </a:defPPr>
            <a:lvl1pPr>
              <a:defRPr sz="2400" spc="200">
                <a:latin typeface="微软雅黑" panose="020B0503020204020204" charset="-122"/>
                <a:ea typeface="微软雅黑" panose="020B0503020204020204" charset="-122"/>
              </a:defRPr>
            </a:lvl1pPr>
          </a:lstStyle>
          <a:p>
            <a:pPr marL="0" lvl="0" indent="0" algn="l">
              <a:lnSpc>
                <a:spcPct val="100000"/>
              </a:lnSpc>
              <a:spcBef>
                <a:spcPts val="0"/>
              </a:spcBef>
              <a:spcAft>
                <a:spcPts val="0"/>
              </a:spcAft>
              <a:buSzPct val="100000"/>
              <a:buFontTx/>
            </a:pPr>
            <a:r>
              <a:rPr lang="zh-CN" altLang="en-US" sz="1900" b="1" spc="300" dirty="0">
                <a:solidFill>
                  <a:sysClr val="window" lastClr="FFFFFF"/>
                </a:solidFill>
                <a:latin typeface="Arial" panose="020B0604020202020204" pitchFamily="34" charset="0"/>
                <a:sym typeface="+mn-ea"/>
              </a:rPr>
              <a:t> 设置幻灯片切换效果</a:t>
            </a:r>
            <a:endParaRPr lang="zh-CN" altLang="en-US" sz="1900" b="1" spc="300" dirty="0">
              <a:solidFill>
                <a:sysClr val="window" lastClr="FFFFFF"/>
              </a:solidFill>
              <a:latin typeface="Arial" panose="020B0604020202020204" pitchFamily="34" charset="0"/>
              <a:sym typeface="+mn-ea"/>
            </a:endParaRPr>
          </a:p>
        </p:txBody>
      </p:sp>
      <p:sp>
        <p:nvSpPr>
          <p:cNvPr id="18" name="Shape 95"/>
          <p:cNvSpPr/>
          <p:nvPr>
            <p:custDataLst>
              <p:tags r:id="rId3"/>
            </p:custDataLst>
          </p:nvPr>
        </p:nvSpPr>
        <p:spPr>
          <a:xfrm>
            <a:off x="675005" y="1544320"/>
            <a:ext cx="3388360" cy="993140"/>
          </a:xfrm>
          <a:prstGeom prst="rect">
            <a:avLst/>
          </a:prstGeom>
          <a:ln w="12700">
            <a:miter lim="400000"/>
          </a:ln>
        </p:spPr>
        <p:txBody>
          <a:bodyPr wrap="square" lIns="67500" tIns="35100" rIns="67500" bIns="35100" anchor="ctr">
            <a:spAutoFit/>
          </a:bodyPr>
          <a:lstStyle>
            <a:lvl1pPr>
              <a:defRPr sz="5900"/>
            </a:lvl1pPr>
          </a:lstStyle>
          <a:p>
            <a:pPr lvl="0" algn="just">
              <a:lnSpc>
                <a:spcPct val="120000"/>
              </a:lnSpc>
              <a:defRPr/>
            </a:pPr>
            <a:r>
              <a:rPr lang="zh-CN" altLang="en-US" sz="1000" b="1" spc="300">
                <a:solidFill>
                  <a:srgbClr val="000000">
                    <a:lumMod val="75000"/>
                    <a:lumOff val="25000"/>
                  </a:srgbClr>
                </a:solidFill>
                <a:latin typeface="Arial" panose="020B0604020202020204" pitchFamily="34" charset="0"/>
                <a:ea typeface="微软雅黑" panose="020B0503020204020204" charset="-122"/>
                <a:cs typeface="Calibri" panose="020F0502020204030204"/>
                <a:sym typeface="Arial" panose="020B0604020202020204" pitchFamily="34" charset="0"/>
              </a:rPr>
              <a:t>幻灯片间的切换效果是在幻灯片之间相互切换时使用的，它决定了后一张幻灯片是如何代替前一张幻灯片的。可以为一组幻灯片设置一种切换方式，也可以为每张幻灯片设置不同的切换方式。</a:t>
            </a:r>
            <a:endParaRPr lang="zh-CN" altLang="en-US" sz="1000" b="1" spc="300">
              <a:solidFill>
                <a:srgbClr val="000000">
                  <a:lumMod val="75000"/>
                  <a:lumOff val="25000"/>
                </a:srgbClr>
              </a:solidFill>
              <a:latin typeface="Arial" panose="020B0604020202020204" pitchFamily="34" charset="0"/>
              <a:ea typeface="微软雅黑" panose="020B0503020204020204" charset="-122"/>
              <a:cs typeface="Calibri" panose="020F0502020204030204"/>
              <a:sym typeface="Arial" panose="020B0604020202020204" pitchFamily="34" charset="0"/>
            </a:endParaRPr>
          </a:p>
        </p:txBody>
      </p:sp>
      <p:sp>
        <p:nvSpPr>
          <p:cNvPr id="40" name="Shape"/>
          <p:cNvSpPr/>
          <p:nvPr>
            <p:custDataLst>
              <p:tags r:id="rId4"/>
            </p:custDataLst>
          </p:nvPr>
        </p:nvSpPr>
        <p:spPr>
          <a:xfrm>
            <a:off x="617238" y="3024704"/>
            <a:ext cx="419101" cy="342901"/>
          </a:xfrm>
          <a:custGeom>
            <a:avLst/>
            <a:gdLst/>
            <a:ahLst/>
            <a:cxnLst>
              <a:cxn ang="0">
                <a:pos x="wd2" y="hd2"/>
              </a:cxn>
              <a:cxn ang="5400000">
                <a:pos x="wd2" y="hd2"/>
              </a:cxn>
              <a:cxn ang="10800000">
                <a:pos x="wd2" y="hd2"/>
              </a:cxn>
              <a:cxn ang="16200000">
                <a:pos x="wd2" y="hd2"/>
              </a:cxn>
            </a:cxnLst>
            <a:rect l="0" t="0" r="r" b="b"/>
            <a:pathLst>
              <a:path w="21600" h="21600" extrusionOk="0">
                <a:moveTo>
                  <a:pt x="16691" y="20400"/>
                </a:moveTo>
                <a:cubicBezTo>
                  <a:pt x="14522" y="20400"/>
                  <a:pt x="12764" y="18251"/>
                  <a:pt x="12764" y="15600"/>
                </a:cubicBezTo>
                <a:cubicBezTo>
                  <a:pt x="12764" y="12949"/>
                  <a:pt x="14522" y="10800"/>
                  <a:pt x="16691" y="10800"/>
                </a:cubicBezTo>
                <a:cubicBezTo>
                  <a:pt x="18860" y="10800"/>
                  <a:pt x="20618" y="12949"/>
                  <a:pt x="20618" y="15600"/>
                </a:cubicBezTo>
                <a:cubicBezTo>
                  <a:pt x="20618" y="18251"/>
                  <a:pt x="18860" y="20400"/>
                  <a:pt x="16691" y="20400"/>
                </a:cubicBezTo>
                <a:moveTo>
                  <a:pt x="12762" y="3393"/>
                </a:moveTo>
                <a:lnTo>
                  <a:pt x="12781" y="3388"/>
                </a:lnTo>
                <a:cubicBezTo>
                  <a:pt x="12870" y="2164"/>
                  <a:pt x="13702" y="1200"/>
                  <a:pt x="14727" y="1200"/>
                </a:cubicBezTo>
                <a:cubicBezTo>
                  <a:pt x="15521" y="1200"/>
                  <a:pt x="16202" y="1779"/>
                  <a:pt x="16511" y="2609"/>
                </a:cubicBezTo>
                <a:lnTo>
                  <a:pt x="16509" y="2609"/>
                </a:lnTo>
                <a:lnTo>
                  <a:pt x="19162" y="10421"/>
                </a:lnTo>
                <a:cubicBezTo>
                  <a:pt x="18436" y="9902"/>
                  <a:pt x="17593" y="9600"/>
                  <a:pt x="16691" y="9600"/>
                </a:cubicBezTo>
                <a:cubicBezTo>
                  <a:pt x="15082" y="9600"/>
                  <a:pt x="13658" y="10550"/>
                  <a:pt x="12763" y="12012"/>
                </a:cubicBezTo>
                <a:cubicBezTo>
                  <a:pt x="12763" y="12012"/>
                  <a:pt x="12762" y="3393"/>
                  <a:pt x="12762" y="3393"/>
                </a:cubicBezTo>
                <a:close/>
                <a:moveTo>
                  <a:pt x="11782" y="13200"/>
                </a:moveTo>
                <a:lnTo>
                  <a:pt x="9818" y="13200"/>
                </a:lnTo>
                <a:lnTo>
                  <a:pt x="9818" y="4800"/>
                </a:lnTo>
                <a:lnTo>
                  <a:pt x="11782" y="4800"/>
                </a:lnTo>
                <a:cubicBezTo>
                  <a:pt x="11782" y="4800"/>
                  <a:pt x="11782" y="13200"/>
                  <a:pt x="11782" y="13200"/>
                </a:cubicBezTo>
                <a:close/>
                <a:moveTo>
                  <a:pt x="11782" y="15600"/>
                </a:moveTo>
                <a:lnTo>
                  <a:pt x="9818" y="15600"/>
                </a:lnTo>
                <a:lnTo>
                  <a:pt x="9818" y="14400"/>
                </a:lnTo>
                <a:lnTo>
                  <a:pt x="11782" y="14400"/>
                </a:lnTo>
                <a:cubicBezTo>
                  <a:pt x="11782" y="14400"/>
                  <a:pt x="11782" y="15600"/>
                  <a:pt x="11782" y="15600"/>
                </a:cubicBezTo>
                <a:close/>
                <a:moveTo>
                  <a:pt x="8837" y="12012"/>
                </a:moveTo>
                <a:cubicBezTo>
                  <a:pt x="7942" y="10550"/>
                  <a:pt x="6518" y="9600"/>
                  <a:pt x="4909" y="9600"/>
                </a:cubicBezTo>
                <a:cubicBezTo>
                  <a:pt x="4007" y="9600"/>
                  <a:pt x="3164" y="9902"/>
                  <a:pt x="2438" y="10421"/>
                </a:cubicBezTo>
                <a:lnTo>
                  <a:pt x="5091" y="2609"/>
                </a:lnTo>
                <a:lnTo>
                  <a:pt x="5089" y="2609"/>
                </a:lnTo>
                <a:cubicBezTo>
                  <a:pt x="5398" y="1779"/>
                  <a:pt x="6079" y="1200"/>
                  <a:pt x="6873" y="1200"/>
                </a:cubicBezTo>
                <a:cubicBezTo>
                  <a:pt x="7898" y="1200"/>
                  <a:pt x="8730" y="2164"/>
                  <a:pt x="8819" y="3388"/>
                </a:cubicBezTo>
                <a:lnTo>
                  <a:pt x="8838" y="3393"/>
                </a:lnTo>
                <a:cubicBezTo>
                  <a:pt x="8838" y="3393"/>
                  <a:pt x="8837" y="12012"/>
                  <a:pt x="8837" y="12012"/>
                </a:cubicBezTo>
                <a:close/>
                <a:moveTo>
                  <a:pt x="4909" y="20400"/>
                </a:moveTo>
                <a:cubicBezTo>
                  <a:pt x="2740" y="20400"/>
                  <a:pt x="982" y="18251"/>
                  <a:pt x="982" y="15600"/>
                </a:cubicBezTo>
                <a:cubicBezTo>
                  <a:pt x="982" y="12949"/>
                  <a:pt x="2740" y="10800"/>
                  <a:pt x="4909" y="10800"/>
                </a:cubicBezTo>
                <a:cubicBezTo>
                  <a:pt x="7078" y="10800"/>
                  <a:pt x="8836" y="12949"/>
                  <a:pt x="8836" y="15600"/>
                </a:cubicBezTo>
                <a:cubicBezTo>
                  <a:pt x="8836" y="18251"/>
                  <a:pt x="7078" y="20400"/>
                  <a:pt x="4909" y="20400"/>
                </a:cubicBezTo>
                <a:moveTo>
                  <a:pt x="21102" y="12980"/>
                </a:moveTo>
                <a:lnTo>
                  <a:pt x="17504" y="2400"/>
                </a:lnTo>
                <a:lnTo>
                  <a:pt x="17493" y="2402"/>
                </a:lnTo>
                <a:cubicBezTo>
                  <a:pt x="17088" y="1006"/>
                  <a:pt x="16009" y="0"/>
                  <a:pt x="14727" y="0"/>
                </a:cubicBezTo>
                <a:cubicBezTo>
                  <a:pt x="13101" y="0"/>
                  <a:pt x="11782" y="1612"/>
                  <a:pt x="11782" y="3600"/>
                </a:cubicBezTo>
                <a:lnTo>
                  <a:pt x="9818" y="3600"/>
                </a:lnTo>
                <a:cubicBezTo>
                  <a:pt x="9818" y="1612"/>
                  <a:pt x="8499" y="0"/>
                  <a:pt x="6873" y="0"/>
                </a:cubicBezTo>
                <a:cubicBezTo>
                  <a:pt x="5592" y="0"/>
                  <a:pt x="4512" y="1006"/>
                  <a:pt x="4107" y="2402"/>
                </a:cubicBezTo>
                <a:lnTo>
                  <a:pt x="4096" y="2400"/>
                </a:lnTo>
                <a:lnTo>
                  <a:pt x="498" y="12980"/>
                </a:lnTo>
                <a:cubicBezTo>
                  <a:pt x="182" y="13772"/>
                  <a:pt x="0" y="14659"/>
                  <a:pt x="0" y="15600"/>
                </a:cubicBezTo>
                <a:cubicBezTo>
                  <a:pt x="0" y="18914"/>
                  <a:pt x="2198" y="21600"/>
                  <a:pt x="4909" y="21600"/>
                </a:cubicBezTo>
                <a:cubicBezTo>
                  <a:pt x="7284" y="21600"/>
                  <a:pt x="9265" y="19539"/>
                  <a:pt x="9719" y="16800"/>
                </a:cubicBezTo>
                <a:lnTo>
                  <a:pt x="11881" y="16800"/>
                </a:lnTo>
                <a:cubicBezTo>
                  <a:pt x="12335" y="19539"/>
                  <a:pt x="14316" y="21600"/>
                  <a:pt x="16691" y="21600"/>
                </a:cubicBezTo>
                <a:cubicBezTo>
                  <a:pt x="19402" y="21600"/>
                  <a:pt x="21600" y="18914"/>
                  <a:pt x="21600" y="15600"/>
                </a:cubicBezTo>
                <a:cubicBezTo>
                  <a:pt x="21600" y="14659"/>
                  <a:pt x="21418" y="13772"/>
                  <a:pt x="21102" y="12980"/>
                </a:cubicBezTo>
                <a:moveTo>
                  <a:pt x="16691" y="12000"/>
                </a:moveTo>
                <a:cubicBezTo>
                  <a:pt x="15064" y="12000"/>
                  <a:pt x="13745" y="13612"/>
                  <a:pt x="13745" y="15600"/>
                </a:cubicBezTo>
                <a:cubicBezTo>
                  <a:pt x="13745" y="15932"/>
                  <a:pt x="13965" y="16200"/>
                  <a:pt x="14236" y="16200"/>
                </a:cubicBezTo>
                <a:cubicBezTo>
                  <a:pt x="14508" y="16200"/>
                  <a:pt x="14727" y="15932"/>
                  <a:pt x="14727" y="15600"/>
                </a:cubicBezTo>
                <a:cubicBezTo>
                  <a:pt x="14727" y="14275"/>
                  <a:pt x="15606" y="13200"/>
                  <a:pt x="16691" y="13200"/>
                </a:cubicBezTo>
                <a:cubicBezTo>
                  <a:pt x="16962" y="13200"/>
                  <a:pt x="17182" y="12932"/>
                  <a:pt x="17182" y="12600"/>
                </a:cubicBezTo>
                <a:cubicBezTo>
                  <a:pt x="17182" y="12268"/>
                  <a:pt x="16962" y="12000"/>
                  <a:pt x="16691" y="12000"/>
                </a:cubicBezTo>
                <a:moveTo>
                  <a:pt x="4909" y="12000"/>
                </a:moveTo>
                <a:cubicBezTo>
                  <a:pt x="3282" y="12000"/>
                  <a:pt x="1964" y="13612"/>
                  <a:pt x="1964" y="15600"/>
                </a:cubicBezTo>
                <a:cubicBezTo>
                  <a:pt x="1964" y="15932"/>
                  <a:pt x="2183" y="16200"/>
                  <a:pt x="2455" y="16200"/>
                </a:cubicBezTo>
                <a:cubicBezTo>
                  <a:pt x="2726" y="16200"/>
                  <a:pt x="2945" y="15932"/>
                  <a:pt x="2945" y="15600"/>
                </a:cubicBezTo>
                <a:cubicBezTo>
                  <a:pt x="2945" y="14275"/>
                  <a:pt x="3825" y="13200"/>
                  <a:pt x="4909" y="13200"/>
                </a:cubicBezTo>
                <a:cubicBezTo>
                  <a:pt x="5180" y="13200"/>
                  <a:pt x="5400" y="12932"/>
                  <a:pt x="5400" y="12600"/>
                </a:cubicBezTo>
                <a:cubicBezTo>
                  <a:pt x="5400" y="12268"/>
                  <a:pt x="5180" y="12000"/>
                  <a:pt x="4909" y="12000"/>
                </a:cubicBezTo>
              </a:path>
            </a:pathLst>
          </a:custGeom>
          <a:solidFill>
            <a:srgbClr val="000000">
              <a:lumMod val="75000"/>
              <a:lumOff val="25000"/>
            </a:srgbClr>
          </a:solidFill>
          <a:ln w="12700">
            <a:noFill/>
            <a:miter lim="400000"/>
          </a:ln>
        </p:spPr>
        <p:txBody>
          <a:bodyPr lIns="28575" tIns="28575" rIns="28575" bIns="28575" anchor="ctr"/>
          <a:lstStyle/>
          <a:p>
            <a:pPr defTabSz="457200">
              <a:lnSpc>
                <a:spcPct val="120000"/>
              </a:lnSpc>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44" name="Strategy Research…"/>
          <p:cNvSpPr txBox="1"/>
          <p:nvPr>
            <p:custDataLst>
              <p:tags r:id="rId5"/>
            </p:custDataLst>
          </p:nvPr>
        </p:nvSpPr>
        <p:spPr>
          <a:xfrm>
            <a:off x="1279525" y="2935605"/>
            <a:ext cx="3679825" cy="494030"/>
          </a:xfrm>
          <a:prstGeom prst="rect">
            <a:avLst/>
          </a:prstGeom>
          <a:ln w="12700">
            <a:miter lim="400000"/>
          </a:ln>
        </p:spPr>
        <p:txBody>
          <a:bodyPr wrap="square" lIns="67500" tIns="35100" rIns="67500" bIns="35100" anchor="ctr" anchorCtr="0">
            <a:normAutofit/>
          </a:bodyPr>
          <a:lstStyle/>
          <a:p>
            <a:pPr>
              <a:lnSpc>
                <a:spcPct val="120000"/>
              </a:lnSpc>
              <a:defRPr sz="1800" b="0">
                <a:solidFill>
                  <a:srgbClr val="F7F9FF"/>
                </a:solidFill>
                <a:latin typeface="Lato Regular"/>
                <a:ea typeface="Lato Regular"/>
                <a:cs typeface="Lato Regular"/>
                <a:sym typeface="Lato Regular"/>
              </a:defRPr>
            </a:pPr>
            <a:r>
              <a:rPr lang="zh-CN" altLang="en-US" sz="1050" spc="150">
                <a:solidFill>
                  <a:srgbClr val="000000">
                    <a:lumMod val="75000"/>
                    <a:lumOff val="25000"/>
                  </a:srgbClr>
                </a:solidFill>
                <a:latin typeface="Arial" panose="020B0604020202020204" pitchFamily="34" charset="0"/>
                <a:ea typeface="微软雅黑" panose="020B0503020204020204" charset="-122"/>
                <a:cs typeface="Lato Regular"/>
                <a:sym typeface="Arial" panose="020B0604020202020204" pitchFamily="34" charset="0"/>
              </a:rPr>
              <a:t>（1）选定要设置切换效果的一张或多张幻灯片。</a:t>
            </a:r>
            <a:endParaRPr lang="zh-CN" altLang="en-US" sz="1050" spc="150">
              <a:solidFill>
                <a:srgbClr val="000000">
                  <a:lumMod val="75000"/>
                  <a:lumOff val="25000"/>
                </a:srgbClr>
              </a:solidFill>
              <a:latin typeface="Arial" panose="020B0604020202020204" pitchFamily="34" charset="0"/>
              <a:ea typeface="微软雅黑" panose="020B0503020204020204" charset="-122"/>
              <a:cs typeface="Lato Regular"/>
              <a:sym typeface="Arial" panose="020B0604020202020204" pitchFamily="34" charset="0"/>
            </a:endParaRPr>
          </a:p>
        </p:txBody>
      </p:sp>
      <p:cxnSp>
        <p:nvCxnSpPr>
          <p:cNvPr id="53" name="直接连接符 52"/>
          <p:cNvCxnSpPr/>
          <p:nvPr>
            <p:custDataLst>
              <p:tags r:id="rId6"/>
            </p:custDataLst>
          </p:nvPr>
        </p:nvCxnSpPr>
        <p:spPr>
          <a:xfrm>
            <a:off x="1145338" y="2985739"/>
            <a:ext cx="0" cy="420832"/>
          </a:xfrm>
          <a:prstGeom prst="line">
            <a:avLst/>
          </a:prstGeom>
          <a:ln w="15875">
            <a:solidFill>
              <a:sysClr val="window" lastClr="FFFFFF">
                <a:lumMod val="50000"/>
              </a:sysClr>
            </a:solidFill>
          </a:ln>
        </p:spPr>
        <p:style>
          <a:lnRef idx="1">
            <a:srgbClr val="1E6BC5"/>
          </a:lnRef>
          <a:fillRef idx="0">
            <a:srgbClr val="1E6BC5"/>
          </a:fillRef>
          <a:effectRef idx="0">
            <a:srgbClr val="1E6BC5"/>
          </a:effectRef>
          <a:fontRef idx="minor">
            <a:srgbClr val="000000"/>
          </a:fontRef>
        </p:style>
      </p:cxnSp>
      <p:sp>
        <p:nvSpPr>
          <p:cNvPr id="41" name="Shape"/>
          <p:cNvSpPr/>
          <p:nvPr>
            <p:custDataLst>
              <p:tags r:id="rId7"/>
            </p:custDataLst>
          </p:nvPr>
        </p:nvSpPr>
        <p:spPr>
          <a:xfrm>
            <a:off x="624988" y="3763701"/>
            <a:ext cx="418841" cy="419120"/>
          </a:xfrm>
          <a:custGeom>
            <a:avLst/>
            <a:gdLst/>
            <a:ahLst/>
            <a:cxnLst>
              <a:cxn ang="0">
                <a:pos x="wd2" y="hd2"/>
              </a:cxn>
              <a:cxn ang="5400000">
                <a:pos x="wd2" y="hd2"/>
              </a:cxn>
              <a:cxn ang="10800000">
                <a:pos x="wd2" y="hd2"/>
              </a:cxn>
              <a:cxn ang="16200000">
                <a:pos x="wd2" y="hd2"/>
              </a:cxn>
            </a:cxnLst>
            <a:rect l="0" t="0" r="r" b="b"/>
            <a:pathLst>
              <a:path w="21086" h="21600" extrusionOk="0">
                <a:moveTo>
                  <a:pt x="11502" y="10309"/>
                </a:moveTo>
                <a:cubicBezTo>
                  <a:pt x="11767" y="10309"/>
                  <a:pt x="11981" y="10090"/>
                  <a:pt x="11981" y="9818"/>
                </a:cubicBezTo>
                <a:cubicBezTo>
                  <a:pt x="11981" y="9547"/>
                  <a:pt x="11767" y="9327"/>
                  <a:pt x="11502" y="9327"/>
                </a:cubicBezTo>
                <a:cubicBezTo>
                  <a:pt x="11237" y="9327"/>
                  <a:pt x="11022" y="9547"/>
                  <a:pt x="11022" y="9818"/>
                </a:cubicBezTo>
                <a:cubicBezTo>
                  <a:pt x="11022" y="10090"/>
                  <a:pt x="11237" y="10309"/>
                  <a:pt x="11502" y="10309"/>
                </a:cubicBezTo>
                <a:moveTo>
                  <a:pt x="15818" y="4909"/>
                </a:moveTo>
                <a:cubicBezTo>
                  <a:pt x="16083" y="4909"/>
                  <a:pt x="16297" y="5129"/>
                  <a:pt x="16297" y="5400"/>
                </a:cubicBezTo>
                <a:cubicBezTo>
                  <a:pt x="16297" y="5672"/>
                  <a:pt x="16083" y="5891"/>
                  <a:pt x="15818" y="5891"/>
                </a:cubicBezTo>
                <a:cubicBezTo>
                  <a:pt x="15553" y="5891"/>
                  <a:pt x="15338" y="5672"/>
                  <a:pt x="15338" y="5400"/>
                </a:cubicBezTo>
                <a:cubicBezTo>
                  <a:pt x="15338" y="5129"/>
                  <a:pt x="15553" y="4909"/>
                  <a:pt x="15818" y="4909"/>
                </a:cubicBezTo>
                <a:moveTo>
                  <a:pt x="15818" y="6873"/>
                </a:moveTo>
                <a:cubicBezTo>
                  <a:pt x="16612" y="6873"/>
                  <a:pt x="17256" y="6213"/>
                  <a:pt x="17256" y="5400"/>
                </a:cubicBezTo>
                <a:cubicBezTo>
                  <a:pt x="17256" y="4587"/>
                  <a:pt x="16612" y="3928"/>
                  <a:pt x="15818" y="3928"/>
                </a:cubicBezTo>
                <a:cubicBezTo>
                  <a:pt x="15023" y="3928"/>
                  <a:pt x="14379" y="4587"/>
                  <a:pt x="14379" y="5400"/>
                </a:cubicBezTo>
                <a:cubicBezTo>
                  <a:pt x="14379" y="6213"/>
                  <a:pt x="15023" y="6873"/>
                  <a:pt x="15818" y="6873"/>
                </a:cubicBezTo>
                <a:moveTo>
                  <a:pt x="12941" y="11782"/>
                </a:moveTo>
                <a:cubicBezTo>
                  <a:pt x="13206" y="11782"/>
                  <a:pt x="13420" y="11562"/>
                  <a:pt x="13420" y="11291"/>
                </a:cubicBezTo>
                <a:cubicBezTo>
                  <a:pt x="13420" y="11020"/>
                  <a:pt x="13206" y="10800"/>
                  <a:pt x="12941" y="10800"/>
                </a:cubicBezTo>
                <a:cubicBezTo>
                  <a:pt x="12675" y="10800"/>
                  <a:pt x="12461" y="11020"/>
                  <a:pt x="12461" y="11291"/>
                </a:cubicBezTo>
                <a:cubicBezTo>
                  <a:pt x="12461" y="11562"/>
                  <a:pt x="12675" y="11782"/>
                  <a:pt x="12941" y="11782"/>
                </a:cubicBezTo>
                <a:moveTo>
                  <a:pt x="10063" y="7855"/>
                </a:moveTo>
                <a:cubicBezTo>
                  <a:pt x="9798" y="7855"/>
                  <a:pt x="9584" y="8074"/>
                  <a:pt x="9584" y="8346"/>
                </a:cubicBezTo>
                <a:cubicBezTo>
                  <a:pt x="9584" y="8617"/>
                  <a:pt x="9798" y="8836"/>
                  <a:pt x="10063" y="8836"/>
                </a:cubicBezTo>
                <a:cubicBezTo>
                  <a:pt x="10328" y="8836"/>
                  <a:pt x="10543" y="8617"/>
                  <a:pt x="10543" y="8346"/>
                </a:cubicBezTo>
                <a:cubicBezTo>
                  <a:pt x="10543" y="8074"/>
                  <a:pt x="10328" y="7855"/>
                  <a:pt x="10063" y="7855"/>
                </a:cubicBezTo>
                <a:moveTo>
                  <a:pt x="1718" y="19842"/>
                </a:moveTo>
                <a:lnTo>
                  <a:pt x="3451" y="15392"/>
                </a:lnTo>
                <a:cubicBezTo>
                  <a:pt x="3684" y="15834"/>
                  <a:pt x="3973" y="16253"/>
                  <a:pt x="4312" y="16642"/>
                </a:cubicBezTo>
                <a:cubicBezTo>
                  <a:pt x="4824" y="17230"/>
                  <a:pt x="5418" y="17711"/>
                  <a:pt x="6061" y="18068"/>
                </a:cubicBezTo>
                <a:cubicBezTo>
                  <a:pt x="6061" y="18068"/>
                  <a:pt x="1718" y="19842"/>
                  <a:pt x="1718" y="19842"/>
                </a:cubicBezTo>
                <a:close/>
                <a:moveTo>
                  <a:pt x="3717" y="12060"/>
                </a:moveTo>
                <a:lnTo>
                  <a:pt x="0" y="21600"/>
                </a:lnTo>
                <a:lnTo>
                  <a:pt x="9319" y="17795"/>
                </a:lnTo>
                <a:cubicBezTo>
                  <a:pt x="9153" y="17815"/>
                  <a:pt x="8987" y="17824"/>
                  <a:pt x="8822" y="17824"/>
                </a:cubicBezTo>
                <a:cubicBezTo>
                  <a:pt x="5971" y="17824"/>
                  <a:pt x="3389" y="15002"/>
                  <a:pt x="3717" y="12060"/>
                </a:cubicBezTo>
                <a:moveTo>
                  <a:pt x="16115" y="10657"/>
                </a:moveTo>
                <a:cubicBezTo>
                  <a:pt x="15925" y="10851"/>
                  <a:pt x="15627" y="11171"/>
                  <a:pt x="15280" y="11542"/>
                </a:cubicBezTo>
                <a:cubicBezTo>
                  <a:pt x="14662" y="12204"/>
                  <a:pt x="13712" y="13221"/>
                  <a:pt x="13147" y="13753"/>
                </a:cubicBezTo>
                <a:lnTo>
                  <a:pt x="7665" y="8141"/>
                </a:lnTo>
                <a:cubicBezTo>
                  <a:pt x="8185" y="7563"/>
                  <a:pt x="9179" y="6590"/>
                  <a:pt x="9825" y="5958"/>
                </a:cubicBezTo>
                <a:cubicBezTo>
                  <a:pt x="10188" y="5603"/>
                  <a:pt x="10500" y="5298"/>
                  <a:pt x="10690" y="5103"/>
                </a:cubicBezTo>
                <a:cubicBezTo>
                  <a:pt x="13284" y="2447"/>
                  <a:pt x="18271" y="993"/>
                  <a:pt x="20136" y="982"/>
                </a:cubicBezTo>
                <a:cubicBezTo>
                  <a:pt x="20132" y="2572"/>
                  <a:pt x="18824" y="7884"/>
                  <a:pt x="16115" y="10657"/>
                </a:cubicBezTo>
                <a:moveTo>
                  <a:pt x="12477" y="14563"/>
                </a:moveTo>
                <a:cubicBezTo>
                  <a:pt x="12127" y="15873"/>
                  <a:pt x="11665" y="17072"/>
                  <a:pt x="11154" y="18035"/>
                </a:cubicBezTo>
                <a:cubicBezTo>
                  <a:pt x="10943" y="17454"/>
                  <a:pt x="10642" y="16798"/>
                  <a:pt x="10214" y="16110"/>
                </a:cubicBezTo>
                <a:cubicBezTo>
                  <a:pt x="10035" y="15823"/>
                  <a:pt x="9728" y="15656"/>
                  <a:pt x="9405" y="15656"/>
                </a:cubicBezTo>
                <a:cubicBezTo>
                  <a:pt x="9329" y="15656"/>
                  <a:pt x="9252" y="15665"/>
                  <a:pt x="9176" y="15684"/>
                </a:cubicBezTo>
                <a:cubicBezTo>
                  <a:pt x="8990" y="15731"/>
                  <a:pt x="8799" y="15755"/>
                  <a:pt x="8610" y="15755"/>
                </a:cubicBezTo>
                <a:cubicBezTo>
                  <a:pt x="7905" y="15755"/>
                  <a:pt x="7217" y="15432"/>
                  <a:pt x="6621" y="14822"/>
                </a:cubicBezTo>
                <a:cubicBezTo>
                  <a:pt x="5861" y="14044"/>
                  <a:pt x="5561" y="13114"/>
                  <a:pt x="5779" y="12206"/>
                </a:cubicBezTo>
                <a:cubicBezTo>
                  <a:pt x="5877" y="11797"/>
                  <a:pt x="5709" y="11370"/>
                  <a:pt x="5363" y="11144"/>
                </a:cubicBezTo>
                <a:cubicBezTo>
                  <a:pt x="4690" y="10706"/>
                  <a:pt x="4050" y="10398"/>
                  <a:pt x="3482" y="10183"/>
                </a:cubicBezTo>
                <a:cubicBezTo>
                  <a:pt x="4423" y="9658"/>
                  <a:pt x="5594" y="9186"/>
                  <a:pt x="6874" y="8827"/>
                </a:cubicBezTo>
                <a:cubicBezTo>
                  <a:pt x="6900" y="8820"/>
                  <a:pt x="6921" y="8803"/>
                  <a:pt x="6946" y="8793"/>
                </a:cubicBezTo>
                <a:lnTo>
                  <a:pt x="12510" y="14490"/>
                </a:lnTo>
                <a:cubicBezTo>
                  <a:pt x="12501" y="14515"/>
                  <a:pt x="12484" y="14536"/>
                  <a:pt x="12477" y="14563"/>
                </a:cubicBezTo>
                <a:moveTo>
                  <a:pt x="20922" y="167"/>
                </a:moveTo>
                <a:cubicBezTo>
                  <a:pt x="20813" y="55"/>
                  <a:pt x="20545" y="0"/>
                  <a:pt x="20157" y="0"/>
                </a:cubicBezTo>
                <a:cubicBezTo>
                  <a:pt x="18131" y="0"/>
                  <a:pt x="12842" y="1511"/>
                  <a:pt x="10012" y="4409"/>
                </a:cubicBezTo>
                <a:cubicBezTo>
                  <a:pt x="9345" y="5092"/>
                  <a:pt x="7134" y="7175"/>
                  <a:pt x="6621" y="7880"/>
                </a:cubicBezTo>
                <a:cubicBezTo>
                  <a:pt x="4961" y="8346"/>
                  <a:pt x="2544" y="9277"/>
                  <a:pt x="1196" y="10657"/>
                </a:cubicBezTo>
                <a:cubicBezTo>
                  <a:pt x="1196" y="10657"/>
                  <a:pt x="2841" y="10663"/>
                  <a:pt x="4848" y="11972"/>
                </a:cubicBezTo>
                <a:cubicBezTo>
                  <a:pt x="4556" y="13190"/>
                  <a:pt x="4926" y="14475"/>
                  <a:pt x="5943" y="15516"/>
                </a:cubicBezTo>
                <a:cubicBezTo>
                  <a:pt x="6735" y="16327"/>
                  <a:pt x="7672" y="16737"/>
                  <a:pt x="8610" y="16737"/>
                </a:cubicBezTo>
                <a:cubicBezTo>
                  <a:pt x="8876" y="16737"/>
                  <a:pt x="9142" y="16704"/>
                  <a:pt x="9405" y="16637"/>
                </a:cubicBezTo>
                <a:cubicBezTo>
                  <a:pt x="10683" y="18692"/>
                  <a:pt x="10690" y="20376"/>
                  <a:pt x="10690" y="20376"/>
                </a:cubicBezTo>
                <a:cubicBezTo>
                  <a:pt x="12038" y="18996"/>
                  <a:pt x="12948" y="16521"/>
                  <a:pt x="13402" y="14822"/>
                </a:cubicBezTo>
                <a:cubicBezTo>
                  <a:pt x="14091" y="14297"/>
                  <a:pt x="16126" y="12034"/>
                  <a:pt x="16793" y="11351"/>
                </a:cubicBezTo>
                <a:cubicBezTo>
                  <a:pt x="20164" y="7900"/>
                  <a:pt x="21600" y="861"/>
                  <a:pt x="20922" y="167"/>
                </a:cubicBezTo>
              </a:path>
            </a:pathLst>
          </a:custGeom>
          <a:solidFill>
            <a:srgbClr val="000000">
              <a:lumMod val="75000"/>
              <a:lumOff val="25000"/>
            </a:srgbClr>
          </a:solidFill>
          <a:ln w="12700">
            <a:noFill/>
            <a:miter lim="400000"/>
          </a:ln>
        </p:spPr>
        <p:txBody>
          <a:bodyPr lIns="28575" tIns="28575" rIns="28575" bIns="28575" anchor="ctr"/>
          <a:lstStyle/>
          <a:p>
            <a:pPr defTabSz="457200">
              <a:lnSpc>
                <a:spcPct val="120000"/>
              </a:lnSpc>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46" name="Strategy Research…"/>
          <p:cNvSpPr txBox="1"/>
          <p:nvPr>
            <p:custDataLst>
              <p:tags r:id="rId8"/>
            </p:custDataLst>
          </p:nvPr>
        </p:nvSpPr>
        <p:spPr>
          <a:xfrm>
            <a:off x="1287145" y="3575685"/>
            <a:ext cx="7192645" cy="1156335"/>
          </a:xfrm>
          <a:prstGeom prst="rect">
            <a:avLst/>
          </a:prstGeom>
          <a:ln w="12700">
            <a:miter lim="400000"/>
          </a:ln>
        </p:spPr>
        <p:txBody>
          <a:bodyPr wrap="square" lIns="67500" tIns="35100" rIns="67500" bIns="35100" anchor="ctr" anchorCtr="0">
            <a:normAutofit/>
          </a:bodyPr>
          <a:lstStyle/>
          <a:p>
            <a:pPr algn="just">
              <a:lnSpc>
                <a:spcPct val="130000"/>
              </a:lnSpc>
              <a:defRPr sz="1800" b="0">
                <a:solidFill>
                  <a:srgbClr val="F7F9FF"/>
                </a:solidFill>
                <a:latin typeface="Lato Regular"/>
                <a:ea typeface="Lato Regular"/>
                <a:cs typeface="Lato Regular"/>
                <a:sym typeface="Lato Regular"/>
              </a:defRPr>
            </a:pPr>
            <a:r>
              <a:rPr lang="zh-CN" altLang="en-US" sz="1050" spc="150">
                <a:solidFill>
                  <a:srgbClr val="000000">
                    <a:lumMod val="75000"/>
                    <a:lumOff val="25000"/>
                  </a:srgbClr>
                </a:solidFill>
                <a:latin typeface="Arial" panose="020B0604020202020204" pitchFamily="34" charset="0"/>
                <a:ea typeface="微软雅黑" panose="020B0503020204020204" charset="-122"/>
                <a:cs typeface="Lato Regular"/>
                <a:sym typeface="Arial" panose="020B0604020202020204" pitchFamily="34" charset="0"/>
              </a:rPr>
              <a:t>（2）单击“切换”选项卡，如图 6-49 所示，在“切换到此幻灯片”组中单击选择某切换效果后，可将该效果应用到当前选定的幻灯片中。针对不同的切换样式，PowerPoint 提供了不同的“效果选项”。例如，选择了“推进”式切换效果后，可选的“效果选项”就有“自底部”“自左侧”“自右侧”和“自顶部”四个选项。选择了“淡出”式切换效果后，可选的“效果选项”就有“平滑”和“全黑”两个选项。</a:t>
            </a:r>
            <a:endParaRPr lang="zh-CN" altLang="en-US" sz="1050" spc="150">
              <a:solidFill>
                <a:srgbClr val="000000">
                  <a:lumMod val="75000"/>
                  <a:lumOff val="25000"/>
                </a:srgbClr>
              </a:solidFill>
              <a:latin typeface="Arial" panose="020B0604020202020204" pitchFamily="34" charset="0"/>
              <a:ea typeface="微软雅黑" panose="020B0503020204020204" charset="-122"/>
              <a:cs typeface="Lato Regular"/>
              <a:sym typeface="Arial" panose="020B0604020202020204" pitchFamily="34" charset="0"/>
            </a:endParaRPr>
          </a:p>
        </p:txBody>
      </p:sp>
      <p:cxnSp>
        <p:nvCxnSpPr>
          <p:cNvPr id="55" name="直接连接符 54"/>
          <p:cNvCxnSpPr/>
          <p:nvPr>
            <p:custDataLst>
              <p:tags r:id="rId9"/>
            </p:custDataLst>
          </p:nvPr>
        </p:nvCxnSpPr>
        <p:spPr>
          <a:xfrm>
            <a:off x="1152958" y="3762845"/>
            <a:ext cx="0" cy="420832"/>
          </a:xfrm>
          <a:prstGeom prst="line">
            <a:avLst/>
          </a:prstGeom>
          <a:ln w="15875">
            <a:solidFill>
              <a:sysClr val="window" lastClr="FFFFFF">
                <a:lumMod val="50000"/>
              </a:sysClr>
            </a:solidFill>
          </a:ln>
        </p:spPr>
        <p:style>
          <a:lnRef idx="1">
            <a:srgbClr val="1E6BC5"/>
          </a:lnRef>
          <a:fillRef idx="0">
            <a:srgbClr val="1E6BC5"/>
          </a:fillRef>
          <a:effectRef idx="0">
            <a:srgbClr val="1E6BC5"/>
          </a:effectRef>
          <a:fontRef idx="minor">
            <a:srgbClr val="000000"/>
          </a:fontRef>
        </p:style>
      </p:cxnSp>
      <p:pic>
        <p:nvPicPr>
          <p:cNvPr id="2" name="图片 1"/>
          <p:cNvPicPr>
            <a:picLocks noChangeAspect="1"/>
          </p:cNvPicPr>
          <p:nvPr/>
        </p:nvPicPr>
        <p:blipFill>
          <a:blip r:embed="rId10">
            <a:clrChange>
              <a:clrFrom>
                <a:srgbClr val="FFFFFF">
                  <a:alpha val="100000"/>
                </a:srgbClr>
              </a:clrFrom>
              <a:clrTo>
                <a:srgbClr val="FFFFFF">
                  <a:alpha val="100000"/>
                  <a:alpha val="0"/>
                </a:srgbClr>
              </a:clrTo>
            </a:clrChange>
          </a:blip>
          <a:stretch>
            <a:fillRect/>
          </a:stretch>
        </p:blipFill>
        <p:spPr>
          <a:xfrm>
            <a:off x="4551045" y="1118870"/>
            <a:ext cx="3928745" cy="2403475"/>
          </a:xfrm>
          <a:prstGeom prst="rect">
            <a:avLst/>
          </a:prstGeom>
        </p:spPr>
      </p:pic>
    </p:spTree>
    <p:custDataLst>
      <p:tags r:id="rId11"/>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custDataLst>
              <p:tags r:id="rId1"/>
            </p:custDataLst>
          </p:nvPr>
        </p:nvSpPr>
        <p:spPr>
          <a:xfrm>
            <a:off x="0" y="-9622"/>
            <a:ext cx="9144000" cy="762006"/>
          </a:xfrm>
          <a:prstGeom prst="rect">
            <a:avLst/>
          </a:prstGeom>
          <a:solidFill>
            <a:srgbClr val="333333"/>
          </a:solidFill>
          <a:ln>
            <a:noFill/>
          </a:ln>
        </p:spPr>
        <p:style>
          <a:lnRef idx="2">
            <a:srgbClr val="333333">
              <a:shade val="50000"/>
            </a:srgbClr>
          </a:lnRef>
          <a:fillRef idx="1">
            <a:srgbClr val="333333"/>
          </a:fillRef>
          <a:effectRef idx="0">
            <a:srgbClr val="333333"/>
          </a:effectRef>
          <a:fontRef idx="minor">
            <a:sysClr val="window" lastClr="FFFFFF"/>
          </a:fontRef>
        </p:style>
        <p:txBody>
          <a:bodyPr vertOverflow="overflow" horzOverflow="overflow" vert="horz" wrap="square" numCol="1" spcCol="0" rtlCol="0" fromWordArt="0" anchor="ctr" anchorCtr="0" forceAA="0" compatLnSpc="1">
            <a:noAutofit/>
          </a:bodyPr>
          <a:p>
            <a:pPr lvl="0" algn="ctr">
              <a:buClrTx/>
              <a:buSzTx/>
              <a:buFontTx/>
            </a:pPr>
            <a:endParaRPr kumimoji="1" lang="zh-CN" altLang="en-US" sz="1350">
              <a:solidFill>
                <a:sysClr val="windowText" lastClr="000000">
                  <a:lumMod val="50000"/>
                  <a:lumOff val="50000"/>
                </a:sysClr>
              </a:solidFill>
              <a:sym typeface="微软雅黑" panose="020B0503020204020204" charset="-122"/>
            </a:endParaRPr>
          </a:p>
        </p:txBody>
      </p:sp>
      <p:sp>
        <p:nvSpPr>
          <p:cNvPr id="13" name="文本框 12"/>
          <p:cNvSpPr txBox="1"/>
          <p:nvPr>
            <p:custDataLst>
              <p:tags r:id="rId2"/>
            </p:custDataLst>
          </p:nvPr>
        </p:nvSpPr>
        <p:spPr>
          <a:xfrm>
            <a:off x="579120" y="180975"/>
            <a:ext cx="3636645" cy="381000"/>
          </a:xfrm>
          <a:prstGeom prst="rect">
            <a:avLst/>
          </a:prstGeom>
          <a:noFill/>
        </p:spPr>
        <p:txBody>
          <a:bodyPr wrap="square" lIns="67500" tIns="35100" rIns="67500" bIns="35100" rtlCol="0" anchor="ctr" anchorCtr="0">
            <a:normAutofit/>
          </a:bodyPr>
          <a:lstStyle>
            <a:defPPr>
              <a:defRPr lang="zh-CN"/>
            </a:defPPr>
            <a:lvl1pPr>
              <a:defRPr sz="2400" spc="200">
                <a:latin typeface="微软雅黑" panose="020B0503020204020204" charset="-122"/>
                <a:ea typeface="微软雅黑" panose="020B0503020204020204" charset="-122"/>
              </a:defRPr>
            </a:lvl1pPr>
          </a:lstStyle>
          <a:p>
            <a:pPr marL="0" lvl="0" indent="0" algn="l">
              <a:lnSpc>
                <a:spcPct val="100000"/>
              </a:lnSpc>
              <a:spcBef>
                <a:spcPts val="0"/>
              </a:spcBef>
              <a:spcAft>
                <a:spcPts val="0"/>
              </a:spcAft>
              <a:buSzPct val="100000"/>
              <a:buFontTx/>
            </a:pPr>
            <a:r>
              <a:rPr lang="zh-CN" altLang="en-US" sz="1900" b="1" spc="300" dirty="0">
                <a:solidFill>
                  <a:sysClr val="window" lastClr="FFFFFF"/>
                </a:solidFill>
                <a:latin typeface="Arial" panose="020B0604020202020204" pitchFamily="34" charset="0"/>
                <a:sym typeface="+mn-ea"/>
              </a:rPr>
              <a:t> 设置幻灯片切换效果</a:t>
            </a:r>
            <a:endParaRPr lang="zh-CN" altLang="en-US" sz="1900" b="1" spc="300" dirty="0">
              <a:solidFill>
                <a:sysClr val="window" lastClr="FFFFFF"/>
              </a:solidFill>
              <a:latin typeface="Arial" panose="020B0604020202020204" pitchFamily="34" charset="0"/>
              <a:sym typeface="+mn-ea"/>
            </a:endParaRPr>
          </a:p>
        </p:txBody>
      </p:sp>
      <p:sp>
        <p:nvSpPr>
          <p:cNvPr id="40" name="Shape"/>
          <p:cNvSpPr/>
          <p:nvPr>
            <p:custDataLst>
              <p:tags r:id="rId3"/>
            </p:custDataLst>
          </p:nvPr>
        </p:nvSpPr>
        <p:spPr>
          <a:xfrm>
            <a:off x="624858" y="2674184"/>
            <a:ext cx="419101" cy="342901"/>
          </a:xfrm>
          <a:custGeom>
            <a:avLst/>
            <a:gdLst/>
            <a:ahLst/>
            <a:cxnLst>
              <a:cxn ang="0">
                <a:pos x="wd2" y="hd2"/>
              </a:cxn>
              <a:cxn ang="5400000">
                <a:pos x="wd2" y="hd2"/>
              </a:cxn>
              <a:cxn ang="10800000">
                <a:pos x="wd2" y="hd2"/>
              </a:cxn>
              <a:cxn ang="16200000">
                <a:pos x="wd2" y="hd2"/>
              </a:cxn>
            </a:cxnLst>
            <a:rect l="0" t="0" r="r" b="b"/>
            <a:pathLst>
              <a:path w="21600" h="21600" extrusionOk="0">
                <a:moveTo>
                  <a:pt x="16691" y="20400"/>
                </a:moveTo>
                <a:cubicBezTo>
                  <a:pt x="14522" y="20400"/>
                  <a:pt x="12764" y="18251"/>
                  <a:pt x="12764" y="15600"/>
                </a:cubicBezTo>
                <a:cubicBezTo>
                  <a:pt x="12764" y="12949"/>
                  <a:pt x="14522" y="10800"/>
                  <a:pt x="16691" y="10800"/>
                </a:cubicBezTo>
                <a:cubicBezTo>
                  <a:pt x="18860" y="10800"/>
                  <a:pt x="20618" y="12949"/>
                  <a:pt x="20618" y="15600"/>
                </a:cubicBezTo>
                <a:cubicBezTo>
                  <a:pt x="20618" y="18251"/>
                  <a:pt x="18860" y="20400"/>
                  <a:pt x="16691" y="20400"/>
                </a:cubicBezTo>
                <a:moveTo>
                  <a:pt x="12762" y="3393"/>
                </a:moveTo>
                <a:lnTo>
                  <a:pt x="12781" y="3388"/>
                </a:lnTo>
                <a:cubicBezTo>
                  <a:pt x="12870" y="2164"/>
                  <a:pt x="13702" y="1200"/>
                  <a:pt x="14727" y="1200"/>
                </a:cubicBezTo>
                <a:cubicBezTo>
                  <a:pt x="15521" y="1200"/>
                  <a:pt x="16202" y="1779"/>
                  <a:pt x="16511" y="2609"/>
                </a:cubicBezTo>
                <a:lnTo>
                  <a:pt x="16509" y="2609"/>
                </a:lnTo>
                <a:lnTo>
                  <a:pt x="19162" y="10421"/>
                </a:lnTo>
                <a:cubicBezTo>
                  <a:pt x="18436" y="9902"/>
                  <a:pt x="17593" y="9600"/>
                  <a:pt x="16691" y="9600"/>
                </a:cubicBezTo>
                <a:cubicBezTo>
                  <a:pt x="15082" y="9600"/>
                  <a:pt x="13658" y="10550"/>
                  <a:pt x="12763" y="12012"/>
                </a:cubicBezTo>
                <a:cubicBezTo>
                  <a:pt x="12763" y="12012"/>
                  <a:pt x="12762" y="3393"/>
                  <a:pt x="12762" y="3393"/>
                </a:cubicBezTo>
                <a:close/>
                <a:moveTo>
                  <a:pt x="11782" y="13200"/>
                </a:moveTo>
                <a:lnTo>
                  <a:pt x="9818" y="13200"/>
                </a:lnTo>
                <a:lnTo>
                  <a:pt x="9818" y="4800"/>
                </a:lnTo>
                <a:lnTo>
                  <a:pt x="11782" y="4800"/>
                </a:lnTo>
                <a:cubicBezTo>
                  <a:pt x="11782" y="4800"/>
                  <a:pt x="11782" y="13200"/>
                  <a:pt x="11782" y="13200"/>
                </a:cubicBezTo>
                <a:close/>
                <a:moveTo>
                  <a:pt x="11782" y="15600"/>
                </a:moveTo>
                <a:lnTo>
                  <a:pt x="9818" y="15600"/>
                </a:lnTo>
                <a:lnTo>
                  <a:pt x="9818" y="14400"/>
                </a:lnTo>
                <a:lnTo>
                  <a:pt x="11782" y="14400"/>
                </a:lnTo>
                <a:cubicBezTo>
                  <a:pt x="11782" y="14400"/>
                  <a:pt x="11782" y="15600"/>
                  <a:pt x="11782" y="15600"/>
                </a:cubicBezTo>
                <a:close/>
                <a:moveTo>
                  <a:pt x="8837" y="12012"/>
                </a:moveTo>
                <a:cubicBezTo>
                  <a:pt x="7942" y="10550"/>
                  <a:pt x="6518" y="9600"/>
                  <a:pt x="4909" y="9600"/>
                </a:cubicBezTo>
                <a:cubicBezTo>
                  <a:pt x="4007" y="9600"/>
                  <a:pt x="3164" y="9902"/>
                  <a:pt x="2438" y="10421"/>
                </a:cubicBezTo>
                <a:lnTo>
                  <a:pt x="5091" y="2609"/>
                </a:lnTo>
                <a:lnTo>
                  <a:pt x="5089" y="2609"/>
                </a:lnTo>
                <a:cubicBezTo>
                  <a:pt x="5398" y="1779"/>
                  <a:pt x="6079" y="1200"/>
                  <a:pt x="6873" y="1200"/>
                </a:cubicBezTo>
                <a:cubicBezTo>
                  <a:pt x="7898" y="1200"/>
                  <a:pt x="8730" y="2164"/>
                  <a:pt x="8819" y="3388"/>
                </a:cubicBezTo>
                <a:lnTo>
                  <a:pt x="8838" y="3393"/>
                </a:lnTo>
                <a:cubicBezTo>
                  <a:pt x="8838" y="3393"/>
                  <a:pt x="8837" y="12012"/>
                  <a:pt x="8837" y="12012"/>
                </a:cubicBezTo>
                <a:close/>
                <a:moveTo>
                  <a:pt x="4909" y="20400"/>
                </a:moveTo>
                <a:cubicBezTo>
                  <a:pt x="2740" y="20400"/>
                  <a:pt x="982" y="18251"/>
                  <a:pt x="982" y="15600"/>
                </a:cubicBezTo>
                <a:cubicBezTo>
                  <a:pt x="982" y="12949"/>
                  <a:pt x="2740" y="10800"/>
                  <a:pt x="4909" y="10800"/>
                </a:cubicBezTo>
                <a:cubicBezTo>
                  <a:pt x="7078" y="10800"/>
                  <a:pt x="8836" y="12949"/>
                  <a:pt x="8836" y="15600"/>
                </a:cubicBezTo>
                <a:cubicBezTo>
                  <a:pt x="8836" y="18251"/>
                  <a:pt x="7078" y="20400"/>
                  <a:pt x="4909" y="20400"/>
                </a:cubicBezTo>
                <a:moveTo>
                  <a:pt x="21102" y="12980"/>
                </a:moveTo>
                <a:lnTo>
                  <a:pt x="17504" y="2400"/>
                </a:lnTo>
                <a:lnTo>
                  <a:pt x="17493" y="2402"/>
                </a:lnTo>
                <a:cubicBezTo>
                  <a:pt x="17088" y="1006"/>
                  <a:pt x="16009" y="0"/>
                  <a:pt x="14727" y="0"/>
                </a:cubicBezTo>
                <a:cubicBezTo>
                  <a:pt x="13101" y="0"/>
                  <a:pt x="11782" y="1612"/>
                  <a:pt x="11782" y="3600"/>
                </a:cubicBezTo>
                <a:lnTo>
                  <a:pt x="9818" y="3600"/>
                </a:lnTo>
                <a:cubicBezTo>
                  <a:pt x="9818" y="1612"/>
                  <a:pt x="8499" y="0"/>
                  <a:pt x="6873" y="0"/>
                </a:cubicBezTo>
                <a:cubicBezTo>
                  <a:pt x="5592" y="0"/>
                  <a:pt x="4512" y="1006"/>
                  <a:pt x="4107" y="2402"/>
                </a:cubicBezTo>
                <a:lnTo>
                  <a:pt x="4096" y="2400"/>
                </a:lnTo>
                <a:lnTo>
                  <a:pt x="498" y="12980"/>
                </a:lnTo>
                <a:cubicBezTo>
                  <a:pt x="182" y="13772"/>
                  <a:pt x="0" y="14659"/>
                  <a:pt x="0" y="15600"/>
                </a:cubicBezTo>
                <a:cubicBezTo>
                  <a:pt x="0" y="18914"/>
                  <a:pt x="2198" y="21600"/>
                  <a:pt x="4909" y="21600"/>
                </a:cubicBezTo>
                <a:cubicBezTo>
                  <a:pt x="7284" y="21600"/>
                  <a:pt x="9265" y="19539"/>
                  <a:pt x="9719" y="16800"/>
                </a:cubicBezTo>
                <a:lnTo>
                  <a:pt x="11881" y="16800"/>
                </a:lnTo>
                <a:cubicBezTo>
                  <a:pt x="12335" y="19539"/>
                  <a:pt x="14316" y="21600"/>
                  <a:pt x="16691" y="21600"/>
                </a:cubicBezTo>
                <a:cubicBezTo>
                  <a:pt x="19402" y="21600"/>
                  <a:pt x="21600" y="18914"/>
                  <a:pt x="21600" y="15600"/>
                </a:cubicBezTo>
                <a:cubicBezTo>
                  <a:pt x="21600" y="14659"/>
                  <a:pt x="21418" y="13772"/>
                  <a:pt x="21102" y="12980"/>
                </a:cubicBezTo>
                <a:moveTo>
                  <a:pt x="16691" y="12000"/>
                </a:moveTo>
                <a:cubicBezTo>
                  <a:pt x="15064" y="12000"/>
                  <a:pt x="13745" y="13612"/>
                  <a:pt x="13745" y="15600"/>
                </a:cubicBezTo>
                <a:cubicBezTo>
                  <a:pt x="13745" y="15932"/>
                  <a:pt x="13965" y="16200"/>
                  <a:pt x="14236" y="16200"/>
                </a:cubicBezTo>
                <a:cubicBezTo>
                  <a:pt x="14508" y="16200"/>
                  <a:pt x="14727" y="15932"/>
                  <a:pt x="14727" y="15600"/>
                </a:cubicBezTo>
                <a:cubicBezTo>
                  <a:pt x="14727" y="14275"/>
                  <a:pt x="15606" y="13200"/>
                  <a:pt x="16691" y="13200"/>
                </a:cubicBezTo>
                <a:cubicBezTo>
                  <a:pt x="16962" y="13200"/>
                  <a:pt x="17182" y="12932"/>
                  <a:pt x="17182" y="12600"/>
                </a:cubicBezTo>
                <a:cubicBezTo>
                  <a:pt x="17182" y="12268"/>
                  <a:pt x="16962" y="12000"/>
                  <a:pt x="16691" y="12000"/>
                </a:cubicBezTo>
                <a:moveTo>
                  <a:pt x="4909" y="12000"/>
                </a:moveTo>
                <a:cubicBezTo>
                  <a:pt x="3282" y="12000"/>
                  <a:pt x="1964" y="13612"/>
                  <a:pt x="1964" y="15600"/>
                </a:cubicBezTo>
                <a:cubicBezTo>
                  <a:pt x="1964" y="15932"/>
                  <a:pt x="2183" y="16200"/>
                  <a:pt x="2455" y="16200"/>
                </a:cubicBezTo>
                <a:cubicBezTo>
                  <a:pt x="2726" y="16200"/>
                  <a:pt x="2945" y="15932"/>
                  <a:pt x="2945" y="15600"/>
                </a:cubicBezTo>
                <a:cubicBezTo>
                  <a:pt x="2945" y="14275"/>
                  <a:pt x="3825" y="13200"/>
                  <a:pt x="4909" y="13200"/>
                </a:cubicBezTo>
                <a:cubicBezTo>
                  <a:pt x="5180" y="13200"/>
                  <a:pt x="5400" y="12932"/>
                  <a:pt x="5400" y="12600"/>
                </a:cubicBezTo>
                <a:cubicBezTo>
                  <a:pt x="5400" y="12268"/>
                  <a:pt x="5180" y="12000"/>
                  <a:pt x="4909" y="12000"/>
                </a:cubicBezTo>
              </a:path>
            </a:pathLst>
          </a:custGeom>
          <a:solidFill>
            <a:srgbClr val="000000">
              <a:lumMod val="75000"/>
              <a:lumOff val="25000"/>
            </a:srgbClr>
          </a:solidFill>
          <a:ln w="12700">
            <a:noFill/>
            <a:miter lim="400000"/>
          </a:ln>
        </p:spPr>
        <p:txBody>
          <a:bodyPr lIns="28575" tIns="28575" rIns="28575" bIns="28575" anchor="ctr"/>
          <a:lstStyle/>
          <a:p>
            <a:pPr defTabSz="457200">
              <a:lnSpc>
                <a:spcPct val="120000"/>
              </a:lnSpc>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44" name="Strategy Research…"/>
          <p:cNvSpPr txBox="1"/>
          <p:nvPr>
            <p:custDataLst>
              <p:tags r:id="rId4"/>
            </p:custDataLst>
          </p:nvPr>
        </p:nvSpPr>
        <p:spPr>
          <a:xfrm>
            <a:off x="1287145" y="2585085"/>
            <a:ext cx="7108825" cy="494030"/>
          </a:xfrm>
          <a:prstGeom prst="rect">
            <a:avLst/>
          </a:prstGeom>
          <a:ln w="12700">
            <a:miter lim="400000"/>
          </a:ln>
        </p:spPr>
        <p:txBody>
          <a:bodyPr wrap="square" lIns="67500" tIns="35100" rIns="67500" bIns="35100" anchor="ctr" anchorCtr="0"/>
          <a:lstStyle/>
          <a:p>
            <a:pPr>
              <a:lnSpc>
                <a:spcPct val="120000"/>
              </a:lnSpc>
              <a:defRPr sz="1800" b="0">
                <a:solidFill>
                  <a:srgbClr val="F7F9FF"/>
                </a:solidFill>
                <a:latin typeface="Lato Regular"/>
                <a:ea typeface="Lato Regular"/>
                <a:cs typeface="Lato Regular"/>
                <a:sym typeface="Lato Regular"/>
              </a:defRPr>
            </a:pPr>
            <a:r>
              <a:rPr lang="zh-CN" altLang="en-US" sz="1200" spc="150">
                <a:solidFill>
                  <a:srgbClr val="000000">
                    <a:lumMod val="75000"/>
                    <a:lumOff val="25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（4）在“换片方式”栏中，可以选择是通过单击鼠标执</a:t>
            </a:r>
            <a:r>
              <a:rPr lang="en-US" altLang="zh-CN" sz="1200" spc="150">
                <a:solidFill>
                  <a:srgbClr val="000000">
                    <a:lumMod val="75000"/>
                    <a:lumOff val="25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Z</a:t>
            </a:r>
            <a:r>
              <a:rPr lang="zh-CN" altLang="en-US" sz="1200" spc="150">
                <a:solidFill>
                  <a:srgbClr val="000000">
                    <a:lumMod val="75000"/>
                    <a:lumOff val="25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换片，还是按固定的时间自动换片。</a:t>
            </a:r>
            <a:endParaRPr lang="zh-CN" altLang="en-US" sz="1200" spc="150">
              <a:solidFill>
                <a:srgbClr val="000000">
                  <a:lumMod val="75000"/>
                  <a:lumOff val="25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53" name="直接连接符 52"/>
          <p:cNvCxnSpPr/>
          <p:nvPr>
            <p:custDataLst>
              <p:tags r:id="rId5"/>
            </p:custDataLst>
          </p:nvPr>
        </p:nvCxnSpPr>
        <p:spPr>
          <a:xfrm>
            <a:off x="1152958" y="2635219"/>
            <a:ext cx="0" cy="420832"/>
          </a:xfrm>
          <a:prstGeom prst="line">
            <a:avLst/>
          </a:prstGeom>
          <a:ln w="15875">
            <a:solidFill>
              <a:sysClr val="window" lastClr="FFFFFF">
                <a:lumMod val="50000"/>
              </a:sysClr>
            </a:solidFill>
          </a:ln>
        </p:spPr>
        <p:style>
          <a:lnRef idx="1">
            <a:srgbClr val="1E6BC5"/>
          </a:lnRef>
          <a:fillRef idx="0">
            <a:srgbClr val="1E6BC5"/>
          </a:fillRef>
          <a:effectRef idx="0">
            <a:srgbClr val="1E6BC5"/>
          </a:effectRef>
          <a:fontRef idx="minor">
            <a:srgbClr val="000000"/>
          </a:fontRef>
        </p:style>
      </p:cxnSp>
      <p:sp>
        <p:nvSpPr>
          <p:cNvPr id="41" name="Shape"/>
          <p:cNvSpPr/>
          <p:nvPr>
            <p:custDataLst>
              <p:tags r:id="rId6"/>
            </p:custDataLst>
          </p:nvPr>
        </p:nvSpPr>
        <p:spPr>
          <a:xfrm>
            <a:off x="541168" y="1477701"/>
            <a:ext cx="418841" cy="419120"/>
          </a:xfrm>
          <a:custGeom>
            <a:avLst/>
            <a:gdLst/>
            <a:ahLst/>
            <a:cxnLst>
              <a:cxn ang="0">
                <a:pos x="wd2" y="hd2"/>
              </a:cxn>
              <a:cxn ang="5400000">
                <a:pos x="wd2" y="hd2"/>
              </a:cxn>
              <a:cxn ang="10800000">
                <a:pos x="wd2" y="hd2"/>
              </a:cxn>
              <a:cxn ang="16200000">
                <a:pos x="wd2" y="hd2"/>
              </a:cxn>
            </a:cxnLst>
            <a:rect l="0" t="0" r="r" b="b"/>
            <a:pathLst>
              <a:path w="21086" h="21600" extrusionOk="0">
                <a:moveTo>
                  <a:pt x="11502" y="10309"/>
                </a:moveTo>
                <a:cubicBezTo>
                  <a:pt x="11767" y="10309"/>
                  <a:pt x="11981" y="10090"/>
                  <a:pt x="11981" y="9818"/>
                </a:cubicBezTo>
                <a:cubicBezTo>
                  <a:pt x="11981" y="9547"/>
                  <a:pt x="11767" y="9327"/>
                  <a:pt x="11502" y="9327"/>
                </a:cubicBezTo>
                <a:cubicBezTo>
                  <a:pt x="11237" y="9327"/>
                  <a:pt x="11022" y="9547"/>
                  <a:pt x="11022" y="9818"/>
                </a:cubicBezTo>
                <a:cubicBezTo>
                  <a:pt x="11022" y="10090"/>
                  <a:pt x="11237" y="10309"/>
                  <a:pt x="11502" y="10309"/>
                </a:cubicBezTo>
                <a:moveTo>
                  <a:pt x="15818" y="4909"/>
                </a:moveTo>
                <a:cubicBezTo>
                  <a:pt x="16083" y="4909"/>
                  <a:pt x="16297" y="5129"/>
                  <a:pt x="16297" y="5400"/>
                </a:cubicBezTo>
                <a:cubicBezTo>
                  <a:pt x="16297" y="5672"/>
                  <a:pt x="16083" y="5891"/>
                  <a:pt x="15818" y="5891"/>
                </a:cubicBezTo>
                <a:cubicBezTo>
                  <a:pt x="15553" y="5891"/>
                  <a:pt x="15338" y="5672"/>
                  <a:pt x="15338" y="5400"/>
                </a:cubicBezTo>
                <a:cubicBezTo>
                  <a:pt x="15338" y="5129"/>
                  <a:pt x="15553" y="4909"/>
                  <a:pt x="15818" y="4909"/>
                </a:cubicBezTo>
                <a:moveTo>
                  <a:pt x="15818" y="6873"/>
                </a:moveTo>
                <a:cubicBezTo>
                  <a:pt x="16612" y="6873"/>
                  <a:pt x="17256" y="6213"/>
                  <a:pt x="17256" y="5400"/>
                </a:cubicBezTo>
                <a:cubicBezTo>
                  <a:pt x="17256" y="4587"/>
                  <a:pt x="16612" y="3928"/>
                  <a:pt x="15818" y="3928"/>
                </a:cubicBezTo>
                <a:cubicBezTo>
                  <a:pt x="15023" y="3928"/>
                  <a:pt x="14379" y="4587"/>
                  <a:pt x="14379" y="5400"/>
                </a:cubicBezTo>
                <a:cubicBezTo>
                  <a:pt x="14379" y="6213"/>
                  <a:pt x="15023" y="6873"/>
                  <a:pt x="15818" y="6873"/>
                </a:cubicBezTo>
                <a:moveTo>
                  <a:pt x="12941" y="11782"/>
                </a:moveTo>
                <a:cubicBezTo>
                  <a:pt x="13206" y="11782"/>
                  <a:pt x="13420" y="11562"/>
                  <a:pt x="13420" y="11291"/>
                </a:cubicBezTo>
                <a:cubicBezTo>
                  <a:pt x="13420" y="11020"/>
                  <a:pt x="13206" y="10800"/>
                  <a:pt x="12941" y="10800"/>
                </a:cubicBezTo>
                <a:cubicBezTo>
                  <a:pt x="12675" y="10800"/>
                  <a:pt x="12461" y="11020"/>
                  <a:pt x="12461" y="11291"/>
                </a:cubicBezTo>
                <a:cubicBezTo>
                  <a:pt x="12461" y="11562"/>
                  <a:pt x="12675" y="11782"/>
                  <a:pt x="12941" y="11782"/>
                </a:cubicBezTo>
                <a:moveTo>
                  <a:pt x="10063" y="7855"/>
                </a:moveTo>
                <a:cubicBezTo>
                  <a:pt x="9798" y="7855"/>
                  <a:pt x="9584" y="8074"/>
                  <a:pt x="9584" y="8346"/>
                </a:cubicBezTo>
                <a:cubicBezTo>
                  <a:pt x="9584" y="8617"/>
                  <a:pt x="9798" y="8836"/>
                  <a:pt x="10063" y="8836"/>
                </a:cubicBezTo>
                <a:cubicBezTo>
                  <a:pt x="10328" y="8836"/>
                  <a:pt x="10543" y="8617"/>
                  <a:pt x="10543" y="8346"/>
                </a:cubicBezTo>
                <a:cubicBezTo>
                  <a:pt x="10543" y="8074"/>
                  <a:pt x="10328" y="7855"/>
                  <a:pt x="10063" y="7855"/>
                </a:cubicBezTo>
                <a:moveTo>
                  <a:pt x="1718" y="19842"/>
                </a:moveTo>
                <a:lnTo>
                  <a:pt x="3451" y="15392"/>
                </a:lnTo>
                <a:cubicBezTo>
                  <a:pt x="3684" y="15834"/>
                  <a:pt x="3973" y="16253"/>
                  <a:pt x="4312" y="16642"/>
                </a:cubicBezTo>
                <a:cubicBezTo>
                  <a:pt x="4824" y="17230"/>
                  <a:pt x="5418" y="17711"/>
                  <a:pt x="6061" y="18068"/>
                </a:cubicBezTo>
                <a:cubicBezTo>
                  <a:pt x="6061" y="18068"/>
                  <a:pt x="1718" y="19842"/>
                  <a:pt x="1718" y="19842"/>
                </a:cubicBezTo>
                <a:close/>
                <a:moveTo>
                  <a:pt x="3717" y="12060"/>
                </a:moveTo>
                <a:lnTo>
                  <a:pt x="0" y="21600"/>
                </a:lnTo>
                <a:lnTo>
                  <a:pt x="9319" y="17795"/>
                </a:lnTo>
                <a:cubicBezTo>
                  <a:pt x="9153" y="17815"/>
                  <a:pt x="8987" y="17824"/>
                  <a:pt x="8822" y="17824"/>
                </a:cubicBezTo>
                <a:cubicBezTo>
                  <a:pt x="5971" y="17824"/>
                  <a:pt x="3389" y="15002"/>
                  <a:pt x="3717" y="12060"/>
                </a:cubicBezTo>
                <a:moveTo>
                  <a:pt x="16115" y="10657"/>
                </a:moveTo>
                <a:cubicBezTo>
                  <a:pt x="15925" y="10851"/>
                  <a:pt x="15627" y="11171"/>
                  <a:pt x="15280" y="11542"/>
                </a:cubicBezTo>
                <a:cubicBezTo>
                  <a:pt x="14662" y="12204"/>
                  <a:pt x="13712" y="13221"/>
                  <a:pt x="13147" y="13753"/>
                </a:cubicBezTo>
                <a:lnTo>
                  <a:pt x="7665" y="8141"/>
                </a:lnTo>
                <a:cubicBezTo>
                  <a:pt x="8185" y="7563"/>
                  <a:pt x="9179" y="6590"/>
                  <a:pt x="9825" y="5958"/>
                </a:cubicBezTo>
                <a:cubicBezTo>
                  <a:pt x="10188" y="5603"/>
                  <a:pt x="10500" y="5298"/>
                  <a:pt x="10690" y="5103"/>
                </a:cubicBezTo>
                <a:cubicBezTo>
                  <a:pt x="13284" y="2447"/>
                  <a:pt x="18271" y="993"/>
                  <a:pt x="20136" y="982"/>
                </a:cubicBezTo>
                <a:cubicBezTo>
                  <a:pt x="20132" y="2572"/>
                  <a:pt x="18824" y="7884"/>
                  <a:pt x="16115" y="10657"/>
                </a:cubicBezTo>
                <a:moveTo>
                  <a:pt x="12477" y="14563"/>
                </a:moveTo>
                <a:cubicBezTo>
                  <a:pt x="12127" y="15873"/>
                  <a:pt x="11665" y="17072"/>
                  <a:pt x="11154" y="18035"/>
                </a:cubicBezTo>
                <a:cubicBezTo>
                  <a:pt x="10943" y="17454"/>
                  <a:pt x="10642" y="16798"/>
                  <a:pt x="10214" y="16110"/>
                </a:cubicBezTo>
                <a:cubicBezTo>
                  <a:pt x="10035" y="15823"/>
                  <a:pt x="9728" y="15656"/>
                  <a:pt x="9405" y="15656"/>
                </a:cubicBezTo>
                <a:cubicBezTo>
                  <a:pt x="9329" y="15656"/>
                  <a:pt x="9252" y="15665"/>
                  <a:pt x="9176" y="15684"/>
                </a:cubicBezTo>
                <a:cubicBezTo>
                  <a:pt x="8990" y="15731"/>
                  <a:pt x="8799" y="15755"/>
                  <a:pt x="8610" y="15755"/>
                </a:cubicBezTo>
                <a:cubicBezTo>
                  <a:pt x="7905" y="15755"/>
                  <a:pt x="7217" y="15432"/>
                  <a:pt x="6621" y="14822"/>
                </a:cubicBezTo>
                <a:cubicBezTo>
                  <a:pt x="5861" y="14044"/>
                  <a:pt x="5561" y="13114"/>
                  <a:pt x="5779" y="12206"/>
                </a:cubicBezTo>
                <a:cubicBezTo>
                  <a:pt x="5877" y="11797"/>
                  <a:pt x="5709" y="11370"/>
                  <a:pt x="5363" y="11144"/>
                </a:cubicBezTo>
                <a:cubicBezTo>
                  <a:pt x="4690" y="10706"/>
                  <a:pt x="4050" y="10398"/>
                  <a:pt x="3482" y="10183"/>
                </a:cubicBezTo>
                <a:cubicBezTo>
                  <a:pt x="4423" y="9658"/>
                  <a:pt x="5594" y="9186"/>
                  <a:pt x="6874" y="8827"/>
                </a:cubicBezTo>
                <a:cubicBezTo>
                  <a:pt x="6900" y="8820"/>
                  <a:pt x="6921" y="8803"/>
                  <a:pt x="6946" y="8793"/>
                </a:cubicBezTo>
                <a:lnTo>
                  <a:pt x="12510" y="14490"/>
                </a:lnTo>
                <a:cubicBezTo>
                  <a:pt x="12501" y="14515"/>
                  <a:pt x="12484" y="14536"/>
                  <a:pt x="12477" y="14563"/>
                </a:cubicBezTo>
                <a:moveTo>
                  <a:pt x="20922" y="167"/>
                </a:moveTo>
                <a:cubicBezTo>
                  <a:pt x="20813" y="55"/>
                  <a:pt x="20545" y="0"/>
                  <a:pt x="20157" y="0"/>
                </a:cubicBezTo>
                <a:cubicBezTo>
                  <a:pt x="18131" y="0"/>
                  <a:pt x="12842" y="1511"/>
                  <a:pt x="10012" y="4409"/>
                </a:cubicBezTo>
                <a:cubicBezTo>
                  <a:pt x="9345" y="5092"/>
                  <a:pt x="7134" y="7175"/>
                  <a:pt x="6621" y="7880"/>
                </a:cubicBezTo>
                <a:cubicBezTo>
                  <a:pt x="4961" y="8346"/>
                  <a:pt x="2544" y="9277"/>
                  <a:pt x="1196" y="10657"/>
                </a:cubicBezTo>
                <a:cubicBezTo>
                  <a:pt x="1196" y="10657"/>
                  <a:pt x="2841" y="10663"/>
                  <a:pt x="4848" y="11972"/>
                </a:cubicBezTo>
                <a:cubicBezTo>
                  <a:pt x="4556" y="13190"/>
                  <a:pt x="4926" y="14475"/>
                  <a:pt x="5943" y="15516"/>
                </a:cubicBezTo>
                <a:cubicBezTo>
                  <a:pt x="6735" y="16327"/>
                  <a:pt x="7672" y="16737"/>
                  <a:pt x="8610" y="16737"/>
                </a:cubicBezTo>
                <a:cubicBezTo>
                  <a:pt x="8876" y="16737"/>
                  <a:pt x="9142" y="16704"/>
                  <a:pt x="9405" y="16637"/>
                </a:cubicBezTo>
                <a:cubicBezTo>
                  <a:pt x="10683" y="18692"/>
                  <a:pt x="10690" y="20376"/>
                  <a:pt x="10690" y="20376"/>
                </a:cubicBezTo>
                <a:cubicBezTo>
                  <a:pt x="12038" y="18996"/>
                  <a:pt x="12948" y="16521"/>
                  <a:pt x="13402" y="14822"/>
                </a:cubicBezTo>
                <a:cubicBezTo>
                  <a:pt x="14091" y="14297"/>
                  <a:pt x="16126" y="12034"/>
                  <a:pt x="16793" y="11351"/>
                </a:cubicBezTo>
                <a:cubicBezTo>
                  <a:pt x="20164" y="7900"/>
                  <a:pt x="21600" y="861"/>
                  <a:pt x="20922" y="167"/>
                </a:cubicBezTo>
              </a:path>
            </a:pathLst>
          </a:custGeom>
          <a:solidFill>
            <a:srgbClr val="000000">
              <a:lumMod val="75000"/>
              <a:lumOff val="25000"/>
            </a:srgbClr>
          </a:solidFill>
          <a:ln w="12700">
            <a:noFill/>
            <a:miter lim="400000"/>
          </a:ln>
        </p:spPr>
        <p:txBody>
          <a:bodyPr lIns="28575" tIns="28575" rIns="28575" bIns="28575" anchor="ctr"/>
          <a:lstStyle/>
          <a:p>
            <a:pPr defTabSz="457200">
              <a:lnSpc>
                <a:spcPct val="120000"/>
              </a:lnSpc>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46" name="Strategy Research…"/>
          <p:cNvSpPr txBox="1"/>
          <p:nvPr>
            <p:custDataLst>
              <p:tags r:id="rId7"/>
            </p:custDataLst>
          </p:nvPr>
        </p:nvSpPr>
        <p:spPr>
          <a:xfrm>
            <a:off x="1203325" y="1289685"/>
            <a:ext cx="7192645" cy="864870"/>
          </a:xfrm>
          <a:prstGeom prst="rect">
            <a:avLst/>
          </a:prstGeom>
          <a:ln w="12700">
            <a:miter lim="400000"/>
          </a:ln>
        </p:spPr>
        <p:txBody>
          <a:bodyPr wrap="square" lIns="67500" tIns="35100" rIns="67500" bIns="35100" anchor="ctr" anchorCtr="0">
            <a:normAutofit/>
          </a:bodyPr>
          <a:lstStyle/>
          <a:p>
            <a:pPr algn="just">
              <a:lnSpc>
                <a:spcPct val="130000"/>
              </a:lnSpc>
              <a:defRPr sz="1800" b="0">
                <a:solidFill>
                  <a:srgbClr val="F7F9FF"/>
                </a:solidFill>
                <a:latin typeface="Lato Regular"/>
                <a:ea typeface="Lato Regular"/>
                <a:cs typeface="Lato Regular"/>
                <a:sym typeface="Lato Regular"/>
              </a:defRPr>
            </a:pPr>
            <a:r>
              <a:rPr lang="zh-CN" altLang="en-US" sz="1200" spc="150">
                <a:solidFill>
                  <a:srgbClr val="000000">
                    <a:lumMod val="75000"/>
                    <a:lumOff val="25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（3）在“切换”选项卡的“计时”组中，可以设置幻灯片切换所用时长，切换幻灯片时是否使用音效及使用何种音效。</a:t>
            </a:r>
            <a:endParaRPr lang="zh-CN" altLang="en-US" sz="1200" spc="150">
              <a:solidFill>
                <a:srgbClr val="000000">
                  <a:lumMod val="75000"/>
                  <a:lumOff val="25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55" name="直接连接符 54"/>
          <p:cNvCxnSpPr/>
          <p:nvPr>
            <p:custDataLst>
              <p:tags r:id="rId8"/>
            </p:custDataLst>
          </p:nvPr>
        </p:nvCxnSpPr>
        <p:spPr>
          <a:xfrm>
            <a:off x="1145338" y="1476845"/>
            <a:ext cx="0" cy="420832"/>
          </a:xfrm>
          <a:prstGeom prst="line">
            <a:avLst/>
          </a:prstGeom>
          <a:ln w="15875">
            <a:solidFill>
              <a:sysClr val="window" lastClr="FFFFFF">
                <a:lumMod val="50000"/>
              </a:sysClr>
            </a:solidFill>
          </a:ln>
        </p:spPr>
        <p:style>
          <a:lnRef idx="1">
            <a:srgbClr val="1E6BC5"/>
          </a:lnRef>
          <a:fillRef idx="0">
            <a:srgbClr val="1E6BC5"/>
          </a:fillRef>
          <a:effectRef idx="0">
            <a:srgbClr val="1E6BC5"/>
          </a:effectRef>
          <a:fontRef idx="minor">
            <a:srgbClr val="000000"/>
          </a:fontRef>
        </p:style>
      </p:cxnSp>
      <p:sp>
        <p:nvSpPr>
          <p:cNvPr id="3" name="Shape"/>
          <p:cNvSpPr/>
          <p:nvPr>
            <p:custDataLst>
              <p:tags r:id="rId9"/>
            </p:custDataLst>
          </p:nvPr>
        </p:nvSpPr>
        <p:spPr>
          <a:xfrm>
            <a:off x="625623" y="3717981"/>
            <a:ext cx="418841" cy="419120"/>
          </a:xfrm>
          <a:custGeom>
            <a:avLst/>
            <a:gdLst/>
            <a:ahLst/>
            <a:cxnLst>
              <a:cxn ang="0">
                <a:pos x="wd2" y="hd2"/>
              </a:cxn>
              <a:cxn ang="5400000">
                <a:pos x="wd2" y="hd2"/>
              </a:cxn>
              <a:cxn ang="10800000">
                <a:pos x="wd2" y="hd2"/>
              </a:cxn>
              <a:cxn ang="16200000">
                <a:pos x="wd2" y="hd2"/>
              </a:cxn>
            </a:cxnLst>
            <a:rect l="0" t="0" r="r" b="b"/>
            <a:pathLst>
              <a:path w="21086" h="21600" extrusionOk="0">
                <a:moveTo>
                  <a:pt x="11502" y="10309"/>
                </a:moveTo>
                <a:cubicBezTo>
                  <a:pt x="11767" y="10309"/>
                  <a:pt x="11981" y="10090"/>
                  <a:pt x="11981" y="9818"/>
                </a:cubicBezTo>
                <a:cubicBezTo>
                  <a:pt x="11981" y="9547"/>
                  <a:pt x="11767" y="9327"/>
                  <a:pt x="11502" y="9327"/>
                </a:cubicBezTo>
                <a:cubicBezTo>
                  <a:pt x="11237" y="9327"/>
                  <a:pt x="11022" y="9547"/>
                  <a:pt x="11022" y="9818"/>
                </a:cubicBezTo>
                <a:cubicBezTo>
                  <a:pt x="11022" y="10090"/>
                  <a:pt x="11237" y="10309"/>
                  <a:pt x="11502" y="10309"/>
                </a:cubicBezTo>
                <a:moveTo>
                  <a:pt x="15818" y="4909"/>
                </a:moveTo>
                <a:cubicBezTo>
                  <a:pt x="16083" y="4909"/>
                  <a:pt x="16297" y="5129"/>
                  <a:pt x="16297" y="5400"/>
                </a:cubicBezTo>
                <a:cubicBezTo>
                  <a:pt x="16297" y="5672"/>
                  <a:pt x="16083" y="5891"/>
                  <a:pt x="15818" y="5891"/>
                </a:cubicBezTo>
                <a:cubicBezTo>
                  <a:pt x="15553" y="5891"/>
                  <a:pt x="15338" y="5672"/>
                  <a:pt x="15338" y="5400"/>
                </a:cubicBezTo>
                <a:cubicBezTo>
                  <a:pt x="15338" y="5129"/>
                  <a:pt x="15553" y="4909"/>
                  <a:pt x="15818" y="4909"/>
                </a:cubicBezTo>
                <a:moveTo>
                  <a:pt x="15818" y="6873"/>
                </a:moveTo>
                <a:cubicBezTo>
                  <a:pt x="16612" y="6873"/>
                  <a:pt x="17256" y="6213"/>
                  <a:pt x="17256" y="5400"/>
                </a:cubicBezTo>
                <a:cubicBezTo>
                  <a:pt x="17256" y="4587"/>
                  <a:pt x="16612" y="3928"/>
                  <a:pt x="15818" y="3928"/>
                </a:cubicBezTo>
                <a:cubicBezTo>
                  <a:pt x="15023" y="3928"/>
                  <a:pt x="14379" y="4587"/>
                  <a:pt x="14379" y="5400"/>
                </a:cubicBezTo>
                <a:cubicBezTo>
                  <a:pt x="14379" y="6213"/>
                  <a:pt x="15023" y="6873"/>
                  <a:pt x="15818" y="6873"/>
                </a:cubicBezTo>
                <a:moveTo>
                  <a:pt x="12941" y="11782"/>
                </a:moveTo>
                <a:cubicBezTo>
                  <a:pt x="13206" y="11782"/>
                  <a:pt x="13420" y="11562"/>
                  <a:pt x="13420" y="11291"/>
                </a:cubicBezTo>
                <a:cubicBezTo>
                  <a:pt x="13420" y="11020"/>
                  <a:pt x="13206" y="10800"/>
                  <a:pt x="12941" y="10800"/>
                </a:cubicBezTo>
                <a:cubicBezTo>
                  <a:pt x="12675" y="10800"/>
                  <a:pt x="12461" y="11020"/>
                  <a:pt x="12461" y="11291"/>
                </a:cubicBezTo>
                <a:cubicBezTo>
                  <a:pt x="12461" y="11562"/>
                  <a:pt x="12675" y="11782"/>
                  <a:pt x="12941" y="11782"/>
                </a:cubicBezTo>
                <a:moveTo>
                  <a:pt x="10063" y="7855"/>
                </a:moveTo>
                <a:cubicBezTo>
                  <a:pt x="9798" y="7855"/>
                  <a:pt x="9584" y="8074"/>
                  <a:pt x="9584" y="8346"/>
                </a:cubicBezTo>
                <a:cubicBezTo>
                  <a:pt x="9584" y="8617"/>
                  <a:pt x="9798" y="8836"/>
                  <a:pt x="10063" y="8836"/>
                </a:cubicBezTo>
                <a:cubicBezTo>
                  <a:pt x="10328" y="8836"/>
                  <a:pt x="10543" y="8617"/>
                  <a:pt x="10543" y="8346"/>
                </a:cubicBezTo>
                <a:cubicBezTo>
                  <a:pt x="10543" y="8074"/>
                  <a:pt x="10328" y="7855"/>
                  <a:pt x="10063" y="7855"/>
                </a:cubicBezTo>
                <a:moveTo>
                  <a:pt x="1718" y="19842"/>
                </a:moveTo>
                <a:lnTo>
                  <a:pt x="3451" y="15392"/>
                </a:lnTo>
                <a:cubicBezTo>
                  <a:pt x="3684" y="15834"/>
                  <a:pt x="3973" y="16253"/>
                  <a:pt x="4312" y="16642"/>
                </a:cubicBezTo>
                <a:cubicBezTo>
                  <a:pt x="4824" y="17230"/>
                  <a:pt x="5418" y="17711"/>
                  <a:pt x="6061" y="18068"/>
                </a:cubicBezTo>
                <a:cubicBezTo>
                  <a:pt x="6061" y="18068"/>
                  <a:pt x="1718" y="19842"/>
                  <a:pt x="1718" y="19842"/>
                </a:cubicBezTo>
                <a:close/>
                <a:moveTo>
                  <a:pt x="3717" y="12060"/>
                </a:moveTo>
                <a:lnTo>
                  <a:pt x="0" y="21600"/>
                </a:lnTo>
                <a:lnTo>
                  <a:pt x="9319" y="17795"/>
                </a:lnTo>
                <a:cubicBezTo>
                  <a:pt x="9153" y="17815"/>
                  <a:pt x="8987" y="17824"/>
                  <a:pt x="8822" y="17824"/>
                </a:cubicBezTo>
                <a:cubicBezTo>
                  <a:pt x="5971" y="17824"/>
                  <a:pt x="3389" y="15002"/>
                  <a:pt x="3717" y="12060"/>
                </a:cubicBezTo>
                <a:moveTo>
                  <a:pt x="16115" y="10657"/>
                </a:moveTo>
                <a:cubicBezTo>
                  <a:pt x="15925" y="10851"/>
                  <a:pt x="15627" y="11171"/>
                  <a:pt x="15280" y="11542"/>
                </a:cubicBezTo>
                <a:cubicBezTo>
                  <a:pt x="14662" y="12204"/>
                  <a:pt x="13712" y="13221"/>
                  <a:pt x="13147" y="13753"/>
                </a:cubicBezTo>
                <a:lnTo>
                  <a:pt x="7665" y="8141"/>
                </a:lnTo>
                <a:cubicBezTo>
                  <a:pt x="8185" y="7563"/>
                  <a:pt x="9179" y="6590"/>
                  <a:pt x="9825" y="5958"/>
                </a:cubicBezTo>
                <a:cubicBezTo>
                  <a:pt x="10188" y="5603"/>
                  <a:pt x="10500" y="5298"/>
                  <a:pt x="10690" y="5103"/>
                </a:cubicBezTo>
                <a:cubicBezTo>
                  <a:pt x="13284" y="2447"/>
                  <a:pt x="18271" y="993"/>
                  <a:pt x="20136" y="982"/>
                </a:cubicBezTo>
                <a:cubicBezTo>
                  <a:pt x="20132" y="2572"/>
                  <a:pt x="18824" y="7884"/>
                  <a:pt x="16115" y="10657"/>
                </a:cubicBezTo>
                <a:moveTo>
                  <a:pt x="12477" y="14563"/>
                </a:moveTo>
                <a:cubicBezTo>
                  <a:pt x="12127" y="15873"/>
                  <a:pt x="11665" y="17072"/>
                  <a:pt x="11154" y="18035"/>
                </a:cubicBezTo>
                <a:cubicBezTo>
                  <a:pt x="10943" y="17454"/>
                  <a:pt x="10642" y="16798"/>
                  <a:pt x="10214" y="16110"/>
                </a:cubicBezTo>
                <a:cubicBezTo>
                  <a:pt x="10035" y="15823"/>
                  <a:pt x="9728" y="15656"/>
                  <a:pt x="9405" y="15656"/>
                </a:cubicBezTo>
                <a:cubicBezTo>
                  <a:pt x="9329" y="15656"/>
                  <a:pt x="9252" y="15665"/>
                  <a:pt x="9176" y="15684"/>
                </a:cubicBezTo>
                <a:cubicBezTo>
                  <a:pt x="8990" y="15731"/>
                  <a:pt x="8799" y="15755"/>
                  <a:pt x="8610" y="15755"/>
                </a:cubicBezTo>
                <a:cubicBezTo>
                  <a:pt x="7905" y="15755"/>
                  <a:pt x="7217" y="15432"/>
                  <a:pt x="6621" y="14822"/>
                </a:cubicBezTo>
                <a:cubicBezTo>
                  <a:pt x="5861" y="14044"/>
                  <a:pt x="5561" y="13114"/>
                  <a:pt x="5779" y="12206"/>
                </a:cubicBezTo>
                <a:cubicBezTo>
                  <a:pt x="5877" y="11797"/>
                  <a:pt x="5709" y="11370"/>
                  <a:pt x="5363" y="11144"/>
                </a:cubicBezTo>
                <a:cubicBezTo>
                  <a:pt x="4690" y="10706"/>
                  <a:pt x="4050" y="10398"/>
                  <a:pt x="3482" y="10183"/>
                </a:cubicBezTo>
                <a:cubicBezTo>
                  <a:pt x="4423" y="9658"/>
                  <a:pt x="5594" y="9186"/>
                  <a:pt x="6874" y="8827"/>
                </a:cubicBezTo>
                <a:cubicBezTo>
                  <a:pt x="6900" y="8820"/>
                  <a:pt x="6921" y="8803"/>
                  <a:pt x="6946" y="8793"/>
                </a:cubicBezTo>
                <a:lnTo>
                  <a:pt x="12510" y="14490"/>
                </a:lnTo>
                <a:cubicBezTo>
                  <a:pt x="12501" y="14515"/>
                  <a:pt x="12484" y="14536"/>
                  <a:pt x="12477" y="14563"/>
                </a:cubicBezTo>
                <a:moveTo>
                  <a:pt x="20922" y="167"/>
                </a:moveTo>
                <a:cubicBezTo>
                  <a:pt x="20813" y="55"/>
                  <a:pt x="20545" y="0"/>
                  <a:pt x="20157" y="0"/>
                </a:cubicBezTo>
                <a:cubicBezTo>
                  <a:pt x="18131" y="0"/>
                  <a:pt x="12842" y="1511"/>
                  <a:pt x="10012" y="4409"/>
                </a:cubicBezTo>
                <a:cubicBezTo>
                  <a:pt x="9345" y="5092"/>
                  <a:pt x="7134" y="7175"/>
                  <a:pt x="6621" y="7880"/>
                </a:cubicBezTo>
                <a:cubicBezTo>
                  <a:pt x="4961" y="8346"/>
                  <a:pt x="2544" y="9277"/>
                  <a:pt x="1196" y="10657"/>
                </a:cubicBezTo>
                <a:cubicBezTo>
                  <a:pt x="1196" y="10657"/>
                  <a:pt x="2841" y="10663"/>
                  <a:pt x="4848" y="11972"/>
                </a:cubicBezTo>
                <a:cubicBezTo>
                  <a:pt x="4556" y="13190"/>
                  <a:pt x="4926" y="14475"/>
                  <a:pt x="5943" y="15516"/>
                </a:cubicBezTo>
                <a:cubicBezTo>
                  <a:pt x="6735" y="16327"/>
                  <a:pt x="7672" y="16737"/>
                  <a:pt x="8610" y="16737"/>
                </a:cubicBezTo>
                <a:cubicBezTo>
                  <a:pt x="8876" y="16737"/>
                  <a:pt x="9142" y="16704"/>
                  <a:pt x="9405" y="16637"/>
                </a:cubicBezTo>
                <a:cubicBezTo>
                  <a:pt x="10683" y="18692"/>
                  <a:pt x="10690" y="20376"/>
                  <a:pt x="10690" y="20376"/>
                </a:cubicBezTo>
                <a:cubicBezTo>
                  <a:pt x="12038" y="18996"/>
                  <a:pt x="12948" y="16521"/>
                  <a:pt x="13402" y="14822"/>
                </a:cubicBezTo>
                <a:cubicBezTo>
                  <a:pt x="14091" y="14297"/>
                  <a:pt x="16126" y="12034"/>
                  <a:pt x="16793" y="11351"/>
                </a:cubicBezTo>
                <a:cubicBezTo>
                  <a:pt x="20164" y="7900"/>
                  <a:pt x="21600" y="861"/>
                  <a:pt x="20922" y="167"/>
                </a:cubicBezTo>
              </a:path>
            </a:pathLst>
          </a:custGeom>
          <a:solidFill>
            <a:srgbClr val="000000">
              <a:lumMod val="75000"/>
              <a:lumOff val="25000"/>
            </a:srgbClr>
          </a:solidFill>
          <a:ln w="12700">
            <a:noFill/>
            <a:miter lim="400000"/>
          </a:ln>
        </p:spPr>
        <p:txBody>
          <a:bodyPr lIns="28575" tIns="28575" rIns="28575" bIns="28575" anchor="ctr"/>
          <a:p>
            <a:pPr defTabSz="457200">
              <a:lnSpc>
                <a:spcPct val="120000"/>
              </a:lnSpc>
              <a:defRPr b="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350">
              <a:solidFill>
                <a:srgbClr val="000000">
                  <a:lumMod val="75000"/>
                  <a:lumOff val="25000"/>
                </a:srgbClr>
              </a:solidFill>
              <a:latin typeface="Arial" panose="020B0604020202020204" pitchFamily="34" charset="0"/>
              <a:ea typeface="微软雅黑" panose="020B0503020204020204" charset="-122"/>
              <a:sym typeface="Arial" panose="020B0604020202020204" pitchFamily="34" charset="0"/>
            </a:endParaRPr>
          </a:p>
        </p:txBody>
      </p:sp>
      <p:sp>
        <p:nvSpPr>
          <p:cNvPr id="4" name="Strategy Research…"/>
          <p:cNvSpPr txBox="1"/>
          <p:nvPr>
            <p:custDataLst>
              <p:tags r:id="rId10"/>
            </p:custDataLst>
          </p:nvPr>
        </p:nvSpPr>
        <p:spPr>
          <a:xfrm>
            <a:off x="1287780" y="3529965"/>
            <a:ext cx="7192645" cy="829310"/>
          </a:xfrm>
          <a:prstGeom prst="rect">
            <a:avLst/>
          </a:prstGeom>
          <a:ln w="12700">
            <a:miter lim="400000"/>
          </a:ln>
        </p:spPr>
        <p:txBody>
          <a:bodyPr wrap="square" lIns="67500" tIns="35100" rIns="67500" bIns="35100" anchor="ctr" anchorCtr="0">
            <a:normAutofit/>
          </a:bodyPr>
          <a:p>
            <a:pPr algn="just">
              <a:lnSpc>
                <a:spcPct val="130000"/>
              </a:lnSpc>
              <a:defRPr sz="1800" b="0">
                <a:solidFill>
                  <a:srgbClr val="F7F9FF"/>
                </a:solidFill>
                <a:latin typeface="Lato Regular"/>
                <a:ea typeface="Lato Regular"/>
                <a:cs typeface="Lato Regular"/>
                <a:sym typeface="Lato Regular"/>
              </a:defRPr>
            </a:pPr>
            <a:r>
              <a:rPr lang="zh-CN" altLang="en-US" sz="1200" spc="150">
                <a:solidFill>
                  <a:srgbClr val="000000">
                    <a:lumMod val="75000"/>
                    <a:lumOff val="25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（5）选择某效果后，单击“计时”组中“全部应用”，可将选定的效果应用到演示文稿包含的所有幻灯片。</a:t>
            </a:r>
            <a:endParaRPr lang="zh-CN" altLang="en-US" sz="1200" spc="150">
              <a:solidFill>
                <a:srgbClr val="000000">
                  <a:lumMod val="75000"/>
                  <a:lumOff val="25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5" name="直接连接符 4"/>
          <p:cNvCxnSpPr/>
          <p:nvPr>
            <p:custDataLst>
              <p:tags r:id="rId11"/>
            </p:custDataLst>
          </p:nvPr>
        </p:nvCxnSpPr>
        <p:spPr>
          <a:xfrm>
            <a:off x="1153593" y="3717125"/>
            <a:ext cx="0" cy="420832"/>
          </a:xfrm>
          <a:prstGeom prst="line">
            <a:avLst/>
          </a:prstGeom>
          <a:ln w="15875">
            <a:solidFill>
              <a:sysClr val="window" lastClr="FFFFFF">
                <a:lumMod val="50000"/>
              </a:sysClr>
            </a:solidFill>
          </a:ln>
        </p:spPr>
        <p:style>
          <a:lnRef idx="1">
            <a:srgbClr val="1E6BC5"/>
          </a:lnRef>
          <a:fillRef idx="0">
            <a:srgbClr val="1E6BC5"/>
          </a:fillRef>
          <a:effectRef idx="0">
            <a:srgbClr val="1E6BC5"/>
          </a:effectRef>
          <a:fontRef idx="minor">
            <a:srgbClr val="000000"/>
          </a:fontRef>
        </p:style>
      </p:cxnSp>
    </p:spTree>
    <p:custDataLst>
      <p:tags r:id="rId12"/>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任意多边形: 形状 34"/>
          <p:cNvSpPr/>
          <p:nvPr>
            <p:custDataLst>
              <p:tags r:id="rId1"/>
            </p:custDataLst>
          </p:nvPr>
        </p:nvSpPr>
        <p:spPr>
          <a:xfrm>
            <a:off x="468502" y="883019"/>
            <a:ext cx="5137151" cy="3933339"/>
          </a:xfrm>
          <a:custGeom>
            <a:avLst/>
            <a:gdLst>
              <a:gd name="connsiteX0" fmla="*/ 0 w 5702300"/>
              <a:gd name="connsiteY0" fmla="*/ 0 h 5245098"/>
              <a:gd name="connsiteX1" fmla="*/ 2620301 w 5702300"/>
              <a:gd name="connsiteY1" fmla="*/ 0 h 5245098"/>
              <a:gd name="connsiteX2" fmla="*/ 2851149 w 5702300"/>
              <a:gd name="connsiteY2" fmla="*/ 398014 h 5245098"/>
              <a:gd name="connsiteX3" fmla="*/ 3081997 w 5702300"/>
              <a:gd name="connsiteY3" fmla="*/ 0 h 5245098"/>
              <a:gd name="connsiteX4" fmla="*/ 5702300 w 5702300"/>
              <a:gd name="connsiteY4" fmla="*/ 0 h 5245098"/>
              <a:gd name="connsiteX5" fmla="*/ 5702300 w 5702300"/>
              <a:gd name="connsiteY5" fmla="*/ 5245098 h 5245098"/>
              <a:gd name="connsiteX6" fmla="*/ 3089363 w 5702300"/>
              <a:gd name="connsiteY6" fmla="*/ 5245098 h 5245098"/>
              <a:gd name="connsiteX7" fmla="*/ 2851149 w 5702300"/>
              <a:gd name="connsiteY7" fmla="*/ 4834385 h 5245098"/>
              <a:gd name="connsiteX8" fmla="*/ 2612936 w 5702300"/>
              <a:gd name="connsiteY8" fmla="*/ 5245098 h 5245098"/>
              <a:gd name="connsiteX9" fmla="*/ 0 w 5702300"/>
              <a:gd name="connsiteY9" fmla="*/ 5245098 h 524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02300" h="5245098">
                <a:moveTo>
                  <a:pt x="0" y="0"/>
                </a:moveTo>
                <a:lnTo>
                  <a:pt x="2620301" y="0"/>
                </a:lnTo>
                <a:lnTo>
                  <a:pt x="2851149" y="398014"/>
                </a:lnTo>
                <a:lnTo>
                  <a:pt x="3081997" y="0"/>
                </a:lnTo>
                <a:lnTo>
                  <a:pt x="5702300" y="0"/>
                </a:lnTo>
                <a:lnTo>
                  <a:pt x="5702300" y="5245098"/>
                </a:lnTo>
                <a:lnTo>
                  <a:pt x="3089363" y="5245098"/>
                </a:lnTo>
                <a:lnTo>
                  <a:pt x="2851149" y="4834385"/>
                </a:lnTo>
                <a:lnTo>
                  <a:pt x="2612936" y="5245098"/>
                </a:lnTo>
                <a:lnTo>
                  <a:pt x="0" y="5245098"/>
                </a:lnTo>
                <a:close/>
              </a:path>
            </a:pathLst>
          </a:custGeom>
          <a:solidFill>
            <a:srgbClr val="FFFFFF"/>
          </a:solidFill>
          <a:ln w="38100">
            <a:solidFill>
              <a:srgbClr val="68A5A6"/>
            </a:solidFill>
          </a:ln>
        </p:spPr>
        <p:style>
          <a:lnRef idx="2">
            <a:srgbClr val="68A5A6">
              <a:shade val="50000"/>
            </a:srgbClr>
          </a:lnRef>
          <a:fillRef idx="1">
            <a:srgbClr val="68A5A6"/>
          </a:fillRef>
          <a:effectRef idx="0">
            <a:srgbClr val="68A5A6"/>
          </a:effectRef>
          <a:fontRef idx="minor">
            <a:sysClr val="window" lastClr="FFFFFF"/>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2" name="等腰三角形 31"/>
          <p:cNvSpPr/>
          <p:nvPr>
            <p:custDataLst>
              <p:tags r:id="rId2"/>
            </p:custDataLst>
          </p:nvPr>
        </p:nvSpPr>
        <p:spPr>
          <a:xfrm>
            <a:off x="2840722" y="4590325"/>
            <a:ext cx="408763" cy="352381"/>
          </a:xfrm>
          <a:prstGeom prst="triangle">
            <a:avLst/>
          </a:prstGeom>
          <a:solidFill>
            <a:srgbClr val="68A5A6"/>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36" name="等腰三角形 35"/>
          <p:cNvSpPr/>
          <p:nvPr>
            <p:custDataLst>
              <p:tags r:id="rId3"/>
            </p:custDataLst>
          </p:nvPr>
        </p:nvSpPr>
        <p:spPr>
          <a:xfrm rot="10800000">
            <a:off x="2840087" y="740796"/>
            <a:ext cx="408763" cy="352381"/>
          </a:xfrm>
          <a:prstGeom prst="triangle">
            <a:avLst/>
          </a:prstGeom>
          <a:solidFill>
            <a:srgbClr val="68A5A6"/>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grpSp>
        <p:nvGrpSpPr>
          <p:cNvPr id="4" name="组合 3"/>
          <p:cNvGrpSpPr/>
          <p:nvPr/>
        </p:nvGrpSpPr>
        <p:grpSpPr>
          <a:xfrm>
            <a:off x="149" y="331813"/>
            <a:ext cx="8648563" cy="4484546"/>
            <a:chOff x="155" y="85"/>
            <a:chExt cx="13622" cy="7063"/>
          </a:xfrm>
        </p:grpSpPr>
        <p:sp>
          <p:nvSpPr>
            <p:cNvPr id="42" name="矩形 41"/>
            <p:cNvSpPr/>
            <p:nvPr>
              <p:custDataLst>
                <p:tags r:id="rId4"/>
              </p:custDataLst>
            </p:nvPr>
          </p:nvSpPr>
          <p:spPr>
            <a:xfrm>
              <a:off x="155" y="85"/>
              <a:ext cx="523" cy="523"/>
            </a:xfrm>
            <a:prstGeom prst="rect">
              <a:avLst/>
            </a:prstGeom>
            <a:solidFill>
              <a:srgbClr val="68A5A6">
                <a:lumMod val="20000"/>
                <a:lumOff val="80000"/>
              </a:srgbClr>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grpSp>
          <p:nvGrpSpPr>
            <p:cNvPr id="3" name="组合 2"/>
            <p:cNvGrpSpPr/>
            <p:nvPr/>
          </p:nvGrpSpPr>
          <p:grpSpPr>
            <a:xfrm>
              <a:off x="8984" y="953"/>
              <a:ext cx="4793" cy="6195"/>
              <a:chOff x="9848" y="3088"/>
              <a:chExt cx="4793" cy="6195"/>
            </a:xfrm>
          </p:grpSpPr>
          <p:sp>
            <p:nvSpPr>
              <p:cNvPr id="41" name="矩形 40"/>
              <p:cNvSpPr/>
              <p:nvPr>
                <p:custDataLst>
                  <p:tags r:id="rId5"/>
                </p:custDataLst>
              </p:nvPr>
            </p:nvSpPr>
            <p:spPr>
              <a:xfrm>
                <a:off x="9848" y="3088"/>
                <a:ext cx="4793" cy="6195"/>
              </a:xfrm>
              <a:prstGeom prst="rect">
                <a:avLst/>
              </a:prstGeom>
              <a:ln w="38100">
                <a:solidFill>
                  <a:srgbClr val="68A5A6"/>
                </a:solidFill>
              </a:ln>
            </p:spPr>
            <p:style>
              <a:lnRef idx="2">
                <a:srgbClr val="68A5A6">
                  <a:shade val="50000"/>
                </a:srgbClr>
              </a:lnRef>
              <a:fillRef idx="1">
                <a:srgbClr val="68A5A6"/>
              </a:fillRef>
              <a:effectRef idx="0">
                <a:srgbClr val="68A5A6"/>
              </a:effectRef>
              <a:fontRef idx="minor">
                <a:sysClr val="window" lastClr="FFFFFF"/>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0" name="文本框 9"/>
              <p:cNvSpPr txBox="1"/>
              <p:nvPr>
                <p:custDataLst>
                  <p:tags r:id="rId6"/>
                </p:custDataLst>
              </p:nvPr>
            </p:nvSpPr>
            <p:spPr>
              <a:xfrm>
                <a:off x="9968" y="3525"/>
                <a:ext cx="4613" cy="5747"/>
              </a:xfrm>
              <a:prstGeom prst="rect">
                <a:avLst/>
              </a:prstGeom>
              <a:noFill/>
            </p:spPr>
            <p:txBody>
              <a:bodyPr wrap="square" lIns="67618" tIns="35237" rIns="67618" bIns="35237" rtlCol="0" anchor="ctr" anchorCtr="0"/>
              <a:lstStyle>
                <a:defPPr>
                  <a:defRPr lang="zh-CN"/>
                </a:defPPr>
                <a:lvl1pPr fontAlgn="auto">
                  <a:lnSpc>
                    <a:spcPct val="130000"/>
                  </a:lnSpc>
                  <a:spcAft>
                    <a:spcPts val="1000"/>
                  </a:spcAft>
                  <a:defRPr sz="1600" spc="150"/>
                </a:lvl1pPr>
              </a:lstStyle>
              <a:p>
                <a:pPr marL="467995" lvl="0" indent="-467995" algn="just">
                  <a:lnSpc>
                    <a:spcPct val="130000"/>
                  </a:lnSpc>
                  <a:spcBef>
                    <a:spcPts val="500"/>
                  </a:spcBef>
                  <a:spcAft>
                    <a:spcPts val="0"/>
                  </a:spcAft>
                  <a:buSzPct val="100000"/>
                </a:pPr>
                <a:r>
                  <a:rPr lang="zh-CN" altLang="en-US" sz="1100" spc="100">
                    <a:solidFill>
                      <a:sysClr val="window" lastClr="FFFFFF"/>
                    </a:solidFill>
                    <a:uFillTx/>
                    <a:latin typeface="Arial" panose="020B0604020202020204" pitchFamily="34" charset="0"/>
                    <a:ea typeface="微软雅黑" panose="020B0503020204020204" charset="-122"/>
                  </a:rPr>
                  <a:t>（1）在普通视图中选择代表超链接起点的文本对象。</a:t>
                </a:r>
                <a:endParaRPr lang="zh-CN" altLang="en-US" sz="1100" spc="100">
                  <a:solidFill>
                    <a:sysClr val="window" lastClr="FFFFFF"/>
                  </a:solidFill>
                  <a:uFillTx/>
                  <a:latin typeface="Arial" panose="020B0604020202020204" pitchFamily="34" charset="0"/>
                  <a:ea typeface="微软雅黑" panose="020B0503020204020204" charset="-122"/>
                </a:endParaRPr>
              </a:p>
              <a:p>
                <a:pPr marL="467995" lvl="0" indent="-467995" algn="just">
                  <a:lnSpc>
                    <a:spcPct val="130000"/>
                  </a:lnSpc>
                  <a:spcBef>
                    <a:spcPts val="500"/>
                  </a:spcBef>
                  <a:spcAft>
                    <a:spcPts val="0"/>
                  </a:spcAft>
                  <a:buSzPct val="100000"/>
                </a:pPr>
                <a:r>
                  <a:rPr lang="zh-CN" altLang="en-US" sz="1100" spc="100">
                    <a:solidFill>
                      <a:sysClr val="window" lastClr="FFFFFF"/>
                    </a:solidFill>
                    <a:uFillTx/>
                    <a:latin typeface="Arial" panose="020B0604020202020204" pitchFamily="34" charset="0"/>
                    <a:ea typeface="微软雅黑" panose="020B0503020204020204" charset="-122"/>
                  </a:rPr>
                  <a:t>（2）单击“插入”选项卡中的“超链接”按钮，将打开“插入超链接”对话框，如图 6-50 所示。</a:t>
                </a:r>
                <a:endParaRPr lang="zh-CN" altLang="en-US" sz="1100" spc="100">
                  <a:solidFill>
                    <a:sysClr val="window" lastClr="FFFFFF"/>
                  </a:solidFill>
                  <a:uFillTx/>
                  <a:latin typeface="Arial" panose="020B0604020202020204" pitchFamily="34" charset="0"/>
                  <a:ea typeface="微软雅黑" panose="020B0503020204020204" charset="-122"/>
                </a:endParaRPr>
              </a:p>
              <a:p>
                <a:pPr marL="467995" lvl="0" indent="-467995" algn="just">
                  <a:lnSpc>
                    <a:spcPct val="130000"/>
                  </a:lnSpc>
                  <a:spcBef>
                    <a:spcPts val="500"/>
                  </a:spcBef>
                  <a:spcAft>
                    <a:spcPts val="0"/>
                  </a:spcAft>
                  <a:buSzPct val="100000"/>
                </a:pPr>
                <a:r>
                  <a:rPr lang="zh-CN" altLang="en-US" sz="1100" spc="100">
                    <a:solidFill>
                      <a:sysClr val="window" lastClr="FFFFFF"/>
                    </a:solidFill>
                    <a:uFillTx/>
                    <a:latin typeface="Arial" panose="020B0604020202020204" pitchFamily="34" charset="0"/>
                    <a:ea typeface="微软雅黑" panose="020B0503020204020204" charset="-122"/>
                  </a:rPr>
                  <a:t>（3）在对话框中，选择需要的链接文件，如原有文件或网页、本文档中的位置、新建文档、电子邮件地址。本例选择了本文档中的幻灯片。</a:t>
                </a:r>
                <a:endParaRPr lang="zh-CN" altLang="en-US" sz="1100" spc="100">
                  <a:solidFill>
                    <a:sysClr val="window" lastClr="FFFFFF"/>
                  </a:solidFill>
                  <a:uFillTx/>
                  <a:latin typeface="Arial" panose="020B0604020202020204" pitchFamily="34" charset="0"/>
                  <a:ea typeface="微软雅黑" panose="020B0503020204020204" charset="-122"/>
                </a:endParaRPr>
              </a:p>
              <a:p>
                <a:pPr marL="467995" lvl="0" indent="-467995" algn="just">
                  <a:lnSpc>
                    <a:spcPct val="130000"/>
                  </a:lnSpc>
                  <a:spcBef>
                    <a:spcPts val="500"/>
                  </a:spcBef>
                  <a:spcAft>
                    <a:spcPts val="0"/>
                  </a:spcAft>
                  <a:buSzPct val="100000"/>
                </a:pPr>
                <a:r>
                  <a:rPr lang="zh-CN" altLang="en-US" sz="1100" spc="100">
                    <a:solidFill>
                      <a:sysClr val="window" lastClr="FFFFFF"/>
                    </a:solidFill>
                    <a:uFillTx/>
                    <a:latin typeface="Arial" panose="020B0604020202020204" pitchFamily="34" charset="0"/>
                    <a:ea typeface="微软雅黑" panose="020B0503020204020204" charset="-122"/>
                  </a:rPr>
                  <a:t>（4）单击“屏幕提示”按钮，设置鼠标停留在超链接对象上时显示的文本。</a:t>
                </a:r>
                <a:endParaRPr lang="zh-CN" altLang="en-US" sz="1100" spc="100">
                  <a:solidFill>
                    <a:sysClr val="window" lastClr="FFFFFF"/>
                  </a:solidFill>
                  <a:uFillTx/>
                  <a:latin typeface="Arial" panose="020B0604020202020204" pitchFamily="34" charset="0"/>
                  <a:ea typeface="微软雅黑" panose="020B0503020204020204" charset="-122"/>
                </a:endParaRPr>
              </a:p>
              <a:p>
                <a:pPr marL="467995" lvl="0" indent="-467995" algn="just">
                  <a:lnSpc>
                    <a:spcPct val="130000"/>
                  </a:lnSpc>
                  <a:spcBef>
                    <a:spcPts val="500"/>
                  </a:spcBef>
                  <a:spcAft>
                    <a:spcPts val="0"/>
                  </a:spcAft>
                  <a:buSzPct val="100000"/>
                </a:pPr>
                <a:r>
                  <a:rPr lang="zh-CN" altLang="en-US" sz="1100" spc="100">
                    <a:solidFill>
                      <a:sysClr val="window" lastClr="FFFFFF"/>
                    </a:solidFill>
                    <a:uFillTx/>
                    <a:latin typeface="Arial" panose="020B0604020202020204" pitchFamily="34" charset="0"/>
                    <a:ea typeface="微软雅黑" panose="020B0503020204020204" charset="-122"/>
                  </a:rPr>
                  <a:t>（5）单击“确定”按钮后，返回到普通视图中，可以看到原选中创建超链接的文本字体颜色发生改变，并加上了下划线。</a:t>
                </a:r>
                <a:endParaRPr lang="zh-CN" altLang="en-US" sz="1100" spc="100">
                  <a:solidFill>
                    <a:sysClr val="window" lastClr="FFFFFF"/>
                  </a:solidFill>
                  <a:uFillTx/>
                  <a:latin typeface="Arial" panose="020B0604020202020204" pitchFamily="34" charset="0"/>
                  <a:ea typeface="微软雅黑" panose="020B0503020204020204" charset="-122"/>
                </a:endParaRPr>
              </a:p>
              <a:p>
                <a:pPr marL="467995" lvl="0" indent="-467995" algn="just">
                  <a:lnSpc>
                    <a:spcPct val="130000"/>
                  </a:lnSpc>
                  <a:spcBef>
                    <a:spcPts val="500"/>
                  </a:spcBef>
                  <a:spcAft>
                    <a:spcPts val="0"/>
                  </a:spcAft>
                  <a:buSzPct val="100000"/>
                </a:pPr>
                <a:endParaRPr lang="zh-CN" altLang="en-US" sz="1100" spc="100">
                  <a:solidFill>
                    <a:sysClr val="window" lastClr="FFFFFF"/>
                  </a:solidFill>
                  <a:uFillTx/>
                  <a:latin typeface="Arial" panose="020B0604020202020204" pitchFamily="34" charset="0"/>
                  <a:ea typeface="微软雅黑" panose="020B0503020204020204" charset="-122"/>
                </a:endParaRPr>
              </a:p>
            </p:txBody>
          </p:sp>
        </p:grpSp>
      </p:grpSp>
      <p:pic>
        <p:nvPicPr>
          <p:cNvPr id="5" name="图片 4"/>
          <p:cNvPicPr>
            <a:picLocks noChangeAspect="1"/>
          </p:cNvPicPr>
          <p:nvPr/>
        </p:nvPicPr>
        <p:blipFill>
          <a:blip r:embed="rId7"/>
          <a:stretch>
            <a:fillRect/>
          </a:stretch>
        </p:blipFill>
        <p:spPr>
          <a:xfrm>
            <a:off x="609600" y="1618615"/>
            <a:ext cx="4854575" cy="2575560"/>
          </a:xfrm>
          <a:prstGeom prst="rect">
            <a:avLst/>
          </a:prstGeom>
        </p:spPr>
      </p:pic>
      <p:sp>
        <p:nvSpPr>
          <p:cNvPr id="7" name="文本框 6"/>
          <p:cNvSpPr txBox="1"/>
          <p:nvPr>
            <p:custDataLst>
              <p:tags r:id="rId8"/>
            </p:custDataLst>
          </p:nvPr>
        </p:nvSpPr>
        <p:spPr>
          <a:xfrm>
            <a:off x="400289" y="284198"/>
            <a:ext cx="8058215" cy="426244"/>
          </a:xfrm>
          <a:prstGeom prst="rect">
            <a:avLst/>
          </a:prstGeom>
          <a:noFill/>
        </p:spPr>
        <p:txBody>
          <a:bodyPr wrap="square" lIns="76200" tIns="28575" rIns="57150" bIns="28575" rtlCol="0" anchor="t" anchorCtr="0">
            <a:noAutofit/>
          </a:bodyPr>
          <a:lstStyle>
            <a:defPPr>
              <a:defRPr lang="zh-CN"/>
            </a:defPPr>
            <a:lvl1pPr>
              <a:defRPr sz="2400" spc="200">
                <a:latin typeface="微软雅黑" panose="020B0503020204020204" charset="-122"/>
                <a:ea typeface="微软雅黑" panose="020B0503020204020204" charset="-122"/>
              </a:defRPr>
            </a:lvl1pPr>
          </a:lstStyle>
          <a:p>
            <a:pPr marL="0" indent="0" algn="l">
              <a:lnSpc>
                <a:spcPct val="100000"/>
              </a:lnSpc>
              <a:spcBef>
                <a:spcPts val="0"/>
              </a:spcBef>
              <a:spcAft>
                <a:spcPts val="0"/>
              </a:spcAft>
              <a:buSzPct val="100000"/>
            </a:pPr>
            <a:r>
              <a:rPr lang="zh-CN" altLang="en-US" sz="2400" b="1" spc="300" dirty="0">
                <a:solidFill>
                  <a:sysClr val="windowText" lastClr="000000">
                    <a:lumMod val="85000"/>
                    <a:lumOff val="15000"/>
                  </a:sysClr>
                </a:solidFill>
                <a:latin typeface="Arial" panose="020B0604020202020204" pitchFamily="34" charset="0"/>
                <a:sym typeface="+mn-ea"/>
              </a:rPr>
              <a:t>设置超链接</a:t>
            </a:r>
            <a:endParaRPr lang="zh-CN" altLang="en-US" sz="2400" b="1" spc="300" dirty="0">
              <a:solidFill>
                <a:sysClr val="windowText" lastClr="000000">
                  <a:lumMod val="85000"/>
                  <a:lumOff val="15000"/>
                </a:sysClr>
              </a:solidFill>
              <a:latin typeface="Arial" panose="020B0604020202020204" pitchFamily="34" charset="0"/>
              <a:sym typeface="+mn-ea"/>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任意多边形: 形状 34"/>
          <p:cNvSpPr/>
          <p:nvPr>
            <p:custDataLst>
              <p:tags r:id="rId1"/>
            </p:custDataLst>
          </p:nvPr>
        </p:nvSpPr>
        <p:spPr>
          <a:xfrm>
            <a:off x="468502" y="883019"/>
            <a:ext cx="5137151" cy="3933339"/>
          </a:xfrm>
          <a:custGeom>
            <a:avLst/>
            <a:gdLst>
              <a:gd name="connsiteX0" fmla="*/ 0 w 5702300"/>
              <a:gd name="connsiteY0" fmla="*/ 0 h 5245098"/>
              <a:gd name="connsiteX1" fmla="*/ 2620301 w 5702300"/>
              <a:gd name="connsiteY1" fmla="*/ 0 h 5245098"/>
              <a:gd name="connsiteX2" fmla="*/ 2851149 w 5702300"/>
              <a:gd name="connsiteY2" fmla="*/ 398014 h 5245098"/>
              <a:gd name="connsiteX3" fmla="*/ 3081997 w 5702300"/>
              <a:gd name="connsiteY3" fmla="*/ 0 h 5245098"/>
              <a:gd name="connsiteX4" fmla="*/ 5702300 w 5702300"/>
              <a:gd name="connsiteY4" fmla="*/ 0 h 5245098"/>
              <a:gd name="connsiteX5" fmla="*/ 5702300 w 5702300"/>
              <a:gd name="connsiteY5" fmla="*/ 5245098 h 5245098"/>
              <a:gd name="connsiteX6" fmla="*/ 3089363 w 5702300"/>
              <a:gd name="connsiteY6" fmla="*/ 5245098 h 5245098"/>
              <a:gd name="connsiteX7" fmla="*/ 2851149 w 5702300"/>
              <a:gd name="connsiteY7" fmla="*/ 4834385 h 5245098"/>
              <a:gd name="connsiteX8" fmla="*/ 2612936 w 5702300"/>
              <a:gd name="connsiteY8" fmla="*/ 5245098 h 5245098"/>
              <a:gd name="connsiteX9" fmla="*/ 0 w 5702300"/>
              <a:gd name="connsiteY9" fmla="*/ 5245098 h 5245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02300" h="5245098">
                <a:moveTo>
                  <a:pt x="0" y="0"/>
                </a:moveTo>
                <a:lnTo>
                  <a:pt x="2620301" y="0"/>
                </a:lnTo>
                <a:lnTo>
                  <a:pt x="2851149" y="398014"/>
                </a:lnTo>
                <a:lnTo>
                  <a:pt x="3081997" y="0"/>
                </a:lnTo>
                <a:lnTo>
                  <a:pt x="5702300" y="0"/>
                </a:lnTo>
                <a:lnTo>
                  <a:pt x="5702300" y="5245098"/>
                </a:lnTo>
                <a:lnTo>
                  <a:pt x="3089363" y="5245098"/>
                </a:lnTo>
                <a:lnTo>
                  <a:pt x="2851149" y="4834385"/>
                </a:lnTo>
                <a:lnTo>
                  <a:pt x="2612936" y="5245098"/>
                </a:lnTo>
                <a:lnTo>
                  <a:pt x="0" y="5245098"/>
                </a:lnTo>
                <a:close/>
              </a:path>
            </a:pathLst>
          </a:custGeom>
          <a:solidFill>
            <a:srgbClr val="FFFFFF"/>
          </a:solidFill>
          <a:ln w="38100">
            <a:solidFill>
              <a:srgbClr val="68A5A6"/>
            </a:solidFill>
          </a:ln>
        </p:spPr>
        <p:style>
          <a:lnRef idx="2">
            <a:srgbClr val="68A5A6">
              <a:shade val="50000"/>
            </a:srgbClr>
          </a:lnRef>
          <a:fillRef idx="1">
            <a:srgbClr val="68A5A6"/>
          </a:fillRef>
          <a:effectRef idx="0">
            <a:srgbClr val="68A5A6"/>
          </a:effectRef>
          <a:fontRef idx="minor">
            <a:sysClr val="window" lastClr="FFFFFF"/>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2" name="等腰三角形 31"/>
          <p:cNvSpPr/>
          <p:nvPr>
            <p:custDataLst>
              <p:tags r:id="rId2"/>
            </p:custDataLst>
          </p:nvPr>
        </p:nvSpPr>
        <p:spPr>
          <a:xfrm>
            <a:off x="2840722" y="4590325"/>
            <a:ext cx="408763" cy="352381"/>
          </a:xfrm>
          <a:prstGeom prst="triangle">
            <a:avLst/>
          </a:prstGeom>
          <a:solidFill>
            <a:srgbClr val="68A5A6"/>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36" name="等腰三角形 35"/>
          <p:cNvSpPr/>
          <p:nvPr>
            <p:custDataLst>
              <p:tags r:id="rId3"/>
            </p:custDataLst>
          </p:nvPr>
        </p:nvSpPr>
        <p:spPr>
          <a:xfrm rot="10800000">
            <a:off x="2840087" y="740796"/>
            <a:ext cx="408763" cy="352381"/>
          </a:xfrm>
          <a:prstGeom prst="triangle">
            <a:avLst/>
          </a:prstGeom>
          <a:solidFill>
            <a:srgbClr val="68A5A6"/>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grpSp>
        <p:nvGrpSpPr>
          <p:cNvPr id="4" name="组合 3"/>
          <p:cNvGrpSpPr/>
          <p:nvPr/>
        </p:nvGrpSpPr>
        <p:grpSpPr>
          <a:xfrm>
            <a:off x="149" y="331813"/>
            <a:ext cx="8648563" cy="4484546"/>
            <a:chOff x="155" y="85"/>
            <a:chExt cx="13622" cy="7063"/>
          </a:xfrm>
        </p:grpSpPr>
        <p:sp>
          <p:nvSpPr>
            <p:cNvPr id="42" name="矩形 41"/>
            <p:cNvSpPr/>
            <p:nvPr>
              <p:custDataLst>
                <p:tags r:id="rId4"/>
              </p:custDataLst>
            </p:nvPr>
          </p:nvSpPr>
          <p:spPr>
            <a:xfrm>
              <a:off x="155" y="85"/>
              <a:ext cx="523" cy="523"/>
            </a:xfrm>
            <a:prstGeom prst="rect">
              <a:avLst/>
            </a:prstGeom>
            <a:solidFill>
              <a:srgbClr val="68A5A6">
                <a:lumMod val="20000"/>
                <a:lumOff val="80000"/>
              </a:srgbClr>
            </a:solidFill>
            <a:ln>
              <a:noFill/>
            </a:ln>
          </p:spPr>
          <p:style>
            <a:lnRef idx="2">
              <a:srgbClr val="68A5A6">
                <a:shade val="50000"/>
              </a:srgbClr>
            </a:lnRef>
            <a:fillRef idx="1">
              <a:srgbClr val="68A5A6"/>
            </a:fillRef>
            <a:effectRef idx="0">
              <a:srgbClr val="68A5A6"/>
            </a:effectRef>
            <a:fontRef idx="minor">
              <a:sysClr val="window" lastClr="FFFFFF"/>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grpSp>
          <p:nvGrpSpPr>
            <p:cNvPr id="3" name="组合 2"/>
            <p:cNvGrpSpPr/>
            <p:nvPr/>
          </p:nvGrpSpPr>
          <p:grpSpPr>
            <a:xfrm>
              <a:off x="8984" y="953"/>
              <a:ext cx="4793" cy="6195"/>
              <a:chOff x="9848" y="3088"/>
              <a:chExt cx="4793" cy="6195"/>
            </a:xfrm>
          </p:grpSpPr>
          <p:sp>
            <p:nvSpPr>
              <p:cNvPr id="41" name="矩形 40"/>
              <p:cNvSpPr/>
              <p:nvPr>
                <p:custDataLst>
                  <p:tags r:id="rId5"/>
                </p:custDataLst>
              </p:nvPr>
            </p:nvSpPr>
            <p:spPr>
              <a:xfrm>
                <a:off x="9848" y="3088"/>
                <a:ext cx="4793" cy="6195"/>
              </a:xfrm>
              <a:prstGeom prst="rect">
                <a:avLst/>
              </a:prstGeom>
              <a:ln w="38100">
                <a:solidFill>
                  <a:srgbClr val="68A5A6"/>
                </a:solidFill>
              </a:ln>
            </p:spPr>
            <p:style>
              <a:lnRef idx="2">
                <a:srgbClr val="68A5A6">
                  <a:shade val="50000"/>
                </a:srgbClr>
              </a:lnRef>
              <a:fillRef idx="1">
                <a:srgbClr val="68A5A6"/>
              </a:fillRef>
              <a:effectRef idx="0">
                <a:srgbClr val="68A5A6"/>
              </a:effectRef>
              <a:fontRef idx="minor">
                <a:sysClr val="window" lastClr="FFFFFF"/>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0" name="文本框 9"/>
              <p:cNvSpPr txBox="1"/>
              <p:nvPr>
                <p:custDataLst>
                  <p:tags r:id="rId6"/>
                </p:custDataLst>
              </p:nvPr>
            </p:nvSpPr>
            <p:spPr>
              <a:xfrm>
                <a:off x="9968" y="3525"/>
                <a:ext cx="4613" cy="5404"/>
              </a:xfrm>
              <a:prstGeom prst="rect">
                <a:avLst/>
              </a:prstGeom>
              <a:noFill/>
            </p:spPr>
            <p:txBody>
              <a:bodyPr wrap="square" lIns="67618" tIns="35237" rIns="67618" bIns="35237" rtlCol="0" anchor="ctr" anchorCtr="0"/>
              <a:lstStyle>
                <a:defPPr>
                  <a:defRPr lang="zh-CN"/>
                </a:defPPr>
                <a:lvl1pPr fontAlgn="auto">
                  <a:lnSpc>
                    <a:spcPct val="130000"/>
                  </a:lnSpc>
                  <a:spcAft>
                    <a:spcPts val="1000"/>
                  </a:spcAft>
                  <a:defRPr sz="1600" spc="150"/>
                </a:lvl1pPr>
              </a:lstStyle>
              <a:p>
                <a:pPr marL="467995" lvl="0" indent="-467995" algn="just">
                  <a:lnSpc>
                    <a:spcPct val="130000"/>
                  </a:lnSpc>
                  <a:spcBef>
                    <a:spcPts val="500"/>
                  </a:spcBef>
                  <a:spcAft>
                    <a:spcPts val="0"/>
                  </a:spcAft>
                  <a:buSzPct val="100000"/>
                </a:pPr>
                <a:r>
                  <a:rPr lang="zh-CN" altLang="en-US" sz="1100" spc="100">
                    <a:solidFill>
                      <a:sysClr val="window" lastClr="FFFFFF"/>
                    </a:solidFill>
                    <a:uFillTx/>
                    <a:latin typeface="Arial" panose="020B0604020202020204" pitchFamily="34" charset="0"/>
                    <a:ea typeface="微软雅黑" panose="020B0503020204020204" charset="-122"/>
                  </a:rPr>
                  <a:t>（1）单击“幻灯片浏览视图”按钮 ，进入浏览视图状态。</a:t>
                </a:r>
                <a:endParaRPr lang="zh-CN" altLang="en-US" sz="1100" spc="100">
                  <a:solidFill>
                    <a:sysClr val="window" lastClr="FFFFFF"/>
                  </a:solidFill>
                  <a:uFillTx/>
                  <a:latin typeface="Arial" panose="020B0604020202020204" pitchFamily="34" charset="0"/>
                  <a:ea typeface="微软雅黑" panose="020B0503020204020204" charset="-122"/>
                </a:endParaRPr>
              </a:p>
              <a:p>
                <a:pPr marL="467995" lvl="0" indent="-467995" algn="just">
                  <a:lnSpc>
                    <a:spcPct val="130000"/>
                  </a:lnSpc>
                  <a:spcBef>
                    <a:spcPts val="500"/>
                  </a:spcBef>
                  <a:spcAft>
                    <a:spcPts val="0"/>
                  </a:spcAft>
                  <a:buSzPct val="100000"/>
                </a:pPr>
                <a:r>
                  <a:rPr lang="zh-CN" altLang="en-US" sz="1100" spc="100">
                    <a:solidFill>
                      <a:sysClr val="window" lastClr="FFFFFF"/>
                    </a:solidFill>
                    <a:uFillTx/>
                    <a:latin typeface="Arial" panose="020B0604020202020204" pitchFamily="34" charset="0"/>
                    <a:ea typeface="微软雅黑" panose="020B0503020204020204" charset="-122"/>
                  </a:rPr>
                  <a:t>（2）选中需隐藏的幻灯片。</a:t>
                </a:r>
                <a:endParaRPr lang="zh-CN" altLang="en-US" sz="1100" spc="100">
                  <a:solidFill>
                    <a:sysClr val="window" lastClr="FFFFFF"/>
                  </a:solidFill>
                  <a:uFillTx/>
                  <a:latin typeface="Arial" panose="020B0604020202020204" pitchFamily="34" charset="0"/>
                  <a:ea typeface="微软雅黑" panose="020B0503020204020204" charset="-122"/>
                </a:endParaRPr>
              </a:p>
              <a:p>
                <a:pPr marL="467995" lvl="0" indent="-467995" algn="just">
                  <a:lnSpc>
                    <a:spcPct val="130000"/>
                  </a:lnSpc>
                  <a:spcBef>
                    <a:spcPts val="500"/>
                  </a:spcBef>
                  <a:spcAft>
                    <a:spcPts val="0"/>
                  </a:spcAft>
                  <a:buSzPct val="100000"/>
                </a:pPr>
                <a:r>
                  <a:rPr lang="zh-CN" altLang="en-US" sz="1100" spc="100">
                    <a:solidFill>
                      <a:sysClr val="window" lastClr="FFFFFF"/>
                    </a:solidFill>
                    <a:uFillTx/>
                    <a:latin typeface="Arial" panose="020B0604020202020204" pitchFamily="34" charset="0"/>
                    <a:ea typeface="微软雅黑" panose="020B0503020204020204" charset="-122"/>
                  </a:rPr>
                  <a:t>（3）单击“幻灯片放映”选项卡中“设置”组的“隐藏幻灯片”按钮，如图 6-51所示，被选定的幻灯片在放映时被隐藏。</a:t>
                </a:r>
                <a:endParaRPr lang="zh-CN" altLang="en-US" sz="1100" spc="100">
                  <a:solidFill>
                    <a:sysClr val="window" lastClr="FFFFFF"/>
                  </a:solidFill>
                  <a:uFillTx/>
                  <a:latin typeface="Arial" panose="020B0604020202020204" pitchFamily="34" charset="0"/>
                  <a:ea typeface="微软雅黑" panose="020B0503020204020204" charset="-122"/>
                </a:endParaRPr>
              </a:p>
              <a:p>
                <a:pPr lvl="0" indent="0" algn="just">
                  <a:lnSpc>
                    <a:spcPct val="130000"/>
                  </a:lnSpc>
                  <a:spcBef>
                    <a:spcPts val="500"/>
                  </a:spcBef>
                  <a:spcAft>
                    <a:spcPts val="0"/>
                  </a:spcAft>
                  <a:buSzPct val="100000"/>
                </a:pPr>
                <a:r>
                  <a:rPr lang="zh-CN" altLang="en-US" sz="1100" b="1" spc="100">
                    <a:solidFill>
                      <a:sysClr val="window" lastClr="FFFFFF"/>
                    </a:solidFill>
                    <a:uFillTx/>
                    <a:latin typeface="Arial" panose="020B0604020202020204" pitchFamily="34" charset="0"/>
                    <a:ea typeface="微软雅黑" panose="020B0503020204020204" charset="-122"/>
                  </a:rPr>
                  <a:t>被隐藏的幻灯片的左下方编号上有一个斜线隐藏标志。如果再次单击“隐藏幻灯片”按钮，将恢复被隐藏的幻灯片。</a:t>
                </a:r>
                <a:endParaRPr lang="zh-CN" altLang="en-US" sz="1100" b="1" spc="100">
                  <a:solidFill>
                    <a:sysClr val="window" lastClr="FFFFFF"/>
                  </a:solidFill>
                  <a:uFillTx/>
                  <a:latin typeface="Arial" panose="020B0604020202020204" pitchFamily="34" charset="0"/>
                  <a:ea typeface="微软雅黑" panose="020B0503020204020204" charset="-122"/>
                </a:endParaRPr>
              </a:p>
            </p:txBody>
          </p:sp>
        </p:grpSp>
      </p:grpSp>
      <p:sp>
        <p:nvSpPr>
          <p:cNvPr id="7" name="文本框 6"/>
          <p:cNvSpPr txBox="1"/>
          <p:nvPr>
            <p:custDataLst>
              <p:tags r:id="rId7"/>
            </p:custDataLst>
          </p:nvPr>
        </p:nvSpPr>
        <p:spPr>
          <a:xfrm>
            <a:off x="400289" y="284198"/>
            <a:ext cx="8058215" cy="426244"/>
          </a:xfrm>
          <a:prstGeom prst="rect">
            <a:avLst/>
          </a:prstGeom>
          <a:noFill/>
        </p:spPr>
        <p:txBody>
          <a:bodyPr wrap="square" lIns="76200" tIns="28575" rIns="57150" bIns="28575" rtlCol="0" anchor="t" anchorCtr="0">
            <a:noAutofit/>
          </a:bodyPr>
          <a:lstStyle>
            <a:defPPr>
              <a:defRPr lang="zh-CN"/>
            </a:defPPr>
            <a:lvl1pPr>
              <a:defRPr sz="2400" spc="200">
                <a:latin typeface="微软雅黑" panose="020B0503020204020204" charset="-122"/>
                <a:ea typeface="微软雅黑" panose="020B0503020204020204" charset="-122"/>
              </a:defRPr>
            </a:lvl1pPr>
          </a:lstStyle>
          <a:p>
            <a:pPr marL="0" indent="0" algn="l">
              <a:lnSpc>
                <a:spcPct val="100000"/>
              </a:lnSpc>
              <a:spcBef>
                <a:spcPts val="0"/>
              </a:spcBef>
              <a:spcAft>
                <a:spcPts val="0"/>
              </a:spcAft>
              <a:buSzPct val="100000"/>
            </a:pPr>
            <a:r>
              <a:rPr lang="zh-CN" altLang="en-US" sz="2400" b="1" spc="300" dirty="0">
                <a:solidFill>
                  <a:sysClr val="windowText" lastClr="000000">
                    <a:lumMod val="85000"/>
                    <a:lumOff val="15000"/>
                  </a:sysClr>
                </a:solidFill>
                <a:latin typeface="Arial" panose="020B0604020202020204" pitchFamily="34" charset="0"/>
                <a:sym typeface="+mn-ea"/>
              </a:rPr>
              <a:t>隐藏幻灯片</a:t>
            </a:r>
            <a:endParaRPr lang="zh-CN" altLang="en-US" sz="2400" b="1" spc="300" dirty="0">
              <a:solidFill>
                <a:sysClr val="windowText" lastClr="000000">
                  <a:lumMod val="85000"/>
                  <a:lumOff val="15000"/>
                </a:sysClr>
              </a:solidFill>
              <a:latin typeface="Arial" panose="020B0604020202020204" pitchFamily="34" charset="0"/>
              <a:sym typeface="+mn-ea"/>
            </a:endParaRPr>
          </a:p>
        </p:txBody>
      </p:sp>
      <p:pic>
        <p:nvPicPr>
          <p:cNvPr id="2" name="图片 1"/>
          <p:cNvPicPr>
            <a:picLocks noChangeAspect="1"/>
          </p:cNvPicPr>
          <p:nvPr/>
        </p:nvPicPr>
        <p:blipFill>
          <a:blip r:embed="rId8"/>
          <a:stretch>
            <a:fillRect/>
          </a:stretch>
        </p:blipFill>
        <p:spPr>
          <a:xfrm>
            <a:off x="610235" y="1485900"/>
            <a:ext cx="4853940" cy="2727960"/>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任意多边形: 形状 11"/>
          <p:cNvSpPr/>
          <p:nvPr>
            <p:custDataLst>
              <p:tags r:id="rId1"/>
            </p:custDataLst>
          </p:nvPr>
        </p:nvSpPr>
        <p:spPr>
          <a:xfrm>
            <a:off x="4277377" y="2840750"/>
            <a:ext cx="2040584" cy="1844683"/>
          </a:xfrm>
          <a:custGeom>
            <a:avLst/>
            <a:gdLst>
              <a:gd name="connsiteX0" fmla="*/ 0 w 2720778"/>
              <a:gd name="connsiteY0" fmla="*/ 0 h 2459577"/>
              <a:gd name="connsiteX1" fmla="*/ 226161 w 2720778"/>
              <a:gd name="connsiteY1" fmla="*/ 0 h 2459577"/>
              <a:gd name="connsiteX2" fmla="*/ 226161 w 2720778"/>
              <a:gd name="connsiteY2" fmla="*/ 2235478 h 2459577"/>
              <a:gd name="connsiteX3" fmla="*/ 2720778 w 2720778"/>
              <a:gd name="connsiteY3" fmla="*/ 2235478 h 2459577"/>
              <a:gd name="connsiteX4" fmla="*/ 2720778 w 2720778"/>
              <a:gd name="connsiteY4" fmla="*/ 2459577 h 2459577"/>
              <a:gd name="connsiteX5" fmla="*/ 0 w 2720778"/>
              <a:gd name="connsiteY5" fmla="*/ 2459577 h 2459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0778" h="2459577">
                <a:moveTo>
                  <a:pt x="0" y="0"/>
                </a:moveTo>
                <a:lnTo>
                  <a:pt x="226161" y="0"/>
                </a:lnTo>
                <a:lnTo>
                  <a:pt x="226161" y="2235478"/>
                </a:lnTo>
                <a:lnTo>
                  <a:pt x="2720778" y="2235478"/>
                </a:lnTo>
                <a:lnTo>
                  <a:pt x="2720778" y="2459577"/>
                </a:lnTo>
                <a:lnTo>
                  <a:pt x="0" y="2459577"/>
                </a:lnTo>
                <a:close/>
              </a:path>
            </a:pathLst>
          </a:custGeom>
          <a:solidFill>
            <a:srgbClr val="5B9BD5">
              <a:lumMod val="20000"/>
              <a:lumOff val="80000"/>
              <a:alpha val="60000"/>
            </a:srgbClr>
          </a:solidFill>
          <a:ln w="76200">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custDataLst>
              <p:tags r:id="rId2"/>
            </p:custDataLst>
          </p:nvPr>
        </p:nvSpPr>
        <p:spPr>
          <a:xfrm>
            <a:off x="7681201" y="458066"/>
            <a:ext cx="1239875" cy="1120844"/>
          </a:xfrm>
          <a:prstGeom prst="rect">
            <a:avLst/>
          </a:prstGeom>
          <a:solidFill>
            <a:srgbClr val="5B9BD5">
              <a:lumMod val="20000"/>
              <a:lumOff val="80000"/>
              <a:alpha val="60000"/>
            </a:srgbClr>
          </a:solidFill>
          <a:ln w="76200">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8" name="矩形 7"/>
          <p:cNvSpPr/>
          <p:nvPr>
            <p:custDataLst>
              <p:tags r:id="rId3"/>
            </p:custDataLst>
          </p:nvPr>
        </p:nvSpPr>
        <p:spPr>
          <a:xfrm>
            <a:off x="4446998" y="626140"/>
            <a:ext cx="4304458" cy="3891219"/>
          </a:xfrm>
          <a:prstGeom prst="rect">
            <a:avLst/>
          </a:prstGeom>
          <a:solidFill>
            <a:srgbClr val="FFFFFF"/>
          </a:solidFill>
          <a:ln w="76200">
            <a:solidFill>
              <a:srgbClr val="5B9BD5">
                <a:lumMod val="20000"/>
                <a:lumOff val="80000"/>
              </a:srgbClr>
            </a:solid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5" name="矩形 4"/>
          <p:cNvSpPr/>
          <p:nvPr>
            <p:custDataLst>
              <p:tags r:id="rId4"/>
            </p:custDataLst>
          </p:nvPr>
        </p:nvSpPr>
        <p:spPr>
          <a:xfrm>
            <a:off x="4800600" y="944705"/>
            <a:ext cx="3597254" cy="3254090"/>
          </a:xfrm>
          <a:prstGeom prst="rect">
            <a:avLst/>
          </a:prstGeom>
        </p:spPr>
        <p:txBody>
          <a:bodyPr anchor="ctr">
            <a:normAutofit fontScale="90000"/>
          </a:bodyPr>
          <a:lstStyle>
            <a:defPPr>
              <a:defRPr lang="zh-CN"/>
            </a:defPPr>
            <a:lvl1pPr marL="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Text" lastClr="000000"/>
                </a:solidFill>
                <a:latin typeface="Arial" panose="020B0604020202020204" pitchFamily="34" charset="0"/>
                <a:ea typeface="微软雅黑" panose="020B0503020204020204" charset="-122"/>
                <a:cs typeface="+mn-ea"/>
              </a:defRPr>
            </a:lvl9pPr>
          </a:lstStyle>
          <a:p>
            <a:pPr marL="285750" lvl="0" indent="-285750" algn="l">
              <a:lnSpc>
                <a:spcPct val="150000"/>
              </a:lnSpc>
              <a:spcBef>
                <a:spcPts val="0"/>
              </a:spcBef>
              <a:spcAft>
                <a:spcPts val="400"/>
              </a:spcAft>
              <a:buClr>
                <a:srgbClr val="5B9BD5">
                  <a:lumMod val="20000"/>
                  <a:lumOff val="80000"/>
                </a:srgbClr>
              </a:buClr>
              <a:buSzPct val="100000"/>
              <a:buFont typeface="Wingdings" panose="05000000000000000000" pitchFamily="2" charset="2"/>
              <a:buChar char="n"/>
            </a:pPr>
            <a:r>
              <a:rPr sz="1200" spc="150" dirty="0">
                <a:solidFill>
                  <a:sysClr val="windowText" lastClr="000000">
                    <a:lumMod val="75000"/>
                    <a:lumOff val="25000"/>
                  </a:sysClr>
                </a:solidFill>
                <a:latin typeface="Arial" panose="020B0604020202020204" pitchFamily="34" charset="0"/>
                <a:ea typeface="微软雅黑" panose="020B0503020204020204" charset="-122"/>
                <a:sym typeface="+mn-ea"/>
              </a:rPr>
              <a:t>制作好的演示文稿，最终是要放映给观众看的。通过放映幻灯片，可将创建的演示文稿展示给观众，以表达制作者想要说明的问题。</a:t>
            </a:r>
            <a:endParaRPr sz="1200" spc="150" dirty="0">
              <a:solidFill>
                <a:sysClr val="windowText" lastClr="000000">
                  <a:lumMod val="75000"/>
                  <a:lumOff val="25000"/>
                </a:sysClr>
              </a:solidFill>
              <a:latin typeface="Arial" panose="020B0604020202020204" pitchFamily="34" charset="0"/>
              <a:ea typeface="微软雅黑" panose="020B0503020204020204" charset="-122"/>
              <a:sym typeface="+mn-ea"/>
            </a:endParaRPr>
          </a:p>
          <a:p>
            <a:pPr marL="285750" lvl="0" indent="-285750" algn="l">
              <a:lnSpc>
                <a:spcPct val="150000"/>
              </a:lnSpc>
              <a:spcBef>
                <a:spcPts val="0"/>
              </a:spcBef>
              <a:spcAft>
                <a:spcPts val="400"/>
              </a:spcAft>
              <a:buClr>
                <a:srgbClr val="5B9BD5">
                  <a:lumMod val="20000"/>
                  <a:lumOff val="80000"/>
                </a:srgbClr>
              </a:buClr>
              <a:buSzPct val="100000"/>
              <a:buFont typeface="Wingdings" panose="05000000000000000000" pitchFamily="2" charset="2"/>
              <a:buChar char="n"/>
            </a:pPr>
            <a:r>
              <a:rPr sz="1200" spc="150" dirty="0">
                <a:solidFill>
                  <a:sysClr val="windowText" lastClr="000000">
                    <a:lumMod val="75000"/>
                    <a:lumOff val="25000"/>
                  </a:sysClr>
                </a:solidFill>
                <a:latin typeface="Arial" panose="020B0604020202020204" pitchFamily="34" charset="0"/>
                <a:ea typeface="微软雅黑" panose="020B0503020204020204" charset="-122"/>
                <a:sym typeface="+mn-ea"/>
              </a:rPr>
              <a:t>广播幻灯片可以使用户通过网络与远程的受众分享演示文稿。使用广播幻灯片需要拥有一个 Windows Live ID 账号，使用该账号可以通过“PowerPoint 广播服务”（PowerPoint Broadcast Service）将演示文稿分享到网络，并获取“分享链接”地址。</a:t>
            </a:r>
            <a:endParaRPr sz="1200" spc="150" dirty="0">
              <a:solidFill>
                <a:sysClr val="windowText" lastClr="000000">
                  <a:lumMod val="75000"/>
                  <a:lumOff val="25000"/>
                </a:sysClr>
              </a:solidFill>
              <a:latin typeface="Arial" panose="020B0604020202020204" pitchFamily="34" charset="0"/>
              <a:ea typeface="微软雅黑" panose="020B0503020204020204" charset="-122"/>
              <a:sym typeface="+mn-ea"/>
            </a:endParaRPr>
          </a:p>
          <a:p>
            <a:pPr marL="285750" lvl="0" indent="-285750" algn="l">
              <a:lnSpc>
                <a:spcPct val="150000"/>
              </a:lnSpc>
              <a:spcBef>
                <a:spcPts val="0"/>
              </a:spcBef>
              <a:spcAft>
                <a:spcPts val="400"/>
              </a:spcAft>
              <a:buClr>
                <a:srgbClr val="5B9BD5">
                  <a:lumMod val="20000"/>
                  <a:lumOff val="80000"/>
                </a:srgbClr>
              </a:buClr>
              <a:buSzPct val="100000"/>
              <a:buFont typeface="Wingdings" panose="05000000000000000000" pitchFamily="2" charset="2"/>
              <a:buChar char="n"/>
            </a:pPr>
            <a:r>
              <a:rPr sz="1200" spc="150" dirty="0">
                <a:solidFill>
                  <a:sysClr val="windowText" lastClr="000000">
                    <a:lumMod val="75000"/>
                    <a:lumOff val="25000"/>
                  </a:sysClr>
                </a:solidFill>
                <a:latin typeface="Arial" panose="020B0604020202020204" pitchFamily="34" charset="0"/>
                <a:ea typeface="微软雅黑" panose="020B0503020204020204" charset="-122"/>
                <a:sym typeface="+mn-ea"/>
              </a:rPr>
              <a:t>其他用户则可通过“分享链接”地址观看远程演示文稿。</a:t>
            </a:r>
            <a:endParaRPr sz="1200" spc="150" dirty="0">
              <a:solidFill>
                <a:sysClr val="windowText" lastClr="000000">
                  <a:lumMod val="75000"/>
                  <a:lumOff val="25000"/>
                </a:sysClr>
              </a:solidFill>
              <a:latin typeface="Arial" panose="020B0604020202020204" pitchFamily="34" charset="0"/>
              <a:ea typeface="微软雅黑" panose="020B0503020204020204" charset="-122"/>
              <a:sym typeface="+mn-ea"/>
            </a:endParaRPr>
          </a:p>
        </p:txBody>
      </p:sp>
      <p:sp>
        <p:nvSpPr>
          <p:cNvPr id="16" name="任意多边形: 形状 15"/>
          <p:cNvSpPr>
            <a:spLocks noChangeAspect="1"/>
          </p:cNvSpPr>
          <p:nvPr>
            <p:custDataLst>
              <p:tags r:id="rId5"/>
            </p:custDataLst>
          </p:nvPr>
        </p:nvSpPr>
        <p:spPr>
          <a:xfrm rot="10800000">
            <a:off x="3220085" y="948690"/>
            <a:ext cx="234950" cy="361315"/>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5B9BD5">
              <a:lumMod val="20000"/>
              <a:lumOff val="80000"/>
              <a:alpha val="60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wrap="square" rtlCol="0" anchor="ctr">
            <a:noAutofit/>
          </a:bodyPr>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7" name="任意多边形: 形状 16"/>
          <p:cNvSpPr>
            <a:spLocks noChangeAspect="1"/>
          </p:cNvSpPr>
          <p:nvPr>
            <p:custDataLst>
              <p:tags r:id="rId6"/>
            </p:custDataLst>
          </p:nvPr>
        </p:nvSpPr>
        <p:spPr>
          <a:xfrm rot="10800000">
            <a:off x="2912110" y="948690"/>
            <a:ext cx="234950" cy="361315"/>
          </a:xfrm>
          <a:custGeom>
            <a:avLst/>
            <a:gdLst>
              <a:gd name="connsiteX0" fmla="*/ 139021 w 311296"/>
              <a:gd name="connsiteY0" fmla="*/ 0 h 479441"/>
              <a:gd name="connsiteX1" fmla="*/ 139021 w 311296"/>
              <a:gd name="connsiteY1" fmla="*/ 168145 h 479441"/>
              <a:gd name="connsiteX2" fmla="*/ 311296 w 311296"/>
              <a:gd name="connsiteY2" fmla="*/ 168145 h 479441"/>
              <a:gd name="connsiteX3" fmla="*/ 311296 w 311296"/>
              <a:gd name="connsiteY3" fmla="*/ 479441 h 479441"/>
              <a:gd name="connsiteX4" fmla="*/ 0 w 311296"/>
              <a:gd name="connsiteY4" fmla="*/ 479441 h 479441"/>
              <a:gd name="connsiteX5" fmla="*/ 0 w 311296"/>
              <a:gd name="connsiteY5" fmla="*/ 176727 h 479441"/>
              <a:gd name="connsiteX6" fmla="*/ 139021 w 311296"/>
              <a:gd name="connsiteY6" fmla="*/ 0 h 479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96" h="479441">
                <a:moveTo>
                  <a:pt x="139021" y="0"/>
                </a:moveTo>
                <a:lnTo>
                  <a:pt x="139021" y="168145"/>
                </a:lnTo>
                <a:lnTo>
                  <a:pt x="311296" y="168145"/>
                </a:lnTo>
                <a:lnTo>
                  <a:pt x="311296" y="479441"/>
                </a:lnTo>
                <a:lnTo>
                  <a:pt x="0" y="479441"/>
                </a:lnTo>
                <a:lnTo>
                  <a:pt x="0" y="176727"/>
                </a:lnTo>
                <a:cubicBezTo>
                  <a:pt x="1325" y="28164"/>
                  <a:pt x="115851" y="0"/>
                  <a:pt x="139021" y="0"/>
                </a:cubicBezTo>
                <a:close/>
              </a:path>
            </a:pathLst>
          </a:custGeom>
          <a:solidFill>
            <a:srgbClr val="5B9BD5">
              <a:lumMod val="20000"/>
              <a:lumOff val="80000"/>
              <a:alpha val="60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wrap="square" rtlCol="0" anchor="ctr">
            <a:noAutofit/>
          </a:bodyPr>
          <a:p>
            <a:pPr algn="ct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8" name="斜纹 17"/>
          <p:cNvSpPr/>
          <p:nvPr>
            <p:custDataLst>
              <p:tags r:id="rId7"/>
            </p:custDataLst>
          </p:nvPr>
        </p:nvSpPr>
        <p:spPr>
          <a:xfrm>
            <a:off x="-8887" y="0"/>
            <a:ext cx="1450731" cy="1450731"/>
          </a:xfrm>
          <a:prstGeom prst="diagStripe">
            <a:avLst>
              <a:gd name="adj" fmla="val 66970"/>
            </a:avLst>
          </a:prstGeom>
          <a:solidFill>
            <a:srgbClr val="5B9BD5">
              <a:lumMod val="40000"/>
              <a:lumOff val="60000"/>
            </a:srgbClr>
          </a:solidFill>
          <a:ln>
            <a:noFill/>
          </a:ln>
        </p:spPr>
        <p:style>
          <a:lnRef idx="2">
            <a:srgbClr val="5B9BD5">
              <a:shade val="50000"/>
            </a:srgbClr>
          </a:lnRef>
          <a:fillRef idx="1">
            <a:srgbClr val="5B9BD5"/>
          </a:fillRef>
          <a:effectRef idx="0">
            <a:srgbClr val="5B9BD5"/>
          </a:effectRef>
          <a:fontRef idx="minor">
            <a:sysClr val="window" lastClr="FFFFFF"/>
          </a:fontRef>
        </p:style>
        <p:txBody>
          <a:bodyPr rtlCol="0" anchor="ctr"/>
          <a:p>
            <a:pPr algn="ctr"/>
            <a:endParaRPr lang="zh-CN" altLang="en-US" sz="1350">
              <a:solidFill>
                <a:sysClr val="windowText" lastClr="000000"/>
              </a:solidFill>
              <a:latin typeface="Arial" panose="020B0604020202020204" pitchFamily="34" charset="0"/>
              <a:ea typeface="微软雅黑" panose="020B0503020204020204" charset="-122"/>
              <a:sym typeface="Arial" panose="020B0604020202020204" pitchFamily="34" charset="0"/>
            </a:endParaRPr>
          </a:p>
        </p:txBody>
      </p:sp>
      <p:sp>
        <p:nvSpPr>
          <p:cNvPr id="9" name="文本框 8"/>
          <p:cNvSpPr txBox="1"/>
          <p:nvPr>
            <p:custDataLst>
              <p:tags r:id="rId8"/>
            </p:custDataLst>
          </p:nvPr>
        </p:nvSpPr>
        <p:spPr>
          <a:xfrm>
            <a:off x="649605" y="1510030"/>
            <a:ext cx="3178810" cy="1577340"/>
          </a:xfrm>
          <a:prstGeom prst="rect">
            <a:avLst/>
          </a:prstGeom>
          <a:noFill/>
        </p:spPr>
        <p:txBody>
          <a:bodyPr wrap="square" rtlCol="0" anchor="b" anchorCtr="0">
            <a:normAutofit fontScale="90000"/>
          </a:bodyPr>
          <a:lstStyle/>
          <a:p>
            <a:pPr marL="0" indent="0" algn="just">
              <a:lnSpc>
                <a:spcPct val="120000"/>
              </a:lnSpc>
              <a:spcBef>
                <a:spcPts val="0"/>
              </a:spcBef>
              <a:spcAft>
                <a:spcPts val="0"/>
              </a:spcAft>
              <a:buSzPct val="100000"/>
            </a:pPr>
            <a:r>
              <a:rPr lang="zh-CN" altLang="en-US" sz="3200" b="1" spc="300" dirty="0">
                <a:solidFill>
                  <a:sysClr val="windowText" lastClr="000000">
                    <a:lumMod val="85000"/>
                    <a:lumOff val="15000"/>
                  </a:sysClr>
                </a:solidFill>
                <a:latin typeface="Arial" panose="020B0604020202020204" pitchFamily="34" charset="0"/>
                <a:ea typeface="微软雅黑" panose="020B0503020204020204" charset="-122"/>
                <a:sym typeface="+mn-ea"/>
              </a:rPr>
              <a:t>广播幻灯片和自定义放映幻灯片</a:t>
            </a:r>
            <a:endParaRPr lang="zh-CN" altLang="en-US" sz="3200" b="1" spc="300" dirty="0">
              <a:solidFill>
                <a:sysClr val="windowText" lastClr="000000">
                  <a:lumMod val="85000"/>
                  <a:lumOff val="15000"/>
                </a:sysClr>
              </a:solidFill>
              <a:latin typeface="Arial" panose="020B0604020202020204" pitchFamily="34" charset="0"/>
              <a:ea typeface="微软雅黑" panose="020B0503020204020204" charset="-122"/>
              <a:sym typeface="+mn-ea"/>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6"/>
          <p:cNvSpPr txBox="1"/>
          <p:nvPr>
            <p:custDataLst>
              <p:tags r:id="rId1"/>
            </p:custDataLst>
          </p:nvPr>
        </p:nvSpPr>
        <p:spPr>
          <a:xfrm>
            <a:off x="431800" y="361950"/>
            <a:ext cx="5207635" cy="469900"/>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en-US" altLang="zh-CN" sz="2700" b="1" i="0" u="none" strike="noStrike" spc="300" baseline="0" noProof="0" dirty="0">
                <a:ln w="3175">
                  <a:noFill/>
                  <a:prstDash val="dash"/>
                </a:ln>
                <a:solidFill>
                  <a:schemeClr val="tx1">
                    <a:lumMod val="75000"/>
                    <a:lumOff val="25000"/>
                  </a:schemeClr>
                </a:solidFill>
                <a:effectLst/>
                <a:uLnTx/>
                <a:uFillTx/>
                <a:latin typeface="Arial" panose="020B0604020202020204" pitchFamily="34" charset="0"/>
                <a:ea typeface="微软雅黑" panose="020B0503020204020204" charset="-122"/>
                <a:cs typeface="微软雅黑" panose="020B0503020204020204" charset="-122"/>
                <a:sym typeface="+mn-ea"/>
              </a:rPr>
              <a:t>文本框的编辑</a:t>
            </a:r>
            <a:endParaRPr kumimoji="0" lang="en-US" altLang="zh-CN" sz="2700" b="1" i="0" u="none" strike="noStrike" spc="300" baseline="0" noProof="0" dirty="0">
              <a:ln w="3175">
                <a:noFill/>
                <a:prstDash val="dash"/>
              </a:ln>
              <a:solidFill>
                <a:schemeClr val="tx1">
                  <a:lumMod val="75000"/>
                  <a:lumOff val="25000"/>
                </a:schemeClr>
              </a:solidFill>
              <a:effectLst/>
              <a:uLnTx/>
              <a:uFillTx/>
              <a:latin typeface="Arial" panose="020B0604020202020204" pitchFamily="34" charset="0"/>
              <a:ea typeface="微软雅黑" panose="020B0503020204020204" charset="-122"/>
              <a:cs typeface="微软雅黑" panose="020B0503020204020204" charset="-122"/>
              <a:sym typeface="+mn-ea"/>
            </a:endParaRPr>
          </a:p>
        </p:txBody>
      </p:sp>
      <p:sp>
        <p:nvSpPr>
          <p:cNvPr id="5" name="矩形: 圆角 4"/>
          <p:cNvSpPr/>
          <p:nvPr>
            <p:custDataLst>
              <p:tags r:id="rId2"/>
            </p:custDataLst>
          </p:nvPr>
        </p:nvSpPr>
        <p:spPr>
          <a:xfrm>
            <a:off x="466852" y="1193165"/>
            <a:ext cx="4258183" cy="94072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 name="矩形: 圆角 5"/>
          <p:cNvSpPr/>
          <p:nvPr>
            <p:custDataLst>
              <p:tags r:id="rId3"/>
            </p:custDataLst>
          </p:nvPr>
        </p:nvSpPr>
        <p:spPr>
          <a:xfrm>
            <a:off x="989568" y="1272944"/>
            <a:ext cx="3477017" cy="780334"/>
          </a:xfrm>
          <a:prstGeom prst="roundRect">
            <a:avLst>
              <a:gd name="adj" fmla="val 318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solidFill>
                <a:schemeClr val="tx1"/>
              </a:solidFill>
              <a:latin typeface="Arial" panose="020B0604020202020204" pitchFamily="34" charset="0"/>
              <a:ea typeface="微软雅黑" panose="020B0503020204020204" charset="-122"/>
              <a:sym typeface="Arial" panose="020B0604020202020204" pitchFamily="34" charset="0"/>
            </a:endParaRPr>
          </a:p>
        </p:txBody>
      </p:sp>
      <p:sp>
        <p:nvSpPr>
          <p:cNvPr id="4" name="文本框 3"/>
          <p:cNvSpPr txBox="1"/>
          <p:nvPr>
            <p:custDataLst>
              <p:tags r:id="rId4"/>
            </p:custDataLst>
          </p:nvPr>
        </p:nvSpPr>
        <p:spPr>
          <a:xfrm>
            <a:off x="1120040" y="1340257"/>
            <a:ext cx="3216906" cy="645708"/>
          </a:xfrm>
          <a:prstGeom prst="rect">
            <a:avLst/>
          </a:prstGeom>
          <a:noFill/>
        </p:spPr>
        <p:txBody>
          <a:bodyPr wrap="square" rtlCol="0" anchor="ctr" anchorCtr="0">
            <a:normAutofit/>
          </a:bodyPr>
          <a:p>
            <a:pPr marL="0" lvl="0" indent="0" algn="l">
              <a:lnSpc>
                <a:spcPct val="130000"/>
              </a:lnSpc>
              <a:spcBef>
                <a:spcPts val="0"/>
              </a:spcBef>
              <a:spcAft>
                <a:spcPts val="0"/>
              </a:spcAft>
              <a:buSzPct val="100000"/>
            </a:pPr>
            <a:r>
              <a:rPr sz="1000" spc="150">
                <a:solidFill>
                  <a:schemeClr val="tx1"/>
                </a:solidFill>
                <a:uFillTx/>
                <a:latin typeface="Arial" panose="020B0604020202020204" pitchFamily="34" charset="0"/>
                <a:ea typeface="微软雅黑" panose="020B0503020204020204" charset="-122"/>
              </a:rPr>
              <a:t>单击“开始放映幻灯片”组中的“自定义幻灯片放映”，在下拉列表中单击“自定义放映”。</a:t>
            </a:r>
            <a:endParaRPr sz="1000" spc="150">
              <a:solidFill>
                <a:schemeClr val="tx1"/>
              </a:solidFill>
              <a:uFillTx/>
              <a:latin typeface="Arial" panose="020B0604020202020204" pitchFamily="34" charset="0"/>
              <a:ea typeface="微软雅黑" panose="020B0503020204020204" charset="-122"/>
            </a:endParaRPr>
          </a:p>
        </p:txBody>
      </p:sp>
      <p:sp>
        <p:nvSpPr>
          <p:cNvPr id="3" name="椭圆 2"/>
          <p:cNvSpPr/>
          <p:nvPr>
            <p:custDataLst>
              <p:tags r:id="rId5"/>
            </p:custDataLst>
          </p:nvPr>
        </p:nvSpPr>
        <p:spPr>
          <a:xfrm>
            <a:off x="561589" y="1482362"/>
            <a:ext cx="360666" cy="3606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b="1">
              <a:latin typeface="Arial" panose="020B0604020202020204" pitchFamily="34" charset="0"/>
              <a:ea typeface="微软雅黑" panose="020B0503020204020204" charset="-122"/>
              <a:sym typeface="Arial" panose="020B0604020202020204" pitchFamily="34" charset="0"/>
            </a:endParaRPr>
          </a:p>
        </p:txBody>
      </p:sp>
      <p:sp>
        <p:nvSpPr>
          <p:cNvPr id="8" name="文本框 7"/>
          <p:cNvSpPr txBox="1"/>
          <p:nvPr>
            <p:custDataLst>
              <p:tags r:id="rId6"/>
            </p:custDataLst>
          </p:nvPr>
        </p:nvSpPr>
        <p:spPr>
          <a:xfrm>
            <a:off x="485966" y="1459925"/>
            <a:ext cx="511913" cy="407203"/>
          </a:xfrm>
          <a:prstGeom prst="rect">
            <a:avLst/>
          </a:prstGeom>
          <a:noFill/>
        </p:spPr>
        <p:txBody>
          <a:bodyPr wrap="square" rtlCol="0" anchor="ctr">
            <a:normAutofit fontScale="90000"/>
          </a:bodyPr>
          <a:p>
            <a:pPr algn="ctr">
              <a:lnSpc>
                <a:spcPct val="120000"/>
              </a:lnSpc>
            </a:pPr>
            <a:r>
              <a:rPr lang="en-US" altLang="zh-CN" b="1" dirty="0">
                <a:solidFill>
                  <a:schemeClr val="accent1"/>
                </a:solidFill>
                <a:latin typeface="Arial" panose="020B0604020202020204" pitchFamily="34" charset="0"/>
                <a:ea typeface="微软雅黑" panose="020B0503020204020204" charset="-122"/>
                <a:sym typeface="Arial" panose="020B0604020202020204" pitchFamily="34" charset="0"/>
              </a:rPr>
              <a:t>A</a:t>
            </a:r>
            <a:endParaRPr lang="zh-CN" altLang="en-US" b="1"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14" name="矩形: 圆角 11"/>
          <p:cNvSpPr/>
          <p:nvPr>
            <p:custDataLst>
              <p:tags r:id="rId7"/>
            </p:custDataLst>
          </p:nvPr>
        </p:nvSpPr>
        <p:spPr>
          <a:xfrm>
            <a:off x="428625" y="2372392"/>
            <a:ext cx="4258183" cy="94072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15" name="矩形: 圆角 12"/>
          <p:cNvSpPr/>
          <p:nvPr>
            <p:custDataLst>
              <p:tags r:id="rId8"/>
            </p:custDataLst>
          </p:nvPr>
        </p:nvSpPr>
        <p:spPr>
          <a:xfrm>
            <a:off x="989568" y="2452171"/>
            <a:ext cx="3477017" cy="780334"/>
          </a:xfrm>
          <a:prstGeom prst="roundRect">
            <a:avLst>
              <a:gd name="adj" fmla="val 318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solidFill>
                <a:schemeClr val="tx1"/>
              </a:solidFill>
              <a:latin typeface="Arial" panose="020B0604020202020204" pitchFamily="34" charset="0"/>
              <a:ea typeface="微软雅黑" panose="020B0503020204020204" charset="-122"/>
              <a:sym typeface="Arial" panose="020B0604020202020204" pitchFamily="34" charset="0"/>
            </a:endParaRPr>
          </a:p>
        </p:txBody>
      </p:sp>
      <p:sp>
        <p:nvSpPr>
          <p:cNvPr id="16" name="文本框 15"/>
          <p:cNvSpPr txBox="1"/>
          <p:nvPr>
            <p:custDataLst>
              <p:tags r:id="rId9"/>
            </p:custDataLst>
          </p:nvPr>
        </p:nvSpPr>
        <p:spPr>
          <a:xfrm>
            <a:off x="1120040" y="2519484"/>
            <a:ext cx="3216906" cy="645708"/>
          </a:xfrm>
          <a:prstGeom prst="rect">
            <a:avLst/>
          </a:prstGeom>
          <a:noFill/>
        </p:spPr>
        <p:txBody>
          <a:bodyPr wrap="square" rtlCol="0" anchor="ctr" anchorCtr="0">
            <a:normAutofit/>
          </a:bodyPr>
          <a:p>
            <a:pPr marL="0" lvl="0" indent="0" algn="l">
              <a:lnSpc>
                <a:spcPct val="130000"/>
              </a:lnSpc>
              <a:spcBef>
                <a:spcPts val="0"/>
              </a:spcBef>
              <a:spcAft>
                <a:spcPts val="0"/>
              </a:spcAft>
              <a:buSzPct val="100000"/>
            </a:pPr>
            <a:r>
              <a:rPr sz="1000" spc="150">
                <a:solidFill>
                  <a:schemeClr val="tx1"/>
                </a:solidFill>
                <a:uFillTx/>
                <a:latin typeface="Arial" panose="020B0604020202020204" pitchFamily="34" charset="0"/>
                <a:ea typeface="微软雅黑" panose="020B0503020204020204" charset="-122"/>
              </a:rPr>
              <a:t>在“自定义放映”对话框中，如图 6-52 所示，单击“新建”按钮。</a:t>
            </a:r>
            <a:endParaRPr sz="1000" spc="150">
              <a:solidFill>
                <a:schemeClr val="tx1"/>
              </a:solidFill>
              <a:uFillTx/>
              <a:latin typeface="Arial" panose="020B0604020202020204" pitchFamily="34" charset="0"/>
              <a:ea typeface="微软雅黑" panose="020B0503020204020204" charset="-122"/>
            </a:endParaRPr>
          </a:p>
        </p:txBody>
      </p:sp>
      <p:sp>
        <p:nvSpPr>
          <p:cNvPr id="17" name="椭圆 16"/>
          <p:cNvSpPr/>
          <p:nvPr>
            <p:custDataLst>
              <p:tags r:id="rId10"/>
            </p:custDataLst>
          </p:nvPr>
        </p:nvSpPr>
        <p:spPr>
          <a:xfrm>
            <a:off x="561589" y="2661590"/>
            <a:ext cx="360666" cy="3606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b="1">
              <a:latin typeface="Arial" panose="020B0604020202020204" pitchFamily="34" charset="0"/>
              <a:ea typeface="微软雅黑" panose="020B0503020204020204" charset="-122"/>
              <a:sym typeface="Arial" panose="020B0604020202020204" pitchFamily="34" charset="0"/>
            </a:endParaRPr>
          </a:p>
        </p:txBody>
      </p:sp>
      <p:sp>
        <p:nvSpPr>
          <p:cNvPr id="18" name="文本框 17"/>
          <p:cNvSpPr txBox="1"/>
          <p:nvPr>
            <p:custDataLst>
              <p:tags r:id="rId11"/>
            </p:custDataLst>
          </p:nvPr>
        </p:nvSpPr>
        <p:spPr>
          <a:xfrm>
            <a:off x="485966" y="2639152"/>
            <a:ext cx="511913" cy="407203"/>
          </a:xfrm>
          <a:prstGeom prst="rect">
            <a:avLst/>
          </a:prstGeom>
          <a:noFill/>
        </p:spPr>
        <p:txBody>
          <a:bodyPr wrap="square" rtlCol="0" anchor="ctr">
            <a:normAutofit fontScale="90000"/>
          </a:bodyPr>
          <a:p>
            <a:pPr algn="ctr">
              <a:lnSpc>
                <a:spcPct val="120000"/>
              </a:lnSpc>
            </a:pPr>
            <a:r>
              <a:rPr lang="en-US" altLang="zh-CN" b="1" dirty="0">
                <a:solidFill>
                  <a:schemeClr val="accent1"/>
                </a:solidFill>
                <a:latin typeface="Arial" panose="020B0604020202020204" pitchFamily="34" charset="0"/>
                <a:ea typeface="微软雅黑" panose="020B0503020204020204" charset="-122"/>
                <a:sym typeface="Arial" panose="020B0604020202020204" pitchFamily="34" charset="0"/>
              </a:rPr>
              <a:t>B</a:t>
            </a:r>
            <a:endParaRPr lang="zh-CN" altLang="en-US" b="1"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19" name="矩形: 圆角 18"/>
          <p:cNvSpPr/>
          <p:nvPr>
            <p:custDataLst>
              <p:tags r:id="rId12"/>
            </p:custDataLst>
          </p:nvPr>
        </p:nvSpPr>
        <p:spPr>
          <a:xfrm>
            <a:off x="428625" y="3551620"/>
            <a:ext cx="4258183" cy="940723"/>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0" name="矩形: 圆角 19"/>
          <p:cNvSpPr/>
          <p:nvPr>
            <p:custDataLst>
              <p:tags r:id="rId13"/>
            </p:custDataLst>
          </p:nvPr>
        </p:nvSpPr>
        <p:spPr>
          <a:xfrm>
            <a:off x="989568" y="3631398"/>
            <a:ext cx="3477017" cy="780334"/>
          </a:xfrm>
          <a:prstGeom prst="roundRect">
            <a:avLst>
              <a:gd name="adj" fmla="val 318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solidFill>
                <a:schemeClr val="tx1"/>
              </a:solidFill>
              <a:latin typeface="Arial" panose="020B0604020202020204" pitchFamily="34" charset="0"/>
              <a:ea typeface="微软雅黑" panose="020B0503020204020204" charset="-122"/>
              <a:sym typeface="Arial" panose="020B0604020202020204" pitchFamily="34" charset="0"/>
            </a:endParaRPr>
          </a:p>
        </p:txBody>
      </p:sp>
      <p:sp>
        <p:nvSpPr>
          <p:cNvPr id="21" name="文本框 20"/>
          <p:cNvSpPr txBox="1"/>
          <p:nvPr>
            <p:custDataLst>
              <p:tags r:id="rId14"/>
            </p:custDataLst>
          </p:nvPr>
        </p:nvSpPr>
        <p:spPr>
          <a:xfrm>
            <a:off x="1120040" y="3698712"/>
            <a:ext cx="3216906" cy="645708"/>
          </a:xfrm>
          <a:prstGeom prst="rect">
            <a:avLst/>
          </a:prstGeom>
          <a:noFill/>
        </p:spPr>
        <p:txBody>
          <a:bodyPr wrap="square" rtlCol="0" anchor="ctr" anchorCtr="0">
            <a:normAutofit/>
          </a:bodyPr>
          <a:p>
            <a:pPr marL="0" lvl="0" indent="0" algn="l">
              <a:lnSpc>
                <a:spcPct val="130000"/>
              </a:lnSpc>
              <a:spcBef>
                <a:spcPts val="0"/>
              </a:spcBef>
              <a:spcAft>
                <a:spcPts val="0"/>
              </a:spcAft>
              <a:buSzPct val="100000"/>
            </a:pPr>
            <a:r>
              <a:rPr sz="1000" spc="150">
                <a:solidFill>
                  <a:schemeClr val="tx1"/>
                </a:solidFill>
                <a:uFillTx/>
                <a:latin typeface="Arial" panose="020B0604020202020204" pitchFamily="34" charset="0"/>
                <a:ea typeface="微软雅黑" panose="020B0503020204020204" charset="-122"/>
              </a:rPr>
              <a:t>在“定义自定义放映”对话框中，设置播放哪些幻灯片，按怎样的顺序播放。</a:t>
            </a:r>
            <a:endParaRPr sz="1000" spc="150">
              <a:solidFill>
                <a:schemeClr val="tx1"/>
              </a:solidFill>
              <a:uFillTx/>
              <a:latin typeface="Arial" panose="020B0604020202020204" pitchFamily="34" charset="0"/>
              <a:ea typeface="微软雅黑" panose="020B0503020204020204" charset="-122"/>
            </a:endParaRPr>
          </a:p>
        </p:txBody>
      </p:sp>
      <p:sp>
        <p:nvSpPr>
          <p:cNvPr id="23" name="椭圆 22"/>
          <p:cNvSpPr/>
          <p:nvPr>
            <p:custDataLst>
              <p:tags r:id="rId15"/>
            </p:custDataLst>
          </p:nvPr>
        </p:nvSpPr>
        <p:spPr>
          <a:xfrm>
            <a:off x="561589" y="3841648"/>
            <a:ext cx="360666" cy="3606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b="1">
              <a:latin typeface="Arial" panose="020B0604020202020204" pitchFamily="34" charset="0"/>
              <a:ea typeface="微软雅黑" panose="020B0503020204020204" charset="-122"/>
              <a:sym typeface="Arial" panose="020B0604020202020204" pitchFamily="34" charset="0"/>
            </a:endParaRPr>
          </a:p>
        </p:txBody>
      </p:sp>
      <p:sp>
        <p:nvSpPr>
          <p:cNvPr id="24" name="文本框 23"/>
          <p:cNvSpPr txBox="1"/>
          <p:nvPr>
            <p:custDataLst>
              <p:tags r:id="rId16"/>
            </p:custDataLst>
          </p:nvPr>
        </p:nvSpPr>
        <p:spPr>
          <a:xfrm>
            <a:off x="485966" y="3818380"/>
            <a:ext cx="511913" cy="407203"/>
          </a:xfrm>
          <a:prstGeom prst="rect">
            <a:avLst/>
          </a:prstGeom>
          <a:noFill/>
        </p:spPr>
        <p:txBody>
          <a:bodyPr wrap="square" rtlCol="0" anchor="ctr">
            <a:normAutofit fontScale="90000"/>
          </a:bodyPr>
          <a:p>
            <a:pPr algn="ctr">
              <a:lnSpc>
                <a:spcPct val="120000"/>
              </a:lnSpc>
            </a:pPr>
            <a:r>
              <a:rPr lang="en-US" altLang="zh-CN" b="1" dirty="0">
                <a:solidFill>
                  <a:schemeClr val="accent1"/>
                </a:solidFill>
                <a:latin typeface="Arial" panose="020B0604020202020204" pitchFamily="34" charset="0"/>
                <a:ea typeface="微软雅黑" panose="020B0503020204020204" charset="-122"/>
                <a:sym typeface="Arial" panose="020B0604020202020204" pitchFamily="34" charset="0"/>
              </a:rPr>
              <a:t>C</a:t>
            </a:r>
            <a:endParaRPr lang="zh-CN" altLang="en-US" b="1" dirty="0">
              <a:solidFill>
                <a:schemeClr val="accent1"/>
              </a:solidFill>
              <a:latin typeface="Arial" panose="020B0604020202020204" pitchFamily="34" charset="0"/>
              <a:ea typeface="微软雅黑" panose="020B0503020204020204" charset="-122"/>
              <a:sym typeface="Arial" panose="020B0604020202020204" pitchFamily="34" charset="0"/>
            </a:endParaRPr>
          </a:p>
        </p:txBody>
      </p:sp>
      <p:sp>
        <p:nvSpPr>
          <p:cNvPr id="7" name="Title 6"/>
          <p:cNvSpPr txBox="1"/>
          <p:nvPr>
            <p:custDataLst>
              <p:tags r:id="rId17"/>
            </p:custDataLst>
          </p:nvPr>
        </p:nvSpPr>
        <p:spPr>
          <a:xfrm>
            <a:off x="4958080" y="1116965"/>
            <a:ext cx="3561715" cy="1399540"/>
          </a:xfrm>
          <a:prstGeom prst="rect">
            <a:avLst/>
          </a:prstGeom>
          <a:noFill/>
          <a:ln w="3175">
            <a:noFill/>
            <a:prstDash val="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just">
              <a:lnSpc>
                <a:spcPct val="150000"/>
              </a:lnSpc>
              <a:spcBef>
                <a:spcPts val="0"/>
              </a:spcBef>
              <a:spcAft>
                <a:spcPts val="800"/>
              </a:spcAft>
              <a:buSzPct val="100000"/>
            </a:pPr>
            <a:r>
              <a:rPr sz="1000" spc="100">
                <a:ln w="3175">
                  <a:noFill/>
                  <a:prstDash val="dash"/>
                </a:ln>
                <a:solidFill>
                  <a:schemeClr val="tx1"/>
                </a:solidFill>
                <a:uFillTx/>
                <a:latin typeface="微软雅黑" panose="020B0503020204020204" charset="-122"/>
                <a:ea typeface="微软雅黑" panose="020B0503020204020204" charset="-122"/>
                <a:cs typeface="微软雅黑" panose="020B0503020204020204" charset="-122"/>
              </a:rPr>
              <a:t>例如，将一个包含 50 张幻灯片的演示文稿分为若干个“自定义放映”，每个自定义放映中包含若干张幻灯片，并且这些幻灯片的播放顺序可以自由调整。每个自定义放映都有自己唯一的名称，这就使得演示文稿可以同时适用于对不同受众的演讲（不同的深度和广度），演讲时仅需调用不同的自定义放映名即可。</a:t>
            </a:r>
            <a:endParaRPr sz="1000" spc="100">
              <a:ln w="3175">
                <a:noFill/>
                <a:prstDash val="dash"/>
              </a:ln>
              <a:solidFill>
                <a:schemeClr val="tx1"/>
              </a:solidFill>
              <a:uFillTx/>
              <a:latin typeface="微软雅黑" panose="020B0503020204020204" charset="-122"/>
              <a:ea typeface="微软雅黑" panose="020B0503020204020204" charset="-122"/>
              <a:cs typeface="微软雅黑" panose="020B0503020204020204" charset="-122"/>
            </a:endParaRPr>
          </a:p>
        </p:txBody>
      </p:sp>
      <p:cxnSp>
        <p:nvCxnSpPr>
          <p:cNvPr id="12" name="直接连接符 11"/>
          <p:cNvCxnSpPr/>
          <p:nvPr>
            <p:custDataLst>
              <p:tags r:id="rId18"/>
            </p:custDataLst>
          </p:nvPr>
        </p:nvCxnSpPr>
        <p:spPr>
          <a:xfrm>
            <a:off x="8550275" y="325755"/>
            <a:ext cx="1524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9"/>
            </p:custDataLst>
          </p:nvPr>
        </p:nvCxnSpPr>
        <p:spPr>
          <a:xfrm>
            <a:off x="8550275" y="381635"/>
            <a:ext cx="11684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0"/>
          <a:stretch>
            <a:fillRect/>
          </a:stretch>
        </p:blipFill>
        <p:spPr>
          <a:xfrm>
            <a:off x="4971415" y="2585085"/>
            <a:ext cx="3619500" cy="1992630"/>
          </a:xfrm>
          <a:prstGeom prst="rect">
            <a:avLst/>
          </a:prstGeom>
        </p:spPr>
      </p:pic>
    </p:spTree>
    <p:custDataLst>
      <p:tags r:id="rId21"/>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1905" y="1207957"/>
            <a:ext cx="9145905" cy="39355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37" name="矩形 36"/>
          <p:cNvSpPr/>
          <p:nvPr>
            <p:custDataLst>
              <p:tags r:id="rId2"/>
            </p:custDataLst>
          </p:nvPr>
        </p:nvSpPr>
        <p:spPr>
          <a:xfrm>
            <a:off x="247015" y="4779645"/>
            <a:ext cx="196215" cy="3429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40" name="矩形 39"/>
          <p:cNvSpPr/>
          <p:nvPr>
            <p:custDataLst>
              <p:tags r:id="rId3"/>
            </p:custDataLst>
          </p:nvPr>
        </p:nvSpPr>
        <p:spPr>
          <a:xfrm>
            <a:off x="247015" y="4700270"/>
            <a:ext cx="196215" cy="3429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dirty="0">
              <a:latin typeface="Arial" panose="020B0604020202020204" pitchFamily="34" charset="0"/>
              <a:ea typeface="微软雅黑" panose="020B0503020204020204" charset="-122"/>
              <a:sym typeface="Arial" panose="020B0604020202020204" pitchFamily="34" charset="0"/>
            </a:endParaRPr>
          </a:p>
        </p:txBody>
      </p:sp>
      <p:sp>
        <p:nvSpPr>
          <p:cNvPr id="41" name="矩形 40"/>
          <p:cNvSpPr/>
          <p:nvPr>
            <p:custDataLst>
              <p:tags r:id="rId4"/>
            </p:custDataLst>
          </p:nvPr>
        </p:nvSpPr>
        <p:spPr>
          <a:xfrm>
            <a:off x="247015" y="4858385"/>
            <a:ext cx="196215" cy="3429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5" name="任意多边形: 形状 5"/>
          <p:cNvSpPr/>
          <p:nvPr>
            <p:custDataLst>
              <p:tags r:id="rId5"/>
            </p:custDataLst>
          </p:nvPr>
        </p:nvSpPr>
        <p:spPr>
          <a:xfrm>
            <a:off x="8369039" y="361702"/>
            <a:ext cx="250133" cy="250133"/>
          </a:xfrm>
          <a:custGeom>
            <a:avLst/>
            <a:gdLst>
              <a:gd name="connsiteX0" fmla="*/ 120141 w 333511"/>
              <a:gd name="connsiteY0" fmla="*/ 0 h 333511"/>
              <a:gd name="connsiteX1" fmla="*/ 213370 w 333511"/>
              <a:gd name="connsiteY1" fmla="*/ 0 h 333511"/>
              <a:gd name="connsiteX2" fmla="*/ 213370 w 333511"/>
              <a:gd name="connsiteY2" fmla="*/ 120141 h 333511"/>
              <a:gd name="connsiteX3" fmla="*/ 333511 w 333511"/>
              <a:gd name="connsiteY3" fmla="*/ 120141 h 333511"/>
              <a:gd name="connsiteX4" fmla="*/ 333511 w 333511"/>
              <a:gd name="connsiteY4" fmla="*/ 213370 h 333511"/>
              <a:gd name="connsiteX5" fmla="*/ 213370 w 333511"/>
              <a:gd name="connsiteY5" fmla="*/ 213370 h 333511"/>
              <a:gd name="connsiteX6" fmla="*/ 213370 w 333511"/>
              <a:gd name="connsiteY6" fmla="*/ 333511 h 333511"/>
              <a:gd name="connsiteX7" fmla="*/ 120141 w 333511"/>
              <a:gd name="connsiteY7" fmla="*/ 333511 h 333511"/>
              <a:gd name="connsiteX8" fmla="*/ 120141 w 333511"/>
              <a:gd name="connsiteY8" fmla="*/ 213370 h 333511"/>
              <a:gd name="connsiteX9" fmla="*/ 0 w 333511"/>
              <a:gd name="connsiteY9" fmla="*/ 213370 h 333511"/>
              <a:gd name="connsiteX10" fmla="*/ 0 w 333511"/>
              <a:gd name="connsiteY10" fmla="*/ 120141 h 333511"/>
              <a:gd name="connsiteX11" fmla="*/ 120141 w 333511"/>
              <a:gd name="connsiteY11" fmla="*/ 120141 h 333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3511" h="333511">
                <a:moveTo>
                  <a:pt x="120141" y="0"/>
                </a:moveTo>
                <a:lnTo>
                  <a:pt x="213370" y="0"/>
                </a:lnTo>
                <a:lnTo>
                  <a:pt x="213370" y="120141"/>
                </a:lnTo>
                <a:lnTo>
                  <a:pt x="333511" y="120141"/>
                </a:lnTo>
                <a:lnTo>
                  <a:pt x="333511" y="213370"/>
                </a:lnTo>
                <a:lnTo>
                  <a:pt x="213370" y="213370"/>
                </a:lnTo>
                <a:lnTo>
                  <a:pt x="213370" y="333511"/>
                </a:lnTo>
                <a:lnTo>
                  <a:pt x="120141" y="333511"/>
                </a:lnTo>
                <a:lnTo>
                  <a:pt x="120141" y="213370"/>
                </a:lnTo>
                <a:lnTo>
                  <a:pt x="0" y="213370"/>
                </a:lnTo>
                <a:lnTo>
                  <a:pt x="0" y="120141"/>
                </a:lnTo>
                <a:lnTo>
                  <a:pt x="120141" y="120141"/>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 name="矩形 5"/>
          <p:cNvSpPr/>
          <p:nvPr>
            <p:custDataLst>
              <p:tags r:id="rId6"/>
            </p:custDataLst>
          </p:nvPr>
        </p:nvSpPr>
        <p:spPr>
          <a:xfrm>
            <a:off x="0" y="1162789"/>
            <a:ext cx="9144000" cy="4516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 name="矩形 2"/>
          <p:cNvSpPr/>
          <p:nvPr>
            <p:custDataLst>
              <p:tags r:id="rId7"/>
            </p:custDataLst>
          </p:nvPr>
        </p:nvSpPr>
        <p:spPr>
          <a:xfrm>
            <a:off x="677846" y="330600"/>
            <a:ext cx="6689432" cy="539737"/>
          </a:xfrm>
          <a:prstGeom prst="rect">
            <a:avLst/>
          </a:prstGeom>
          <a:noFill/>
        </p:spPr>
        <p:txBody>
          <a:bodyPr wrap="square" lIns="68580" tIns="34290" rIns="68580" bIns="34290" rtlCol="0" anchor="b">
            <a:normAutofit lnSpcReduction="10000"/>
          </a:bodyPr>
          <a:p>
            <a:pPr>
              <a:lnSpc>
                <a:spcPct val="120000"/>
              </a:lnSpc>
            </a:pPr>
            <a:r>
              <a:rPr lang="zh-CN" altLang="en-US" sz="2700" b="1" spc="300">
                <a:latin typeface="Arial" panose="020B0604020202020204" pitchFamily="34" charset="0"/>
                <a:ea typeface="微软雅黑" panose="020B0503020204020204" charset="-122"/>
                <a:sym typeface="Arial" panose="020B0604020202020204" pitchFamily="34" charset="0"/>
              </a:rPr>
              <a:t> 设置放映方式</a:t>
            </a:r>
            <a:endParaRPr lang="zh-CN" altLang="en-US" sz="2700" b="1" spc="300">
              <a:latin typeface="Arial" panose="020B0604020202020204" pitchFamily="34" charset="0"/>
              <a:ea typeface="微软雅黑" panose="020B0503020204020204" charset="-122"/>
              <a:sym typeface="Arial" panose="020B0604020202020204" pitchFamily="34" charset="0"/>
            </a:endParaRPr>
          </a:p>
        </p:txBody>
      </p:sp>
      <p:sp>
        <p:nvSpPr>
          <p:cNvPr id="7" name="矩形 6"/>
          <p:cNvSpPr/>
          <p:nvPr>
            <p:custDataLst>
              <p:tags r:id="rId8"/>
            </p:custDataLst>
          </p:nvPr>
        </p:nvSpPr>
        <p:spPr>
          <a:xfrm>
            <a:off x="504825" y="1375410"/>
            <a:ext cx="4427855" cy="3207385"/>
          </a:xfrm>
          <a:prstGeom prst="rect">
            <a:avLst/>
          </a:prstGeom>
          <a:noFill/>
        </p:spPr>
        <p:txBody>
          <a:bodyPr wrap="square" lIns="68580" tIns="34290" rIns="68580" bIns="34290" rtlCol="0" anchor="ctr">
            <a:normAutofit/>
          </a:bodyPr>
          <a:p>
            <a:pPr lvl="0" indent="0" algn="just" fontAlgn="ctr">
              <a:lnSpc>
                <a:spcPct val="130000"/>
              </a:lnSpc>
              <a:spcBef>
                <a:spcPts val="500"/>
              </a:spcBef>
              <a:spcAft>
                <a:spcPts val="0"/>
              </a:spcAft>
              <a:buSzPct val="100000"/>
              <a:buFont typeface="+mj-ea"/>
              <a:buNone/>
            </a:pPr>
            <a:r>
              <a:rPr sz="1200" spc="15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（1）单击“幻灯片放映”组中的“设置幻灯片放映”按钮 ，将显示“设置放映方式”对话框，如图 6-53 所示。在该对话框中，可以选择放映类型、放映哪些幻灯片或使用哪个自定义放映。</a:t>
            </a:r>
            <a:endParaRPr sz="1200" spc="15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0" algn="just" fontAlgn="ctr">
              <a:lnSpc>
                <a:spcPct val="130000"/>
              </a:lnSpc>
              <a:spcBef>
                <a:spcPts val="500"/>
              </a:spcBef>
              <a:spcAft>
                <a:spcPts val="0"/>
              </a:spcAft>
              <a:buSzPct val="100000"/>
              <a:buFont typeface="+mj-ea"/>
              <a:buNone/>
            </a:pPr>
            <a:r>
              <a:rPr sz="1200" spc="15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（2）在“放映选项”栏中，可以指定是否使用“循环放映”，是否使用旁白，放映时是否加载动画以及“绘图笔”或“激光笔”的颜色。</a:t>
            </a:r>
            <a:endParaRPr sz="1200" spc="15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lvl="0" indent="0" algn="just" fontAlgn="ctr">
              <a:lnSpc>
                <a:spcPct val="130000"/>
              </a:lnSpc>
              <a:spcBef>
                <a:spcPts val="500"/>
              </a:spcBef>
              <a:spcAft>
                <a:spcPts val="0"/>
              </a:spcAft>
              <a:buSzPct val="100000"/>
              <a:buFont typeface="+mj-ea"/>
              <a:buNone/>
            </a:pPr>
            <a:r>
              <a:rPr sz="1200" spc="15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rPr>
              <a:t>（3）在“换片方式”栏中，可以指定是“手动”放映还是使用“排练计时”。所谓“排练计时”是指，用户可以通过“排练”计算出每张幻灯片出现时需要的讲解时间。</a:t>
            </a:r>
            <a:endParaRPr sz="1200" spc="150" dirty="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p:txBody>
      </p:sp>
      <p:pic>
        <p:nvPicPr>
          <p:cNvPr id="4" name="图片 3"/>
          <p:cNvPicPr>
            <a:picLocks noChangeAspect="1"/>
          </p:cNvPicPr>
          <p:nvPr/>
        </p:nvPicPr>
        <p:blipFill>
          <a:blip r:embed="rId9">
            <a:clrChange>
              <a:clrFrom>
                <a:srgbClr val="FFFFFF">
                  <a:alpha val="100000"/>
                </a:srgbClr>
              </a:clrFrom>
              <a:clrTo>
                <a:srgbClr val="FFFFFF">
                  <a:alpha val="100000"/>
                  <a:alpha val="0"/>
                </a:srgbClr>
              </a:clrTo>
            </a:clrChange>
          </a:blip>
          <a:stretch>
            <a:fillRect/>
          </a:stretch>
        </p:blipFill>
        <p:spPr>
          <a:xfrm>
            <a:off x="5353050" y="1478915"/>
            <a:ext cx="3266440" cy="3104515"/>
          </a:xfrm>
          <a:prstGeom prst="rect">
            <a:avLst/>
          </a:prstGeom>
        </p:spPr>
      </p:pic>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1"/>
            </p:custDataLst>
          </p:nvPr>
        </p:nvSpPr>
        <p:spPr>
          <a:xfrm>
            <a:off x="481148" y="767466"/>
            <a:ext cx="8434208" cy="3989591"/>
          </a:xfrm>
          <a:prstGeom prst="rect">
            <a:avLst/>
          </a:prstGeom>
          <a:pattFill prst="dkUpDiag">
            <a:fgClr>
              <a:srgbClr val="FFFFFF">
                <a:lumMod val="95000"/>
              </a:srgbClr>
            </a:fgClr>
            <a:bgClr>
              <a:srgbClr val="FFFFFF"/>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p>
            <a:pPr algn="ctr"/>
            <a:endParaRPr kumimoji="1" lang="zh-CN" altLang="en-US" sz="1200" b="1">
              <a:solidFill>
                <a:srgbClr val="FFFFFF"/>
              </a:solidFill>
              <a:latin typeface="微软雅黑" panose="020B0503020204020204" charset="-122"/>
            </a:endParaRPr>
          </a:p>
        </p:txBody>
      </p:sp>
      <p:sp>
        <p:nvSpPr>
          <p:cNvPr id="160" name="矩形 159"/>
          <p:cNvSpPr/>
          <p:nvPr>
            <p:custDataLst>
              <p:tags r:id="rId2"/>
            </p:custDataLst>
          </p:nvPr>
        </p:nvSpPr>
        <p:spPr>
          <a:xfrm>
            <a:off x="300718" y="600075"/>
            <a:ext cx="8434208" cy="3943350"/>
          </a:xfrm>
          <a:prstGeom prst="rect">
            <a:avLst/>
          </a:prstGeom>
          <a:noFill/>
          <a:ln w="38100">
            <a:solidFill>
              <a:srgbClr val="000000">
                <a:lumMod val="75000"/>
                <a:lumOff val="25000"/>
              </a:srgbClr>
            </a:solidFill>
          </a:ln>
        </p:spPr>
        <p:style>
          <a:lnRef idx="2">
            <a:srgbClr val="1E6BC5">
              <a:shade val="50000"/>
            </a:srgbClr>
          </a:lnRef>
          <a:fillRef idx="1">
            <a:srgbClr val="1E6BC5"/>
          </a:fillRef>
          <a:effectRef idx="0">
            <a:srgbClr val="1E6BC5"/>
          </a:effectRef>
          <a:fontRef idx="minor">
            <a:srgbClr val="FFFFFF"/>
          </a:fontRef>
        </p:style>
        <p:txBody>
          <a:bodyPr rtlCol="0" anchor="ctr"/>
          <a:p>
            <a:pPr algn="ctr"/>
            <a:endParaRPr kumimoji="1" lang="zh-CN" altLang="en-US" sz="1200" b="1">
              <a:solidFill>
                <a:srgbClr val="FFFFFF"/>
              </a:solidFill>
              <a:latin typeface="微软雅黑" panose="020B0503020204020204" charset="-122"/>
            </a:endParaRPr>
          </a:p>
        </p:txBody>
      </p:sp>
      <p:sp>
        <p:nvSpPr>
          <p:cNvPr id="8" name="矩形 7"/>
          <p:cNvSpPr/>
          <p:nvPr>
            <p:custDataLst>
              <p:tags r:id="rId3"/>
            </p:custDataLst>
          </p:nvPr>
        </p:nvSpPr>
        <p:spPr>
          <a:xfrm>
            <a:off x="191906" y="491264"/>
            <a:ext cx="217622" cy="217622"/>
          </a:xfrm>
          <a:prstGeom prst="rect">
            <a:avLst/>
          </a:prstGeom>
          <a:solidFill>
            <a:srgbClr val="1E6BC5">
              <a:lumMod val="75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p>
            <a:pPr algn="ctr"/>
            <a:endParaRPr kumimoji="1" lang="zh-CN" altLang="en-US" sz="1200" b="1">
              <a:solidFill>
                <a:srgbClr val="FFFFFF"/>
              </a:solidFill>
              <a:latin typeface="微软雅黑" panose="020B0503020204020204" charset="-122"/>
            </a:endParaRPr>
          </a:p>
        </p:txBody>
      </p:sp>
      <p:sp>
        <p:nvSpPr>
          <p:cNvPr id="11" name="文本框 10"/>
          <p:cNvSpPr txBox="1"/>
          <p:nvPr>
            <p:custDataLst>
              <p:tags r:id="rId4"/>
            </p:custDataLst>
          </p:nvPr>
        </p:nvSpPr>
        <p:spPr>
          <a:xfrm>
            <a:off x="767080" y="1532255"/>
            <a:ext cx="4204335" cy="154051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285750" lvl="0" indent="-285750" algn="just" fontAlgn="ctr">
              <a:lnSpc>
                <a:spcPct val="150000"/>
              </a:lnSpc>
              <a:spcBef>
                <a:spcPts val="500"/>
              </a:spcBef>
              <a:spcAft>
                <a:spcPts val="0"/>
              </a:spcAft>
              <a:buSzPct val="100000"/>
              <a:buFont typeface="Wingdings" panose="05000000000000000000" charset="0"/>
              <a:buChar char="l"/>
            </a:pPr>
            <a:r>
              <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录制幻灯片演示”可以记录幻灯片的放映时间，同时允许使用鼠标、激光笔或麦克风（旁白）为幻灯片加上注释。也就是制作者对演示文稿的一切相关的注释都可以使用录制幻灯片演示功能记录下来，从而使得幻灯片的互动性能大大提高。而其最实用的地方在于，录好的幻灯片可以脱离讲演者来放映。</a:t>
            </a:r>
            <a:endPar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12" name="文本框 11"/>
          <p:cNvSpPr txBox="1"/>
          <p:nvPr>
            <p:custDataLst>
              <p:tags r:id="rId5"/>
            </p:custDataLst>
          </p:nvPr>
        </p:nvSpPr>
        <p:spPr>
          <a:xfrm>
            <a:off x="767080" y="910590"/>
            <a:ext cx="3686810" cy="468630"/>
          </a:xfrm>
          <a:prstGeom prst="rect">
            <a:avLst/>
          </a:prstGeom>
          <a:noFill/>
        </p:spPr>
        <p:txBody>
          <a:bodyPr wrap="square" lIns="76200" tIns="28575" rIns="47625" bIns="28575" rtlCol="0">
            <a:noAutofit/>
          </a:bodyPr>
          <a:lstStyle/>
          <a:p>
            <a:pPr marL="0" indent="0" algn="l">
              <a:lnSpc>
                <a:spcPct val="100000"/>
              </a:lnSpc>
              <a:spcBef>
                <a:spcPts val="0"/>
              </a:spcBef>
              <a:spcAft>
                <a:spcPts val="0"/>
              </a:spcAft>
              <a:buSzPct val="100000"/>
            </a:pPr>
            <a:r>
              <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rPr>
              <a:t>录制幻灯片演示</a:t>
            </a:r>
            <a:endPar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endParaRPr>
          </a:p>
        </p:txBody>
      </p:sp>
      <p:sp>
        <p:nvSpPr>
          <p:cNvPr id="4" name="文本框 3"/>
          <p:cNvSpPr txBox="1"/>
          <p:nvPr>
            <p:custDataLst>
              <p:tags r:id="rId6"/>
            </p:custDataLst>
          </p:nvPr>
        </p:nvSpPr>
        <p:spPr>
          <a:xfrm>
            <a:off x="793750" y="3484880"/>
            <a:ext cx="7808595" cy="73342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lvl="0" indent="0" algn="just" fontAlgn="ctr">
              <a:lnSpc>
                <a:spcPct val="130000"/>
              </a:lnSpc>
              <a:spcBef>
                <a:spcPts val="500"/>
              </a:spcBef>
              <a:spcAft>
                <a:spcPts val="0"/>
              </a:spcAft>
              <a:buSzPct val="100000"/>
              <a:buFont typeface="Wingdings" panose="05000000000000000000" charset="0"/>
              <a:buNone/>
            </a:pPr>
            <a:r>
              <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（1）单击“录制幻灯片演示”按钮 ，或者单击其旁的下拉箭头 ，在下拉列表中选择，如图 6-54 所示。</a:t>
            </a:r>
            <a:endPar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a:p>
            <a:pPr lvl="0" indent="0" algn="just" fontAlgn="ctr">
              <a:lnSpc>
                <a:spcPct val="130000"/>
              </a:lnSpc>
              <a:spcBef>
                <a:spcPts val="500"/>
              </a:spcBef>
              <a:spcAft>
                <a:spcPts val="0"/>
              </a:spcAft>
              <a:buSzPct val="100000"/>
              <a:buFont typeface="Wingdings" panose="05000000000000000000" charset="0"/>
              <a:buNone/>
            </a:pPr>
            <a:r>
              <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（2）在显示的“录制幻灯片演示”对话框中，单击“开始录制”按钮即可录制幻灯片演示。</a:t>
            </a:r>
            <a:endPar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pic>
        <p:nvPicPr>
          <p:cNvPr id="2" name="图片 1"/>
          <p:cNvPicPr>
            <a:picLocks noChangeAspect="1"/>
          </p:cNvPicPr>
          <p:nvPr/>
        </p:nvPicPr>
        <p:blipFill>
          <a:blip r:embed="rId7">
            <a:clrChange>
              <a:clrFrom>
                <a:srgbClr val="FFFFFF">
                  <a:alpha val="100000"/>
                </a:srgbClr>
              </a:clrFrom>
              <a:clrTo>
                <a:srgbClr val="FFFFFF">
                  <a:alpha val="100000"/>
                  <a:alpha val="0"/>
                </a:srgbClr>
              </a:clrTo>
            </a:clrChange>
          </a:blip>
          <a:stretch>
            <a:fillRect/>
          </a:stretch>
        </p:blipFill>
        <p:spPr>
          <a:xfrm>
            <a:off x="5062855" y="1498600"/>
            <a:ext cx="3307080" cy="1841500"/>
          </a:xfrm>
          <a:prstGeom prst="rect">
            <a:avLst/>
          </a:prstGeom>
        </p:spPr>
      </p:pic>
    </p:spTree>
    <p:custDataLst>
      <p:tags r:id="rId8"/>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1"/>
            </p:custDataLst>
          </p:nvPr>
        </p:nvSpPr>
        <p:spPr>
          <a:xfrm>
            <a:off x="481148" y="767466"/>
            <a:ext cx="8434208" cy="3989591"/>
          </a:xfrm>
          <a:prstGeom prst="rect">
            <a:avLst/>
          </a:prstGeom>
          <a:pattFill prst="dkUpDiag">
            <a:fgClr>
              <a:srgbClr val="FFFFFF">
                <a:lumMod val="95000"/>
              </a:srgbClr>
            </a:fgClr>
            <a:bgClr>
              <a:srgbClr val="FFFFFF"/>
            </a:bgClr>
          </a:pattFill>
          <a:ln>
            <a:noFill/>
          </a:ln>
        </p:spPr>
        <p:style>
          <a:lnRef idx="2">
            <a:srgbClr val="1E6BC5">
              <a:shade val="50000"/>
            </a:srgbClr>
          </a:lnRef>
          <a:fillRef idx="1">
            <a:srgbClr val="1E6BC5"/>
          </a:fillRef>
          <a:effectRef idx="0">
            <a:srgbClr val="1E6BC5"/>
          </a:effectRef>
          <a:fontRef idx="minor">
            <a:srgbClr val="FFFFFF"/>
          </a:fontRef>
        </p:style>
        <p:txBody>
          <a:bodyPr rtlCol="0" anchor="ctr"/>
          <a:p>
            <a:pPr algn="ctr"/>
            <a:endParaRPr kumimoji="1" lang="zh-CN" altLang="en-US" sz="1200" b="1">
              <a:solidFill>
                <a:srgbClr val="FFFFFF"/>
              </a:solidFill>
              <a:latin typeface="微软雅黑" panose="020B0503020204020204" charset="-122"/>
            </a:endParaRPr>
          </a:p>
        </p:txBody>
      </p:sp>
      <p:sp>
        <p:nvSpPr>
          <p:cNvPr id="160" name="矩形 159"/>
          <p:cNvSpPr/>
          <p:nvPr>
            <p:custDataLst>
              <p:tags r:id="rId2"/>
            </p:custDataLst>
          </p:nvPr>
        </p:nvSpPr>
        <p:spPr>
          <a:xfrm>
            <a:off x="300718" y="600075"/>
            <a:ext cx="8434208" cy="3943350"/>
          </a:xfrm>
          <a:prstGeom prst="rect">
            <a:avLst/>
          </a:prstGeom>
          <a:noFill/>
          <a:ln w="38100">
            <a:solidFill>
              <a:srgbClr val="000000">
                <a:lumMod val="75000"/>
                <a:lumOff val="25000"/>
              </a:srgbClr>
            </a:solidFill>
          </a:ln>
        </p:spPr>
        <p:style>
          <a:lnRef idx="2">
            <a:srgbClr val="1E6BC5">
              <a:shade val="50000"/>
            </a:srgbClr>
          </a:lnRef>
          <a:fillRef idx="1">
            <a:srgbClr val="1E6BC5"/>
          </a:fillRef>
          <a:effectRef idx="0">
            <a:srgbClr val="1E6BC5"/>
          </a:effectRef>
          <a:fontRef idx="minor">
            <a:srgbClr val="FFFFFF"/>
          </a:fontRef>
        </p:style>
        <p:txBody>
          <a:bodyPr rtlCol="0" anchor="ctr"/>
          <a:p>
            <a:pPr algn="ctr"/>
            <a:endParaRPr kumimoji="1" lang="zh-CN" altLang="en-US" sz="1200" b="1">
              <a:solidFill>
                <a:srgbClr val="FFFFFF"/>
              </a:solidFill>
              <a:latin typeface="微软雅黑" panose="020B0503020204020204" charset="-122"/>
            </a:endParaRPr>
          </a:p>
        </p:txBody>
      </p:sp>
      <p:sp>
        <p:nvSpPr>
          <p:cNvPr id="8" name="矩形 7"/>
          <p:cNvSpPr/>
          <p:nvPr>
            <p:custDataLst>
              <p:tags r:id="rId3"/>
            </p:custDataLst>
          </p:nvPr>
        </p:nvSpPr>
        <p:spPr>
          <a:xfrm>
            <a:off x="191906" y="491264"/>
            <a:ext cx="217622" cy="217622"/>
          </a:xfrm>
          <a:prstGeom prst="rect">
            <a:avLst/>
          </a:prstGeom>
          <a:solidFill>
            <a:srgbClr val="1E6BC5">
              <a:lumMod val="75000"/>
            </a:srgbClr>
          </a:solidFill>
          <a:ln>
            <a:noFill/>
          </a:ln>
        </p:spPr>
        <p:style>
          <a:lnRef idx="2">
            <a:srgbClr val="1E6BC5">
              <a:shade val="50000"/>
            </a:srgbClr>
          </a:lnRef>
          <a:fillRef idx="1">
            <a:srgbClr val="1E6BC5"/>
          </a:fillRef>
          <a:effectRef idx="0">
            <a:srgbClr val="1E6BC5"/>
          </a:effectRef>
          <a:fontRef idx="minor">
            <a:srgbClr val="FFFFFF"/>
          </a:fontRef>
        </p:style>
        <p:txBody>
          <a:bodyPr rtlCol="0" anchor="ctr"/>
          <a:p>
            <a:pPr algn="ctr"/>
            <a:endParaRPr kumimoji="1" lang="zh-CN" altLang="en-US" sz="1200" b="1">
              <a:solidFill>
                <a:srgbClr val="FFFFFF"/>
              </a:solidFill>
              <a:latin typeface="微软雅黑" panose="020B0503020204020204" charset="-122"/>
            </a:endParaRPr>
          </a:p>
        </p:txBody>
      </p:sp>
      <p:sp>
        <p:nvSpPr>
          <p:cNvPr id="11" name="文本框 10"/>
          <p:cNvSpPr txBox="1"/>
          <p:nvPr>
            <p:custDataLst>
              <p:tags r:id="rId4"/>
            </p:custDataLst>
          </p:nvPr>
        </p:nvSpPr>
        <p:spPr>
          <a:xfrm>
            <a:off x="767080" y="1532255"/>
            <a:ext cx="4204335" cy="1540510"/>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285750" lvl="0" indent="-285750" algn="just" fontAlgn="ctr">
              <a:lnSpc>
                <a:spcPct val="150000"/>
              </a:lnSpc>
              <a:spcBef>
                <a:spcPts val="500"/>
              </a:spcBef>
              <a:spcAft>
                <a:spcPts val="0"/>
              </a:spcAft>
              <a:buSzPct val="100000"/>
              <a:buFont typeface="Wingdings" panose="05000000000000000000" charset="0"/>
              <a:buChar char="l"/>
            </a:pPr>
            <a:r>
              <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在 PowerPoint 中，进入幻灯片演示的方法主要有以下两种。</a:t>
            </a:r>
            <a:endPar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12" name="文本框 11"/>
          <p:cNvSpPr txBox="1"/>
          <p:nvPr>
            <p:custDataLst>
              <p:tags r:id="rId5"/>
            </p:custDataLst>
          </p:nvPr>
        </p:nvSpPr>
        <p:spPr>
          <a:xfrm>
            <a:off x="767080" y="910590"/>
            <a:ext cx="3686810" cy="468630"/>
          </a:xfrm>
          <a:prstGeom prst="rect">
            <a:avLst/>
          </a:prstGeom>
          <a:noFill/>
        </p:spPr>
        <p:txBody>
          <a:bodyPr wrap="square" lIns="76200" tIns="28575" rIns="47625" bIns="28575" rtlCol="0">
            <a:noAutofit/>
          </a:bodyPr>
          <a:lstStyle/>
          <a:p>
            <a:pPr marL="0" indent="0" algn="l">
              <a:lnSpc>
                <a:spcPct val="100000"/>
              </a:lnSpc>
              <a:spcBef>
                <a:spcPts val="0"/>
              </a:spcBef>
              <a:spcAft>
                <a:spcPts val="0"/>
              </a:spcAft>
              <a:buSzPct val="100000"/>
            </a:pPr>
            <a:r>
              <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rPr>
              <a:t>幻灯片放映</a:t>
            </a:r>
            <a:endParaRPr lang="zh-CN" altLang="en-US" sz="2400" b="1" spc="300" dirty="0">
              <a:solidFill>
                <a:srgbClr val="000000">
                  <a:lumMod val="75000"/>
                  <a:lumOff val="25000"/>
                </a:srgbClr>
              </a:solidFill>
              <a:latin typeface="Arial" panose="020B0604020202020204" pitchFamily="34" charset="0"/>
              <a:ea typeface="微软雅黑" panose="020B0503020204020204" charset="-122"/>
              <a:sym typeface="+mn-ea"/>
            </a:endParaRPr>
          </a:p>
        </p:txBody>
      </p:sp>
      <p:sp>
        <p:nvSpPr>
          <p:cNvPr id="4" name="文本框 3"/>
          <p:cNvSpPr txBox="1"/>
          <p:nvPr>
            <p:custDataLst>
              <p:tags r:id="rId6"/>
            </p:custDataLst>
          </p:nvPr>
        </p:nvSpPr>
        <p:spPr>
          <a:xfrm>
            <a:off x="796925" y="3072765"/>
            <a:ext cx="7557135" cy="101536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marL="288290" lvl="0" indent="-288290" algn="just" fontAlgn="ctr">
              <a:lnSpc>
                <a:spcPct val="130000"/>
              </a:lnSpc>
              <a:spcBef>
                <a:spcPts val="500"/>
              </a:spcBef>
              <a:spcAft>
                <a:spcPts val="0"/>
              </a:spcAft>
              <a:buSzPct val="100000"/>
              <a:buFont typeface="Wingdings" panose="05000000000000000000" charset="0"/>
              <a:buChar char="l"/>
            </a:pPr>
            <a:r>
              <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在放映过程中，单击鼠标左键，展示幻灯片的下一个画面；单击鼠标右键，打开放映过程中的控制菜单，如图 6-55 所示。单击屏幕左下角的按钮也可打开放映控制菜单。</a:t>
            </a:r>
            <a:endPar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a:p>
            <a:pPr marL="179705" lvl="0" indent="-360045" algn="just" fontAlgn="ctr">
              <a:lnSpc>
                <a:spcPct val="130000"/>
              </a:lnSpc>
              <a:spcBef>
                <a:spcPts val="500"/>
              </a:spcBef>
              <a:spcAft>
                <a:spcPts val="0"/>
              </a:spcAft>
              <a:buSzPct val="100000"/>
              <a:buFont typeface="Wingdings" panose="05000000000000000000" charset="0"/>
              <a:buChar char="l"/>
            </a:pPr>
            <a:r>
              <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另外，利用键盘也可进行放映控制。按 PageDown 键可向下一画面切换，按PageUp 键可回到上一画面，按 Esc 键可结束放映。</a:t>
            </a:r>
            <a:endPar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custDataLst>
              <p:tags r:id="rId7"/>
            </p:custDataLst>
          </p:nvPr>
        </p:nvSpPr>
        <p:spPr>
          <a:xfrm>
            <a:off x="839470" y="2143760"/>
            <a:ext cx="4044950" cy="733425"/>
          </a:xfrm>
          <a:prstGeom prst="rect">
            <a:avLst/>
          </a:prstGeom>
          <a:noFill/>
        </p:spPr>
        <p:txBody>
          <a:bodyPr wrap="square" lIns="76200" tIns="0" rIns="61912" bIns="0" rtlCol="0">
            <a:noAutofit/>
          </a:bodyPr>
          <a:lstStyle>
            <a:defPPr>
              <a:defRPr lang="zh-CN"/>
            </a:defPPr>
            <a:lvl1pPr fontAlgn="auto">
              <a:lnSpc>
                <a:spcPct val="130000"/>
              </a:lnSpc>
              <a:spcAft>
                <a:spcPts val="1000"/>
              </a:spcAft>
              <a:defRPr sz="1600" spc="150"/>
            </a:lvl1pPr>
          </a:lstStyle>
          <a:p>
            <a:pPr lvl="0" indent="0" algn="just" fontAlgn="ctr">
              <a:lnSpc>
                <a:spcPct val="130000"/>
              </a:lnSpc>
              <a:spcBef>
                <a:spcPts val="500"/>
              </a:spcBef>
              <a:spcAft>
                <a:spcPts val="0"/>
              </a:spcAft>
              <a:buSzPct val="100000"/>
              <a:buFont typeface="Wingdings" panose="05000000000000000000" charset="0"/>
              <a:buNone/>
            </a:pPr>
            <a:r>
              <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（1）单击“幻灯片放映”选项卡中的“开始放映幻灯片”组的“从头开始”按钮。</a:t>
            </a:r>
            <a:endPar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a:p>
            <a:pPr lvl="0" indent="0" algn="just" fontAlgn="ctr">
              <a:lnSpc>
                <a:spcPct val="130000"/>
              </a:lnSpc>
              <a:spcBef>
                <a:spcPts val="500"/>
              </a:spcBef>
              <a:spcAft>
                <a:spcPts val="0"/>
              </a:spcAft>
              <a:buSzPct val="100000"/>
              <a:buFont typeface="Wingdings" panose="05000000000000000000" charset="0"/>
              <a:buNone/>
            </a:pPr>
            <a:r>
              <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（2）单击窗口状态栏左边的“幻灯片放映”按钮 。</a:t>
            </a:r>
            <a:endParaRPr sz="1200" spc="100" dirty="0">
              <a:solidFill>
                <a:schemeClr val="tx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nvPicPr>
        <p:blipFill>
          <a:blip r:embed="rId8">
            <a:clrChange>
              <a:clrFrom>
                <a:srgbClr val="FFFFFF">
                  <a:alpha val="100000"/>
                </a:srgbClr>
              </a:clrFrom>
              <a:clrTo>
                <a:srgbClr val="FFFFFF">
                  <a:alpha val="100000"/>
                  <a:alpha val="0"/>
                </a:srgbClr>
              </a:clrTo>
            </a:clrChange>
          </a:blip>
          <a:stretch>
            <a:fillRect/>
          </a:stretch>
        </p:blipFill>
        <p:spPr>
          <a:xfrm>
            <a:off x="5046980" y="1068705"/>
            <a:ext cx="3307080" cy="1943100"/>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任意多边形: 形状 30"/>
          <p:cNvSpPr/>
          <p:nvPr>
            <p:custDataLst>
              <p:tags r:id="rId1"/>
            </p:custDataLst>
          </p:nvPr>
        </p:nvSpPr>
        <p:spPr>
          <a:xfrm>
            <a:off x="3729038" y="0"/>
            <a:ext cx="5414963" cy="5143500"/>
          </a:xfrm>
          <a:custGeom>
            <a:avLst/>
            <a:gdLst>
              <a:gd name="connsiteX0" fmla="*/ 6991350 w 9821635"/>
              <a:gd name="connsiteY0" fmla="*/ 0 h 6991350"/>
              <a:gd name="connsiteX1" fmla="*/ 9821635 w 9821635"/>
              <a:gd name="connsiteY1" fmla="*/ 0 h 6991350"/>
              <a:gd name="connsiteX2" fmla="*/ 9821635 w 9821635"/>
              <a:gd name="connsiteY2" fmla="*/ 6991350 h 6991350"/>
              <a:gd name="connsiteX3" fmla="*/ 0 w 9821635"/>
              <a:gd name="connsiteY3" fmla="*/ 6991350 h 6991350"/>
            </a:gdLst>
            <a:ahLst/>
            <a:cxnLst>
              <a:cxn ang="0">
                <a:pos x="connsiteX0" y="connsiteY0"/>
              </a:cxn>
              <a:cxn ang="0">
                <a:pos x="connsiteX1" y="connsiteY1"/>
              </a:cxn>
              <a:cxn ang="0">
                <a:pos x="connsiteX2" y="connsiteY2"/>
              </a:cxn>
              <a:cxn ang="0">
                <a:pos x="connsiteX3" y="connsiteY3"/>
              </a:cxn>
            </a:cxnLst>
            <a:rect l="l" t="t" r="r" b="b"/>
            <a:pathLst>
              <a:path w="9821635" h="6991350">
                <a:moveTo>
                  <a:pt x="6991350" y="0"/>
                </a:moveTo>
                <a:lnTo>
                  <a:pt x="9821635" y="0"/>
                </a:lnTo>
                <a:lnTo>
                  <a:pt x="9821635" y="6991350"/>
                </a:lnTo>
                <a:lnTo>
                  <a:pt x="0" y="6991350"/>
                </a:lnTo>
                <a:close/>
              </a:path>
            </a:pathLst>
          </a:custGeom>
          <a:pattFill prst="ltHorz">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200" b="1">
              <a:solidFill>
                <a:schemeClr val="bg1"/>
              </a:solidFill>
              <a:latin typeface="+mn-ea"/>
            </a:endParaRPr>
          </a:p>
        </p:txBody>
      </p:sp>
      <p:sp>
        <p:nvSpPr>
          <p:cNvPr id="25" name="矩形 24"/>
          <p:cNvSpPr/>
          <p:nvPr>
            <p:custDataLst>
              <p:tags r:id="rId2"/>
            </p:custDataLst>
          </p:nvPr>
        </p:nvSpPr>
        <p:spPr>
          <a:xfrm>
            <a:off x="469302" y="1150686"/>
            <a:ext cx="8205395" cy="313610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200" b="1">
              <a:solidFill>
                <a:schemeClr val="bg1"/>
              </a:solidFill>
              <a:latin typeface="+mn-ea"/>
            </a:endParaRPr>
          </a:p>
        </p:txBody>
      </p:sp>
      <p:sp>
        <p:nvSpPr>
          <p:cNvPr id="26" name="矩形 25"/>
          <p:cNvSpPr/>
          <p:nvPr>
            <p:custDataLst>
              <p:tags r:id="rId3"/>
            </p:custDataLst>
          </p:nvPr>
        </p:nvSpPr>
        <p:spPr>
          <a:xfrm>
            <a:off x="5509176" y="909846"/>
            <a:ext cx="2953720" cy="4816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200" b="1">
              <a:solidFill>
                <a:schemeClr val="bg1"/>
              </a:solidFill>
              <a:latin typeface="+mn-ea"/>
            </a:endParaRPr>
          </a:p>
        </p:txBody>
      </p:sp>
      <p:sp>
        <p:nvSpPr>
          <p:cNvPr id="22" name="矩形 21"/>
          <p:cNvSpPr/>
          <p:nvPr>
            <p:custDataLst>
              <p:tags r:id="rId4"/>
            </p:custDataLst>
          </p:nvPr>
        </p:nvSpPr>
        <p:spPr>
          <a:xfrm>
            <a:off x="5955133" y="836153"/>
            <a:ext cx="2440639" cy="46863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sz="1200" b="1">
              <a:solidFill>
                <a:schemeClr val="bg1"/>
              </a:solidFill>
              <a:latin typeface="+mn-ea"/>
            </a:endParaRPr>
          </a:p>
        </p:txBody>
      </p:sp>
      <p:sp>
        <p:nvSpPr>
          <p:cNvPr id="2" name="文本框 1"/>
          <p:cNvSpPr txBox="1"/>
          <p:nvPr>
            <p:custDataLst>
              <p:tags r:id="rId5"/>
            </p:custDataLst>
          </p:nvPr>
        </p:nvSpPr>
        <p:spPr>
          <a:xfrm>
            <a:off x="4285734" y="1684602"/>
            <a:ext cx="4138613" cy="2425446"/>
          </a:xfrm>
          <a:prstGeom prst="rect">
            <a:avLst/>
          </a:prstGeom>
          <a:noFill/>
        </p:spPr>
        <p:txBody>
          <a:bodyPr wrap="square" lIns="68580" tIns="34290" rIns="68580" bIns="34290" rtlCol="0">
            <a:normAutofit/>
          </a:bodyPr>
          <a:lstStyle>
            <a:defPPr>
              <a:defRPr lang="zh-CN"/>
            </a:defPPr>
            <a:lvl1pPr fontAlgn="auto">
              <a:lnSpc>
                <a:spcPct val="130000"/>
              </a:lnSpc>
              <a:spcAft>
                <a:spcPts val="1000"/>
              </a:spcAft>
              <a:defRPr sz="1600" spc="150"/>
            </a:lvl1pPr>
          </a:lstStyle>
          <a:p>
            <a:pPr marL="0" lvl="0" indent="0" algn="l" fontAlgn="auto">
              <a:lnSpc>
                <a:spcPct val="120000"/>
              </a:lnSpc>
              <a:spcBef>
                <a:spcPts val="0"/>
              </a:spcBef>
              <a:spcAft>
                <a:spcPts val="1000"/>
              </a:spcAft>
              <a:buSzPct val="100000"/>
              <a:buNone/>
              <a:defRPr sz="1800" b="0">
                <a:solidFill>
                  <a:srgbClr val="F7F9FF"/>
                </a:solidFill>
                <a:latin typeface="Lato Regular"/>
                <a:ea typeface="Lato Regular"/>
                <a:cs typeface="Lato Regular"/>
                <a:sym typeface="Lato Regular"/>
              </a:defRPr>
            </a:pPr>
            <a:r>
              <a:rPr lang="zh-CN" altLang="en-US" sz="140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在设计和制作演示文稿时，我们可以将一些比较好的演示文稿直接保存为模板。</a:t>
            </a:r>
            <a:endParaRPr lang="zh-CN" altLang="en-US" sz="140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marL="749300" lvl="1" indent="-304800" algn="l" fontAlgn="ctr">
              <a:lnSpc>
                <a:spcPct val="130000"/>
              </a:lnSpc>
              <a:spcBef>
                <a:spcPts val="0"/>
              </a:spcBef>
              <a:spcAft>
                <a:spcPts val="0"/>
              </a:spcAft>
              <a:buSzPct val="100000"/>
              <a:buFont typeface="+mj-lt"/>
              <a:buAutoNum type="arabicPeriod"/>
            </a:pPr>
            <a:r>
              <a:rPr lang="zh-CN" altLang="en-US" sz="140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单击“文件”选项卡→“另存为”命令。</a:t>
            </a:r>
            <a:endParaRPr lang="zh-CN" altLang="en-US" sz="140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a:p>
            <a:pPr marL="749300" lvl="1" indent="-304800" algn="l" fontAlgn="ctr">
              <a:lnSpc>
                <a:spcPct val="130000"/>
              </a:lnSpc>
              <a:spcBef>
                <a:spcPts val="0"/>
              </a:spcBef>
              <a:spcAft>
                <a:spcPts val="0"/>
              </a:spcAft>
              <a:buSzPct val="100000"/>
              <a:buFont typeface="+mj-lt"/>
              <a:buAutoNum type="arabicPeriod"/>
            </a:pPr>
            <a:r>
              <a:rPr lang="zh-CN" altLang="en-US" sz="140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在打开的“另存为”对话框中，指定保存位置和文件名后，在“保存类型”下拉列表中，选择“PowerPoint 模板”，如图 6-56 所示，单击“保存”按钮。</a:t>
            </a:r>
            <a:endParaRPr lang="zh-CN" altLang="en-US" sz="140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p:txBody>
      </p:sp>
      <p:sp>
        <p:nvSpPr>
          <p:cNvPr id="4" name="文本框 3"/>
          <p:cNvSpPr txBox="1"/>
          <p:nvPr>
            <p:custDataLst>
              <p:tags r:id="rId6"/>
            </p:custDataLst>
          </p:nvPr>
        </p:nvSpPr>
        <p:spPr>
          <a:xfrm>
            <a:off x="5623961" y="879525"/>
            <a:ext cx="2724150" cy="468630"/>
          </a:xfrm>
          <a:prstGeom prst="rect">
            <a:avLst/>
          </a:prstGeom>
          <a:noFill/>
        </p:spPr>
        <p:txBody>
          <a:bodyPr wrap="square" lIns="68580" tIns="34290" rIns="68580" bIns="34290" rtlCol="0">
            <a:normAutofit lnSpcReduction="20000"/>
          </a:bodyPr>
          <a:lstStyle/>
          <a:p>
            <a:pPr marL="0" indent="0" algn="l">
              <a:lnSpc>
                <a:spcPct val="120000"/>
              </a:lnSpc>
              <a:spcBef>
                <a:spcPts val="0"/>
              </a:spcBef>
              <a:spcAft>
                <a:spcPts val="0"/>
              </a:spcAft>
              <a:buSzPct val="100000"/>
              <a:buNone/>
            </a:pPr>
            <a:r>
              <a:rPr lang="zh-CN" altLang="en-US" sz="2400" b="1" spc="30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rPr>
              <a:t>保存为模板</a:t>
            </a:r>
            <a:endParaRPr lang="zh-CN" altLang="en-US" sz="2400" b="1" spc="300">
              <a:solidFill>
                <a:schemeClr val="tx1">
                  <a:lumMod val="75000"/>
                  <a:lumOff val="25000"/>
                </a:schemeClr>
              </a:solidFill>
              <a:latin typeface="Arial" panose="020B0604020202020204" pitchFamily="34" charset="0"/>
              <a:ea typeface="微软雅黑" panose="020B0503020204020204" charset="-122"/>
              <a:sym typeface="Arial" panose="020B0604020202020204" pitchFamily="34" charset="0"/>
            </a:endParaRPr>
          </a:p>
        </p:txBody>
      </p:sp>
      <p:pic>
        <p:nvPicPr>
          <p:cNvPr id="5" name="图片 4"/>
          <p:cNvPicPr>
            <a:picLocks noChangeAspect="1"/>
          </p:cNvPicPr>
          <p:nvPr>
            <p:custDataLst>
              <p:tags r:id="rId7"/>
            </p:custDataLst>
          </p:nvPr>
        </p:nvPicPr>
        <p:blipFill>
          <a:blip r:embed="rId8"/>
          <a:srcRect/>
          <a:stretch>
            <a:fillRect/>
          </a:stretch>
        </p:blipFill>
        <p:spPr>
          <a:xfrm>
            <a:off x="172965" y="1033292"/>
            <a:ext cx="3821127" cy="2457492"/>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custDataLst>
              <p:tags r:id="rId1"/>
            </p:custDataLst>
          </p:nvPr>
        </p:nvSpPr>
        <p:spPr>
          <a:xfrm>
            <a:off x="4867275" y="1009065"/>
            <a:ext cx="3748493" cy="530287"/>
          </a:xfrm>
          <a:prstGeom prst="rect">
            <a:avLst/>
          </a:prstGeom>
          <a:noFill/>
        </p:spPr>
        <p:txBody>
          <a:bodyPr wrap="square" lIns="67500" tIns="35100" rIns="67500" bIns="35100" rtlCol="0" anchor="b" anchorCtr="0">
            <a:normAutofit lnSpcReduction="10000"/>
          </a:bodyPr>
          <a:lstStyle/>
          <a:p>
            <a:pPr marL="0" indent="0" algn="l" defTabSz="685800">
              <a:lnSpc>
                <a:spcPct val="120000"/>
              </a:lnSpc>
              <a:spcBef>
                <a:spcPts val="0"/>
              </a:spcBef>
              <a:spcAft>
                <a:spcPts val="0"/>
              </a:spcAft>
              <a:buSzPct val="100000"/>
              <a:buNone/>
            </a:pPr>
            <a:r>
              <a:rPr lang="zh-CN" altLang="en-US" sz="2700" b="1" spc="300">
                <a:solidFill>
                  <a:schemeClr val="tx1">
                    <a:lumMod val="75000"/>
                    <a:lumOff val="25000"/>
                  </a:schemeClr>
                </a:solidFill>
                <a:latin typeface="Arial" panose="020B0604020202020204" pitchFamily="34" charset="0"/>
                <a:ea typeface="微软雅黑" panose="020B0503020204020204" charset="-122"/>
                <a:cs typeface="+mj-cs"/>
                <a:sym typeface="Arial" panose="020B0604020202020204" pitchFamily="34" charset="0"/>
              </a:rPr>
              <a:t>快速变换模板</a:t>
            </a:r>
            <a:endParaRPr lang="zh-CN" altLang="en-US" sz="2700" b="1" spc="300">
              <a:solidFill>
                <a:schemeClr val="tx1">
                  <a:lumMod val="75000"/>
                  <a:lumOff val="25000"/>
                </a:schemeClr>
              </a:solidFill>
              <a:latin typeface="Arial" panose="020B0604020202020204" pitchFamily="34" charset="0"/>
              <a:ea typeface="微软雅黑" panose="020B0503020204020204" charset="-122"/>
              <a:cs typeface="+mj-cs"/>
              <a:sym typeface="Arial" panose="020B0604020202020204" pitchFamily="34" charset="0"/>
            </a:endParaRPr>
          </a:p>
        </p:txBody>
      </p:sp>
      <p:sp>
        <p:nvSpPr>
          <p:cNvPr id="7" name="文本框 6"/>
          <p:cNvSpPr txBox="1"/>
          <p:nvPr>
            <p:custDataLst>
              <p:tags r:id="rId2"/>
            </p:custDataLst>
          </p:nvPr>
        </p:nvSpPr>
        <p:spPr>
          <a:xfrm>
            <a:off x="4867275" y="1592612"/>
            <a:ext cx="3748493" cy="2965685"/>
          </a:xfrm>
          <a:prstGeom prst="rect">
            <a:avLst/>
          </a:prstGeom>
        </p:spPr>
        <p:txBody>
          <a:bodyPr wrap="square" tIns="35100" bIns="35100">
            <a:normAutofit lnSpcReduction="10000"/>
          </a:bodyPr>
          <a:lstStyle>
            <a:defPPr>
              <a:defRPr lang="en-US"/>
            </a:defPPr>
            <a:lvl1pPr marR="0" lvl="0" indent="0" algn="ctr" defTabSz="914400" fontAlgn="auto">
              <a:lnSpc>
                <a:spcPct val="130000"/>
              </a:lnSpc>
              <a:spcBef>
                <a:spcPct val="0"/>
              </a:spcBef>
              <a:buClrTx/>
              <a:buSzTx/>
              <a:buFontTx/>
              <a:buNone/>
              <a:defRPr kumimoji="0" sz="1400" b="0" i="0" u="none" strike="noStrike" cap="none" spc="0" normalizeH="0" baseline="0">
                <a:ln>
                  <a:noFill/>
                </a:ln>
                <a:solidFill>
                  <a:schemeClr val="bg1"/>
                </a:solidFill>
                <a:effectLst/>
                <a:uLnTx/>
                <a:uFillTx/>
                <a:latin typeface="Arial" panose="020B0604020202020204" pitchFamily="34" charset="0"/>
                <a:ea typeface="微软雅黑" panose="020B0503020204020204" charset="-122"/>
                <a:cs typeface="Arial" panose="020B0604020202020204" pitchFamily="34" charset="0"/>
              </a:defRPr>
            </a:lvl1pPr>
            <a:lvl2pPr defTabSz="914400"/>
            <a:lvl3pPr defTabSz="914400"/>
            <a:lvl4pPr defTabSz="914400"/>
            <a:lvl5pPr defTabSz="914400"/>
            <a:lvl6pPr defTabSz="914400"/>
            <a:lvl7pPr defTabSz="914400"/>
            <a:lvl8pPr defTabSz="914400"/>
            <a:lvl9pPr defTabSz="914400"/>
          </a:lstStyle>
          <a:p>
            <a:pPr marL="0" lvl="0" indent="0" algn="l" fontAlgn="auto">
              <a:lnSpc>
                <a:spcPct val="120000"/>
              </a:lnSpc>
              <a:spcBef>
                <a:spcPts val="0"/>
              </a:spcBef>
              <a:spcAft>
                <a:spcPts val="0"/>
              </a:spcAft>
              <a:buSzPct val="100000"/>
              <a:buNone/>
              <a:defRPr sz="1800" b="0">
                <a:solidFill>
                  <a:srgbClr val="F7F9FF"/>
                </a:solidFill>
                <a:latin typeface="Lato Regular"/>
                <a:ea typeface="Lato Regular"/>
                <a:cs typeface="Lato Regular"/>
                <a:sym typeface="Lato Regular"/>
              </a:defRPr>
            </a:pPr>
            <a:r>
              <a:rPr lang="zh-CN" altLang="en-US" sz="1200" spc="150">
                <a:solidFill>
                  <a:schemeClr val="tx1">
                    <a:lumMod val="75000"/>
                    <a:lumOff val="25000"/>
                  </a:schemeClr>
                </a:solidFill>
                <a:ea typeface="微软雅黑" panose="020B0503020204020204" charset="-122"/>
                <a:cs typeface="+mn-cs"/>
                <a:sym typeface="Arial" panose="020B0604020202020204" pitchFamily="34" charset="0"/>
              </a:rPr>
              <a:t>PowerPoint有一个很大的优点就是可以使演示文稿中的所有幻灯片都有一致的外观。设计模板决定了幻灯片的主要外观，包括背景、预制的配色方案、背景图形等。使用设计模板，可以快速地为演示文稿选择统一的背景图案和配色方案。其具体操作步骤如下：</a:t>
            </a:r>
            <a:endParaRPr lang="zh-CN" altLang="en-US" sz="1200" spc="150">
              <a:solidFill>
                <a:schemeClr val="tx1">
                  <a:lumMod val="75000"/>
                  <a:lumOff val="25000"/>
                </a:schemeClr>
              </a:solidFill>
              <a:ea typeface="微软雅黑" panose="020B0503020204020204" charset="-122"/>
              <a:cs typeface="+mn-cs"/>
              <a:sym typeface="Arial" panose="020B0604020202020204" pitchFamily="34" charset="0"/>
            </a:endParaRPr>
          </a:p>
          <a:p>
            <a:pPr marL="749300" lvl="1" indent="-304800" algn="l" fontAlgn="ctr">
              <a:lnSpc>
                <a:spcPct val="130000"/>
              </a:lnSpc>
              <a:spcBef>
                <a:spcPts val="0"/>
              </a:spcBef>
              <a:spcAft>
                <a:spcPts val="0"/>
              </a:spcAft>
              <a:buSzPct val="100000"/>
              <a:buFont typeface="+mj-lt"/>
              <a:buAutoNum type="arabicPeriod"/>
            </a:pPr>
            <a:r>
              <a:rPr lang="zh-CN" altLang="en-US" sz="1200" spc="150">
                <a:solidFill>
                  <a:schemeClr val="tx1">
                    <a:lumMod val="75000"/>
                    <a:lumOff val="25000"/>
                  </a:schemeClr>
                </a:solidFill>
                <a:ea typeface="微软雅黑" panose="020B0503020204020204" charset="-122"/>
                <a:cs typeface="+mn-cs"/>
                <a:sym typeface="Arial" panose="020B0604020202020204" pitchFamily="34" charset="0"/>
              </a:rPr>
              <a:t>打开要应用设计模板的演示文稿。</a:t>
            </a:r>
            <a:endParaRPr lang="zh-CN" altLang="en-US" sz="1200" spc="150">
              <a:solidFill>
                <a:schemeClr val="tx1">
                  <a:lumMod val="75000"/>
                  <a:lumOff val="25000"/>
                </a:schemeClr>
              </a:solidFill>
              <a:ea typeface="微软雅黑" panose="020B0503020204020204" charset="-122"/>
              <a:cs typeface="+mn-cs"/>
              <a:sym typeface="Arial" panose="020B0604020202020204" pitchFamily="34" charset="0"/>
            </a:endParaRPr>
          </a:p>
          <a:p>
            <a:pPr marL="749300" lvl="1" indent="-304800" algn="l" fontAlgn="ctr">
              <a:lnSpc>
                <a:spcPct val="130000"/>
              </a:lnSpc>
              <a:spcBef>
                <a:spcPts val="0"/>
              </a:spcBef>
              <a:spcAft>
                <a:spcPts val="0"/>
              </a:spcAft>
              <a:buSzPct val="100000"/>
              <a:buFont typeface="+mj-lt"/>
              <a:buAutoNum type="arabicPeriod"/>
            </a:pPr>
            <a:r>
              <a:rPr lang="zh-CN" altLang="en-US" sz="1200" spc="150">
                <a:solidFill>
                  <a:schemeClr val="tx1">
                    <a:lumMod val="75000"/>
                    <a:lumOff val="25000"/>
                  </a:schemeClr>
                </a:solidFill>
                <a:ea typeface="微软雅黑" panose="020B0503020204020204" charset="-122"/>
                <a:cs typeface="+mn-cs"/>
                <a:sym typeface="Arial" panose="020B0604020202020204" pitchFamily="34" charset="0"/>
              </a:rPr>
              <a:t>在“设计”选项卡中，浏览系统提供的“主题”下拉列表，如图 6-57 所示。</a:t>
            </a:r>
            <a:endParaRPr lang="zh-CN" altLang="en-US" sz="1200" spc="150">
              <a:solidFill>
                <a:schemeClr val="tx1">
                  <a:lumMod val="75000"/>
                  <a:lumOff val="25000"/>
                </a:schemeClr>
              </a:solidFill>
              <a:ea typeface="微软雅黑" panose="020B0503020204020204" charset="-122"/>
              <a:cs typeface="+mn-cs"/>
              <a:sym typeface="Arial" panose="020B0604020202020204" pitchFamily="34" charset="0"/>
            </a:endParaRPr>
          </a:p>
          <a:p>
            <a:pPr marL="749300" lvl="1" indent="-304800" algn="l" fontAlgn="ctr">
              <a:lnSpc>
                <a:spcPct val="130000"/>
              </a:lnSpc>
              <a:spcBef>
                <a:spcPts val="0"/>
              </a:spcBef>
              <a:spcAft>
                <a:spcPts val="0"/>
              </a:spcAft>
              <a:buSzPct val="100000"/>
              <a:buFont typeface="+mj-lt"/>
              <a:buAutoNum type="arabicPeriod"/>
            </a:pPr>
            <a:r>
              <a:rPr lang="zh-CN" altLang="en-US" sz="1200" spc="150">
                <a:solidFill>
                  <a:schemeClr val="tx1">
                    <a:lumMod val="75000"/>
                    <a:lumOff val="25000"/>
                  </a:schemeClr>
                </a:solidFill>
                <a:ea typeface="微软雅黑" panose="020B0503020204020204" charset="-122"/>
                <a:cs typeface="+mn-cs"/>
                <a:sym typeface="Arial" panose="020B0604020202020204" pitchFamily="34" charset="0"/>
              </a:rPr>
              <a:t>在需要的设计模板上单击鼠标，则整个演示文稿的幻灯片都按照选择的模板进行改变。</a:t>
            </a:r>
            <a:endParaRPr lang="zh-CN" altLang="en-US" sz="1200" spc="150">
              <a:solidFill>
                <a:schemeClr val="tx1">
                  <a:lumMod val="75000"/>
                  <a:lumOff val="25000"/>
                </a:schemeClr>
              </a:solidFill>
              <a:ea typeface="微软雅黑" panose="020B0503020204020204" charset="-122"/>
              <a:cs typeface="+mn-cs"/>
              <a:sym typeface="Arial" panose="020B0604020202020204" pitchFamily="34" charset="0"/>
            </a:endParaRPr>
          </a:p>
        </p:txBody>
      </p:sp>
      <p:sp>
        <p:nvSpPr>
          <p:cNvPr id="5" name="矩形 4"/>
          <p:cNvSpPr/>
          <p:nvPr>
            <p:custDataLst>
              <p:tags r:id="rId3"/>
            </p:custDataLst>
          </p:nvPr>
        </p:nvSpPr>
        <p:spPr>
          <a:xfrm>
            <a:off x="286385" y="963295"/>
            <a:ext cx="4112260" cy="3595370"/>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lnSpc>
                <a:spcPct val="120000"/>
              </a:lnSpc>
            </a:pPr>
            <a:endParaRPr lang="zh-CN" altLang="en-US" sz="1350">
              <a:latin typeface="Arial" panose="020B0604020202020204" pitchFamily="34" charset="0"/>
              <a:ea typeface="微软雅黑" panose="020B0503020204020204" charset="-122"/>
              <a:sym typeface="Arial" panose="020B0604020202020204" pitchFamily="34" charset="0"/>
            </a:endParaRPr>
          </a:p>
        </p:txBody>
      </p:sp>
      <p:pic>
        <p:nvPicPr>
          <p:cNvPr id="9" name="图片 8"/>
          <p:cNvPicPr>
            <a:picLocks noChangeAspect="1"/>
          </p:cNvPicPr>
          <p:nvPr>
            <p:custDataLst>
              <p:tags r:id="rId4"/>
            </p:custDataLst>
          </p:nvPr>
        </p:nvPicPr>
        <p:blipFill rotWithShape="1">
          <a:blip r:embed="rId5"/>
          <a:srcRect/>
          <a:stretch>
            <a:fillRect/>
          </a:stretch>
        </p:blipFill>
        <p:spPr>
          <a:xfrm>
            <a:off x="423545" y="1445742"/>
            <a:ext cx="4208780" cy="2189784"/>
          </a:xfrm>
          <a:prstGeom prst="rect">
            <a:avLst/>
          </a:prstGeom>
        </p:spPr>
      </p:pic>
      <p:cxnSp>
        <p:nvCxnSpPr>
          <p:cNvPr id="50" name="直接连接符 49"/>
          <p:cNvCxnSpPr/>
          <p:nvPr>
            <p:custDataLst>
              <p:tags r:id="rId6"/>
            </p:custDataLst>
          </p:nvPr>
        </p:nvCxnSpPr>
        <p:spPr>
          <a:xfrm flipV="1">
            <a:off x="8560435" y="464820"/>
            <a:ext cx="0" cy="32258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custDataLst>
              <p:tags r:id="rId7"/>
            </p:custDataLst>
          </p:nvPr>
        </p:nvCxnSpPr>
        <p:spPr>
          <a:xfrm>
            <a:off x="8046720" y="571500"/>
            <a:ext cx="741680"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custDataLst>
              <p:tags r:id="rId8"/>
            </p:custDataLst>
          </p:nvPr>
        </p:nvCxnSpPr>
        <p:spPr>
          <a:xfrm flipV="1">
            <a:off x="8633460" y="464820"/>
            <a:ext cx="0" cy="64516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9"/>
            </p:custDataLst>
          </p:nvPr>
        </p:nvCxnSpPr>
        <p:spPr>
          <a:xfrm>
            <a:off x="8388985" y="647700"/>
            <a:ext cx="399415"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sp>
        <p:nvSpPr>
          <p:cNvPr id="15" name="矩形 14"/>
          <p:cNvSpPr/>
          <p:nvPr userDrawn="1">
            <p:custDataLst>
              <p:tags r:id="rId1"/>
            </p:custDataLst>
          </p:nvPr>
        </p:nvSpPr>
        <p:spPr>
          <a:xfrm>
            <a:off x="0" y="1038979"/>
            <a:ext cx="9144000" cy="3878199"/>
          </a:xfrm>
          <a:prstGeom prst="rect">
            <a:avLst/>
          </a:prstGeom>
          <a:solidFill>
            <a:srgbClr val="FCFDFD"/>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a:solidFill>
                <a:srgbClr val="FFFFFF"/>
              </a:solidFill>
              <a:latin typeface="微软雅黑" panose="020B0503020204020204" charset="-122"/>
              <a:ea typeface="微软雅黑" panose="020B0503020204020204" charset="-122"/>
            </a:endParaRPr>
          </a:p>
        </p:txBody>
      </p:sp>
      <p:sp>
        <p:nvSpPr>
          <p:cNvPr id="14" name="矩形 13"/>
          <p:cNvSpPr/>
          <p:nvPr userDrawn="1">
            <p:custDataLst>
              <p:tags r:id="rId2"/>
            </p:custDataLst>
          </p:nvPr>
        </p:nvSpPr>
        <p:spPr>
          <a:xfrm>
            <a:off x="0" y="1039495"/>
            <a:ext cx="9144635" cy="4103370"/>
          </a:xfrm>
          <a:prstGeom prst="rect">
            <a:avLst/>
          </a:prstGeom>
          <a:solidFill>
            <a:srgbClr val="EEF5F6"/>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a:solidFill>
                <a:srgbClr val="FFFFFF"/>
              </a:solidFill>
              <a:latin typeface="微软雅黑" panose="020B0503020204020204" charset="-122"/>
              <a:ea typeface="微软雅黑" panose="020B0503020204020204" charset="-122"/>
            </a:endParaRPr>
          </a:p>
        </p:txBody>
      </p:sp>
      <p:pic>
        <p:nvPicPr>
          <p:cNvPr id="10" name="图片 9"/>
          <p:cNvPicPr/>
          <p:nvPr userDrawn="1">
            <p:custDataLst>
              <p:tags r:id="rId3"/>
            </p:custDataLst>
          </p:nvPr>
        </p:nvPicPr>
        <p:blipFill>
          <a:blip r:embed="rId4" r:link="rId5" cstate="print">
            <a:extLst>
              <a:ext uri="{28A0092B-C50C-407E-A947-70E740481C1C}">
                <a14:useLocalDpi xmlns:a14="http://schemas.microsoft.com/office/drawing/2010/main" val="0"/>
              </a:ext>
            </a:extLst>
          </a:blip>
          <a:stretch>
            <a:fillRect/>
          </a:stretch>
        </p:blipFill>
        <p:spPr>
          <a:xfrm>
            <a:off x="94615" y="381635"/>
            <a:ext cx="720090" cy="720090"/>
          </a:xfrm>
          <a:prstGeom prst="rect">
            <a:avLst/>
          </a:prstGeom>
        </p:spPr>
      </p:pic>
      <p:pic>
        <p:nvPicPr>
          <p:cNvPr id="9" name="图片 8"/>
          <p:cNvPicPr/>
          <p:nvPr userDrawn="1">
            <p:custDataLst>
              <p:tags r:id="rId6"/>
            </p:custDataLst>
          </p:nvPr>
        </p:nvPicPr>
        <p:blipFill>
          <a:blip r:embed="rId7" r:link="rId8" cstate="print">
            <a:extLst>
              <a:ext uri="{28A0092B-C50C-407E-A947-70E740481C1C}">
                <a14:useLocalDpi xmlns:a14="http://schemas.microsoft.com/office/drawing/2010/main" val="0"/>
              </a:ext>
            </a:extLst>
          </a:blip>
          <a:stretch>
            <a:fillRect/>
          </a:stretch>
        </p:blipFill>
        <p:spPr>
          <a:xfrm>
            <a:off x="8355330" y="325755"/>
            <a:ext cx="720090" cy="720090"/>
          </a:xfrm>
          <a:prstGeom prst="rect">
            <a:avLst/>
          </a:prstGeom>
        </p:spPr>
      </p:pic>
      <p:sp>
        <p:nvSpPr>
          <p:cNvPr id="3" name="Title 6"/>
          <p:cNvSpPr txBox="1"/>
          <p:nvPr>
            <p:custDataLst>
              <p:tags r:id="rId9"/>
            </p:custDataLst>
          </p:nvPr>
        </p:nvSpPr>
        <p:spPr>
          <a:xfrm>
            <a:off x="730885" y="450850"/>
            <a:ext cx="7127875" cy="469900"/>
          </a:xfrm>
          <a:prstGeom prst="rect">
            <a:avLst/>
          </a:prstGeom>
          <a:noFill/>
          <a:ln w="3175">
            <a:noFill/>
            <a:prstDash val="dash"/>
          </a:ln>
        </p:spPr>
        <p:txBody>
          <a:bodyPr wrap="square" lIns="54000" tIns="27000" rIns="54000" bIns="2700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indent="0" algn="l">
              <a:lnSpc>
                <a:spcPct val="100000"/>
              </a:lnSpc>
              <a:spcBef>
                <a:spcPts val="0"/>
              </a:spcBef>
              <a:spcAft>
                <a:spcPts val="0"/>
              </a:spcAft>
              <a:buSzPct val="100000"/>
              <a:buNone/>
              <a:defRPr/>
            </a:pPr>
            <a:r>
              <a:rPr kumimoji="0" lang="zh-CN" altLang="en-US" sz="2700" b="1" i="0" spc="300" noProof="0">
                <a:ln w="3175">
                  <a:noFill/>
                  <a:prstDash val="dash"/>
                </a:ln>
                <a:solidFill>
                  <a:srgbClr val="404040"/>
                </a:solidFill>
                <a:effectLst/>
                <a:latin typeface="微软雅黑" panose="020B0503020204020204" charset="-122"/>
                <a:ea typeface="微软雅黑" panose="020B0503020204020204" charset="-122"/>
                <a:cs typeface="微软雅黑" panose="020B0503020204020204" charset="-122"/>
                <a:sym typeface="Arial" panose="020B0604020202020204" pitchFamily="34" charset="0"/>
              </a:rPr>
              <a:t>重新配色</a:t>
            </a:r>
            <a:endParaRPr kumimoji="0" lang="zh-CN" altLang="en-US" sz="2700" b="1" i="0" spc="300" noProof="0">
              <a:ln w="3175">
                <a:noFill/>
                <a:prstDash val="dash"/>
              </a:ln>
              <a:solidFill>
                <a:srgbClr val="404040"/>
              </a:solidFill>
              <a:effectLst/>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pic>
        <p:nvPicPr>
          <p:cNvPr id="4" name="图片 3"/>
          <p:cNvPicPr>
            <a:picLocks noChangeAspect="1"/>
          </p:cNvPicPr>
          <p:nvPr>
            <p:custDataLst>
              <p:tags r:id="rId10"/>
            </p:custDataLst>
          </p:nvPr>
        </p:nvPicPr>
        <p:blipFill rotWithShape="1">
          <a:blip r:embed="rId11">
            <a:clrChange>
              <a:clrFrom>
                <a:srgbClr val="FFFFFF">
                  <a:alpha val="100000"/>
                </a:srgbClr>
              </a:clrFrom>
              <a:clrTo>
                <a:srgbClr val="FFFFFF">
                  <a:alpha val="100000"/>
                  <a:alpha val="0"/>
                </a:srgbClr>
              </a:clrTo>
            </a:clrChange>
          </a:blip>
          <a:srcRect/>
          <a:stretch>
            <a:fillRect/>
          </a:stretch>
        </p:blipFill>
        <p:spPr>
          <a:xfrm>
            <a:off x="459742" y="1427406"/>
            <a:ext cx="5311316" cy="3105643"/>
          </a:xfrm>
          <a:prstGeom prst="rect">
            <a:avLst/>
          </a:prstGeom>
        </p:spPr>
      </p:pic>
      <p:sp>
        <p:nvSpPr>
          <p:cNvPr id="8" name="Title 6"/>
          <p:cNvSpPr txBox="1"/>
          <p:nvPr>
            <p:custDataLst>
              <p:tags r:id="rId12"/>
            </p:custDataLst>
          </p:nvPr>
        </p:nvSpPr>
        <p:spPr>
          <a:xfrm>
            <a:off x="5973445" y="1272540"/>
            <a:ext cx="2712720" cy="3415030"/>
          </a:xfrm>
          <a:prstGeom prst="rect">
            <a:avLst/>
          </a:prstGeom>
          <a:noFill/>
          <a:ln w="3175">
            <a:noFill/>
            <a:prstDash val="dash"/>
          </a:ln>
        </p:spPr>
        <p:txBody>
          <a:bodyPr wrap="square" lIns="54000" tIns="27000" rIns="54000" bIns="270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0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方案中的每种颜色会自动应用于幻灯片上的不同组件。进行重新配色的具体操作步骤如下：</a:t>
            </a:r>
            <a:endParaRPr lang="zh-CN" altLang="en-US" sz="10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749300" lvl="1" indent="-304800" algn="l" fontAlgn="ctr">
              <a:lnSpc>
                <a:spcPct val="130000"/>
              </a:lnSpc>
              <a:spcBef>
                <a:spcPts val="0"/>
              </a:spcBef>
              <a:spcAft>
                <a:spcPts val="0"/>
              </a:spcAft>
              <a:buSzPct val="100000"/>
              <a:buFont typeface="+mj-lt"/>
              <a:buAutoNum type="arabicPeriod"/>
            </a:pPr>
            <a:r>
              <a:rPr lang="zh-CN" altLang="en-US" sz="10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单击“设计”选项卡中的“变体”下拉列表中的某一项。</a:t>
            </a:r>
            <a:endParaRPr lang="zh-CN" altLang="en-US" sz="10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749300" lvl="1" indent="-304800" algn="l" fontAlgn="ctr">
              <a:lnSpc>
                <a:spcPct val="130000"/>
              </a:lnSpc>
              <a:spcBef>
                <a:spcPts val="0"/>
              </a:spcBef>
              <a:spcAft>
                <a:spcPts val="0"/>
              </a:spcAft>
              <a:buSzPct val="100000"/>
              <a:buFont typeface="+mj-lt"/>
              <a:buAutoNum type="arabicPeriod"/>
            </a:pPr>
            <a:r>
              <a:rPr lang="zh-CN" altLang="en-US" sz="10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在“应用配色方案”列表中，选择一种最接近的配色方案，如图 6-58 所示。</a:t>
            </a:r>
            <a:endParaRPr lang="zh-CN" altLang="en-US" sz="10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749300" lvl="1" indent="-304800" algn="l" fontAlgn="ctr">
              <a:lnSpc>
                <a:spcPct val="130000"/>
              </a:lnSpc>
              <a:spcBef>
                <a:spcPts val="0"/>
              </a:spcBef>
              <a:spcAft>
                <a:spcPts val="0"/>
              </a:spcAft>
              <a:buSzPct val="100000"/>
              <a:buFont typeface="+mj-lt"/>
              <a:buAutoNum type="arabicPeriod"/>
            </a:pPr>
            <a:r>
              <a:rPr lang="zh-CN" altLang="en-US" sz="10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单击任务窗格下方的“自定义颜色”命令，打开“新建主题颜色”对话框。</a:t>
            </a:r>
            <a:endParaRPr lang="zh-CN" altLang="en-US" sz="10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749300" lvl="1" indent="-304800" algn="l" fontAlgn="ctr">
              <a:lnSpc>
                <a:spcPct val="130000"/>
              </a:lnSpc>
              <a:spcBef>
                <a:spcPts val="0"/>
              </a:spcBef>
              <a:spcAft>
                <a:spcPts val="0"/>
              </a:spcAft>
              <a:buSzPct val="100000"/>
              <a:buFont typeface="+mj-lt"/>
              <a:buAutoNum type="arabicPeriod"/>
            </a:pPr>
            <a:r>
              <a:rPr lang="zh-CN" altLang="en-US" sz="10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为幻灯片的各个细节定义自己喜欢的颜色，也可以在“标准”选项卡中选择某一配色方案。</a:t>
            </a:r>
            <a:endParaRPr lang="zh-CN" altLang="en-US" sz="10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749300" lvl="1" indent="-304800" algn="l" fontAlgn="ctr">
              <a:lnSpc>
                <a:spcPct val="130000"/>
              </a:lnSpc>
              <a:spcBef>
                <a:spcPts val="0"/>
              </a:spcBef>
              <a:spcAft>
                <a:spcPts val="0"/>
              </a:spcAft>
              <a:buSzPct val="100000"/>
              <a:buFont typeface="+mj-lt"/>
              <a:buAutoNum type="arabicPeriod" startAt="5"/>
            </a:pPr>
            <a:r>
              <a:rPr lang="zh-CN" altLang="en-US" sz="10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单击“应用”按钮。</a:t>
            </a:r>
            <a:endParaRPr lang="zh-CN" altLang="en-US" sz="1000" spc="50">
              <a:ln w="3175">
                <a:noFill/>
                <a:prstDash val="dash"/>
              </a:ln>
              <a:solidFill>
                <a:srgbClr val="595959"/>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12" name="直接连接符 11"/>
          <p:cNvCxnSpPr/>
          <p:nvPr>
            <p:custDataLst>
              <p:tags r:id="rId13"/>
            </p:custDataLst>
          </p:nvPr>
        </p:nvCxnSpPr>
        <p:spPr>
          <a:xfrm>
            <a:off x="8550275" y="325755"/>
            <a:ext cx="15240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4"/>
            </p:custDataLst>
          </p:nvPr>
        </p:nvCxnSpPr>
        <p:spPr>
          <a:xfrm>
            <a:off x="8550275" y="381635"/>
            <a:ext cx="116840" cy="0"/>
          </a:xfrm>
          <a:prstGeom prst="line">
            <a:avLst/>
          </a:prstGeom>
          <a:ln w="12700">
            <a:solidFill>
              <a:srgbClr val="404040"/>
            </a:solidFill>
          </a:ln>
        </p:spPr>
        <p:style>
          <a:lnRef idx="1">
            <a:schemeClr val="accent1"/>
          </a:lnRef>
          <a:fillRef idx="0">
            <a:schemeClr val="accent1"/>
          </a:fillRef>
          <a:effectRef idx="0">
            <a:schemeClr val="accent1"/>
          </a:effectRef>
          <a:fontRef idx="minor">
            <a:schemeClr val="tx1"/>
          </a:fontRef>
        </p:style>
      </p:cxnSp>
    </p:spTree>
    <p:custDataLst>
      <p:tags r:id="rId15"/>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 name="Freeform 6"/>
          <p:cNvSpPr/>
          <p:nvPr>
            <p:custDataLst>
              <p:tags r:id="rId1"/>
            </p:custDataLst>
          </p:nvPr>
        </p:nvSpPr>
        <p:spPr bwMode="auto">
          <a:xfrm>
            <a:off x="1019175" y="3978900"/>
            <a:ext cx="463154" cy="470297"/>
          </a:xfrm>
          <a:custGeom>
            <a:avLst/>
            <a:gdLst>
              <a:gd name="T0" fmla="*/ 152 w 170"/>
              <a:gd name="T1" fmla="*/ 19 h 171"/>
              <a:gd name="T2" fmla="*/ 84 w 170"/>
              <a:gd name="T3" fmla="*/ 19 h 171"/>
              <a:gd name="T4" fmla="*/ 18 w 170"/>
              <a:gd name="T5" fmla="*/ 84 h 171"/>
              <a:gd name="T6" fmla="*/ 18 w 170"/>
              <a:gd name="T7" fmla="*/ 152 h 171"/>
              <a:gd name="T8" fmla="*/ 18 w 170"/>
              <a:gd name="T9" fmla="*/ 152 h 171"/>
              <a:gd name="T10" fmla="*/ 86 w 170"/>
              <a:gd name="T11" fmla="*/ 152 h 171"/>
              <a:gd name="T12" fmla="*/ 152 w 170"/>
              <a:gd name="T13" fmla="*/ 87 h 171"/>
              <a:gd name="T14" fmla="*/ 152 w 170"/>
              <a:gd name="T15" fmla="*/ 19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0" h="171">
                <a:moveTo>
                  <a:pt x="152" y="19"/>
                </a:moveTo>
                <a:cubicBezTo>
                  <a:pt x="133" y="0"/>
                  <a:pt x="102" y="0"/>
                  <a:pt x="84" y="19"/>
                </a:cubicBezTo>
                <a:cubicBezTo>
                  <a:pt x="18" y="84"/>
                  <a:pt x="18" y="84"/>
                  <a:pt x="18" y="84"/>
                </a:cubicBezTo>
                <a:cubicBezTo>
                  <a:pt x="0" y="103"/>
                  <a:pt x="0" y="133"/>
                  <a:pt x="18" y="152"/>
                </a:cubicBezTo>
                <a:cubicBezTo>
                  <a:pt x="18" y="152"/>
                  <a:pt x="18" y="152"/>
                  <a:pt x="18" y="152"/>
                </a:cubicBezTo>
                <a:cubicBezTo>
                  <a:pt x="37" y="171"/>
                  <a:pt x="68" y="171"/>
                  <a:pt x="86" y="152"/>
                </a:cubicBezTo>
                <a:cubicBezTo>
                  <a:pt x="152" y="87"/>
                  <a:pt x="152" y="87"/>
                  <a:pt x="152" y="87"/>
                </a:cubicBezTo>
                <a:cubicBezTo>
                  <a:pt x="170" y="68"/>
                  <a:pt x="170" y="37"/>
                  <a:pt x="152" y="19"/>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5" name="Freeform 7"/>
          <p:cNvSpPr/>
          <p:nvPr>
            <p:custDataLst>
              <p:tags r:id="rId2"/>
            </p:custDataLst>
          </p:nvPr>
        </p:nvSpPr>
        <p:spPr bwMode="auto">
          <a:xfrm>
            <a:off x="247491" y="1369923"/>
            <a:ext cx="3251597" cy="3195638"/>
          </a:xfrm>
          <a:custGeom>
            <a:avLst/>
            <a:gdLst>
              <a:gd name="T0" fmla="*/ 1106 w 1193"/>
              <a:gd name="T1" fmla="*/ 532 h 1163"/>
              <a:gd name="T2" fmla="*/ 1050 w 1193"/>
              <a:gd name="T3" fmla="*/ 588 h 1163"/>
              <a:gd name="T4" fmla="*/ 982 w 1193"/>
              <a:gd name="T5" fmla="*/ 588 h 1163"/>
              <a:gd name="T6" fmla="*/ 982 w 1193"/>
              <a:gd name="T7" fmla="*/ 588 h 1163"/>
              <a:gd name="T8" fmla="*/ 982 w 1193"/>
              <a:gd name="T9" fmla="*/ 521 h 1163"/>
              <a:gd name="T10" fmla="*/ 1103 w 1193"/>
              <a:gd name="T11" fmla="*/ 399 h 1163"/>
              <a:gd name="T12" fmla="*/ 1103 w 1193"/>
              <a:gd name="T13" fmla="*/ 331 h 1163"/>
              <a:gd name="T14" fmla="*/ 1036 w 1193"/>
              <a:gd name="T15" fmla="*/ 331 h 1163"/>
              <a:gd name="T16" fmla="*/ 1020 w 1193"/>
              <a:gd name="T17" fmla="*/ 347 h 1163"/>
              <a:gd name="T18" fmla="*/ 952 w 1193"/>
              <a:gd name="T19" fmla="*/ 347 h 1163"/>
              <a:gd name="T20" fmla="*/ 952 w 1193"/>
              <a:gd name="T21" fmla="*/ 279 h 1163"/>
              <a:gd name="T22" fmla="*/ 1145 w 1193"/>
              <a:gd name="T23" fmla="*/ 86 h 1163"/>
              <a:gd name="T24" fmla="*/ 1145 w 1193"/>
              <a:gd name="T25" fmla="*/ 18 h 1163"/>
              <a:gd name="T26" fmla="*/ 1077 w 1193"/>
              <a:gd name="T27" fmla="*/ 18 h 1163"/>
              <a:gd name="T28" fmla="*/ 764 w 1193"/>
              <a:gd name="T29" fmla="*/ 332 h 1163"/>
              <a:gd name="T30" fmla="*/ 762 w 1193"/>
              <a:gd name="T31" fmla="*/ 333 h 1163"/>
              <a:gd name="T32" fmla="*/ 697 w 1193"/>
              <a:gd name="T33" fmla="*/ 330 h 1163"/>
              <a:gd name="T34" fmla="*/ 696 w 1193"/>
              <a:gd name="T35" fmla="*/ 329 h 1163"/>
              <a:gd name="T36" fmla="*/ 696 w 1193"/>
              <a:gd name="T37" fmla="*/ 261 h 1163"/>
              <a:gd name="T38" fmla="*/ 767 w 1193"/>
              <a:gd name="T39" fmla="*/ 190 h 1163"/>
              <a:gd name="T40" fmla="*/ 767 w 1193"/>
              <a:gd name="T41" fmla="*/ 122 h 1163"/>
              <a:gd name="T42" fmla="*/ 699 w 1193"/>
              <a:gd name="T43" fmla="*/ 122 h 1163"/>
              <a:gd name="T44" fmla="*/ 163 w 1193"/>
              <a:gd name="T45" fmla="*/ 658 h 1163"/>
              <a:gd name="T46" fmla="*/ 163 w 1193"/>
              <a:gd name="T47" fmla="*/ 726 h 1163"/>
              <a:gd name="T48" fmla="*/ 163 w 1193"/>
              <a:gd name="T49" fmla="*/ 726 h 1163"/>
              <a:gd name="T50" fmla="*/ 231 w 1193"/>
              <a:gd name="T51" fmla="*/ 726 h 1163"/>
              <a:gd name="T52" fmla="*/ 351 w 1193"/>
              <a:gd name="T53" fmla="*/ 607 h 1163"/>
              <a:gd name="T54" fmla="*/ 418 w 1193"/>
              <a:gd name="T55" fmla="*/ 607 h 1163"/>
              <a:gd name="T56" fmla="*/ 420 w 1193"/>
              <a:gd name="T57" fmla="*/ 608 h 1163"/>
              <a:gd name="T58" fmla="*/ 423 w 1193"/>
              <a:gd name="T59" fmla="*/ 672 h 1163"/>
              <a:gd name="T60" fmla="*/ 18 w 1193"/>
              <a:gd name="T61" fmla="*/ 1077 h 1163"/>
              <a:gd name="T62" fmla="*/ 18 w 1193"/>
              <a:gd name="T63" fmla="*/ 1145 h 1163"/>
              <a:gd name="T64" fmla="*/ 86 w 1193"/>
              <a:gd name="T65" fmla="*/ 1145 h 1163"/>
              <a:gd name="T66" fmla="*/ 386 w 1193"/>
              <a:gd name="T67" fmla="*/ 845 h 1163"/>
              <a:gd name="T68" fmla="*/ 454 w 1193"/>
              <a:gd name="T69" fmla="*/ 845 h 1163"/>
              <a:gd name="T70" fmla="*/ 454 w 1193"/>
              <a:gd name="T71" fmla="*/ 845 h 1163"/>
              <a:gd name="T72" fmla="*/ 454 w 1193"/>
              <a:gd name="T73" fmla="*/ 912 h 1163"/>
              <a:gd name="T74" fmla="*/ 435 w 1193"/>
              <a:gd name="T75" fmla="*/ 932 h 1163"/>
              <a:gd name="T76" fmla="*/ 435 w 1193"/>
              <a:gd name="T77" fmla="*/ 1000 h 1163"/>
              <a:gd name="T78" fmla="*/ 502 w 1193"/>
              <a:gd name="T79" fmla="*/ 1000 h 1163"/>
              <a:gd name="T80" fmla="*/ 780 w 1193"/>
              <a:gd name="T81" fmla="*/ 722 h 1163"/>
              <a:gd name="T82" fmla="*/ 848 w 1193"/>
              <a:gd name="T83" fmla="*/ 722 h 1163"/>
              <a:gd name="T84" fmla="*/ 848 w 1193"/>
              <a:gd name="T85" fmla="*/ 722 h 1163"/>
              <a:gd name="T86" fmla="*/ 848 w 1193"/>
              <a:gd name="T87" fmla="*/ 790 h 1163"/>
              <a:gd name="T88" fmla="*/ 570 w 1193"/>
              <a:gd name="T89" fmla="*/ 1068 h 1163"/>
              <a:gd name="T90" fmla="*/ 570 w 1193"/>
              <a:gd name="T91" fmla="*/ 1136 h 1163"/>
              <a:gd name="T92" fmla="*/ 638 w 1193"/>
              <a:gd name="T93" fmla="*/ 1136 h 1163"/>
              <a:gd name="T94" fmla="*/ 1174 w 1193"/>
              <a:gd name="T95" fmla="*/ 600 h 1163"/>
              <a:gd name="T96" fmla="*/ 1174 w 1193"/>
              <a:gd name="T97" fmla="*/ 532 h 1163"/>
              <a:gd name="T98" fmla="*/ 1106 w 1193"/>
              <a:gd name="T99" fmla="*/ 532 h 1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93" h="1163">
                <a:moveTo>
                  <a:pt x="1106" y="532"/>
                </a:moveTo>
                <a:cubicBezTo>
                  <a:pt x="1050" y="588"/>
                  <a:pt x="1050" y="588"/>
                  <a:pt x="1050" y="588"/>
                </a:cubicBezTo>
                <a:cubicBezTo>
                  <a:pt x="1031" y="607"/>
                  <a:pt x="1001" y="607"/>
                  <a:pt x="982" y="588"/>
                </a:cubicBezTo>
                <a:cubicBezTo>
                  <a:pt x="982" y="588"/>
                  <a:pt x="982" y="588"/>
                  <a:pt x="982" y="588"/>
                </a:cubicBezTo>
                <a:cubicBezTo>
                  <a:pt x="963" y="570"/>
                  <a:pt x="963" y="539"/>
                  <a:pt x="982" y="521"/>
                </a:cubicBezTo>
                <a:cubicBezTo>
                  <a:pt x="1103" y="399"/>
                  <a:pt x="1103" y="399"/>
                  <a:pt x="1103" y="399"/>
                </a:cubicBezTo>
                <a:cubicBezTo>
                  <a:pt x="1122" y="380"/>
                  <a:pt x="1122" y="350"/>
                  <a:pt x="1103" y="331"/>
                </a:cubicBezTo>
                <a:cubicBezTo>
                  <a:pt x="1085" y="312"/>
                  <a:pt x="1054" y="312"/>
                  <a:pt x="1036" y="331"/>
                </a:cubicBezTo>
                <a:cubicBezTo>
                  <a:pt x="1020" y="347"/>
                  <a:pt x="1020" y="347"/>
                  <a:pt x="1020" y="347"/>
                </a:cubicBezTo>
                <a:cubicBezTo>
                  <a:pt x="1001" y="365"/>
                  <a:pt x="971" y="365"/>
                  <a:pt x="952" y="347"/>
                </a:cubicBezTo>
                <a:cubicBezTo>
                  <a:pt x="934" y="328"/>
                  <a:pt x="934" y="297"/>
                  <a:pt x="952" y="279"/>
                </a:cubicBezTo>
                <a:cubicBezTo>
                  <a:pt x="1145" y="86"/>
                  <a:pt x="1145" y="86"/>
                  <a:pt x="1145" y="86"/>
                </a:cubicBezTo>
                <a:cubicBezTo>
                  <a:pt x="1163" y="68"/>
                  <a:pt x="1163" y="37"/>
                  <a:pt x="1145" y="18"/>
                </a:cubicBezTo>
                <a:cubicBezTo>
                  <a:pt x="1126" y="0"/>
                  <a:pt x="1095" y="0"/>
                  <a:pt x="1077" y="18"/>
                </a:cubicBezTo>
                <a:cubicBezTo>
                  <a:pt x="764" y="332"/>
                  <a:pt x="764" y="332"/>
                  <a:pt x="764" y="332"/>
                </a:cubicBezTo>
                <a:cubicBezTo>
                  <a:pt x="762" y="333"/>
                  <a:pt x="762" y="333"/>
                  <a:pt x="762" y="333"/>
                </a:cubicBezTo>
                <a:cubicBezTo>
                  <a:pt x="743" y="349"/>
                  <a:pt x="715" y="348"/>
                  <a:pt x="697" y="330"/>
                </a:cubicBezTo>
                <a:cubicBezTo>
                  <a:pt x="696" y="329"/>
                  <a:pt x="696" y="329"/>
                  <a:pt x="696" y="329"/>
                </a:cubicBezTo>
                <a:cubicBezTo>
                  <a:pt x="678" y="310"/>
                  <a:pt x="678" y="280"/>
                  <a:pt x="696" y="261"/>
                </a:cubicBezTo>
                <a:cubicBezTo>
                  <a:pt x="767" y="190"/>
                  <a:pt x="767" y="190"/>
                  <a:pt x="767" y="190"/>
                </a:cubicBezTo>
                <a:cubicBezTo>
                  <a:pt x="786" y="172"/>
                  <a:pt x="786" y="141"/>
                  <a:pt x="767" y="122"/>
                </a:cubicBezTo>
                <a:cubicBezTo>
                  <a:pt x="748" y="104"/>
                  <a:pt x="718" y="104"/>
                  <a:pt x="699" y="122"/>
                </a:cubicBezTo>
                <a:cubicBezTo>
                  <a:pt x="163" y="658"/>
                  <a:pt x="163" y="658"/>
                  <a:pt x="163" y="658"/>
                </a:cubicBezTo>
                <a:cubicBezTo>
                  <a:pt x="145" y="677"/>
                  <a:pt x="145" y="707"/>
                  <a:pt x="163" y="726"/>
                </a:cubicBezTo>
                <a:cubicBezTo>
                  <a:pt x="163" y="726"/>
                  <a:pt x="163" y="726"/>
                  <a:pt x="163" y="726"/>
                </a:cubicBezTo>
                <a:cubicBezTo>
                  <a:pt x="182" y="745"/>
                  <a:pt x="213" y="745"/>
                  <a:pt x="231" y="726"/>
                </a:cubicBezTo>
                <a:cubicBezTo>
                  <a:pt x="351" y="607"/>
                  <a:pt x="351" y="607"/>
                  <a:pt x="351" y="607"/>
                </a:cubicBezTo>
                <a:cubicBezTo>
                  <a:pt x="369" y="588"/>
                  <a:pt x="400" y="588"/>
                  <a:pt x="418" y="607"/>
                </a:cubicBezTo>
                <a:cubicBezTo>
                  <a:pt x="420" y="608"/>
                  <a:pt x="420" y="608"/>
                  <a:pt x="420" y="608"/>
                </a:cubicBezTo>
                <a:cubicBezTo>
                  <a:pt x="437" y="626"/>
                  <a:pt x="438" y="654"/>
                  <a:pt x="423" y="672"/>
                </a:cubicBezTo>
                <a:cubicBezTo>
                  <a:pt x="18" y="1077"/>
                  <a:pt x="18" y="1077"/>
                  <a:pt x="18" y="1077"/>
                </a:cubicBezTo>
                <a:cubicBezTo>
                  <a:pt x="0" y="1095"/>
                  <a:pt x="0" y="1126"/>
                  <a:pt x="18" y="1145"/>
                </a:cubicBezTo>
                <a:cubicBezTo>
                  <a:pt x="37" y="1163"/>
                  <a:pt x="68" y="1163"/>
                  <a:pt x="86" y="1145"/>
                </a:cubicBezTo>
                <a:cubicBezTo>
                  <a:pt x="386" y="845"/>
                  <a:pt x="386" y="845"/>
                  <a:pt x="386" y="845"/>
                </a:cubicBezTo>
                <a:cubicBezTo>
                  <a:pt x="405" y="826"/>
                  <a:pt x="436" y="826"/>
                  <a:pt x="454" y="845"/>
                </a:cubicBezTo>
                <a:cubicBezTo>
                  <a:pt x="454" y="845"/>
                  <a:pt x="454" y="845"/>
                  <a:pt x="454" y="845"/>
                </a:cubicBezTo>
                <a:cubicBezTo>
                  <a:pt x="473" y="863"/>
                  <a:pt x="473" y="894"/>
                  <a:pt x="454" y="912"/>
                </a:cubicBezTo>
                <a:cubicBezTo>
                  <a:pt x="435" y="932"/>
                  <a:pt x="435" y="932"/>
                  <a:pt x="435" y="932"/>
                </a:cubicBezTo>
                <a:cubicBezTo>
                  <a:pt x="416" y="951"/>
                  <a:pt x="416" y="981"/>
                  <a:pt x="435" y="1000"/>
                </a:cubicBezTo>
                <a:cubicBezTo>
                  <a:pt x="453" y="1019"/>
                  <a:pt x="484" y="1019"/>
                  <a:pt x="502" y="1000"/>
                </a:cubicBezTo>
                <a:cubicBezTo>
                  <a:pt x="780" y="722"/>
                  <a:pt x="780" y="722"/>
                  <a:pt x="780" y="722"/>
                </a:cubicBezTo>
                <a:cubicBezTo>
                  <a:pt x="799" y="704"/>
                  <a:pt x="830" y="704"/>
                  <a:pt x="848" y="722"/>
                </a:cubicBezTo>
                <a:cubicBezTo>
                  <a:pt x="848" y="722"/>
                  <a:pt x="848" y="722"/>
                  <a:pt x="848" y="722"/>
                </a:cubicBezTo>
                <a:cubicBezTo>
                  <a:pt x="867" y="741"/>
                  <a:pt x="867" y="771"/>
                  <a:pt x="848" y="790"/>
                </a:cubicBezTo>
                <a:cubicBezTo>
                  <a:pt x="570" y="1068"/>
                  <a:pt x="570" y="1068"/>
                  <a:pt x="570" y="1068"/>
                </a:cubicBezTo>
                <a:cubicBezTo>
                  <a:pt x="552" y="1087"/>
                  <a:pt x="552" y="1117"/>
                  <a:pt x="570" y="1136"/>
                </a:cubicBezTo>
                <a:cubicBezTo>
                  <a:pt x="589" y="1154"/>
                  <a:pt x="620" y="1154"/>
                  <a:pt x="638" y="1136"/>
                </a:cubicBezTo>
                <a:cubicBezTo>
                  <a:pt x="1174" y="600"/>
                  <a:pt x="1174" y="600"/>
                  <a:pt x="1174" y="600"/>
                </a:cubicBezTo>
                <a:cubicBezTo>
                  <a:pt x="1193" y="581"/>
                  <a:pt x="1193" y="551"/>
                  <a:pt x="1174" y="532"/>
                </a:cubicBezTo>
                <a:cubicBezTo>
                  <a:pt x="1155" y="513"/>
                  <a:pt x="1125" y="513"/>
                  <a:pt x="1106" y="532"/>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6" name="Freeform 8"/>
          <p:cNvSpPr/>
          <p:nvPr>
            <p:custDataLst>
              <p:tags r:id="rId3"/>
            </p:custDataLst>
          </p:nvPr>
        </p:nvSpPr>
        <p:spPr bwMode="auto">
          <a:xfrm>
            <a:off x="3423047" y="784453"/>
            <a:ext cx="776288" cy="781050"/>
          </a:xfrm>
          <a:custGeom>
            <a:avLst/>
            <a:gdLst>
              <a:gd name="T0" fmla="*/ 266 w 285"/>
              <a:gd name="T1" fmla="*/ 18 h 284"/>
              <a:gd name="T2" fmla="*/ 198 w 285"/>
              <a:gd name="T3" fmla="*/ 18 h 284"/>
              <a:gd name="T4" fmla="*/ 19 w 285"/>
              <a:gd name="T5" fmla="*/ 198 h 284"/>
              <a:gd name="T6" fmla="*/ 19 w 285"/>
              <a:gd name="T7" fmla="*/ 266 h 284"/>
              <a:gd name="T8" fmla="*/ 87 w 285"/>
              <a:gd name="T9" fmla="*/ 266 h 284"/>
              <a:gd name="T10" fmla="*/ 266 w 285"/>
              <a:gd name="T11" fmla="*/ 86 h 284"/>
              <a:gd name="T12" fmla="*/ 266 w 285"/>
              <a:gd name="T13" fmla="*/ 18 h 284"/>
            </a:gdLst>
            <a:ahLst/>
            <a:cxnLst>
              <a:cxn ang="0">
                <a:pos x="T0" y="T1"/>
              </a:cxn>
              <a:cxn ang="0">
                <a:pos x="T2" y="T3"/>
              </a:cxn>
              <a:cxn ang="0">
                <a:pos x="T4" y="T5"/>
              </a:cxn>
              <a:cxn ang="0">
                <a:pos x="T6" y="T7"/>
              </a:cxn>
              <a:cxn ang="0">
                <a:pos x="T8" y="T9"/>
              </a:cxn>
              <a:cxn ang="0">
                <a:pos x="T10" y="T11"/>
              </a:cxn>
              <a:cxn ang="0">
                <a:pos x="T12" y="T13"/>
              </a:cxn>
            </a:cxnLst>
            <a:rect l="0" t="0" r="r" b="b"/>
            <a:pathLst>
              <a:path w="285" h="284">
                <a:moveTo>
                  <a:pt x="266" y="18"/>
                </a:moveTo>
                <a:cubicBezTo>
                  <a:pt x="247" y="0"/>
                  <a:pt x="217" y="0"/>
                  <a:pt x="198" y="18"/>
                </a:cubicBezTo>
                <a:cubicBezTo>
                  <a:pt x="19" y="198"/>
                  <a:pt x="19" y="198"/>
                  <a:pt x="19" y="198"/>
                </a:cubicBezTo>
                <a:cubicBezTo>
                  <a:pt x="0" y="216"/>
                  <a:pt x="0" y="247"/>
                  <a:pt x="19" y="266"/>
                </a:cubicBezTo>
                <a:cubicBezTo>
                  <a:pt x="37" y="284"/>
                  <a:pt x="68" y="284"/>
                  <a:pt x="87" y="266"/>
                </a:cubicBezTo>
                <a:cubicBezTo>
                  <a:pt x="266" y="86"/>
                  <a:pt x="266" y="86"/>
                  <a:pt x="266" y="86"/>
                </a:cubicBezTo>
                <a:cubicBezTo>
                  <a:pt x="285" y="68"/>
                  <a:pt x="285" y="37"/>
                  <a:pt x="266" y="18"/>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7" name="Freeform 9"/>
          <p:cNvSpPr/>
          <p:nvPr>
            <p:custDataLst>
              <p:tags r:id="rId4"/>
            </p:custDataLst>
          </p:nvPr>
        </p:nvSpPr>
        <p:spPr bwMode="auto">
          <a:xfrm>
            <a:off x="2340769" y="3443119"/>
            <a:ext cx="777479" cy="783431"/>
          </a:xfrm>
          <a:custGeom>
            <a:avLst/>
            <a:gdLst>
              <a:gd name="T0" fmla="*/ 266 w 285"/>
              <a:gd name="T1" fmla="*/ 19 h 285"/>
              <a:gd name="T2" fmla="*/ 198 w 285"/>
              <a:gd name="T3" fmla="*/ 19 h 285"/>
              <a:gd name="T4" fmla="*/ 19 w 285"/>
              <a:gd name="T5" fmla="*/ 199 h 285"/>
              <a:gd name="T6" fmla="*/ 19 w 285"/>
              <a:gd name="T7" fmla="*/ 266 h 285"/>
              <a:gd name="T8" fmla="*/ 87 w 285"/>
              <a:gd name="T9" fmla="*/ 266 h 285"/>
              <a:gd name="T10" fmla="*/ 266 w 285"/>
              <a:gd name="T11" fmla="*/ 87 h 285"/>
              <a:gd name="T12" fmla="*/ 266 w 285"/>
              <a:gd name="T13" fmla="*/ 19 h 285"/>
            </a:gdLst>
            <a:ahLst/>
            <a:cxnLst>
              <a:cxn ang="0">
                <a:pos x="T0" y="T1"/>
              </a:cxn>
              <a:cxn ang="0">
                <a:pos x="T2" y="T3"/>
              </a:cxn>
              <a:cxn ang="0">
                <a:pos x="T4" y="T5"/>
              </a:cxn>
              <a:cxn ang="0">
                <a:pos x="T6" y="T7"/>
              </a:cxn>
              <a:cxn ang="0">
                <a:pos x="T8" y="T9"/>
              </a:cxn>
              <a:cxn ang="0">
                <a:pos x="T10" y="T11"/>
              </a:cxn>
              <a:cxn ang="0">
                <a:pos x="T12" y="T13"/>
              </a:cxn>
            </a:cxnLst>
            <a:rect l="0" t="0" r="r" b="b"/>
            <a:pathLst>
              <a:path w="285" h="285">
                <a:moveTo>
                  <a:pt x="266" y="19"/>
                </a:moveTo>
                <a:cubicBezTo>
                  <a:pt x="248" y="0"/>
                  <a:pt x="217" y="0"/>
                  <a:pt x="198" y="19"/>
                </a:cubicBezTo>
                <a:cubicBezTo>
                  <a:pt x="19" y="199"/>
                  <a:pt x="19" y="199"/>
                  <a:pt x="19" y="199"/>
                </a:cubicBezTo>
                <a:cubicBezTo>
                  <a:pt x="0" y="217"/>
                  <a:pt x="0" y="248"/>
                  <a:pt x="19" y="266"/>
                </a:cubicBezTo>
                <a:cubicBezTo>
                  <a:pt x="38" y="285"/>
                  <a:pt x="68" y="285"/>
                  <a:pt x="87" y="266"/>
                </a:cubicBezTo>
                <a:cubicBezTo>
                  <a:pt x="266" y="87"/>
                  <a:pt x="266" y="87"/>
                  <a:pt x="266" y="87"/>
                </a:cubicBezTo>
                <a:cubicBezTo>
                  <a:pt x="285" y="68"/>
                  <a:pt x="285" y="38"/>
                  <a:pt x="266" y="19"/>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8" name="Freeform 10"/>
          <p:cNvSpPr/>
          <p:nvPr>
            <p:custDataLst>
              <p:tags r:id="rId5"/>
            </p:custDataLst>
          </p:nvPr>
        </p:nvSpPr>
        <p:spPr bwMode="auto">
          <a:xfrm>
            <a:off x="2068116" y="672534"/>
            <a:ext cx="466725" cy="470297"/>
          </a:xfrm>
          <a:custGeom>
            <a:avLst/>
            <a:gdLst>
              <a:gd name="T0" fmla="*/ 87 w 171"/>
              <a:gd name="T1" fmla="*/ 152 h 171"/>
              <a:gd name="T2" fmla="*/ 152 w 171"/>
              <a:gd name="T3" fmla="*/ 87 h 171"/>
              <a:gd name="T4" fmla="*/ 152 w 171"/>
              <a:gd name="T5" fmla="*/ 19 h 171"/>
              <a:gd name="T6" fmla="*/ 85 w 171"/>
              <a:gd name="T7" fmla="*/ 19 h 171"/>
              <a:gd name="T8" fmla="*/ 19 w 171"/>
              <a:gd name="T9" fmla="*/ 84 h 171"/>
              <a:gd name="T10" fmla="*/ 19 w 171"/>
              <a:gd name="T11" fmla="*/ 152 h 171"/>
              <a:gd name="T12" fmla="*/ 87 w 171"/>
              <a:gd name="T13" fmla="*/ 152 h 171"/>
            </a:gdLst>
            <a:ahLst/>
            <a:cxnLst>
              <a:cxn ang="0">
                <a:pos x="T0" y="T1"/>
              </a:cxn>
              <a:cxn ang="0">
                <a:pos x="T2" y="T3"/>
              </a:cxn>
              <a:cxn ang="0">
                <a:pos x="T4" y="T5"/>
              </a:cxn>
              <a:cxn ang="0">
                <a:pos x="T6" y="T7"/>
              </a:cxn>
              <a:cxn ang="0">
                <a:pos x="T8" y="T9"/>
              </a:cxn>
              <a:cxn ang="0">
                <a:pos x="T10" y="T11"/>
              </a:cxn>
              <a:cxn ang="0">
                <a:pos x="T12" y="T13"/>
              </a:cxn>
            </a:cxnLst>
            <a:rect l="0" t="0" r="r" b="b"/>
            <a:pathLst>
              <a:path w="171" h="171">
                <a:moveTo>
                  <a:pt x="87" y="152"/>
                </a:moveTo>
                <a:cubicBezTo>
                  <a:pt x="152" y="87"/>
                  <a:pt x="152" y="87"/>
                  <a:pt x="152" y="87"/>
                </a:cubicBezTo>
                <a:cubicBezTo>
                  <a:pt x="171" y="68"/>
                  <a:pt x="171" y="38"/>
                  <a:pt x="152" y="19"/>
                </a:cubicBezTo>
                <a:cubicBezTo>
                  <a:pt x="134" y="0"/>
                  <a:pt x="103" y="0"/>
                  <a:pt x="85" y="19"/>
                </a:cubicBezTo>
                <a:cubicBezTo>
                  <a:pt x="19" y="84"/>
                  <a:pt x="19" y="84"/>
                  <a:pt x="19" y="84"/>
                </a:cubicBezTo>
                <a:cubicBezTo>
                  <a:pt x="0" y="103"/>
                  <a:pt x="0" y="134"/>
                  <a:pt x="19" y="152"/>
                </a:cubicBezTo>
                <a:cubicBezTo>
                  <a:pt x="38" y="171"/>
                  <a:pt x="68" y="171"/>
                  <a:pt x="87" y="152"/>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19" name="Freeform 11"/>
          <p:cNvSpPr/>
          <p:nvPr>
            <p:custDataLst>
              <p:tags r:id="rId6"/>
            </p:custDataLst>
          </p:nvPr>
        </p:nvSpPr>
        <p:spPr bwMode="auto">
          <a:xfrm>
            <a:off x="560785" y="1157119"/>
            <a:ext cx="1137047" cy="1143000"/>
          </a:xfrm>
          <a:custGeom>
            <a:avLst/>
            <a:gdLst>
              <a:gd name="T0" fmla="*/ 87 w 417"/>
              <a:gd name="T1" fmla="*/ 398 h 416"/>
              <a:gd name="T2" fmla="*/ 398 w 417"/>
              <a:gd name="T3" fmla="*/ 87 h 416"/>
              <a:gd name="T4" fmla="*/ 398 w 417"/>
              <a:gd name="T5" fmla="*/ 19 h 416"/>
              <a:gd name="T6" fmla="*/ 330 w 417"/>
              <a:gd name="T7" fmla="*/ 19 h 416"/>
              <a:gd name="T8" fmla="*/ 19 w 417"/>
              <a:gd name="T9" fmla="*/ 330 h 416"/>
              <a:gd name="T10" fmla="*/ 19 w 417"/>
              <a:gd name="T11" fmla="*/ 398 h 416"/>
              <a:gd name="T12" fmla="*/ 87 w 417"/>
              <a:gd name="T13" fmla="*/ 398 h 416"/>
            </a:gdLst>
            <a:ahLst/>
            <a:cxnLst>
              <a:cxn ang="0">
                <a:pos x="T0" y="T1"/>
              </a:cxn>
              <a:cxn ang="0">
                <a:pos x="T2" y="T3"/>
              </a:cxn>
              <a:cxn ang="0">
                <a:pos x="T4" y="T5"/>
              </a:cxn>
              <a:cxn ang="0">
                <a:pos x="T6" y="T7"/>
              </a:cxn>
              <a:cxn ang="0">
                <a:pos x="T8" y="T9"/>
              </a:cxn>
              <a:cxn ang="0">
                <a:pos x="T10" y="T11"/>
              </a:cxn>
              <a:cxn ang="0">
                <a:pos x="T12" y="T13"/>
              </a:cxn>
            </a:cxnLst>
            <a:rect l="0" t="0" r="r" b="b"/>
            <a:pathLst>
              <a:path w="417" h="416">
                <a:moveTo>
                  <a:pt x="87" y="398"/>
                </a:moveTo>
                <a:cubicBezTo>
                  <a:pt x="398" y="87"/>
                  <a:pt x="398" y="87"/>
                  <a:pt x="398" y="87"/>
                </a:cubicBezTo>
                <a:cubicBezTo>
                  <a:pt x="417" y="68"/>
                  <a:pt x="417" y="37"/>
                  <a:pt x="398" y="19"/>
                </a:cubicBezTo>
                <a:cubicBezTo>
                  <a:pt x="379" y="0"/>
                  <a:pt x="349" y="0"/>
                  <a:pt x="330" y="19"/>
                </a:cubicBezTo>
                <a:cubicBezTo>
                  <a:pt x="19" y="330"/>
                  <a:pt x="19" y="330"/>
                  <a:pt x="19" y="330"/>
                </a:cubicBezTo>
                <a:cubicBezTo>
                  <a:pt x="0" y="348"/>
                  <a:pt x="0" y="379"/>
                  <a:pt x="19" y="398"/>
                </a:cubicBezTo>
                <a:cubicBezTo>
                  <a:pt x="38" y="416"/>
                  <a:pt x="68" y="416"/>
                  <a:pt x="87" y="398"/>
                </a:cubicBezTo>
                <a:close/>
              </a:path>
            </a:pathLst>
          </a:custGeom>
          <a:solidFill>
            <a:sysClr val="window" lastClr="FFFFFF">
              <a:lumMod val="85000"/>
              <a:alpha val="30000"/>
            </a:sysClr>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21" name="Rectangle: Rounded Corners 20"/>
          <p:cNvSpPr/>
          <p:nvPr>
            <p:custDataLst>
              <p:tags r:id="rId7"/>
            </p:custDataLst>
          </p:nvPr>
        </p:nvSpPr>
        <p:spPr>
          <a:xfrm>
            <a:off x="3499485" y="980440"/>
            <a:ext cx="4791075" cy="3298190"/>
          </a:xfrm>
          <a:prstGeom prst="roundRect">
            <a:avLst>
              <a:gd name="adj" fmla="val 6124"/>
            </a:avLst>
          </a:prstGeom>
          <a:solidFill>
            <a:srgbClr val="1E6BC5"/>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20000"/>
              </a:lnSpc>
              <a:buClrTx/>
              <a:buSzTx/>
              <a:buFontTx/>
              <a:buNone/>
              <a:defRPr/>
            </a:pPr>
            <a:endParaRPr kumimoji="0" lang="en-US" sz="140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22" name="TextBox 21"/>
          <p:cNvSpPr txBox="1"/>
          <p:nvPr>
            <p:custDataLst>
              <p:tags r:id="rId8"/>
            </p:custDataLst>
          </p:nvPr>
        </p:nvSpPr>
        <p:spPr>
          <a:xfrm>
            <a:off x="3990340" y="1687195"/>
            <a:ext cx="3754120" cy="2377440"/>
          </a:xfrm>
          <a:prstGeom prst="rect">
            <a:avLst/>
          </a:prstGeom>
          <a:noFill/>
        </p:spPr>
        <p:txBody>
          <a:bodyPr wrap="square" rtlCol="0">
            <a:spAutoFit/>
          </a:bodyPr>
          <a:lstStyle/>
          <a:p>
            <a:pPr lvl="0">
              <a:lnSpc>
                <a:spcPct val="130000"/>
              </a:lnSpc>
              <a:spcBef>
                <a:spcPts val="1000"/>
              </a:spcBef>
              <a:spcAft>
                <a:spcPts val="0"/>
              </a:spcAft>
              <a:defRPr/>
            </a:pPr>
            <a:r>
              <a:rPr lang="zh-CN" altLang="en-US" sz="1200" spc="100">
                <a:solidFill>
                  <a:sysClr val="window" lastClr="FFFFFF"/>
                </a:solidFill>
                <a:uFillTx/>
                <a:latin typeface="Arial" panose="020B0604020202020204" pitchFamily="34" charset="0"/>
                <a:ea typeface="微软雅黑" panose="020B0503020204020204" charset="-122"/>
                <a:sym typeface="Arial" panose="020B0604020202020204" pitchFamily="34" charset="0"/>
              </a:rPr>
              <a:t>PowerPoint 的“母版”类似于 Microsoft Word 中的“模板”，用于设置幻灯片、讲义或备注页的基本样式。</a:t>
            </a:r>
            <a:endParaRPr lang="zh-CN" altLang="en-US" sz="1200" spc="100">
              <a:solidFill>
                <a:sysClr val="window" lastClr="FFFFFF"/>
              </a:solidFill>
              <a:uFillTx/>
              <a:latin typeface="Arial" panose="020B0604020202020204" pitchFamily="34" charset="0"/>
              <a:ea typeface="微软雅黑" panose="020B0503020204020204" charset="-122"/>
              <a:sym typeface="Arial" panose="020B0604020202020204" pitchFamily="34" charset="0"/>
            </a:endParaRPr>
          </a:p>
          <a:p>
            <a:pPr lvl="0">
              <a:lnSpc>
                <a:spcPct val="130000"/>
              </a:lnSpc>
              <a:spcBef>
                <a:spcPts val="1000"/>
              </a:spcBef>
              <a:spcAft>
                <a:spcPts val="0"/>
              </a:spcAft>
              <a:defRPr/>
            </a:pPr>
            <a:r>
              <a:rPr lang="zh-CN" altLang="en-US" sz="1200" spc="100">
                <a:solidFill>
                  <a:sysClr val="window" lastClr="FFFFFF"/>
                </a:solidFill>
                <a:uFillTx/>
                <a:latin typeface="Arial" panose="020B0604020202020204" pitchFamily="34" charset="0"/>
                <a:ea typeface="微软雅黑" panose="020B0503020204020204" charset="-122"/>
                <a:sym typeface="Arial" panose="020B0604020202020204" pitchFamily="34" charset="0"/>
              </a:rPr>
              <a:t>使用母版视图的主要优点在于，在幻灯片母版、备注母版或讲义母版上，可以对与演示文稿关联的每个幻灯片、备注页或讲义的样式进行全局更改。例如，希望在每张幻灯片的固定位置都显示出公司的 Logo，最简单的方法就是将其添加到幻灯片母版中，而不必逐页一个一个地添加。</a:t>
            </a:r>
            <a:endParaRPr lang="zh-CN" altLang="en-US" sz="1200" spc="100">
              <a:solidFill>
                <a:sysClr val="window" lastClr="FFFFFF"/>
              </a:solidFill>
              <a:uFillTx/>
              <a:latin typeface="Arial" panose="020B0604020202020204" pitchFamily="34" charset="0"/>
              <a:ea typeface="微软雅黑" panose="020B0503020204020204" charset="-122"/>
              <a:sym typeface="Arial" panose="020B0604020202020204" pitchFamily="34" charset="0"/>
            </a:endParaRPr>
          </a:p>
        </p:txBody>
      </p:sp>
      <p:sp>
        <p:nvSpPr>
          <p:cNvPr id="2" name="Text Placeholder 1"/>
          <p:cNvSpPr>
            <a:spLocks noGrp="1"/>
          </p:cNvSpPr>
          <p:nvPr>
            <p:custDataLst>
              <p:tags r:id="rId9"/>
            </p:custDataLst>
          </p:nvPr>
        </p:nvSpPr>
        <p:spPr>
          <a:xfrm>
            <a:off x="4071801" y="1073008"/>
            <a:ext cx="3590925" cy="492146"/>
          </a:xfrm>
          <a:prstGeom prst="rect">
            <a:avLst/>
          </a:prstGeom>
        </p:spPr>
        <p:txBody>
          <a:bodyPr vert="horz" lIns="101600" tIns="0" rIns="82550" bIns="0" rtlCol="0" anchor="b">
            <a:normAutofit/>
          </a:bodyPr>
          <a:lst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rgbClr val="000000">
                    <a:lumMod val="85000"/>
                    <a:lumOff val="15000"/>
                  </a:srgbClr>
                </a:solidFill>
                <a:uFillTx/>
                <a:latin typeface="Arial" panose="020B0604020202020204" pitchFamily="34" charset="0"/>
                <a:ea typeface="微软雅黑" panose="020B0503020204020204" charset="-122"/>
                <a:cs typeface="+mn-ea"/>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rgbClr val="000000">
                    <a:lumMod val="85000"/>
                    <a:lumOff val="15000"/>
                  </a:srgbClr>
                </a:solidFill>
                <a:uFillTx/>
                <a:latin typeface="Arial" panose="020B0604020202020204" pitchFamily="34" charset="0"/>
                <a:ea typeface="微软雅黑" panose="020B0503020204020204" charset="-122"/>
                <a:cs typeface="+mn-ea"/>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rgbClr val="000000">
                    <a:lumMod val="85000"/>
                    <a:lumOff val="15000"/>
                  </a:srgbClr>
                </a:solidFill>
                <a:uFillTx/>
                <a:latin typeface="Arial" panose="020B0604020202020204" pitchFamily="34" charset="0"/>
                <a:ea typeface="微软雅黑" panose="020B0503020204020204" charset="-122"/>
                <a:cs typeface="+mn-ea"/>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rgbClr val="000000">
                    <a:lumMod val="85000"/>
                    <a:lumOff val="15000"/>
                  </a:srgbClr>
                </a:solidFill>
                <a:uFillTx/>
                <a:latin typeface="Arial" panose="020B0604020202020204" pitchFamily="34" charset="0"/>
                <a:ea typeface="微软雅黑" panose="020B0503020204020204" charset="-122"/>
                <a:cs typeface="+mn-ea"/>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rgbClr val="000000">
                    <a:lumMod val="85000"/>
                    <a:lumOff val="15000"/>
                  </a:srgbClr>
                </a:solidFill>
                <a:uFillTx/>
                <a:latin typeface="Arial" panose="020B0604020202020204" pitchFamily="34" charset="0"/>
                <a:ea typeface="微软雅黑" panose="020B0503020204020204" charset="-122"/>
                <a:cs typeface="+mn-ea"/>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Arial" panose="020B0604020202020204" pitchFamily="34" charset="0"/>
                <a:ea typeface="微软雅黑" panose="020B0503020204020204" charset="-122"/>
                <a:cs typeface="+mn-ea"/>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Arial" panose="020B0604020202020204" pitchFamily="34" charset="0"/>
                <a:ea typeface="微软雅黑" panose="020B0503020204020204" charset="-122"/>
                <a:cs typeface="+mn-ea"/>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Arial" panose="020B0604020202020204" pitchFamily="34" charset="0"/>
                <a:ea typeface="微软雅黑" panose="020B0503020204020204" charset="-122"/>
                <a:cs typeface="+mn-ea"/>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rgbClr val="000000"/>
                </a:solidFill>
                <a:latin typeface="Arial" panose="020B0604020202020204" pitchFamily="34" charset="0"/>
                <a:ea typeface="微软雅黑" panose="020B0503020204020204" charset="-122"/>
                <a:cs typeface="+mn-ea"/>
              </a:defRPr>
            </a:lvl9pPr>
          </a:lstStyle>
          <a:p>
            <a:pPr marL="0" indent="0" algn="ctr">
              <a:lnSpc>
                <a:spcPct val="120000"/>
              </a:lnSpc>
              <a:spcAft>
                <a:spcPts val="0"/>
              </a:spcAft>
              <a:buNone/>
            </a:pPr>
            <a:r>
              <a:rPr lang="zh-CN" altLang="en-US" sz="2400" b="1" spc="300">
                <a:solidFill>
                  <a:sysClr val="window" lastClr="FFFFFF">
                    <a:lumMod val="95000"/>
                  </a:sysClr>
                </a:solidFill>
                <a:sym typeface="Arial" panose="020B0604020202020204" pitchFamily="34" charset="0"/>
              </a:rPr>
              <a:t>母版的作用</a:t>
            </a:r>
            <a:endParaRPr lang="zh-CN" altLang="en-US" sz="2400" b="1" spc="300">
              <a:solidFill>
                <a:sysClr val="window" lastClr="FFFFFF">
                  <a:lumMod val="95000"/>
                </a:sysClr>
              </a:solidFill>
              <a:sym typeface="Arial" panose="020B0604020202020204" pitchFamily="34" charset="0"/>
            </a:endParaRPr>
          </a:p>
        </p:txBody>
      </p:sp>
      <p:sp>
        <p:nvSpPr>
          <p:cNvPr id="26" name="Rectangle: Rounded Corners 25"/>
          <p:cNvSpPr/>
          <p:nvPr>
            <p:custDataLst>
              <p:tags r:id="rId10"/>
            </p:custDataLst>
          </p:nvPr>
        </p:nvSpPr>
        <p:spPr>
          <a:xfrm>
            <a:off x="7817964" y="1176153"/>
            <a:ext cx="791179" cy="270272"/>
          </a:xfrm>
          <a:prstGeom prst="roundRect">
            <a:avLst>
              <a:gd name="adj" fmla="val 50000"/>
            </a:avLst>
          </a:prstGeom>
          <a:solidFill>
            <a:srgbClr val="C5CFCF"/>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27" name="Rectangle: Rounded Corners 26"/>
          <p:cNvSpPr/>
          <p:nvPr>
            <p:custDataLst>
              <p:tags r:id="rId11"/>
            </p:custDataLst>
          </p:nvPr>
        </p:nvSpPr>
        <p:spPr>
          <a:xfrm>
            <a:off x="7961080" y="1530575"/>
            <a:ext cx="896903" cy="270272"/>
          </a:xfrm>
          <a:prstGeom prst="roundRect">
            <a:avLst>
              <a:gd name="adj" fmla="val 50000"/>
            </a:avLst>
          </a:prstGeom>
          <a:solidFill>
            <a:srgbClr val="1E6BC5">
              <a:lumMod val="40000"/>
              <a:lumOff val="60000"/>
            </a:srgbClr>
          </a:solidFill>
          <a:ln>
            <a:noFill/>
          </a:ln>
        </p:spPr>
        <p:style>
          <a:lnRef idx="2">
            <a:srgbClr val="1E6BC5">
              <a:shade val="50000"/>
            </a:srgbClr>
          </a:lnRef>
          <a:fillRef idx="1">
            <a:srgbClr val="1E6BC5"/>
          </a:fillRef>
          <a:effectRef idx="0">
            <a:srgbClr val="1E6BC5"/>
          </a:effectRef>
          <a:fontRef idx="minor">
            <a:sysClr val="window" lastClr="FFFFFF"/>
          </a:fontRef>
        </p:style>
        <p:txBody>
          <a:bodyPr rtlCol="0" anchor="ctr"/>
          <a:lstStyle/>
          <a:p>
            <a:pPr marL="0" marR="0" lvl="0" indent="0" algn="ctr"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prstClr val="white"/>
              </a:solidFill>
              <a:effectLst/>
              <a:uLnTx/>
              <a:uFillTx/>
              <a:latin typeface="Arial" panose="020B0604020202020204" pitchFamily="34" charset="0"/>
              <a:ea typeface="微软雅黑" panose="020B0503020204020204" charset="-122"/>
              <a:sym typeface="Arial" panose="020B0604020202020204" pitchFamily="34" charset="0"/>
            </a:endParaRPr>
          </a:p>
        </p:txBody>
      </p:sp>
      <p:sp>
        <p:nvSpPr>
          <p:cNvPr id="25" name="Freeform 5"/>
          <p:cNvSpPr/>
          <p:nvPr>
            <p:custDataLst>
              <p:tags r:id="rId12"/>
            </p:custDataLst>
          </p:nvPr>
        </p:nvSpPr>
        <p:spPr bwMode="auto">
          <a:xfrm flipV="1">
            <a:off x="3794639" y="1312947"/>
            <a:ext cx="197472" cy="56574"/>
          </a:xfrm>
          <a:custGeom>
            <a:avLst/>
            <a:gdLst>
              <a:gd name="T0" fmla="*/ 194 w 242"/>
              <a:gd name="T1" fmla="*/ 98 h 98"/>
              <a:gd name="T2" fmla="*/ 48 w 242"/>
              <a:gd name="T3" fmla="*/ 98 h 98"/>
              <a:gd name="T4" fmla="*/ 0 w 242"/>
              <a:gd name="T5" fmla="*/ 50 h 98"/>
              <a:gd name="T6" fmla="*/ 0 w 242"/>
              <a:gd name="T7" fmla="*/ 48 h 98"/>
              <a:gd name="T8" fmla="*/ 48 w 242"/>
              <a:gd name="T9" fmla="*/ 0 h 98"/>
              <a:gd name="T10" fmla="*/ 194 w 242"/>
              <a:gd name="T11" fmla="*/ 0 h 98"/>
              <a:gd name="T12" fmla="*/ 242 w 242"/>
              <a:gd name="T13" fmla="*/ 48 h 98"/>
              <a:gd name="T14" fmla="*/ 242 w 242"/>
              <a:gd name="T15" fmla="*/ 50 h 98"/>
              <a:gd name="T16" fmla="*/ 194 w 242"/>
              <a:gd name="T17"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2" h="98">
                <a:moveTo>
                  <a:pt x="194" y="98"/>
                </a:moveTo>
                <a:cubicBezTo>
                  <a:pt x="48" y="98"/>
                  <a:pt x="48" y="98"/>
                  <a:pt x="48" y="98"/>
                </a:cubicBezTo>
                <a:cubicBezTo>
                  <a:pt x="22" y="98"/>
                  <a:pt x="0" y="76"/>
                  <a:pt x="0" y="50"/>
                </a:cubicBezTo>
                <a:cubicBezTo>
                  <a:pt x="0" y="48"/>
                  <a:pt x="0" y="48"/>
                  <a:pt x="0" y="48"/>
                </a:cubicBezTo>
                <a:cubicBezTo>
                  <a:pt x="0" y="22"/>
                  <a:pt x="22" y="0"/>
                  <a:pt x="48" y="0"/>
                </a:cubicBezTo>
                <a:cubicBezTo>
                  <a:pt x="194" y="0"/>
                  <a:pt x="194" y="0"/>
                  <a:pt x="194" y="0"/>
                </a:cubicBezTo>
                <a:cubicBezTo>
                  <a:pt x="220" y="0"/>
                  <a:pt x="242" y="22"/>
                  <a:pt x="242" y="48"/>
                </a:cubicBezTo>
                <a:cubicBezTo>
                  <a:pt x="242" y="50"/>
                  <a:pt x="242" y="50"/>
                  <a:pt x="242" y="50"/>
                </a:cubicBezTo>
                <a:cubicBezTo>
                  <a:pt x="242" y="76"/>
                  <a:pt x="220" y="98"/>
                  <a:pt x="194" y="98"/>
                </a:cubicBezTo>
                <a:close/>
              </a:path>
            </a:pathLst>
          </a:custGeom>
          <a:solidFill>
            <a:srgbClr val="1E6BC5"/>
          </a:solidFill>
          <a:ln>
            <a:noFill/>
          </a:ln>
        </p:spPr>
        <p:txBody>
          <a:bodyPr vert="horz" wrap="square" lIns="68580" tIns="34290" rIns="68580" bIns="34290" numCol="1" anchor="t" anchorCtr="0" compatLnSpc="1"/>
          <a:lstStyle/>
          <a:p>
            <a:pPr marL="0" marR="0" lvl="0" indent="0" algn="l" defTabSz="914400" rtl="0" eaLnBrk="1" fontAlgn="auto" latinLnBrk="0" hangingPunct="1">
              <a:lnSpc>
                <a:spcPct val="120000"/>
              </a:lnSpc>
              <a:buClrTx/>
              <a:buSzTx/>
              <a:buFontTx/>
              <a:buNone/>
              <a:defRPr/>
            </a:pPr>
            <a:endParaRPr kumimoji="0" lang="en-US" sz="1350" b="0" i="0" u="none" strike="noStrike" kern="1200" cap="none" spc="0" normalizeH="0" baseline="0" noProof="0">
              <a:ln>
                <a:noFill/>
              </a:ln>
              <a:solidFill>
                <a:srgbClr val="3F3F3F"/>
              </a:solidFill>
              <a:effectLst/>
              <a:uLnTx/>
              <a:uFillTx/>
              <a:latin typeface="Arial" panose="020B0604020202020204" pitchFamily="34" charset="0"/>
              <a:ea typeface="微软雅黑" panose="020B0503020204020204" charset="-122"/>
              <a:sym typeface="Arial" panose="020B0604020202020204" pitchFamily="34" charset="0"/>
            </a:endParaRPr>
          </a:p>
        </p:txBody>
      </p:sp>
      <p:pic>
        <p:nvPicPr>
          <p:cNvPr id="29" name="图片 28"/>
          <p:cNvPicPr>
            <a:picLocks noChangeAspect="1"/>
          </p:cNvPicPr>
          <p:nvPr>
            <p:custDataLst>
              <p:tags r:id="rId13"/>
            </p:custDataLst>
          </p:nvPr>
        </p:nvPicPr>
        <p:blipFill rotWithShape="1">
          <a:blip r:embed="rId14">
            <a:extLst>
              <a:ext uri="{28A0092B-C50C-407E-A947-70E740481C1C}">
                <a14:useLocalDpi xmlns:a14="http://schemas.microsoft.com/office/drawing/2010/main" val="0"/>
              </a:ext>
            </a:extLst>
          </a:blip>
          <a:srcRect/>
          <a:stretch>
            <a:fillRect/>
          </a:stretch>
        </p:blipFill>
        <p:spPr>
          <a:xfrm>
            <a:off x="648119" y="980612"/>
            <a:ext cx="2450091" cy="3289972"/>
          </a:xfrm>
          <a:prstGeom prst="rect">
            <a:avLst/>
          </a:prstGeom>
        </p:spPr>
      </p:pic>
    </p:spTree>
    <p:custDataLst>
      <p:tags r:id="rId15"/>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370205" y="621665"/>
            <a:ext cx="8562340" cy="4128770"/>
          </a:xfrm>
          <a:prstGeom prst="rect">
            <a:avLst/>
          </a:prstGeom>
          <a:noFill/>
          <a:ln w="41275" cmpd="sng">
            <a:solidFill>
              <a:srgbClr val="73C9BE"/>
            </a:solidFill>
          </a:ln>
        </p:spPr>
        <p:style>
          <a:lnRef idx="2">
            <a:srgbClr val="73C9BE">
              <a:shade val="50000"/>
            </a:srgbClr>
          </a:lnRef>
          <a:fillRef idx="1">
            <a:srgbClr val="73C9BE"/>
          </a:fillRef>
          <a:effectRef idx="0">
            <a:srgbClr val="73C9BE"/>
          </a:effectRef>
          <a:fontRef idx="minor">
            <a:srgbClr val="FFFFFF"/>
          </a:fontRef>
        </p:style>
        <p:txBody>
          <a:bodyPr rtlCol="0" anchor="ctr"/>
          <a:p>
            <a:pPr algn="ctr">
              <a:lnSpc>
                <a:spcPct val="120000"/>
              </a:lnSpc>
            </a:pPr>
            <a:endParaRPr kumimoji="1" lang="zh-CN" altLang="en-US" sz="1200" b="1">
              <a:solidFill>
                <a:srgbClr val="FFFFFF"/>
              </a:solidFill>
              <a:latin typeface="Arial" panose="020B0604020202020204" pitchFamily="34" charset="0"/>
              <a:ea typeface="微软雅黑" panose="020B0503020204020204" charset="-122"/>
            </a:endParaRPr>
          </a:p>
        </p:txBody>
      </p:sp>
      <p:sp>
        <p:nvSpPr>
          <p:cNvPr id="17" name="矩形 16"/>
          <p:cNvSpPr/>
          <p:nvPr>
            <p:custDataLst>
              <p:tags r:id="rId2"/>
            </p:custDataLst>
          </p:nvPr>
        </p:nvSpPr>
        <p:spPr>
          <a:xfrm>
            <a:off x="211455" y="507365"/>
            <a:ext cx="8562340" cy="4128770"/>
          </a:xfrm>
          <a:prstGeom prst="rect">
            <a:avLst/>
          </a:prstGeom>
          <a:noFill/>
          <a:ln w="12700">
            <a:solidFill>
              <a:srgbClr val="73C9BE"/>
            </a:solidFill>
          </a:ln>
        </p:spPr>
        <p:style>
          <a:lnRef idx="2">
            <a:srgbClr val="73C9BE">
              <a:shade val="50000"/>
            </a:srgbClr>
          </a:lnRef>
          <a:fillRef idx="1">
            <a:srgbClr val="73C9BE"/>
          </a:fillRef>
          <a:effectRef idx="0">
            <a:srgbClr val="73C9BE"/>
          </a:effectRef>
          <a:fontRef idx="minor">
            <a:srgbClr val="FFFFFF"/>
          </a:fontRef>
        </p:style>
        <p:txBody>
          <a:bodyPr rtlCol="0" anchor="ctr"/>
          <a:p>
            <a:pPr algn="ctr">
              <a:lnSpc>
                <a:spcPct val="120000"/>
              </a:lnSpc>
            </a:pPr>
            <a:endParaRPr kumimoji="1" lang="zh-CN" altLang="en-US" sz="1200" b="1">
              <a:solidFill>
                <a:srgbClr val="FFFFFF"/>
              </a:solidFill>
              <a:latin typeface="Arial" panose="020B0604020202020204" pitchFamily="34" charset="0"/>
              <a:ea typeface="微软雅黑" panose="020B0503020204020204" charset="-122"/>
            </a:endParaRPr>
          </a:p>
        </p:txBody>
      </p:sp>
      <p:sp>
        <p:nvSpPr>
          <p:cNvPr id="19" name="任意多边形: 形状 18"/>
          <p:cNvSpPr>
            <a:spLocks noChangeAspect="1"/>
          </p:cNvSpPr>
          <p:nvPr>
            <p:custDataLst>
              <p:tags r:id="rId3"/>
            </p:custDataLst>
          </p:nvPr>
        </p:nvSpPr>
        <p:spPr>
          <a:xfrm>
            <a:off x="526415" y="316865"/>
            <a:ext cx="257810" cy="52260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lumMod val="50000"/>
            </a:srgbClr>
          </a:solidFill>
          <a:ln>
            <a:noFill/>
          </a:ln>
        </p:spPr>
        <p:style>
          <a:lnRef idx="2">
            <a:srgbClr val="73C9BE">
              <a:shade val="50000"/>
            </a:srgbClr>
          </a:lnRef>
          <a:fillRef idx="1">
            <a:srgbClr val="73C9BE"/>
          </a:fillRef>
          <a:effectRef idx="0">
            <a:srgbClr val="73C9BE"/>
          </a:effectRef>
          <a:fontRef idx="minor">
            <a:srgbClr val="FFFFFF"/>
          </a:fontRef>
        </p:style>
        <p:txBody>
          <a:bodyPr wrap="square" rtlCol="0" anchor="ctr">
            <a:noAutofit/>
          </a:bodyPr>
          <a:p>
            <a:pPr algn="ctr">
              <a:lnSpc>
                <a:spcPct val="120000"/>
              </a:lnSpc>
            </a:pPr>
            <a:endParaRPr lang="zh-CN" altLang="en-US" sz="1350" dirty="0">
              <a:latin typeface="Arial" panose="020B0604020202020204" pitchFamily="34" charset="0"/>
              <a:ea typeface="微软雅黑" panose="020B0503020204020204" charset="-122"/>
            </a:endParaRPr>
          </a:p>
        </p:txBody>
      </p:sp>
      <p:sp>
        <p:nvSpPr>
          <p:cNvPr id="20" name="任意多边形: 形状 19"/>
          <p:cNvSpPr>
            <a:spLocks noChangeAspect="1"/>
          </p:cNvSpPr>
          <p:nvPr>
            <p:custDataLst>
              <p:tags r:id="rId4"/>
            </p:custDataLst>
          </p:nvPr>
        </p:nvSpPr>
        <p:spPr>
          <a:xfrm>
            <a:off x="864235" y="316865"/>
            <a:ext cx="257810" cy="52260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lumMod val="50000"/>
            </a:srgbClr>
          </a:solidFill>
          <a:ln>
            <a:noFill/>
          </a:ln>
        </p:spPr>
        <p:style>
          <a:lnRef idx="2">
            <a:srgbClr val="73C9BE">
              <a:shade val="50000"/>
            </a:srgbClr>
          </a:lnRef>
          <a:fillRef idx="1">
            <a:srgbClr val="73C9BE"/>
          </a:fillRef>
          <a:effectRef idx="0">
            <a:srgbClr val="73C9BE"/>
          </a:effectRef>
          <a:fontRef idx="minor">
            <a:srgbClr val="FFFFFF"/>
          </a:fontRef>
        </p:style>
        <p:txBody>
          <a:bodyPr wrap="square" rtlCol="0" anchor="ctr">
            <a:noAutofit/>
          </a:bodyPr>
          <a:p>
            <a:pPr algn="ctr">
              <a:lnSpc>
                <a:spcPct val="120000"/>
              </a:lnSpc>
            </a:pPr>
            <a:endParaRPr lang="zh-CN" altLang="en-US" sz="1350" dirty="0">
              <a:latin typeface="Arial" panose="020B0604020202020204" pitchFamily="34" charset="0"/>
              <a:ea typeface="微软雅黑" panose="020B0503020204020204" charset="-122"/>
            </a:endParaRPr>
          </a:p>
        </p:txBody>
      </p:sp>
      <p:sp>
        <p:nvSpPr>
          <p:cNvPr id="22" name="任意多边形: 形状 21"/>
          <p:cNvSpPr>
            <a:spLocks noChangeAspect="1"/>
          </p:cNvSpPr>
          <p:nvPr>
            <p:custDataLst>
              <p:tags r:id="rId5"/>
            </p:custDataLst>
          </p:nvPr>
        </p:nvSpPr>
        <p:spPr>
          <a:xfrm>
            <a:off x="462280" y="274955"/>
            <a:ext cx="227965" cy="46228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solidFill>
          <a:ln>
            <a:noFill/>
          </a:ln>
        </p:spPr>
        <p:style>
          <a:lnRef idx="2">
            <a:srgbClr val="73C9BE">
              <a:shade val="50000"/>
            </a:srgbClr>
          </a:lnRef>
          <a:fillRef idx="1">
            <a:srgbClr val="73C9BE"/>
          </a:fillRef>
          <a:effectRef idx="0">
            <a:srgbClr val="73C9BE"/>
          </a:effectRef>
          <a:fontRef idx="minor">
            <a:srgbClr val="FFFFFF"/>
          </a:fontRef>
        </p:style>
        <p:txBody>
          <a:bodyPr wrap="square" rtlCol="0" anchor="ctr">
            <a:noAutofit/>
          </a:bodyPr>
          <a:p>
            <a:pPr algn="ctr">
              <a:lnSpc>
                <a:spcPct val="120000"/>
              </a:lnSpc>
            </a:pPr>
            <a:endParaRPr lang="zh-CN" altLang="en-US" sz="1350" dirty="0">
              <a:latin typeface="Arial" panose="020B0604020202020204" pitchFamily="34" charset="0"/>
              <a:ea typeface="微软雅黑" panose="020B0503020204020204" charset="-122"/>
            </a:endParaRPr>
          </a:p>
        </p:txBody>
      </p:sp>
      <p:sp>
        <p:nvSpPr>
          <p:cNvPr id="23" name="任意多边形: 形状 22"/>
          <p:cNvSpPr>
            <a:spLocks noChangeAspect="1"/>
          </p:cNvSpPr>
          <p:nvPr>
            <p:custDataLst>
              <p:tags r:id="rId6"/>
            </p:custDataLst>
          </p:nvPr>
        </p:nvSpPr>
        <p:spPr>
          <a:xfrm>
            <a:off x="763905" y="274955"/>
            <a:ext cx="227965" cy="46228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solidFill>
          <a:ln>
            <a:noFill/>
          </a:ln>
        </p:spPr>
        <p:style>
          <a:lnRef idx="2">
            <a:srgbClr val="73C9BE">
              <a:shade val="50000"/>
            </a:srgbClr>
          </a:lnRef>
          <a:fillRef idx="1">
            <a:srgbClr val="73C9BE"/>
          </a:fillRef>
          <a:effectRef idx="0">
            <a:srgbClr val="73C9BE"/>
          </a:effectRef>
          <a:fontRef idx="minor">
            <a:srgbClr val="FFFFFF"/>
          </a:fontRef>
        </p:style>
        <p:txBody>
          <a:bodyPr wrap="square" rtlCol="0" anchor="ctr">
            <a:noAutofit/>
          </a:bodyPr>
          <a:p>
            <a:pPr algn="ctr">
              <a:lnSpc>
                <a:spcPct val="120000"/>
              </a:lnSpc>
            </a:pPr>
            <a:endParaRPr lang="zh-CN" altLang="en-US" sz="1350" dirty="0">
              <a:latin typeface="Arial" panose="020B0604020202020204" pitchFamily="34" charset="0"/>
              <a:ea typeface="微软雅黑" panose="020B0503020204020204" charset="-122"/>
            </a:endParaRPr>
          </a:p>
        </p:txBody>
      </p:sp>
      <p:sp>
        <p:nvSpPr>
          <p:cNvPr id="25" name="任意多边形: 形状 24"/>
          <p:cNvSpPr>
            <a:spLocks noChangeAspect="1"/>
          </p:cNvSpPr>
          <p:nvPr>
            <p:custDataLst>
              <p:tags r:id="rId7"/>
            </p:custDataLst>
          </p:nvPr>
        </p:nvSpPr>
        <p:spPr>
          <a:xfrm rot="10800000">
            <a:off x="8568055" y="4500245"/>
            <a:ext cx="250825" cy="5086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lumMod val="50000"/>
            </a:srgbClr>
          </a:solidFill>
          <a:ln>
            <a:noFill/>
          </a:ln>
        </p:spPr>
        <p:style>
          <a:lnRef idx="2">
            <a:srgbClr val="73C9BE">
              <a:shade val="50000"/>
            </a:srgbClr>
          </a:lnRef>
          <a:fillRef idx="1">
            <a:srgbClr val="73C9BE"/>
          </a:fillRef>
          <a:effectRef idx="0">
            <a:srgbClr val="73C9BE"/>
          </a:effectRef>
          <a:fontRef idx="minor">
            <a:srgbClr val="FFFFFF"/>
          </a:fontRef>
        </p:style>
        <p:txBody>
          <a:bodyPr vertOverflow="overflow" horzOverflow="overflow" vert="horz" wrap="square" numCol="1" spcCol="0" rtlCol="0" fromWordArt="0" anchor="ctr" anchorCtr="0" forceAA="0" compatLnSpc="1">
            <a:noAutofit/>
          </a:bodyPr>
          <a:p>
            <a:pPr lvl="0" algn="ctr">
              <a:lnSpc>
                <a:spcPct val="120000"/>
              </a:lnSpc>
              <a:buClrTx/>
              <a:buSzTx/>
              <a:buFontTx/>
            </a:pPr>
            <a:endParaRPr lang="zh-CN" altLang="en-US" sz="1350" dirty="0">
              <a:latin typeface="Arial" panose="020B0604020202020204" pitchFamily="34" charset="0"/>
              <a:ea typeface="微软雅黑" panose="020B0503020204020204" charset="-122"/>
              <a:sym typeface="微软雅黑" panose="020B0503020204020204" charset="-122"/>
            </a:endParaRPr>
          </a:p>
        </p:txBody>
      </p:sp>
      <p:sp>
        <p:nvSpPr>
          <p:cNvPr id="26" name="任意多边形: 形状 25"/>
          <p:cNvSpPr>
            <a:spLocks noChangeAspect="1"/>
          </p:cNvSpPr>
          <p:nvPr>
            <p:custDataLst>
              <p:tags r:id="rId8"/>
            </p:custDataLst>
          </p:nvPr>
        </p:nvSpPr>
        <p:spPr>
          <a:xfrm rot="10800000">
            <a:off x="8235950" y="4500245"/>
            <a:ext cx="250825" cy="5086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lumMod val="50000"/>
            </a:srgbClr>
          </a:solidFill>
          <a:ln>
            <a:noFill/>
          </a:ln>
        </p:spPr>
        <p:style>
          <a:lnRef idx="2">
            <a:srgbClr val="73C9BE">
              <a:shade val="50000"/>
            </a:srgbClr>
          </a:lnRef>
          <a:fillRef idx="1">
            <a:srgbClr val="73C9BE"/>
          </a:fillRef>
          <a:effectRef idx="0">
            <a:srgbClr val="73C9BE"/>
          </a:effectRef>
          <a:fontRef idx="minor">
            <a:srgbClr val="FFFFFF"/>
          </a:fontRef>
        </p:style>
        <p:txBody>
          <a:bodyPr vertOverflow="overflow" horzOverflow="overflow" vert="horz" wrap="square" numCol="1" spcCol="0" rtlCol="0" fromWordArt="0" anchor="ctr" anchorCtr="0" forceAA="0" compatLnSpc="1">
            <a:noAutofit/>
          </a:bodyPr>
          <a:p>
            <a:pPr lvl="0" algn="ctr">
              <a:lnSpc>
                <a:spcPct val="120000"/>
              </a:lnSpc>
              <a:buClrTx/>
              <a:buSzTx/>
              <a:buFontTx/>
            </a:pPr>
            <a:endParaRPr lang="zh-CN" altLang="en-US" sz="1350" dirty="0">
              <a:latin typeface="Arial" panose="020B0604020202020204" pitchFamily="34" charset="0"/>
              <a:ea typeface="微软雅黑" panose="020B0503020204020204" charset="-122"/>
              <a:sym typeface="微软雅黑" panose="020B0503020204020204" charset="-122"/>
            </a:endParaRPr>
          </a:p>
        </p:txBody>
      </p:sp>
      <p:sp>
        <p:nvSpPr>
          <p:cNvPr id="28" name="任意多边形: 形状 27"/>
          <p:cNvSpPr>
            <a:spLocks noChangeAspect="1"/>
          </p:cNvSpPr>
          <p:nvPr>
            <p:custDataLst>
              <p:tags r:id="rId9"/>
            </p:custDataLst>
          </p:nvPr>
        </p:nvSpPr>
        <p:spPr>
          <a:xfrm rot="10800000">
            <a:off x="8498840" y="4424045"/>
            <a:ext cx="221615" cy="44958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solidFill>
          <a:ln>
            <a:noFill/>
          </a:ln>
        </p:spPr>
        <p:style>
          <a:lnRef idx="2">
            <a:srgbClr val="73C9BE">
              <a:shade val="50000"/>
            </a:srgbClr>
          </a:lnRef>
          <a:fillRef idx="1">
            <a:srgbClr val="73C9BE"/>
          </a:fillRef>
          <a:effectRef idx="0">
            <a:srgbClr val="73C9BE"/>
          </a:effectRef>
          <a:fontRef idx="minor">
            <a:srgbClr val="FFFFFF"/>
          </a:fontRef>
        </p:style>
        <p:txBody>
          <a:bodyPr vertOverflow="overflow" horzOverflow="overflow" vert="horz" wrap="square" numCol="1" spcCol="0" rtlCol="0" fromWordArt="0" anchor="ctr" anchorCtr="0" forceAA="0" compatLnSpc="1">
            <a:noAutofit/>
          </a:bodyPr>
          <a:p>
            <a:pPr lvl="0" algn="ctr">
              <a:lnSpc>
                <a:spcPct val="120000"/>
              </a:lnSpc>
              <a:buClrTx/>
              <a:buSzTx/>
              <a:buFontTx/>
            </a:pPr>
            <a:endParaRPr lang="zh-CN" altLang="en-US" sz="1350" dirty="0">
              <a:latin typeface="Arial" panose="020B0604020202020204" pitchFamily="34" charset="0"/>
              <a:ea typeface="微软雅黑" panose="020B0503020204020204" charset="-122"/>
              <a:sym typeface="微软雅黑" panose="020B0503020204020204" charset="-122"/>
            </a:endParaRPr>
          </a:p>
        </p:txBody>
      </p:sp>
      <p:sp>
        <p:nvSpPr>
          <p:cNvPr id="29" name="任意多边形: 形状 28"/>
          <p:cNvSpPr>
            <a:spLocks noChangeAspect="1"/>
          </p:cNvSpPr>
          <p:nvPr>
            <p:custDataLst>
              <p:tags r:id="rId10"/>
            </p:custDataLst>
          </p:nvPr>
        </p:nvSpPr>
        <p:spPr>
          <a:xfrm rot="10800000">
            <a:off x="8204835" y="4424045"/>
            <a:ext cx="221615" cy="44958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solidFill>
          <a:ln>
            <a:noFill/>
          </a:ln>
        </p:spPr>
        <p:style>
          <a:lnRef idx="2">
            <a:srgbClr val="73C9BE">
              <a:shade val="50000"/>
            </a:srgbClr>
          </a:lnRef>
          <a:fillRef idx="1">
            <a:srgbClr val="73C9BE"/>
          </a:fillRef>
          <a:effectRef idx="0">
            <a:srgbClr val="73C9BE"/>
          </a:effectRef>
          <a:fontRef idx="minor">
            <a:srgbClr val="FFFFFF"/>
          </a:fontRef>
        </p:style>
        <p:txBody>
          <a:bodyPr vertOverflow="overflow" horzOverflow="overflow" vert="horz" wrap="square" numCol="1" spcCol="0" rtlCol="0" fromWordArt="0" anchor="ctr" anchorCtr="0" forceAA="0" compatLnSpc="1">
            <a:noAutofit/>
          </a:bodyPr>
          <a:p>
            <a:pPr lvl="0" algn="ctr">
              <a:lnSpc>
                <a:spcPct val="120000"/>
              </a:lnSpc>
              <a:buClrTx/>
              <a:buSzTx/>
              <a:buFontTx/>
            </a:pPr>
            <a:endParaRPr lang="zh-CN" altLang="en-US" sz="1350" dirty="0">
              <a:latin typeface="Arial" panose="020B0604020202020204" pitchFamily="34" charset="0"/>
              <a:ea typeface="微软雅黑" panose="020B0503020204020204" charset="-122"/>
              <a:sym typeface="微软雅黑" panose="020B0503020204020204" charset="-122"/>
            </a:endParaRPr>
          </a:p>
        </p:txBody>
      </p:sp>
      <p:sp>
        <p:nvSpPr>
          <p:cNvPr id="14" name="文本框 13"/>
          <p:cNvSpPr txBox="1"/>
          <p:nvPr>
            <p:custDataLst>
              <p:tags r:id="rId11"/>
            </p:custDataLst>
          </p:nvPr>
        </p:nvSpPr>
        <p:spPr>
          <a:xfrm>
            <a:off x="573701" y="988985"/>
            <a:ext cx="7924863" cy="472440"/>
          </a:xfrm>
          <a:prstGeom prst="rect">
            <a:avLst/>
          </a:prstGeom>
          <a:noFill/>
        </p:spPr>
        <p:txBody>
          <a:bodyPr wrap="square" lIns="67500" tIns="35100" rIns="67500" bIns="35100" rtlCol="0">
            <a:normAutofit/>
          </a:bodyPr>
          <a:lstStyle/>
          <a:p>
            <a:pPr marL="0" indent="0" algn="ctr">
              <a:lnSpc>
                <a:spcPct val="120000"/>
              </a:lnSpc>
              <a:spcBef>
                <a:spcPts val="300"/>
              </a:spcBef>
              <a:spcAft>
                <a:spcPts val="300"/>
              </a:spcAft>
              <a:buSzPct val="100000"/>
            </a:pPr>
            <a:r>
              <a:rPr lang="zh-CN" altLang="en-US" sz="2200" b="1" spc="300" dirty="0">
                <a:solidFill>
                  <a:srgbClr val="000000">
                    <a:lumMod val="75000"/>
                    <a:lumOff val="25000"/>
                  </a:srgbClr>
                </a:solidFill>
                <a:latin typeface="Arial" panose="020B0604020202020204" pitchFamily="34" charset="0"/>
                <a:ea typeface="微软雅黑" panose="020B0503020204020204" charset="-122"/>
                <a:sym typeface="+mn-ea"/>
              </a:rPr>
              <a:t>制作演示文稿的流程</a:t>
            </a:r>
            <a:endParaRPr lang="zh-CN" altLang="en-US" sz="2200" b="1" spc="300" dirty="0">
              <a:solidFill>
                <a:srgbClr val="000000">
                  <a:lumMod val="75000"/>
                  <a:lumOff val="25000"/>
                </a:srgbClr>
              </a:solidFill>
              <a:latin typeface="Arial" panose="020B0604020202020204" pitchFamily="34" charset="0"/>
              <a:ea typeface="微软雅黑" panose="020B0503020204020204" charset="-122"/>
              <a:sym typeface="+mn-ea"/>
            </a:endParaRPr>
          </a:p>
        </p:txBody>
      </p:sp>
      <p:sp>
        <p:nvSpPr>
          <p:cNvPr id="15" name="文本框 14"/>
          <p:cNvSpPr txBox="1"/>
          <p:nvPr>
            <p:custDataLst>
              <p:tags r:id="rId12"/>
            </p:custDataLst>
          </p:nvPr>
        </p:nvSpPr>
        <p:spPr>
          <a:xfrm>
            <a:off x="525780" y="1713865"/>
            <a:ext cx="8080375" cy="2710815"/>
          </a:xfrm>
          <a:prstGeom prst="rect">
            <a:avLst/>
          </a:prstGeom>
          <a:noFill/>
        </p:spPr>
        <p:txBody>
          <a:bodyPr wrap="square" lIns="67500" tIns="35100" rIns="67500" bIns="35100" rtlCol="0">
            <a:normAutofit/>
          </a:bodyPr>
          <a:lstStyle>
            <a:defPPr>
              <a:defRPr lang="zh-CN"/>
            </a:defPPr>
            <a:lvl1pPr fontAlgn="auto">
              <a:lnSpc>
                <a:spcPct val="130000"/>
              </a:lnSpc>
              <a:spcAft>
                <a:spcPts val="1000"/>
              </a:spcAft>
              <a:defRPr sz="1600" spc="150"/>
            </a:lvl1pPr>
          </a:lstStyle>
          <a:p>
            <a:pPr marL="355600" lvl="0" indent="-355600" algn="just" fontAlgn="ctr">
              <a:lnSpc>
                <a:spcPct val="120000"/>
              </a:lnSpc>
              <a:spcBef>
                <a:spcPts val="1000"/>
              </a:spcBef>
              <a:spcAft>
                <a:spcPts val="0"/>
              </a:spcAft>
              <a:buSzPct val="130000"/>
              <a:buFont typeface="Wingdings" panose="05000000000000000000" charset="0"/>
              <a:buChar char="l"/>
            </a:pPr>
            <a:r>
              <a:rPr sz="1200" b="1" dirty="0">
                <a:solidFill>
                  <a:srgbClr val="000000">
                    <a:lumMod val="75000"/>
                    <a:lumOff val="25000"/>
                  </a:srgbClr>
                </a:solidFill>
                <a:latin typeface="Arial" panose="020B0604020202020204" pitchFamily="34" charset="0"/>
                <a:ea typeface="微软雅黑" panose="020B0503020204020204" charset="-122"/>
                <a:sym typeface="+mn-ea"/>
              </a:rPr>
              <a:t>用笔在纸上写出提纲。当然能简单地画出逻辑结构图更好，越细越好。</a:t>
            </a:r>
            <a:endParaRPr sz="1200" b="1" dirty="0">
              <a:solidFill>
                <a:srgbClr val="000000">
                  <a:lumMod val="75000"/>
                  <a:lumOff val="25000"/>
                </a:srgbClr>
              </a:solidFill>
              <a:latin typeface="Arial" panose="020B0604020202020204" pitchFamily="34" charset="0"/>
              <a:ea typeface="微软雅黑" panose="020B0503020204020204" charset="-122"/>
              <a:sym typeface="+mn-ea"/>
            </a:endParaRPr>
          </a:p>
          <a:p>
            <a:pPr marL="355600" lvl="0" indent="-355600" algn="just" fontAlgn="ctr">
              <a:lnSpc>
                <a:spcPct val="120000"/>
              </a:lnSpc>
              <a:spcBef>
                <a:spcPts val="1000"/>
              </a:spcBef>
              <a:spcAft>
                <a:spcPts val="0"/>
              </a:spcAft>
              <a:buSzPct val="130000"/>
              <a:buFont typeface="Wingdings" panose="05000000000000000000" charset="0"/>
              <a:buChar char="l"/>
            </a:pPr>
            <a:r>
              <a:rPr sz="1200" b="1" dirty="0">
                <a:solidFill>
                  <a:srgbClr val="000000">
                    <a:lumMod val="75000"/>
                    <a:lumOff val="25000"/>
                  </a:srgbClr>
                </a:solidFill>
                <a:latin typeface="Arial" panose="020B0604020202020204" pitchFamily="34" charset="0"/>
                <a:ea typeface="微软雅黑" panose="020B0503020204020204" charset="-122"/>
                <a:sym typeface="+mn-ea"/>
              </a:rPr>
              <a:t>打开 PPT，不要用任何模板，将你的提纲按一页一个标题整出来（底版、内容都是空白的，只是每页有一个标题而已）。</a:t>
            </a:r>
            <a:endParaRPr sz="1200" b="1" dirty="0">
              <a:solidFill>
                <a:srgbClr val="000000">
                  <a:lumMod val="75000"/>
                  <a:lumOff val="25000"/>
                </a:srgbClr>
              </a:solidFill>
              <a:latin typeface="Arial" panose="020B0604020202020204" pitchFamily="34" charset="0"/>
              <a:ea typeface="微软雅黑" panose="020B0503020204020204" charset="-122"/>
              <a:sym typeface="+mn-ea"/>
            </a:endParaRPr>
          </a:p>
          <a:p>
            <a:pPr marL="355600" lvl="0" indent="-355600" algn="just" fontAlgn="ctr">
              <a:lnSpc>
                <a:spcPct val="120000"/>
              </a:lnSpc>
              <a:spcBef>
                <a:spcPts val="1000"/>
              </a:spcBef>
              <a:spcAft>
                <a:spcPts val="0"/>
              </a:spcAft>
              <a:buSzPct val="130000"/>
              <a:buFont typeface="Wingdings" panose="05000000000000000000" charset="0"/>
              <a:buChar char="l"/>
            </a:pPr>
            <a:r>
              <a:rPr sz="1200" b="1" dirty="0">
                <a:solidFill>
                  <a:srgbClr val="000000">
                    <a:lumMod val="75000"/>
                    <a:lumOff val="25000"/>
                  </a:srgbClr>
                </a:solidFill>
                <a:latin typeface="Arial" panose="020B0604020202020204" pitchFamily="34" charset="0"/>
                <a:ea typeface="微软雅黑" panose="020B0503020204020204" charset="-122"/>
                <a:sym typeface="+mn-ea"/>
              </a:rPr>
              <a:t>查资料。将适合标题表达的内容写出来或从网上拷贝进来，稍微修整一下文字，每页的内容做成带“项目编号”的要点。在查阅资料的过程中，可能会发现新的资料非常有用，这时可以在合适的位置增加新的页面。</a:t>
            </a:r>
            <a:endParaRPr sz="1200" b="1" dirty="0">
              <a:solidFill>
                <a:srgbClr val="000000">
                  <a:lumMod val="75000"/>
                  <a:lumOff val="25000"/>
                </a:srgbClr>
              </a:solidFill>
              <a:latin typeface="Arial" panose="020B0604020202020204" pitchFamily="34" charset="0"/>
              <a:ea typeface="微软雅黑" panose="020B0503020204020204" charset="-122"/>
              <a:sym typeface="+mn-ea"/>
            </a:endParaRPr>
          </a:p>
          <a:p>
            <a:pPr marL="355600" lvl="0" indent="-355600" algn="just" fontAlgn="ctr">
              <a:lnSpc>
                <a:spcPct val="120000"/>
              </a:lnSpc>
              <a:spcBef>
                <a:spcPts val="1000"/>
              </a:spcBef>
              <a:spcAft>
                <a:spcPts val="0"/>
              </a:spcAft>
              <a:buSzPct val="130000"/>
              <a:buFont typeface="Wingdings" panose="05000000000000000000" charset="0"/>
              <a:buChar char="l"/>
            </a:pPr>
            <a:r>
              <a:rPr sz="1200" b="1" dirty="0">
                <a:solidFill>
                  <a:srgbClr val="000000">
                    <a:lumMod val="75000"/>
                    <a:lumOff val="25000"/>
                  </a:srgbClr>
                </a:solidFill>
                <a:latin typeface="Arial" panose="020B0604020202020204" pitchFamily="34" charset="0"/>
                <a:ea typeface="微软雅黑" panose="020B0503020204020204" charset="-122"/>
                <a:sym typeface="+mn-ea"/>
              </a:rPr>
              <a:t>看看 PPT 中的哪些内容可以做成图。例如，带有数字、流程、因果关系、趋势、时间、并列等内容的，可以考虑用图画方式来表现。如果内容过多或实在无法用图表现时，就用表格来表现。如果图、表都无法完整展示，再用文字说明。所以，PPT最好的表现顺序是：图→表→字。</a:t>
            </a:r>
            <a:endParaRPr sz="1200" b="1" dirty="0">
              <a:solidFill>
                <a:srgbClr val="000000">
                  <a:lumMod val="75000"/>
                  <a:lumOff val="25000"/>
                </a:srgbClr>
              </a:solidFill>
              <a:latin typeface="Arial" panose="020B0604020202020204" pitchFamily="34" charset="0"/>
              <a:ea typeface="微软雅黑" panose="020B0503020204020204" charset="-122"/>
              <a:sym typeface="+mn-ea"/>
            </a:endParaRPr>
          </a:p>
          <a:p>
            <a:pPr marL="355600" lvl="0" indent="-355600" algn="just" fontAlgn="ctr">
              <a:lnSpc>
                <a:spcPct val="120000"/>
              </a:lnSpc>
              <a:spcBef>
                <a:spcPts val="1000"/>
              </a:spcBef>
              <a:spcAft>
                <a:spcPts val="0"/>
              </a:spcAft>
              <a:buSzPct val="130000"/>
              <a:buFont typeface="Wingdings" panose="05000000000000000000" charset="0"/>
              <a:buChar char="l"/>
            </a:pPr>
            <a:endParaRPr sz="1200" b="1" dirty="0">
              <a:solidFill>
                <a:srgbClr val="000000">
                  <a:lumMod val="75000"/>
                  <a:lumOff val="25000"/>
                </a:srgbClr>
              </a:solidFill>
              <a:latin typeface="Arial" panose="020B0604020202020204" pitchFamily="34" charset="0"/>
              <a:ea typeface="微软雅黑" panose="020B0503020204020204" charset="-122"/>
              <a:sym typeface="+mn-ea"/>
            </a:endParaRPr>
          </a:p>
        </p:txBody>
      </p:sp>
    </p:spTree>
    <p:custDataLst>
      <p:tags r:id="rId13"/>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custDataLst>
              <p:tags r:id="rId1"/>
            </p:custDataLst>
          </p:nvPr>
        </p:nvSpPr>
        <p:spPr>
          <a:xfrm>
            <a:off x="370205" y="621665"/>
            <a:ext cx="8562340" cy="4128770"/>
          </a:xfrm>
          <a:prstGeom prst="rect">
            <a:avLst/>
          </a:prstGeom>
          <a:noFill/>
          <a:ln w="41275" cmpd="sng">
            <a:solidFill>
              <a:srgbClr val="73C9BE"/>
            </a:solidFill>
          </a:ln>
        </p:spPr>
        <p:style>
          <a:lnRef idx="2">
            <a:srgbClr val="73C9BE">
              <a:shade val="50000"/>
            </a:srgbClr>
          </a:lnRef>
          <a:fillRef idx="1">
            <a:srgbClr val="73C9BE"/>
          </a:fillRef>
          <a:effectRef idx="0">
            <a:srgbClr val="73C9BE"/>
          </a:effectRef>
          <a:fontRef idx="minor">
            <a:srgbClr val="FFFFFF"/>
          </a:fontRef>
        </p:style>
        <p:txBody>
          <a:bodyPr rtlCol="0" anchor="ctr"/>
          <a:p>
            <a:pPr algn="ctr">
              <a:lnSpc>
                <a:spcPct val="120000"/>
              </a:lnSpc>
            </a:pPr>
            <a:endParaRPr kumimoji="1" lang="zh-CN" altLang="en-US" sz="1200" b="1">
              <a:solidFill>
                <a:srgbClr val="FFFFFF"/>
              </a:solidFill>
              <a:latin typeface="Arial" panose="020B0604020202020204" pitchFamily="34" charset="0"/>
              <a:ea typeface="微软雅黑" panose="020B0503020204020204" charset="-122"/>
            </a:endParaRPr>
          </a:p>
        </p:txBody>
      </p:sp>
      <p:sp>
        <p:nvSpPr>
          <p:cNvPr id="17" name="矩形 16"/>
          <p:cNvSpPr/>
          <p:nvPr>
            <p:custDataLst>
              <p:tags r:id="rId2"/>
            </p:custDataLst>
          </p:nvPr>
        </p:nvSpPr>
        <p:spPr>
          <a:xfrm>
            <a:off x="211455" y="507365"/>
            <a:ext cx="8562340" cy="4128770"/>
          </a:xfrm>
          <a:prstGeom prst="rect">
            <a:avLst/>
          </a:prstGeom>
          <a:noFill/>
          <a:ln w="12700">
            <a:solidFill>
              <a:srgbClr val="73C9BE"/>
            </a:solidFill>
          </a:ln>
        </p:spPr>
        <p:style>
          <a:lnRef idx="2">
            <a:srgbClr val="73C9BE">
              <a:shade val="50000"/>
            </a:srgbClr>
          </a:lnRef>
          <a:fillRef idx="1">
            <a:srgbClr val="73C9BE"/>
          </a:fillRef>
          <a:effectRef idx="0">
            <a:srgbClr val="73C9BE"/>
          </a:effectRef>
          <a:fontRef idx="minor">
            <a:srgbClr val="FFFFFF"/>
          </a:fontRef>
        </p:style>
        <p:txBody>
          <a:bodyPr rtlCol="0" anchor="ctr"/>
          <a:p>
            <a:pPr algn="ctr">
              <a:lnSpc>
                <a:spcPct val="120000"/>
              </a:lnSpc>
            </a:pPr>
            <a:endParaRPr kumimoji="1" lang="zh-CN" altLang="en-US" sz="1200" b="1">
              <a:solidFill>
                <a:srgbClr val="FFFFFF"/>
              </a:solidFill>
              <a:latin typeface="Arial" panose="020B0604020202020204" pitchFamily="34" charset="0"/>
              <a:ea typeface="微软雅黑" panose="020B0503020204020204" charset="-122"/>
            </a:endParaRPr>
          </a:p>
        </p:txBody>
      </p:sp>
      <p:sp>
        <p:nvSpPr>
          <p:cNvPr id="19" name="任意多边形: 形状 18"/>
          <p:cNvSpPr>
            <a:spLocks noChangeAspect="1"/>
          </p:cNvSpPr>
          <p:nvPr>
            <p:custDataLst>
              <p:tags r:id="rId3"/>
            </p:custDataLst>
          </p:nvPr>
        </p:nvSpPr>
        <p:spPr>
          <a:xfrm>
            <a:off x="526415" y="316865"/>
            <a:ext cx="257810" cy="52260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lumMod val="50000"/>
            </a:srgbClr>
          </a:solidFill>
          <a:ln>
            <a:noFill/>
          </a:ln>
        </p:spPr>
        <p:style>
          <a:lnRef idx="2">
            <a:srgbClr val="73C9BE">
              <a:shade val="50000"/>
            </a:srgbClr>
          </a:lnRef>
          <a:fillRef idx="1">
            <a:srgbClr val="73C9BE"/>
          </a:fillRef>
          <a:effectRef idx="0">
            <a:srgbClr val="73C9BE"/>
          </a:effectRef>
          <a:fontRef idx="minor">
            <a:srgbClr val="FFFFFF"/>
          </a:fontRef>
        </p:style>
        <p:txBody>
          <a:bodyPr wrap="square" rtlCol="0" anchor="ctr">
            <a:noAutofit/>
          </a:bodyPr>
          <a:p>
            <a:pPr algn="ctr">
              <a:lnSpc>
                <a:spcPct val="120000"/>
              </a:lnSpc>
            </a:pPr>
            <a:endParaRPr lang="zh-CN" altLang="en-US" sz="1350" dirty="0">
              <a:latin typeface="Arial" panose="020B0604020202020204" pitchFamily="34" charset="0"/>
              <a:ea typeface="微软雅黑" panose="020B0503020204020204" charset="-122"/>
            </a:endParaRPr>
          </a:p>
        </p:txBody>
      </p:sp>
      <p:sp>
        <p:nvSpPr>
          <p:cNvPr id="20" name="任意多边形: 形状 19"/>
          <p:cNvSpPr>
            <a:spLocks noChangeAspect="1"/>
          </p:cNvSpPr>
          <p:nvPr>
            <p:custDataLst>
              <p:tags r:id="rId4"/>
            </p:custDataLst>
          </p:nvPr>
        </p:nvSpPr>
        <p:spPr>
          <a:xfrm>
            <a:off x="864235" y="316865"/>
            <a:ext cx="257810" cy="52260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lumMod val="50000"/>
            </a:srgbClr>
          </a:solidFill>
          <a:ln>
            <a:noFill/>
          </a:ln>
        </p:spPr>
        <p:style>
          <a:lnRef idx="2">
            <a:srgbClr val="73C9BE">
              <a:shade val="50000"/>
            </a:srgbClr>
          </a:lnRef>
          <a:fillRef idx="1">
            <a:srgbClr val="73C9BE"/>
          </a:fillRef>
          <a:effectRef idx="0">
            <a:srgbClr val="73C9BE"/>
          </a:effectRef>
          <a:fontRef idx="minor">
            <a:srgbClr val="FFFFFF"/>
          </a:fontRef>
        </p:style>
        <p:txBody>
          <a:bodyPr wrap="square" rtlCol="0" anchor="ctr">
            <a:noAutofit/>
          </a:bodyPr>
          <a:p>
            <a:pPr algn="ctr">
              <a:lnSpc>
                <a:spcPct val="120000"/>
              </a:lnSpc>
            </a:pPr>
            <a:endParaRPr lang="zh-CN" altLang="en-US" sz="1350" dirty="0">
              <a:latin typeface="Arial" panose="020B0604020202020204" pitchFamily="34" charset="0"/>
              <a:ea typeface="微软雅黑" panose="020B0503020204020204" charset="-122"/>
            </a:endParaRPr>
          </a:p>
        </p:txBody>
      </p:sp>
      <p:sp>
        <p:nvSpPr>
          <p:cNvPr id="22" name="任意多边形: 形状 21"/>
          <p:cNvSpPr>
            <a:spLocks noChangeAspect="1"/>
          </p:cNvSpPr>
          <p:nvPr>
            <p:custDataLst>
              <p:tags r:id="rId5"/>
            </p:custDataLst>
          </p:nvPr>
        </p:nvSpPr>
        <p:spPr>
          <a:xfrm>
            <a:off x="462280" y="274955"/>
            <a:ext cx="227965" cy="46228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solidFill>
          <a:ln>
            <a:noFill/>
          </a:ln>
        </p:spPr>
        <p:style>
          <a:lnRef idx="2">
            <a:srgbClr val="73C9BE">
              <a:shade val="50000"/>
            </a:srgbClr>
          </a:lnRef>
          <a:fillRef idx="1">
            <a:srgbClr val="73C9BE"/>
          </a:fillRef>
          <a:effectRef idx="0">
            <a:srgbClr val="73C9BE"/>
          </a:effectRef>
          <a:fontRef idx="minor">
            <a:srgbClr val="FFFFFF"/>
          </a:fontRef>
        </p:style>
        <p:txBody>
          <a:bodyPr wrap="square" rtlCol="0" anchor="ctr">
            <a:noAutofit/>
          </a:bodyPr>
          <a:p>
            <a:pPr algn="ctr">
              <a:lnSpc>
                <a:spcPct val="120000"/>
              </a:lnSpc>
            </a:pPr>
            <a:endParaRPr lang="zh-CN" altLang="en-US" sz="1350" dirty="0">
              <a:latin typeface="Arial" panose="020B0604020202020204" pitchFamily="34" charset="0"/>
              <a:ea typeface="微软雅黑" panose="020B0503020204020204" charset="-122"/>
            </a:endParaRPr>
          </a:p>
        </p:txBody>
      </p:sp>
      <p:sp>
        <p:nvSpPr>
          <p:cNvPr id="23" name="任意多边形: 形状 22"/>
          <p:cNvSpPr>
            <a:spLocks noChangeAspect="1"/>
          </p:cNvSpPr>
          <p:nvPr>
            <p:custDataLst>
              <p:tags r:id="rId6"/>
            </p:custDataLst>
          </p:nvPr>
        </p:nvSpPr>
        <p:spPr>
          <a:xfrm>
            <a:off x="763905" y="274955"/>
            <a:ext cx="227965" cy="46228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solidFill>
          <a:ln>
            <a:noFill/>
          </a:ln>
        </p:spPr>
        <p:style>
          <a:lnRef idx="2">
            <a:srgbClr val="73C9BE">
              <a:shade val="50000"/>
            </a:srgbClr>
          </a:lnRef>
          <a:fillRef idx="1">
            <a:srgbClr val="73C9BE"/>
          </a:fillRef>
          <a:effectRef idx="0">
            <a:srgbClr val="73C9BE"/>
          </a:effectRef>
          <a:fontRef idx="minor">
            <a:srgbClr val="FFFFFF"/>
          </a:fontRef>
        </p:style>
        <p:txBody>
          <a:bodyPr wrap="square" rtlCol="0" anchor="ctr">
            <a:noAutofit/>
          </a:bodyPr>
          <a:p>
            <a:pPr algn="ctr">
              <a:lnSpc>
                <a:spcPct val="120000"/>
              </a:lnSpc>
            </a:pPr>
            <a:endParaRPr lang="zh-CN" altLang="en-US" sz="1350" dirty="0">
              <a:latin typeface="Arial" panose="020B0604020202020204" pitchFamily="34" charset="0"/>
              <a:ea typeface="微软雅黑" panose="020B0503020204020204" charset="-122"/>
            </a:endParaRPr>
          </a:p>
        </p:txBody>
      </p:sp>
      <p:sp>
        <p:nvSpPr>
          <p:cNvPr id="25" name="任意多边形: 形状 24"/>
          <p:cNvSpPr>
            <a:spLocks noChangeAspect="1"/>
          </p:cNvSpPr>
          <p:nvPr>
            <p:custDataLst>
              <p:tags r:id="rId7"/>
            </p:custDataLst>
          </p:nvPr>
        </p:nvSpPr>
        <p:spPr>
          <a:xfrm rot="10800000">
            <a:off x="8568055" y="4500245"/>
            <a:ext cx="250825" cy="5086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lumMod val="50000"/>
            </a:srgbClr>
          </a:solidFill>
          <a:ln>
            <a:noFill/>
          </a:ln>
        </p:spPr>
        <p:style>
          <a:lnRef idx="2">
            <a:srgbClr val="73C9BE">
              <a:shade val="50000"/>
            </a:srgbClr>
          </a:lnRef>
          <a:fillRef idx="1">
            <a:srgbClr val="73C9BE"/>
          </a:fillRef>
          <a:effectRef idx="0">
            <a:srgbClr val="73C9BE"/>
          </a:effectRef>
          <a:fontRef idx="minor">
            <a:srgbClr val="FFFFFF"/>
          </a:fontRef>
        </p:style>
        <p:txBody>
          <a:bodyPr vertOverflow="overflow" horzOverflow="overflow" vert="horz" wrap="square" numCol="1" spcCol="0" rtlCol="0" fromWordArt="0" anchor="ctr" anchorCtr="0" forceAA="0" compatLnSpc="1">
            <a:noAutofit/>
          </a:bodyPr>
          <a:p>
            <a:pPr lvl="0" algn="ctr">
              <a:lnSpc>
                <a:spcPct val="120000"/>
              </a:lnSpc>
              <a:buClrTx/>
              <a:buSzTx/>
              <a:buFontTx/>
            </a:pPr>
            <a:endParaRPr lang="zh-CN" altLang="en-US" sz="1350" dirty="0">
              <a:latin typeface="Arial" panose="020B0604020202020204" pitchFamily="34" charset="0"/>
              <a:ea typeface="微软雅黑" panose="020B0503020204020204" charset="-122"/>
              <a:sym typeface="微软雅黑" panose="020B0503020204020204" charset="-122"/>
            </a:endParaRPr>
          </a:p>
        </p:txBody>
      </p:sp>
      <p:sp>
        <p:nvSpPr>
          <p:cNvPr id="26" name="任意多边形: 形状 25"/>
          <p:cNvSpPr>
            <a:spLocks noChangeAspect="1"/>
          </p:cNvSpPr>
          <p:nvPr>
            <p:custDataLst>
              <p:tags r:id="rId8"/>
            </p:custDataLst>
          </p:nvPr>
        </p:nvSpPr>
        <p:spPr>
          <a:xfrm rot="10800000">
            <a:off x="8235950" y="4500245"/>
            <a:ext cx="250825" cy="50863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lumMod val="50000"/>
            </a:srgbClr>
          </a:solidFill>
          <a:ln>
            <a:noFill/>
          </a:ln>
        </p:spPr>
        <p:style>
          <a:lnRef idx="2">
            <a:srgbClr val="73C9BE">
              <a:shade val="50000"/>
            </a:srgbClr>
          </a:lnRef>
          <a:fillRef idx="1">
            <a:srgbClr val="73C9BE"/>
          </a:fillRef>
          <a:effectRef idx="0">
            <a:srgbClr val="73C9BE"/>
          </a:effectRef>
          <a:fontRef idx="minor">
            <a:srgbClr val="FFFFFF"/>
          </a:fontRef>
        </p:style>
        <p:txBody>
          <a:bodyPr vertOverflow="overflow" horzOverflow="overflow" vert="horz" wrap="square" numCol="1" spcCol="0" rtlCol="0" fromWordArt="0" anchor="ctr" anchorCtr="0" forceAA="0" compatLnSpc="1">
            <a:noAutofit/>
          </a:bodyPr>
          <a:p>
            <a:pPr lvl="0" algn="ctr">
              <a:lnSpc>
                <a:spcPct val="120000"/>
              </a:lnSpc>
              <a:buClrTx/>
              <a:buSzTx/>
              <a:buFontTx/>
            </a:pPr>
            <a:endParaRPr lang="zh-CN" altLang="en-US" sz="1350" dirty="0">
              <a:latin typeface="Arial" panose="020B0604020202020204" pitchFamily="34" charset="0"/>
              <a:ea typeface="微软雅黑" panose="020B0503020204020204" charset="-122"/>
              <a:sym typeface="微软雅黑" panose="020B0503020204020204" charset="-122"/>
            </a:endParaRPr>
          </a:p>
        </p:txBody>
      </p:sp>
      <p:sp>
        <p:nvSpPr>
          <p:cNvPr id="28" name="任意多边形: 形状 27"/>
          <p:cNvSpPr>
            <a:spLocks noChangeAspect="1"/>
          </p:cNvSpPr>
          <p:nvPr>
            <p:custDataLst>
              <p:tags r:id="rId9"/>
            </p:custDataLst>
          </p:nvPr>
        </p:nvSpPr>
        <p:spPr>
          <a:xfrm rot="10800000">
            <a:off x="8498840" y="4424045"/>
            <a:ext cx="221615" cy="44958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solidFill>
          <a:ln>
            <a:noFill/>
          </a:ln>
        </p:spPr>
        <p:style>
          <a:lnRef idx="2">
            <a:srgbClr val="73C9BE">
              <a:shade val="50000"/>
            </a:srgbClr>
          </a:lnRef>
          <a:fillRef idx="1">
            <a:srgbClr val="73C9BE"/>
          </a:fillRef>
          <a:effectRef idx="0">
            <a:srgbClr val="73C9BE"/>
          </a:effectRef>
          <a:fontRef idx="minor">
            <a:srgbClr val="FFFFFF"/>
          </a:fontRef>
        </p:style>
        <p:txBody>
          <a:bodyPr vertOverflow="overflow" horzOverflow="overflow" vert="horz" wrap="square" numCol="1" spcCol="0" rtlCol="0" fromWordArt="0" anchor="ctr" anchorCtr="0" forceAA="0" compatLnSpc="1">
            <a:noAutofit/>
          </a:bodyPr>
          <a:p>
            <a:pPr lvl="0" algn="ctr">
              <a:lnSpc>
                <a:spcPct val="120000"/>
              </a:lnSpc>
              <a:buClrTx/>
              <a:buSzTx/>
              <a:buFontTx/>
            </a:pPr>
            <a:endParaRPr lang="zh-CN" altLang="en-US" sz="1350" dirty="0">
              <a:latin typeface="Arial" panose="020B0604020202020204" pitchFamily="34" charset="0"/>
              <a:ea typeface="微软雅黑" panose="020B0503020204020204" charset="-122"/>
              <a:sym typeface="微软雅黑" panose="020B0503020204020204" charset="-122"/>
            </a:endParaRPr>
          </a:p>
        </p:txBody>
      </p:sp>
      <p:sp>
        <p:nvSpPr>
          <p:cNvPr id="29" name="任意多边形: 形状 28"/>
          <p:cNvSpPr>
            <a:spLocks noChangeAspect="1"/>
          </p:cNvSpPr>
          <p:nvPr>
            <p:custDataLst>
              <p:tags r:id="rId10"/>
            </p:custDataLst>
          </p:nvPr>
        </p:nvSpPr>
        <p:spPr>
          <a:xfrm rot="10800000">
            <a:off x="8204835" y="4424045"/>
            <a:ext cx="221615" cy="44958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solidFill>
            <a:srgbClr val="73C9BE"/>
          </a:solidFill>
          <a:ln>
            <a:noFill/>
          </a:ln>
        </p:spPr>
        <p:style>
          <a:lnRef idx="2">
            <a:srgbClr val="73C9BE">
              <a:shade val="50000"/>
            </a:srgbClr>
          </a:lnRef>
          <a:fillRef idx="1">
            <a:srgbClr val="73C9BE"/>
          </a:fillRef>
          <a:effectRef idx="0">
            <a:srgbClr val="73C9BE"/>
          </a:effectRef>
          <a:fontRef idx="minor">
            <a:srgbClr val="FFFFFF"/>
          </a:fontRef>
        </p:style>
        <p:txBody>
          <a:bodyPr vertOverflow="overflow" horzOverflow="overflow" vert="horz" wrap="square" numCol="1" spcCol="0" rtlCol="0" fromWordArt="0" anchor="ctr" anchorCtr="0" forceAA="0" compatLnSpc="1">
            <a:noAutofit/>
          </a:bodyPr>
          <a:p>
            <a:pPr lvl="0" algn="ctr">
              <a:lnSpc>
                <a:spcPct val="120000"/>
              </a:lnSpc>
              <a:buClrTx/>
              <a:buSzTx/>
              <a:buFontTx/>
            </a:pPr>
            <a:endParaRPr lang="zh-CN" altLang="en-US" sz="1350" dirty="0">
              <a:latin typeface="Arial" panose="020B0604020202020204" pitchFamily="34" charset="0"/>
              <a:ea typeface="微软雅黑" panose="020B0503020204020204" charset="-122"/>
              <a:sym typeface="微软雅黑" panose="020B0503020204020204" charset="-122"/>
            </a:endParaRPr>
          </a:p>
        </p:txBody>
      </p:sp>
      <p:sp>
        <p:nvSpPr>
          <p:cNvPr id="15" name="文本框 14"/>
          <p:cNvSpPr txBox="1"/>
          <p:nvPr>
            <p:custDataLst>
              <p:tags r:id="rId11"/>
            </p:custDataLst>
          </p:nvPr>
        </p:nvSpPr>
        <p:spPr>
          <a:xfrm>
            <a:off x="525780" y="1238250"/>
            <a:ext cx="8080375" cy="3237865"/>
          </a:xfrm>
          <a:prstGeom prst="rect">
            <a:avLst/>
          </a:prstGeom>
          <a:noFill/>
        </p:spPr>
        <p:txBody>
          <a:bodyPr wrap="square" lIns="67500" tIns="35100" rIns="67500" bIns="35100" rtlCol="0">
            <a:normAutofit/>
          </a:bodyPr>
          <a:lstStyle>
            <a:defPPr>
              <a:defRPr lang="zh-CN"/>
            </a:defPPr>
            <a:lvl1pPr fontAlgn="auto">
              <a:lnSpc>
                <a:spcPct val="130000"/>
              </a:lnSpc>
              <a:spcAft>
                <a:spcPts val="1000"/>
              </a:spcAft>
              <a:defRPr sz="1600" spc="150"/>
            </a:lvl1pPr>
          </a:lstStyle>
          <a:p>
            <a:pPr marL="355600" lvl="0" indent="-355600" algn="l" fontAlgn="ctr">
              <a:lnSpc>
                <a:spcPct val="120000"/>
              </a:lnSpc>
              <a:spcBef>
                <a:spcPts val="1000"/>
              </a:spcBef>
              <a:spcAft>
                <a:spcPts val="0"/>
              </a:spcAft>
              <a:buSzPct val="130000"/>
              <a:buFont typeface="Wingdings" panose="05000000000000000000" charset="0"/>
              <a:buChar char="l"/>
            </a:pPr>
            <a:r>
              <a:rPr sz="1200" b="1" dirty="0">
                <a:solidFill>
                  <a:srgbClr val="000000">
                    <a:lumMod val="75000"/>
                    <a:lumOff val="25000"/>
                  </a:srgbClr>
                </a:solidFill>
                <a:latin typeface="Arial" panose="020B0604020202020204" pitchFamily="34" charset="0"/>
                <a:ea typeface="微软雅黑" panose="020B0503020204020204" charset="-122"/>
                <a:sym typeface="+mn-ea"/>
              </a:rPr>
              <a:t>选用合适的母版。根据你的 PPT 呈现出的情绪选用不同的色彩搭配。如果觉得 office 自带的母版不合适，可以在母版视图中进行调整，自己加背景图、Logo、装饰图等。当然，如果有自己的标准模板，可直接使用。</a:t>
            </a:r>
            <a:endParaRPr sz="1200" b="1" dirty="0">
              <a:solidFill>
                <a:srgbClr val="000000">
                  <a:lumMod val="75000"/>
                  <a:lumOff val="25000"/>
                </a:srgbClr>
              </a:solidFill>
              <a:latin typeface="Arial" panose="020B0604020202020204" pitchFamily="34" charset="0"/>
              <a:ea typeface="微软雅黑" panose="020B0503020204020204" charset="-122"/>
              <a:sym typeface="+mn-ea"/>
            </a:endParaRPr>
          </a:p>
          <a:p>
            <a:pPr marL="355600" lvl="0" indent="-355600" algn="l" fontAlgn="ctr">
              <a:lnSpc>
                <a:spcPct val="120000"/>
              </a:lnSpc>
              <a:spcBef>
                <a:spcPts val="1000"/>
              </a:spcBef>
              <a:spcAft>
                <a:spcPts val="0"/>
              </a:spcAft>
              <a:buSzPct val="130000"/>
              <a:buFont typeface="Wingdings" panose="05000000000000000000" charset="0"/>
              <a:buChar char="l"/>
            </a:pPr>
            <a:r>
              <a:rPr sz="1200" b="1" dirty="0">
                <a:solidFill>
                  <a:srgbClr val="000000">
                    <a:lumMod val="75000"/>
                    <a:lumOff val="25000"/>
                  </a:srgbClr>
                </a:solidFill>
                <a:latin typeface="Arial" panose="020B0604020202020204" pitchFamily="34" charset="0"/>
                <a:ea typeface="微软雅黑" panose="020B0503020204020204" charset="-122"/>
                <a:sym typeface="+mn-ea"/>
              </a:rPr>
              <a:t>在母版视图中调整标题、文字的大小和字体，以及合适的位置。</a:t>
            </a:r>
            <a:endParaRPr sz="1200" b="1" dirty="0">
              <a:solidFill>
                <a:srgbClr val="000000">
                  <a:lumMod val="75000"/>
                  <a:lumOff val="25000"/>
                </a:srgbClr>
              </a:solidFill>
              <a:latin typeface="Arial" panose="020B0604020202020204" pitchFamily="34" charset="0"/>
              <a:ea typeface="微软雅黑" panose="020B0503020204020204" charset="-122"/>
              <a:sym typeface="+mn-ea"/>
            </a:endParaRPr>
          </a:p>
          <a:p>
            <a:pPr marL="355600" lvl="0" indent="-355600" algn="l" fontAlgn="ctr">
              <a:lnSpc>
                <a:spcPct val="120000"/>
              </a:lnSpc>
              <a:spcBef>
                <a:spcPts val="1000"/>
              </a:spcBef>
              <a:spcAft>
                <a:spcPts val="0"/>
              </a:spcAft>
              <a:buSzPct val="130000"/>
              <a:buFont typeface="Wingdings" panose="05000000000000000000" charset="0"/>
              <a:buChar char="l"/>
            </a:pPr>
            <a:r>
              <a:rPr sz="1200" b="1" dirty="0">
                <a:solidFill>
                  <a:srgbClr val="000000">
                    <a:lumMod val="75000"/>
                    <a:lumOff val="25000"/>
                  </a:srgbClr>
                </a:solidFill>
                <a:latin typeface="Arial" panose="020B0604020202020204" pitchFamily="34" charset="0"/>
                <a:ea typeface="微软雅黑" panose="020B0503020204020204" charset="-122"/>
                <a:sym typeface="+mn-ea"/>
              </a:rPr>
              <a:t>根据母版的色调将图进行美化，调整颜色、阴影、立体、线条，美化表格、突出文字等。注意在此过程中，把握整个 PPT 的颜色不要超过三个色系，否则 PPT 就显得特别乱而且“土”！</a:t>
            </a:r>
            <a:endParaRPr sz="1200" b="1" dirty="0">
              <a:solidFill>
                <a:srgbClr val="000000">
                  <a:lumMod val="75000"/>
                  <a:lumOff val="25000"/>
                </a:srgbClr>
              </a:solidFill>
              <a:latin typeface="Arial" panose="020B0604020202020204" pitchFamily="34" charset="0"/>
              <a:ea typeface="微软雅黑" panose="020B0503020204020204" charset="-122"/>
              <a:sym typeface="+mn-ea"/>
            </a:endParaRPr>
          </a:p>
          <a:p>
            <a:pPr marL="355600" lvl="0" indent="-355600" algn="l" fontAlgn="ctr">
              <a:lnSpc>
                <a:spcPct val="120000"/>
              </a:lnSpc>
              <a:spcBef>
                <a:spcPts val="1000"/>
              </a:spcBef>
              <a:spcAft>
                <a:spcPts val="0"/>
              </a:spcAft>
              <a:buSzPct val="130000"/>
              <a:buFont typeface="Wingdings" panose="05000000000000000000" charset="0"/>
              <a:buChar char="l"/>
            </a:pPr>
            <a:r>
              <a:rPr sz="1200" b="1" dirty="0">
                <a:solidFill>
                  <a:srgbClr val="000000">
                    <a:lumMod val="75000"/>
                    <a:lumOff val="25000"/>
                  </a:srgbClr>
                </a:solidFill>
                <a:latin typeface="Arial" panose="020B0604020202020204" pitchFamily="34" charset="0"/>
                <a:ea typeface="微软雅黑" panose="020B0503020204020204" charset="-122"/>
                <a:sym typeface="+mn-ea"/>
              </a:rPr>
              <a:t>美化页面。看看哪里应该放装饰图，图片可以从网上找。装饰图的使用原则是“符合当页主题，大小、颜色不能喧宾夺主”。</a:t>
            </a:r>
            <a:endParaRPr sz="1200" b="1" dirty="0">
              <a:solidFill>
                <a:srgbClr val="000000">
                  <a:lumMod val="75000"/>
                  <a:lumOff val="25000"/>
                </a:srgbClr>
              </a:solidFill>
              <a:latin typeface="Arial" panose="020B0604020202020204" pitchFamily="34" charset="0"/>
              <a:ea typeface="微软雅黑" panose="020B0503020204020204" charset="-122"/>
              <a:sym typeface="+mn-ea"/>
            </a:endParaRPr>
          </a:p>
          <a:p>
            <a:pPr marL="355600" lvl="0" indent="-355600" algn="l" fontAlgn="ctr">
              <a:lnSpc>
                <a:spcPct val="120000"/>
              </a:lnSpc>
              <a:spcBef>
                <a:spcPts val="1000"/>
              </a:spcBef>
              <a:spcAft>
                <a:spcPts val="0"/>
              </a:spcAft>
              <a:buSzPct val="130000"/>
              <a:buFont typeface="Wingdings" panose="05000000000000000000" charset="0"/>
              <a:buChar char="l"/>
            </a:pPr>
            <a:r>
              <a:rPr sz="1200" b="1" dirty="0">
                <a:solidFill>
                  <a:srgbClr val="000000">
                    <a:lumMod val="75000"/>
                    <a:lumOff val="25000"/>
                  </a:srgbClr>
                </a:solidFill>
                <a:latin typeface="Arial" panose="020B0604020202020204" pitchFamily="34" charset="0"/>
                <a:ea typeface="微软雅黑" panose="020B0503020204020204" charset="-122"/>
                <a:sym typeface="+mn-ea"/>
              </a:rPr>
              <a:t>在放映状态下，通读一遍 PPT 内容，哪里不合适或不满意就调整一下，并修改错别字。</a:t>
            </a:r>
            <a:endParaRPr sz="1200" b="1" dirty="0">
              <a:solidFill>
                <a:srgbClr val="000000">
                  <a:lumMod val="75000"/>
                  <a:lumOff val="25000"/>
                </a:srgbClr>
              </a:solidFill>
              <a:latin typeface="Arial" panose="020B0604020202020204" pitchFamily="34" charset="0"/>
              <a:ea typeface="微软雅黑" panose="020B0503020204020204" charset="-122"/>
              <a:sym typeface="+mn-ea"/>
            </a:endParaRPr>
          </a:p>
          <a:p>
            <a:pPr marL="355600" lvl="0" indent="-355600" algn="l" fontAlgn="ctr">
              <a:lnSpc>
                <a:spcPct val="120000"/>
              </a:lnSpc>
              <a:spcBef>
                <a:spcPts val="1000"/>
              </a:spcBef>
              <a:spcAft>
                <a:spcPts val="0"/>
              </a:spcAft>
              <a:buSzPct val="130000"/>
              <a:buFont typeface="Wingdings" panose="05000000000000000000" charset="0"/>
              <a:buChar char="l"/>
            </a:pPr>
            <a:r>
              <a:rPr sz="1200" b="1" dirty="0">
                <a:solidFill>
                  <a:srgbClr val="000000">
                    <a:lumMod val="75000"/>
                    <a:lumOff val="25000"/>
                  </a:srgbClr>
                </a:solidFill>
                <a:latin typeface="Arial" panose="020B0604020202020204" pitchFamily="34" charset="0"/>
                <a:ea typeface="微软雅黑" panose="020B0503020204020204" charset="-122"/>
                <a:sym typeface="+mn-ea"/>
              </a:rPr>
              <a:t>检查错别字。上一步已改过了，但不够！自己做自己查的正确率并不高。因此，可将 PPT 交给同事或者朋友检查一下。如果文件很重要，建议给 2~3 个同事检查。</a:t>
            </a:r>
            <a:endParaRPr sz="1200" b="1" dirty="0">
              <a:solidFill>
                <a:srgbClr val="000000">
                  <a:lumMod val="75000"/>
                  <a:lumOff val="25000"/>
                </a:srgbClr>
              </a:solidFill>
              <a:latin typeface="Arial" panose="020B0604020202020204" pitchFamily="34" charset="0"/>
              <a:ea typeface="微软雅黑" panose="020B0503020204020204" charset="-122"/>
              <a:sym typeface="+mn-ea"/>
            </a:endParaRPr>
          </a:p>
        </p:txBody>
      </p:sp>
    </p:spTree>
    <p:custDataLst>
      <p:tags r:id="rId12"/>
    </p:custDataLst>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35"/>
          <p:cNvSpPr/>
          <p:nvPr/>
        </p:nvSpPr>
        <p:spPr>
          <a:xfrm flipH="1">
            <a:off x="5716621" y="3579778"/>
            <a:ext cx="3429000" cy="65721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6609083" y="1313503"/>
            <a:ext cx="3288810" cy="2030619"/>
            <a:chOff x="5475349" y="704990"/>
            <a:chExt cx="4746788" cy="2930822"/>
          </a:xfrm>
        </p:grpSpPr>
        <p:sp>
          <p:nvSpPr>
            <p:cNvPr id="25" name="任意多边形 24"/>
            <p:cNvSpPr/>
            <p:nvPr/>
          </p:nvSpPr>
          <p:spPr>
            <a:xfrm rot="18973240">
              <a:off x="5475349" y="1510244"/>
              <a:ext cx="4746788" cy="2042214"/>
            </a:xfrm>
            <a:custGeom>
              <a:avLst/>
              <a:gdLst>
                <a:gd name="connsiteX0" fmla="*/ 4833925 w 4833925"/>
                <a:gd name="connsiteY0" fmla="*/ 437495 h 2079704"/>
                <a:gd name="connsiteX1" fmla="*/ 3322008 w 4833925"/>
                <a:gd name="connsiteY1" fmla="*/ 2015246 h 2079704"/>
                <a:gd name="connsiteX2" fmla="*/ 3172406 w 4833925"/>
                <a:gd name="connsiteY2" fmla="*/ 2032954 h 2079704"/>
                <a:gd name="connsiteX3" fmla="*/ 2216302 w 4833925"/>
                <a:gd name="connsiteY3" fmla="*/ 2079704 h 2079704"/>
                <a:gd name="connsiteX4" fmla="*/ 1887566 w 4833925"/>
                <a:gd name="connsiteY4" fmla="*/ 2074336 h 2079704"/>
                <a:gd name="connsiteX5" fmla="*/ 1863115 w 4833925"/>
                <a:gd name="connsiteY5" fmla="*/ 2073129 h 2079704"/>
                <a:gd name="connsiteX6" fmla="*/ 0 w 4833925"/>
                <a:gd name="connsiteY6" fmla="*/ 287755 h 2079704"/>
                <a:gd name="connsiteX7" fmla="*/ 171133 w 4833925"/>
                <a:gd name="connsiteY7" fmla="*/ 237452 h 2079704"/>
                <a:gd name="connsiteX8" fmla="*/ 2216302 w 4833925"/>
                <a:gd name="connsiteY8" fmla="*/ 0 h 2079704"/>
                <a:gd name="connsiteX9" fmla="*/ 4697311 w 4833925"/>
                <a:gd name="connsiteY9" fmla="*/ 378410 h 2079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33925" h="2079704">
                  <a:moveTo>
                    <a:pt x="4833925" y="437495"/>
                  </a:moveTo>
                  <a:lnTo>
                    <a:pt x="3322008" y="2015246"/>
                  </a:lnTo>
                  <a:lnTo>
                    <a:pt x="3172406" y="2032954"/>
                  </a:lnTo>
                  <a:cubicBezTo>
                    <a:pt x="2870374" y="2063336"/>
                    <a:pt x="2549248" y="2079704"/>
                    <a:pt x="2216302" y="2079704"/>
                  </a:cubicBezTo>
                  <a:cubicBezTo>
                    <a:pt x="2105320" y="2079704"/>
                    <a:pt x="1995652" y="2077886"/>
                    <a:pt x="1887566" y="2074336"/>
                  </a:cubicBezTo>
                  <a:lnTo>
                    <a:pt x="1863115" y="2073129"/>
                  </a:lnTo>
                  <a:lnTo>
                    <a:pt x="0" y="287755"/>
                  </a:lnTo>
                  <a:lnTo>
                    <a:pt x="171133" y="237452"/>
                  </a:lnTo>
                  <a:cubicBezTo>
                    <a:pt x="726910" y="89111"/>
                    <a:pt x="1439429" y="0"/>
                    <a:pt x="2216302" y="0"/>
                  </a:cubicBezTo>
                  <a:cubicBezTo>
                    <a:pt x="3215139" y="0"/>
                    <a:pt x="4107595" y="147306"/>
                    <a:pt x="4697311" y="37841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5605379" y="704990"/>
              <a:ext cx="4582648" cy="2930822"/>
              <a:chOff x="5499453" y="614116"/>
              <a:chExt cx="4729020" cy="3024434"/>
            </a:xfrm>
          </p:grpSpPr>
          <p:sp>
            <p:nvSpPr>
              <p:cNvPr id="27" name="直角三角形 26"/>
              <p:cNvSpPr/>
              <p:nvPr/>
            </p:nvSpPr>
            <p:spPr>
              <a:xfrm flipH="1">
                <a:off x="5822298" y="614116"/>
                <a:ext cx="3343822" cy="3024434"/>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任意多边形 27"/>
              <p:cNvSpPr/>
              <p:nvPr/>
            </p:nvSpPr>
            <p:spPr>
              <a:xfrm rot="18973240">
                <a:off x="5499453" y="1513160"/>
                <a:ext cx="4729020" cy="2034570"/>
              </a:xfrm>
              <a:custGeom>
                <a:avLst/>
                <a:gdLst>
                  <a:gd name="connsiteX0" fmla="*/ 4833925 w 4833925"/>
                  <a:gd name="connsiteY0" fmla="*/ 437495 h 2079704"/>
                  <a:gd name="connsiteX1" fmla="*/ 3322008 w 4833925"/>
                  <a:gd name="connsiteY1" fmla="*/ 2015246 h 2079704"/>
                  <a:gd name="connsiteX2" fmla="*/ 3172406 w 4833925"/>
                  <a:gd name="connsiteY2" fmla="*/ 2032954 h 2079704"/>
                  <a:gd name="connsiteX3" fmla="*/ 2216302 w 4833925"/>
                  <a:gd name="connsiteY3" fmla="*/ 2079704 h 2079704"/>
                  <a:gd name="connsiteX4" fmla="*/ 1887566 w 4833925"/>
                  <a:gd name="connsiteY4" fmla="*/ 2074336 h 2079704"/>
                  <a:gd name="connsiteX5" fmla="*/ 1863115 w 4833925"/>
                  <a:gd name="connsiteY5" fmla="*/ 2073129 h 2079704"/>
                  <a:gd name="connsiteX6" fmla="*/ 0 w 4833925"/>
                  <a:gd name="connsiteY6" fmla="*/ 287755 h 2079704"/>
                  <a:gd name="connsiteX7" fmla="*/ 171133 w 4833925"/>
                  <a:gd name="connsiteY7" fmla="*/ 237452 h 2079704"/>
                  <a:gd name="connsiteX8" fmla="*/ 2216302 w 4833925"/>
                  <a:gd name="connsiteY8" fmla="*/ 0 h 2079704"/>
                  <a:gd name="connsiteX9" fmla="*/ 4697311 w 4833925"/>
                  <a:gd name="connsiteY9" fmla="*/ 378410 h 2079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33925" h="2079704">
                    <a:moveTo>
                      <a:pt x="4833925" y="437495"/>
                    </a:moveTo>
                    <a:lnTo>
                      <a:pt x="3322008" y="2015246"/>
                    </a:lnTo>
                    <a:lnTo>
                      <a:pt x="3172406" y="2032954"/>
                    </a:lnTo>
                    <a:cubicBezTo>
                      <a:pt x="2870374" y="2063336"/>
                      <a:pt x="2549248" y="2079704"/>
                      <a:pt x="2216302" y="2079704"/>
                    </a:cubicBezTo>
                    <a:cubicBezTo>
                      <a:pt x="2105320" y="2079704"/>
                      <a:pt x="1995652" y="2077886"/>
                      <a:pt x="1887566" y="2074336"/>
                    </a:cubicBezTo>
                    <a:lnTo>
                      <a:pt x="1863115" y="2073129"/>
                    </a:lnTo>
                    <a:lnTo>
                      <a:pt x="0" y="287755"/>
                    </a:lnTo>
                    <a:lnTo>
                      <a:pt x="171133" y="237452"/>
                    </a:lnTo>
                    <a:cubicBezTo>
                      <a:pt x="726910" y="89111"/>
                      <a:pt x="1439429" y="0"/>
                      <a:pt x="2216302" y="0"/>
                    </a:cubicBezTo>
                    <a:cubicBezTo>
                      <a:pt x="3215139" y="0"/>
                      <a:pt x="4107595" y="147306"/>
                      <a:pt x="4697311" y="3784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9" name="任意多边形 28"/>
          <p:cNvSpPr/>
          <p:nvPr/>
        </p:nvSpPr>
        <p:spPr>
          <a:xfrm>
            <a:off x="2981007" y="1123950"/>
            <a:ext cx="6023496" cy="2209800"/>
          </a:xfrm>
          <a:custGeom>
            <a:avLst/>
            <a:gdLst>
              <a:gd name="connsiteX0" fmla="*/ 0 w 9094550"/>
              <a:gd name="connsiteY0" fmla="*/ 0 h 3352800"/>
              <a:gd name="connsiteX1" fmla="*/ 9094550 w 9094550"/>
              <a:gd name="connsiteY1" fmla="*/ 0 h 3352800"/>
              <a:gd name="connsiteX2" fmla="*/ 9077156 w 9094550"/>
              <a:gd name="connsiteY2" fmla="*/ 4906 h 3352800"/>
              <a:gd name="connsiteX3" fmla="*/ 6835005 w 9094550"/>
              <a:gd name="connsiteY3" fmla="*/ 1518521 h 3352800"/>
              <a:gd name="connsiteX4" fmla="*/ 5404244 w 9094550"/>
              <a:gd name="connsiteY4" fmla="*/ 3311411 h 3352800"/>
              <a:gd name="connsiteX5" fmla="*/ 5383488 w 9094550"/>
              <a:gd name="connsiteY5" fmla="*/ 3352800 h 3352800"/>
              <a:gd name="connsiteX6" fmla="*/ 0 w 9094550"/>
              <a:gd name="connsiteY6" fmla="*/ 3352800 h 335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94550" h="3352800">
                <a:moveTo>
                  <a:pt x="0" y="0"/>
                </a:moveTo>
                <a:lnTo>
                  <a:pt x="9094550" y="0"/>
                </a:lnTo>
                <a:lnTo>
                  <a:pt x="9077156" y="4906"/>
                </a:lnTo>
                <a:cubicBezTo>
                  <a:pt x="8468605" y="204963"/>
                  <a:pt x="7636304" y="750657"/>
                  <a:pt x="6835005" y="1518521"/>
                </a:cubicBezTo>
                <a:cubicBezTo>
                  <a:pt x="6193965" y="2132812"/>
                  <a:pt x="5694141" y="2772983"/>
                  <a:pt x="5404244" y="3311411"/>
                </a:cubicBezTo>
                <a:lnTo>
                  <a:pt x="5383488" y="3352800"/>
                </a:lnTo>
                <a:lnTo>
                  <a:pt x="0" y="33528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flipH="1">
            <a:off x="-8107" y="1123950"/>
            <a:ext cx="2895600" cy="2209800"/>
          </a:xfrm>
          <a:prstGeom prst="rect">
            <a:avLst/>
          </a:prstGeom>
          <a:blipFill dpi="0" rotWithShape="1">
            <a:blip r:embed="rId1"/>
            <a:srcRect/>
            <a:stretch>
              <a:fillRect t="-24000" r="-14000"/>
            </a:stretch>
          </a:blipFill>
          <a:ln>
            <a:solidFill>
              <a:srgbClr val="C8CF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3135495" y="1531980"/>
            <a:ext cx="4288353" cy="707886"/>
          </a:xfrm>
          <a:prstGeom prst="rect">
            <a:avLst/>
          </a:prstGeom>
          <a:noFill/>
        </p:spPr>
        <p:txBody>
          <a:bodyPr wrap="none" rtlCol="0">
            <a:spAutoFit/>
          </a:bodyPr>
          <a:lstStyle/>
          <a:p>
            <a:r>
              <a:rPr lang="zh-CN" altLang="en-US" sz="4000" dirty="0" smtClean="0">
                <a:solidFill>
                  <a:schemeClr val="tx1">
                    <a:lumMod val="75000"/>
                    <a:lumOff val="25000"/>
                  </a:schemeClr>
                </a:solidFill>
                <a:latin typeface="+mn-ea"/>
              </a:rPr>
              <a:t>演示完毕感谢观看</a:t>
            </a:r>
            <a:endParaRPr lang="zh-CN" altLang="en-US" sz="4000" dirty="0">
              <a:solidFill>
                <a:schemeClr val="tx1">
                  <a:lumMod val="75000"/>
                  <a:lumOff val="25000"/>
                </a:schemeClr>
              </a:solidFill>
              <a:latin typeface="+mn-ea"/>
            </a:endParaRPr>
          </a:p>
        </p:txBody>
      </p:sp>
      <p:sp>
        <p:nvSpPr>
          <p:cNvPr id="15" name="矩形 14"/>
          <p:cNvSpPr/>
          <p:nvPr/>
        </p:nvSpPr>
        <p:spPr>
          <a:xfrm>
            <a:off x="3185795" y="2141855"/>
            <a:ext cx="3032125" cy="245110"/>
          </a:xfrm>
          <a:prstGeom prst="rect">
            <a:avLst/>
          </a:prstGeom>
        </p:spPr>
        <p:txBody>
          <a:bodyPr wrap="square">
            <a:spAutoFit/>
          </a:bodyPr>
          <a:lstStyle/>
          <a:p>
            <a:pPr algn="dist"/>
            <a:r>
              <a:rPr lang="en-US" altLang="zh-CN" sz="1000" dirty="0">
                <a:solidFill>
                  <a:schemeClr val="tx1">
                    <a:lumMod val="75000"/>
                    <a:lumOff val="25000"/>
                  </a:schemeClr>
                </a:solidFill>
                <a:latin typeface="+mn-ea"/>
              </a:rPr>
              <a:t>Thank you for watching</a:t>
            </a:r>
            <a:endParaRPr lang="en-US" altLang="zh-CN" sz="1000" dirty="0">
              <a:solidFill>
                <a:schemeClr val="tx1">
                  <a:lumMod val="75000"/>
                  <a:lumOff val="25000"/>
                </a:schemeClr>
              </a:solidFill>
              <a:latin typeface="+mn-ea"/>
            </a:endParaRPr>
          </a:p>
        </p:txBody>
      </p:sp>
      <p:sp>
        <p:nvSpPr>
          <p:cNvPr id="2" name="矩形 1"/>
          <p:cNvSpPr/>
          <p:nvPr/>
        </p:nvSpPr>
        <p:spPr>
          <a:xfrm>
            <a:off x="6156325" y="3608070"/>
            <a:ext cx="1451610" cy="583565"/>
          </a:xfrm>
          <a:prstGeom prst="rect">
            <a:avLst/>
          </a:prstGeom>
        </p:spPr>
        <p:txBody>
          <a:bodyPr wrap="square" anchor="ctr" anchorCtr="0">
            <a:spAutoFit/>
          </a:bodyPr>
          <a:p>
            <a:pPr algn="dist">
              <a:lnSpc>
                <a:spcPct val="100000"/>
              </a:lnSpc>
            </a:pPr>
            <a:r>
              <a:rPr lang="zh-CN" sz="3200" dirty="0" smtClean="0">
                <a:solidFill>
                  <a:schemeClr val="accent2"/>
                </a:solidFill>
                <a:latin typeface="方正黑体简体" panose="03000509000000000000" pitchFamily="2" charset="-122"/>
                <a:ea typeface="方正黑体简体" panose="03000509000000000000" pitchFamily="2" charset="-122"/>
                <a:cs typeface="方正黑体简体" panose="03000509000000000000" pitchFamily="2" charset="-122"/>
              </a:rPr>
              <a:t>第</a:t>
            </a:r>
            <a:r>
              <a:rPr lang="en-US" altLang="zh-CN" sz="3200" dirty="0" smtClean="0">
                <a:solidFill>
                  <a:schemeClr val="accent2"/>
                </a:solidFill>
                <a:latin typeface="方正黑体简体" panose="03000509000000000000" pitchFamily="2" charset="-122"/>
                <a:ea typeface="方正黑体简体" panose="03000509000000000000" pitchFamily="2" charset="-122"/>
                <a:cs typeface="方正黑体简体" panose="03000509000000000000" pitchFamily="2" charset="-122"/>
              </a:rPr>
              <a:t>2</a:t>
            </a:r>
            <a:r>
              <a:rPr lang="zh-CN" altLang="en-US" sz="3200" dirty="0" smtClean="0">
                <a:solidFill>
                  <a:schemeClr val="accent2"/>
                </a:solidFill>
                <a:latin typeface="方正黑体简体" panose="03000509000000000000" pitchFamily="2" charset="-122"/>
                <a:ea typeface="方正黑体简体" panose="03000509000000000000" pitchFamily="2" charset="-122"/>
                <a:cs typeface="方正黑体简体" panose="03000509000000000000" pitchFamily="2" charset="-122"/>
              </a:rPr>
              <a:t>版</a:t>
            </a:r>
            <a:endParaRPr lang="zh-CN" altLang="en-US" sz="3200" dirty="0" smtClean="0">
              <a:solidFill>
                <a:schemeClr val="accent2"/>
              </a:solidFill>
              <a:latin typeface="方正黑体简体" panose="03000509000000000000" pitchFamily="2" charset="-122"/>
              <a:ea typeface="方正黑体简体" panose="03000509000000000000" pitchFamily="2" charset="-122"/>
              <a:cs typeface="方正黑体简体" panose="03000509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0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Scale>
                                      <p:cBhvr>
                                        <p:cTn id="7"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6"/>
                                        </p:tgtEl>
                                        <p:attrNameLst>
                                          <p:attrName>ppt_x</p:attrName>
                                          <p:attrName>ppt_y</p:attrName>
                                        </p:attrNameLst>
                                      </p:cBhvr>
                                    </p:animMotion>
                                    <p:animEffect transition="in" filter="fade">
                                      <p:cBhvr>
                                        <p:cTn id="9" dur="1000"/>
                                        <p:tgtEl>
                                          <p:spTgt spid="6"/>
                                        </p:tgtEl>
                                      </p:cBhvr>
                                    </p:animEffect>
                                  </p:childTnLst>
                                </p:cTn>
                              </p:par>
                            </p:childTnLst>
                          </p:cTn>
                        </p:par>
                        <p:par>
                          <p:cTn id="10" fill="hold">
                            <p:stCondLst>
                              <p:cond delay="1700"/>
                            </p:stCondLst>
                            <p:childTnLst>
                              <p:par>
                                <p:cTn id="11" presetID="14" presetClass="entr" presetSubtype="1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randombar(horizontal)">
                                      <p:cBhvr>
                                        <p:cTn id="13" dur="1000"/>
                                        <p:tgtEl>
                                          <p:spTgt spid="15"/>
                                        </p:tgtEl>
                                      </p:cBhvr>
                                    </p:animEffect>
                                  </p:childTnLst>
                                </p:cTn>
                              </p:par>
                              <p:par>
                                <p:cTn id="14" presetID="2" presetClass="entr" presetSubtype="2"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1+#ppt_w/2"/>
                                          </p:val>
                                        </p:tav>
                                        <p:tav tm="100000">
                                          <p:val>
                                            <p:strVal val="#ppt_x"/>
                                          </p:val>
                                        </p:tav>
                                      </p:tavLst>
                                    </p:anim>
                                    <p:anim calcmode="lin" valueType="num">
                                      <p:cBhvr additive="base">
                                        <p:cTn id="17"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5" grpId="0"/>
      <p:bldP spid="2" grpId="0"/>
    </p:bldLst>
  </p:timing>
</p:sld>
</file>

<file path=ppt/tags/tag1.xml><?xml version="1.0" encoding="utf-8"?>
<p:tagLst xmlns:p="http://schemas.openxmlformats.org/presentationml/2006/main">
  <p:tag name="KSO_WM_TAG_VERSION" val="1.0"/>
  <p:tag name="KSO_WM_TEMPLATE_CATEGORY" val="custom"/>
  <p:tag name="KSO_WM_TEMPLATE_INDEX" val="20181592"/>
</p:tagLst>
</file>

<file path=ppt/tags/tag2.xml><?xml version="1.0" encoding="utf-8"?>
<p:tagLst xmlns:p="http://schemas.openxmlformats.org/presentationml/2006/main">
  <p:tag name="KSO_WM_TAG_VERSION" val="1.0"/>
  <p:tag name="KSO_WM_TEMPLATE_CATEGORY" val="custom"/>
  <p:tag name="KSO_WM_TEMPLATE_INDEX" val="20181592"/>
</p:tagLst>
</file>

<file path=ppt/tags/tag3.xml><?xml version="1.0" encoding="utf-8"?>
<p:tagLst xmlns:p="http://schemas.openxmlformats.org/presentationml/2006/main">
  <p:tag name="KSO_WM_TAG_VERSION" val="1.0"/>
  <p:tag name="KSO_WM_BEAUTIFY_FLAG" val="#wm#"/>
  <p:tag name="KSO_WM_COMBINE_RELATE_SLIDE_ID" val="background20180955_1"/>
  <p:tag name="KSO_WM_TEMPLATE_CATEGORY" val="custom"/>
  <p:tag name="KSO_WM_TEMPLATE_INDEX" val="20181592"/>
  <p:tag name="KSO_WM_TEMPLATE_SUBCATEGORY" val="combine"/>
  <p:tag name="KSO_WM_TEMPLATE_THUMBS_INDEX" val="1、6、11、12、18、19、2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diagram"/>
  <p:tag name="KSO_WM_TEMPLATE_INDEX" val="20203644"/>
</p:tagLst>
</file>

<file path=ppt/tags/tag60.xml><?xml version="1.0" encoding="utf-8"?>
<p:tagLst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diagram"/>
  <p:tag name="KSO_WM_TEMPLATE_INDEX" val="20203644"/>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4.xml><?xml version="1.0" encoding="utf-8"?>
<p:tagLst xmlns:p="http://schemas.openxmlformats.org/presentationml/2006/main">
  <p:tag name="KSO_WM_TEMPLATE_SUBCATEGORY" val="17"/>
  <p:tag name="KSO_WM_TEMPLATE_MASTER_TYPE" val="0"/>
  <p:tag name="KSO_WM_TEMPLATE_COLOR_TYPE" val="1"/>
  <p:tag name="KSO_WM_TAG_VERSION" val="1.0"/>
  <p:tag name="KSO_WM_BEAUTIFY_FLAG" val="#wm#"/>
  <p:tag name="KSO_WM_TEMPLATE_CATEGORY" val="diagram"/>
  <p:tag name="KSO_WM_TEMPLATE_INDEX" val="20203644"/>
</p:tagLst>
</file>

<file path=ppt/tags/tag6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9.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0.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TYPE" val="y"/>
  <p:tag name="KSO_WM_UNIT_INDEX" val="1"/>
  <p:tag name="KSO_WM_UNIT_ID" val="_1*y*1"/>
  <p:tag name="KSO_WM_SLIDE_BACKGROUND_MASK_FLAG" val="1"/>
</p:tagLst>
</file>

<file path=ppt/tags/tag7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7.xml><?xml version="1.0" encoding="utf-8"?>
<p:tagLst xmlns:p="http://schemas.openxmlformats.org/presentationml/2006/main">
  <p:tag name="MH" val="20161022204303"/>
  <p:tag name="MH_LIBRARY" val="GRAPHIC"/>
  <p:tag name="MH_ORDER" val="Rectangle 12"/>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50.xml><?xml version="1.0" encoding="utf-8"?>
<p:tagLst xmlns:p="http://schemas.openxmlformats.org/presentationml/2006/main">
  <p:tag name="KSO_WM_UNIT_TYPE" val="i"/>
  <p:tag name="KSO_WM_UNIT_SUBTYPE" val="h"/>
  <p:tag name="KSO_WM_SLIDE_BACKGROUND_TYPE" val="general"/>
  <p:tag name="KSO_WM_SLIDE_BK_DARK_LIGHT" val="2"/>
  <p:tag name="KSO_WM_UNIT_HIGHLIGHT" val="0"/>
  <p:tag name="KSO_WM_UNIT_COMPATIBLE" val="0"/>
  <p:tag name="KSO_WM_UNIT_DIAGRAM_ISNUMVISUAL" val="0"/>
  <p:tag name="KSO_WM_UNIT_DIAGRAM_ISREFERUNIT" val="0"/>
  <p:tag name="KSO_WM_UNIT_INDEX" val="0"/>
  <p:tag name="KSO_WM_UNIT_ID" val="_12*i*0"/>
  <p:tag name="KSO_WM_UNIT_BK_DARK_LIGHT" val="2"/>
  <p:tag name="KSO_WM_UNIT_LAYERLEVEL" val="1"/>
  <p:tag name="KSO_WM_TAG_VERSION" val="1.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5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56.xml><?xml version="1.0" encoding="utf-8"?>
<p:tagLst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0"/>
  <p:tag name="KSO_WM_UNIT_ID" val="_13*i*0"/>
  <p:tag name="KSO_WM_UNIT_BK_DARK_LIGHT" val="2"/>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6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3.xml><?xml version="1.0" encoding="utf-8"?>
<p:tagLst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0"/>
  <p:tag name="KSO_WM_UNIT_ID" val="_14*i*0"/>
  <p:tag name="KSO_WM_UNIT_BK_DARK_LIGHT" val="2"/>
  <p:tag name="KSO_WM_UNIT_LAYERLEVEL" val="1"/>
  <p:tag name="KSO_WM_TAG_VERSION" val="1.0"/>
  <p:tag name="KSO_WM_BEAUTIFY_FLAG" val="#wm#"/>
</p:tagLst>
</file>

<file path=ppt/tags/tag164.xml><?xml version="1.0" encoding="utf-8"?>
<p:tagLst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0"/>
  <p:tag name="KSO_WM_UNIT_ID" val="_14*i*0"/>
  <p:tag name="KSO_WM_UNIT_BK_DARK_LIGHT" val="2"/>
  <p:tag name="KSO_WM_UNIT_LAYERLEVEL" val="1"/>
  <p:tag name="KSO_WM_TAG_VERSION" val="1.0"/>
  <p:tag name="KSO_WM_BEAUTIFY_FLAG" val="#wm#"/>
</p:tagLst>
</file>

<file path=ppt/tags/tag16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7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3.xml><?xml version="1.0" encoding="utf-8"?>
<p:tagLst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0"/>
  <p:tag name="KSO_WM_UNIT_ID" val="_15*i*0"/>
  <p:tag name="KSO_WM_UNIT_BK_DARK_LIGHT" val="2"/>
  <p:tag name="KSO_WM_UNIT_LAYERLEVEL" val="1"/>
  <p:tag name="KSO_WM_TAG_VERSION" val="1.0"/>
  <p:tag name="KSO_WM_BEAUTIFY_FLAG" val="#wm#"/>
</p:tagLst>
</file>

<file path=ppt/tags/tag174.xml><?xml version="1.0" encoding="utf-8"?>
<p:tagLst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0"/>
  <p:tag name="KSO_WM_UNIT_ID" val="_15*i*0"/>
  <p:tag name="KSO_WM_UNIT_BK_DARK_LIGHT" val="2"/>
  <p:tag name="KSO_WM_UNIT_LAYERLEVEL" val="1"/>
  <p:tag name="KSO_WM_TAG_VERSION" val="1.0"/>
  <p:tag name="KSO_WM_BEAUTIFY_FLAG" val="#wm#"/>
</p:tagLst>
</file>

<file path=ppt/tags/tag17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8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4.xml><?xml version="1.0" encoding="utf-8"?>
<p:tagLst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0"/>
  <p:tag name="KSO_WM_UNIT_ID" val="_16*i*0"/>
  <p:tag name="KSO_WM_UNIT_BK_DARK_LIGHT" val="2"/>
  <p:tag name="KSO_WM_UNIT_LAYERLEVEL" val="1"/>
  <p:tag name="KSO_WM_TAG_VERSION" val="1.0"/>
  <p:tag name="KSO_WM_BEAUTIFY_FLAG" val="#wm#"/>
</p:tagLst>
</file>

<file path=ppt/tags/tag185.xml><?xml version="1.0" encoding="utf-8"?>
<p:tagLst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0"/>
  <p:tag name="KSO_WM_UNIT_ID" val="_16*i*0"/>
  <p:tag name="KSO_WM_UNIT_BK_DARK_LIGHT" val="2"/>
  <p:tag name="KSO_WM_UNIT_LAYERLEVEL" val="1"/>
  <p:tag name="KSO_WM_TAG_VERSION" val="1.0"/>
  <p:tag name="KSO_WM_BEAUTIFY_FLAG" val="#wm#"/>
</p:tagLst>
</file>

<file path=ppt/tags/tag18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9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5.xml><?xml version="1.0" encoding="utf-8"?>
<p:tagLst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0"/>
  <p:tag name="KSO_WM_UNIT_ID" val="_17*i*0"/>
  <p:tag name="KSO_WM_UNIT_BK_DARK_LIGHT" val="2"/>
  <p:tag name="KSO_WM_UNIT_LAYERLEVEL" val="1"/>
  <p:tag name="KSO_WM_TAG_VERSION" val="1.0"/>
  <p:tag name="KSO_WM_BEAUTIFY_FLAG" val="#wm#"/>
</p:tagLst>
</file>

<file path=ppt/tags/tag196.xml><?xml version="1.0" encoding="utf-8"?>
<p:tagLst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0"/>
  <p:tag name="KSO_WM_UNIT_ID" val="_17*i*0"/>
  <p:tag name="KSO_WM_UNIT_BK_DARK_LIGHT" val="2"/>
  <p:tag name="KSO_WM_UNIT_LAYERLEVEL" val="1"/>
  <p:tag name="KSO_WM_TAG_VERSION" val="1.0"/>
  <p:tag name="KSO_WM_BEAUTIFY_FLAG" val="#wm#"/>
</p:tagLst>
</file>

<file path=ppt/tags/tag19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07.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8.xml><?xml version="1.0" encoding="utf-8"?>
<p:tagLst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0"/>
  <p:tag name="KSO_WM_UNIT_ID" val="_18*i*0"/>
  <p:tag name="KSO_WM_UNIT_BK_DARK_LIGHT" val="2"/>
  <p:tag name="KSO_WM_UNIT_LAYERLEVEL" val="1"/>
  <p:tag name="KSO_WM_TAG_VERSION" val="1.0"/>
  <p:tag name="KSO_WM_BEAUTIFY_FLAG" val="#wm#"/>
</p:tagLst>
</file>

<file path=ppt/tags/tag20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Lst>
</file>

<file path=ppt/tags/tag21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414"/>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414"/>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31.xml><?xml version="1.0" encoding="utf-8"?>
<p:tagLst xmlns:p="http://schemas.openxmlformats.org/presentationml/2006/main">
  <p:tag name="KSO_WM_TAG_VERSION" val="1.0"/>
  <p:tag name="KSO_WM_BEAUTIFY_FLAG" val="#wm#"/>
  <p:tag name="KSO_WM_TEMPLATE_CATEGORY" val="custom"/>
  <p:tag name="KSO_WM_TEMPLATE_INDEX" val="20205414"/>
  <p:tag name="KSO_WM_TEMPLATE_SUBCATEGORY" val="0"/>
  <p:tag name="KSO_WM_TEMPLATE_MASTER_TYPE" val="1"/>
  <p:tag name="KSO_WM_TEMPLATE_COLOR_TYPE" val="1"/>
  <p:tag name="KSO_WM_TEMPLATE_MASTER_THUMB_INDEX" val="12"/>
  <p:tag name="KSO_WM_TEMPLATE_THUMBS_INDEX" val="1、4、7、9、12、16、20、23、24、25、26、29、34、37、39、40、41"/>
</p:tagLst>
</file>

<file path=ppt/tags/tag232.xml><?xml version="1.0" encoding="utf-8"?>
<p:tagLst xmlns:p="http://schemas.openxmlformats.org/presentationml/2006/main">
  <p:tag name="MH" val="20161022203400"/>
  <p:tag name="MH_LIBRARY" val="GRAPHIC"/>
  <p:tag name="MH_TYPE" val="Other"/>
  <p:tag name="MH_ORDER" val="1"/>
</p:tagLst>
</file>

<file path=ppt/tags/tag233.xml><?xml version="1.0" encoding="utf-8"?>
<p:tagLst xmlns:p="http://schemas.openxmlformats.org/presentationml/2006/main">
  <p:tag name="MH" val="20161022192605"/>
  <p:tag name="MH_LIBRARY" val="GRAPHIC"/>
  <p:tag name="MH_TYPE" val="Text"/>
  <p:tag name="MH_ORDER" val="1"/>
</p:tagLst>
</file>

<file path=ppt/tags/tag234.xml><?xml version="1.0" encoding="utf-8"?>
<p:tagLst xmlns:p="http://schemas.openxmlformats.org/presentationml/2006/main">
  <p:tag name="MH" val="20161022203400"/>
  <p:tag name="MH_LIBRARY" val="GRAPHIC"/>
  <p:tag name="MH_TYPE" val="Other"/>
  <p:tag name="MH_ORDER" val="1"/>
</p:tagLst>
</file>

<file path=ppt/tags/tag235.xml><?xml version="1.0" encoding="utf-8"?>
<p:tagLst xmlns:p="http://schemas.openxmlformats.org/presentationml/2006/main">
  <p:tag name="MH" val="20161022192605"/>
  <p:tag name="MH_LIBRARY" val="GRAPHIC"/>
  <p:tag name="MH_TYPE" val="Text"/>
  <p:tag name="MH_ORDER" val="1"/>
</p:tagLst>
</file>

<file path=ppt/tags/tag236.xml><?xml version="1.0" encoding="utf-8"?>
<p:tagLst xmlns:p="http://schemas.openxmlformats.org/presentationml/2006/main">
  <p:tag name="MH" val="20161022203400"/>
  <p:tag name="MH_LIBRARY" val="GRAPHIC"/>
  <p:tag name="MH_TYPE" val="Other"/>
  <p:tag name="MH_ORDER" val="1"/>
</p:tagLst>
</file>

<file path=ppt/tags/tag237.xml><?xml version="1.0" encoding="utf-8"?>
<p:tagLst xmlns:p="http://schemas.openxmlformats.org/presentationml/2006/main">
  <p:tag name="MH" val="20161022192605"/>
  <p:tag name="MH_LIBRARY" val="GRAPHIC"/>
  <p:tag name="MH_TYPE" val="Text"/>
  <p:tag name="MH_ORDER" val="1"/>
</p:tagLst>
</file>

<file path=ppt/tags/tag238.xml><?xml version="1.0" encoding="utf-8"?>
<p:tagLst xmlns:p="http://schemas.openxmlformats.org/presentationml/2006/main">
  <p:tag name="MH" val="20161022203400"/>
  <p:tag name="MH_LIBRARY" val="GRAPHIC"/>
  <p:tag name="MH_TYPE" val="Other"/>
  <p:tag name="MH_ORDER" val="1"/>
</p:tagLst>
</file>

<file path=ppt/tags/tag239.xml><?xml version="1.0" encoding="utf-8"?>
<p:tagLst xmlns:p="http://schemas.openxmlformats.org/presentationml/2006/main">
  <p:tag name="MH" val="20161022192605"/>
  <p:tag name="MH_LIBRARY" val="GRAPHIC"/>
  <p:tag name="MH_TYPE" val="Text"/>
  <p:tag name="MH_ORDER" val="1"/>
</p:tagLst>
</file>

<file path=ppt/tags/tag240.xml><?xml version="1.0" encoding="utf-8"?>
<p:tagLst xmlns:p="http://schemas.openxmlformats.org/presentationml/2006/main">
  <p:tag name="MH" val="20161022203400"/>
  <p:tag name="MH_LIBRARY" val="GRAPHIC"/>
  <p:tag name="MH_TYPE" val="Other"/>
  <p:tag name="MH_ORDER" val="1"/>
</p:tagLst>
</file>

<file path=ppt/tags/tag241.xml><?xml version="1.0" encoding="utf-8"?>
<p:tagLst xmlns:p="http://schemas.openxmlformats.org/presentationml/2006/main">
  <p:tag name="MH" val="20161022192605"/>
  <p:tag name="MH_LIBRARY" val="GRAPHIC"/>
  <p:tag name="MH_TYPE" val="Text"/>
  <p:tag name="MH_ORDER" val="1"/>
</p:tagLst>
</file>

<file path=ppt/tags/tag242.xml><?xml version="1.0" encoding="utf-8"?>
<p:tagLst xmlns:p="http://schemas.openxmlformats.org/presentationml/2006/main">
  <p:tag name="MH" val="20161022203400"/>
  <p:tag name="MH_LIBRARY" val="GRAPHIC"/>
  <p:tag name="MH_TYPE" val="Other"/>
  <p:tag name="MH_ORDER" val="1"/>
</p:tagLst>
</file>

<file path=ppt/tags/tag243.xml><?xml version="1.0" encoding="utf-8"?>
<p:tagLst xmlns:p="http://schemas.openxmlformats.org/presentationml/2006/main">
  <p:tag name="MH" val="20161022192605"/>
  <p:tag name="MH_LIBRARY" val="GRAPHIC"/>
  <p:tag name="MH_TYPE" val="Text"/>
  <p:tag name="MH_ORDER" val="1"/>
</p:tagLst>
</file>

<file path=ppt/tags/tag244.xml><?xml version="1.0" encoding="utf-8"?>
<p:tagLst xmlns:p="http://schemas.openxmlformats.org/presentationml/2006/main">
  <p:tag name="MH" val="20161022204343"/>
  <p:tag name="MH_LIBRARY" val="GRAPHIC"/>
  <p:tag name="MH_ORDER" val="标题 5"/>
</p:tagLst>
</file>

<file path=ppt/tags/tag245.xml><?xml version="1.0" encoding="utf-8"?>
<p:tagLst xmlns:p="http://schemas.openxmlformats.org/presentationml/2006/main">
  <p:tag name="MH" val="20161022204343"/>
  <p:tag name="MH_LIBRARY" val="GRAPHIC"/>
  <p:tag name="MH_ORDER" val="文本占位符 6"/>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1331_1*i*1"/>
  <p:tag name="KSO_WM_TEMPLATE_CATEGORY" val="diagram"/>
  <p:tag name="KSO_WM_TEMPLATE_INDEX" val="20201331"/>
  <p:tag name="KSO_WM_UNIT_LAYERLEVEL" val="1"/>
  <p:tag name="KSO_WM_TAG_VERSION" val="1.0"/>
  <p:tag name="KSO_WM_BEAUTIFY_FLAG" val="#wm#"/>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diagram20201331_1*y*1"/>
  <p:tag name="KSO_WM_TEMPLATE_CATEGORY" val="diagram"/>
  <p:tag name="KSO_WM_TEMPLATE_INDEX" val="20201331"/>
  <p:tag name="KSO_WM_UNIT_LAYERLEVEL" val="1"/>
  <p:tag name="KSO_WM_TAG_VERSION" val="1.0"/>
  <p:tag name="KSO_WM_BEAUTIFY_FLAG" val="#wm#"/>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1331_1*i*2"/>
  <p:tag name="KSO_WM_TEMPLATE_CATEGORY" val="diagram"/>
  <p:tag name="KSO_WM_TEMPLATE_INDEX" val="20201331"/>
  <p:tag name="KSO_WM_UNIT_LAYERLEVEL" val="1"/>
  <p:tag name="KSO_WM_TAG_VERSION" val="1.0"/>
  <p:tag name="KSO_WM_BEAUTIFY_FLAG" val="#wm#"/>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1331_1*i*3"/>
  <p:tag name="KSO_WM_TEMPLATE_CATEGORY" val="diagram"/>
  <p:tag name="KSO_WM_TEMPLATE_INDEX" val="20201331"/>
  <p:tag name="KSO_WM_UNIT_LAYERLEVEL" val="1"/>
  <p:tag name="KSO_WM_TAG_VERSION" val="1.0"/>
  <p:tag name="KSO_WM_BEAUTIFY_FLAG" val="#wm#"/>
</p:tagLst>
</file>

<file path=ppt/tags/tag250.xml><?xml version="1.0" encoding="utf-8"?>
<p:tagLst xmlns:p="http://schemas.openxmlformats.org/presentationml/2006/main">
  <p:tag name="KSO_WM_UNIT_ISCONTENTSTITLE" val="0"/>
  <p:tag name="KSO_WM_UNIT_PRESET_TEXT" val="项目背景"/>
  <p:tag name="KSO_WM_UNIT_NOCLEAR" val="0"/>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diagram20201331_1*a*1"/>
  <p:tag name="KSO_WM_TEMPLATE_CATEGORY" val="diagram"/>
  <p:tag name="KSO_WM_TEMPLATE_INDEX" val="20201331"/>
  <p:tag name="KSO_WM_UNIT_LAYERLEVEL" val="1"/>
  <p:tag name="KSO_WM_TAG_VERSION" val="1.0"/>
  <p:tag name="KSO_WM_BEAUTIFY_FLAG" val="#wm#"/>
</p:tagLst>
</file>

<file path=ppt/tags/tag251.xml><?xml version="1.0" encoding="utf-8"?>
<p:tagLst xmlns:p="http://schemas.openxmlformats.org/presentationml/2006/main">
  <p:tag name="KSO_WM_UNIT_PRESET_TEXT" val="据全国道路交通事故统计显示：中国每年有28.5万的儿童在车祸中造成了伤残甚至死亡，相当于每70个家庭就有一个家庭遭遇过不幸。我国儿童因交通事故的死亡率是欧洲的2.5倍，美国的2.6倍，交通安全已经是14岁以下儿童的第一大死因"/>
  <p:tag name="KSO_WM_UNIT_NOCLEAR" val="0"/>
  <p:tag name="KSO_WM_UNIT_VALUE" val="144"/>
  <p:tag name="KSO_WM_UNIT_HIGHLIGHT" val="0"/>
  <p:tag name="KSO_WM_UNIT_COMPATIBLE" val="0"/>
  <p:tag name="KSO_WM_UNIT_DIAGRAM_ISNUMVISUAL" val="0"/>
  <p:tag name="KSO_WM_UNIT_DIAGRAM_ISREFERUNIT" val="0"/>
  <p:tag name="KSO_WM_UNIT_TYPE" val="f"/>
  <p:tag name="KSO_WM_UNIT_INDEX" val="1"/>
  <p:tag name="KSO_WM_UNIT_ID" val="diagram20201331_1*f*1"/>
  <p:tag name="KSO_WM_TEMPLATE_CATEGORY" val="diagram"/>
  <p:tag name="KSO_WM_TEMPLATE_INDEX" val="20201331"/>
  <p:tag name="KSO_WM_UNIT_LAYERLEVEL" val="1"/>
  <p:tag name="KSO_WM_TAG_VERSION" val="1.0"/>
  <p:tag name="KSO_WM_BEAUTIFY_FLAG" val="#wm#"/>
</p:tagLst>
</file>

<file path=ppt/tags/tag252.xml><?xml version="1.0" encoding="utf-8"?>
<p:tagLst xmlns:p="http://schemas.openxmlformats.org/presentationml/2006/main">
  <p:tag name="KSO_WM_SLIDE_ID" val="diagram20201331_1"/>
  <p:tag name="KSO_WM_TEMPLATE_SUBCATEGORY" val="0"/>
  <p:tag name="KSO_WM_SLIDE_TYPE" val="text"/>
  <p:tag name="KSO_WM_SLIDE_SUBTYPE" val="pureTxt"/>
  <p:tag name="KSO_WM_SLIDE_ITEM_CNT" val="0"/>
  <p:tag name="KSO_WM_SLIDE_INDEX" val="1"/>
  <p:tag name="KSO_WM_SLIDE_SIZE" val="960*539"/>
  <p:tag name="KSO_WM_SLIDE_POSITION" val="0*0"/>
  <p:tag name="KSO_WM_TAG_VERSION" val="1.0"/>
  <p:tag name="KSO_WM_BEAUTIFY_FLAG" val="#wm#"/>
  <p:tag name="KSO_WM_TEMPLATE_CATEGORY" val="diagram"/>
  <p:tag name="KSO_WM_TEMPLATE_INDEX" val="20201331"/>
  <p:tag name="KSO_WM_SLIDE_LAYOUT" val="a_f_y"/>
  <p:tag name="KSO_WM_SLIDE_LAYOUT_CNT" val="1_1_1"/>
</p:tagLst>
</file>

<file path=ppt/tags/tag253.xml><?xml version="1.0" encoding="utf-8"?>
<p:tagLst xmlns:p="http://schemas.openxmlformats.org/presentationml/2006/main">
  <p:tag name="KSO_WM_UNIT_HIGHLIGHT" val="0"/>
  <p:tag name="KSO_WM_UNIT_COMPATIBLE" val="0"/>
  <p:tag name="KSO_WM_DIAGRAM_GROUP_CODE" val="l1-1"/>
  <p:tag name="KSO_WM_UNIT_TYPE" val="i"/>
  <p:tag name="KSO_WM_UNIT_INDEX" val="1"/>
  <p:tag name="KSO_WM_UNIT_ID" val="diagram20190634_5*i*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54.xml><?xml version="1.0" encoding="utf-8"?>
<p:tagLst xmlns:p="http://schemas.openxmlformats.org/presentationml/2006/main">
  <p:tag name="KSO_WM_UNIT_HIGHLIGHT" val="0"/>
  <p:tag name="KSO_WM_UNIT_COMPATIBLE" val="0"/>
  <p:tag name="KSO_WM_DIAGRAM_GROUP_CODE" val="l1-1"/>
  <p:tag name="KSO_WM_UNIT_TYPE" val="i"/>
  <p:tag name="KSO_WM_UNIT_INDEX" val="4"/>
  <p:tag name="KSO_WM_UNIT_ID" val="diagram20190634_5*i*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55.xml><?xml version="1.0" encoding="utf-8"?>
<p:tagLst xmlns:p="http://schemas.openxmlformats.org/presentationml/2006/main">
  <p:tag name="KSO_WM_UNIT_HIGHLIGHT" val="0"/>
  <p:tag name="KSO_WM_UNIT_COMPATIBLE" val="0"/>
  <p:tag name="KSO_WM_DIAGRAM_GROUP_CODE" val="l1-1"/>
  <p:tag name="KSO_WM_UNIT_TYPE" val="i"/>
  <p:tag name="KSO_WM_UNIT_INDEX" val="16"/>
  <p:tag name="KSO_WM_UNIT_ID" val="diagram20190634_5*i*1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56.xml><?xml version="1.0" encoding="utf-8"?>
<p:tagLst xmlns:p="http://schemas.openxmlformats.org/presentationml/2006/main">
  <p:tag name="KSO_WM_UNIT_HIGHLIGHT" val="0"/>
  <p:tag name="KSO_WM_UNIT_COMPATIBLE" val="0"/>
  <p:tag name="KSO_WM_DIAGRAM_GROUP_CODE" val="l1-1"/>
  <p:tag name="KSO_WM_UNIT_TYPE" val="i"/>
  <p:tag name="KSO_WM_UNIT_INDEX" val="28"/>
  <p:tag name="KSO_WM_UNIT_ID" val="diagram20190634_5*i*2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57.xml><?xml version="1.0" encoding="utf-8"?>
<p:tagLst xmlns:p="http://schemas.openxmlformats.org/presentationml/2006/main">
  <p:tag name="KSO_WM_UNIT_HIGHLIGHT" val="0"/>
  <p:tag name="KSO_WM_UNIT_COMPATIBLE" val="0"/>
  <p:tag name="KSO_WM_DIAGRAM_GROUP_CODE" val="l1-1"/>
  <p:tag name="KSO_WM_UNIT_TYPE" val="i"/>
  <p:tag name="KSO_WM_UNIT_INDEX" val="40"/>
  <p:tag name="KSO_WM_UNIT_ID" val="diagram20190634_5*i*4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58.xml><?xml version="1.0" encoding="utf-8"?>
<p:tagLst xmlns:p="http://schemas.openxmlformats.org/presentationml/2006/main">
  <p:tag name="KSO_WM_UNIT_HIGHLIGHT" val="0"/>
  <p:tag name="KSO_WM_UNIT_COMPATIBLE" val="0"/>
  <p:tag name="KSO_WM_DIAGRAM_GROUP_CODE" val="l1-1"/>
  <p:tag name="KSO_WM_UNIT_TYPE" val="i"/>
  <p:tag name="KSO_WM_UNIT_INDEX" val="52"/>
  <p:tag name="KSO_WM_UNIT_ID" val="diagram20190634_5*i*5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59.xml><?xml version="1.0" encoding="utf-8"?>
<p:tagLst xmlns:p="http://schemas.openxmlformats.org/presentationml/2006/main">
  <p:tag name="KSO_WM_UNIT_HIGHLIGHT" val="0"/>
  <p:tag name="KSO_WM_UNIT_COMPATIBLE" val="0"/>
  <p:tag name="KSO_WM_DIAGRAM_GROUP_CODE" val="l1-1"/>
  <p:tag name="KSO_WM_UNIT_TYPE" val="i"/>
  <p:tag name="KSO_WM_UNIT_INDEX" val="64"/>
  <p:tag name="KSO_WM_UNIT_ID" val="diagram20190634_5*i*6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60.xml><?xml version="1.0" encoding="utf-8"?>
<p:tagLst xmlns:p="http://schemas.openxmlformats.org/presentationml/2006/main">
  <p:tag name="KSO_WM_UNIT_HIGHLIGHT" val="0"/>
  <p:tag name="KSO_WM_UNIT_COMPATIBLE" val="0"/>
  <p:tag name="KSO_WM_DIAGRAM_GROUP_CODE" val="l1-1"/>
  <p:tag name="KSO_WM_UNIT_TYPE" val="i"/>
  <p:tag name="KSO_WM_UNIT_INDEX" val="76"/>
  <p:tag name="KSO_WM_UNIT_ID" val="diagram20190634_5*i*7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61.xml><?xml version="1.0" encoding="utf-8"?>
<p:tagLst xmlns:p="http://schemas.openxmlformats.org/presentationml/2006/main">
  <p:tag name="KSO_WM_UNIT_HIGHLIGHT" val="0"/>
  <p:tag name="KSO_WM_UNIT_COMPATIBLE" val="0"/>
  <p:tag name="KSO_WM_DIAGRAM_GROUP_CODE" val="l1-1"/>
  <p:tag name="KSO_WM_UNIT_TYPE" val="i"/>
  <p:tag name="KSO_WM_UNIT_INDEX" val="77"/>
  <p:tag name="KSO_WM_UNIT_ID" val="diagram20190634_5*i*7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62.xml><?xml version="1.0" encoding="utf-8"?>
<p:tagLst xmlns:p="http://schemas.openxmlformats.org/presentationml/2006/main">
  <p:tag name="KSO_WM_UNIT_HIGHLIGHT" val="0"/>
  <p:tag name="KSO_WM_UNIT_COMPATIBLE" val="0"/>
  <p:tag name="KSO_WM_DIAGRAM_GROUP_CODE" val="l1-1"/>
  <p:tag name="KSO_WM_UNIT_TYPE" val="i"/>
  <p:tag name="KSO_WM_UNIT_INDEX" val="12"/>
  <p:tag name="KSO_WM_UNIT_ID" val="diagram20190634_5*i*1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63.xml><?xml version="1.0" encoding="utf-8"?>
<p:tagLst xmlns:p="http://schemas.openxmlformats.org/presentationml/2006/main">
  <p:tag name="KSO_WM_UNIT_HIGHLIGHT" val="0"/>
  <p:tag name="KSO_WM_UNIT_COMPATIBLE" val="0"/>
  <p:tag name="KSO_WM_DIAGRAM_GROUP_CODE" val="l1-1"/>
  <p:tag name="KSO_WM_UNIT_TYPE" val="i"/>
  <p:tag name="KSO_WM_UNIT_INDEX" val="23"/>
  <p:tag name="KSO_WM_UNIT_ID" val="diagram20190634_5*i*2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64.xml><?xml version="1.0" encoding="utf-8"?>
<p:tagLst xmlns:p="http://schemas.openxmlformats.org/presentationml/2006/main">
  <p:tag name="KSO_WM_UNIT_HIGHLIGHT" val="0"/>
  <p:tag name="KSO_WM_UNIT_COMPATIBLE" val="0"/>
  <p:tag name="KSO_WM_DIAGRAM_GROUP_CODE" val="l1-1"/>
  <p:tag name="KSO_WM_UNIT_TYPE" val="i"/>
  <p:tag name="KSO_WM_UNIT_INDEX" val="34"/>
  <p:tag name="KSO_WM_UNIT_ID" val="diagram20190634_5*i*3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65.xml><?xml version="1.0" encoding="utf-8"?>
<p:tagLst xmlns:p="http://schemas.openxmlformats.org/presentationml/2006/main">
  <p:tag name="KSO_WM_UNIT_HIGHLIGHT" val="0"/>
  <p:tag name="KSO_WM_UNIT_COMPATIBLE" val="0"/>
  <p:tag name="KSO_WM_DIAGRAM_GROUP_CODE" val="l1-1"/>
  <p:tag name="KSO_WM_UNIT_TYPE" val="i"/>
  <p:tag name="KSO_WM_UNIT_INDEX" val="45"/>
  <p:tag name="KSO_WM_UNIT_ID" val="diagram20190634_5*i*4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66.xml><?xml version="1.0" encoding="utf-8"?>
<p:tagLst xmlns:p="http://schemas.openxmlformats.org/presentationml/2006/main">
  <p:tag name="KSO_WM_UNIT_HIGHLIGHT" val="0"/>
  <p:tag name="KSO_WM_UNIT_COMPATIBLE" val="0"/>
  <p:tag name="KSO_WM_DIAGRAM_GROUP_CODE" val="l1-1"/>
  <p:tag name="KSO_WM_UNIT_TYPE" val="i"/>
  <p:tag name="KSO_WM_UNIT_INDEX" val="56"/>
  <p:tag name="KSO_WM_UNIT_ID" val="diagram20190634_5*i*5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67.xml><?xml version="1.0" encoding="utf-8"?>
<p:tagLst xmlns:p="http://schemas.openxmlformats.org/presentationml/2006/main">
  <p:tag name="KSO_WM_UNIT_HIGHLIGHT" val="0"/>
  <p:tag name="KSO_WM_UNIT_COMPATIBLE" val="0"/>
  <p:tag name="KSO_WM_DIAGRAM_GROUP_CODE" val="l1-1"/>
  <p:tag name="KSO_WM_UNIT_TYPE" val="i"/>
  <p:tag name="KSO_WM_UNIT_INDEX" val="67"/>
  <p:tag name="KSO_WM_UNIT_ID" val="diagram20190634_5*i*6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68.xml><?xml version="1.0" encoding="utf-8"?>
<p:tagLst xmlns:p="http://schemas.openxmlformats.org/presentationml/2006/main">
  <p:tag name="KSO_WM_UNIT_HIGHLIGHT" val="0"/>
  <p:tag name="KSO_WM_UNIT_COMPATIBLE" val="0"/>
  <p:tag name="KSO_WM_DIAGRAM_GROUP_CODE" val="l1-1"/>
  <p:tag name="KSO_WM_UNIT_TYPE" val="i"/>
  <p:tag name="KSO_WM_UNIT_INDEX" val="78"/>
  <p:tag name="KSO_WM_UNIT_ID" val="diagram20190634_5*i*7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69.xml><?xml version="1.0" encoding="utf-8"?>
<p:tagLst xmlns:p="http://schemas.openxmlformats.org/presentationml/2006/main">
  <p:tag name="KSO_WM_UNIT_HIGHLIGHT" val="0"/>
  <p:tag name="KSO_WM_UNIT_COMPATIBLE" val="0"/>
  <p:tag name="KSO_WM_DIAGRAM_GROUP_CODE" val="l1-1"/>
  <p:tag name="KSO_WM_UNIT_TYPE" val="i"/>
  <p:tag name="KSO_WM_UNIT_INDEX" val="79"/>
  <p:tag name="KSO_WM_UNIT_ID" val="diagram20190634_5*i*7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70.xml><?xml version="1.0" encoding="utf-8"?>
<p:tagLst xmlns:p="http://schemas.openxmlformats.org/presentationml/2006/main">
  <p:tag name="KSO_WM_UNIT_HIGHLIGHT" val="0"/>
  <p:tag name="KSO_WM_UNIT_COMPATIBLE" val="0"/>
  <p:tag name="KSO_WM_DIAGRAM_GROUP_CODE" val="l1-1"/>
  <p:tag name="KSO_WM_UNIT_TYPE" val="i"/>
  <p:tag name="KSO_WM_UNIT_INDEX" val="2"/>
  <p:tag name="KSO_WM_UNIT_ID" val="diagram20190634_5*i*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71.xml><?xml version="1.0" encoding="utf-8"?>
<p:tagLst xmlns:p="http://schemas.openxmlformats.org/presentationml/2006/main">
  <p:tag name="KSO_WM_UNIT_HIGHLIGHT" val="0"/>
  <p:tag name="KSO_WM_UNIT_COMPATIBLE" val="0"/>
  <p:tag name="KSO_WM_DIAGRAM_GROUP_CODE" val="l1-1"/>
  <p:tag name="KSO_WM_UNIT_TYPE" val="i"/>
  <p:tag name="KSO_WM_UNIT_INDEX" val="3"/>
  <p:tag name="KSO_WM_UNIT_ID" val="diagram20190634_5*i*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72.xml><?xml version="1.0" encoding="utf-8"?>
<p:tagLst xmlns:p="http://schemas.openxmlformats.org/presentationml/2006/main">
  <p:tag name="KSO_WM_UNIT_HIGHLIGHT" val="0"/>
  <p:tag name="KSO_WM_UNIT_COMPATIBLE" val="0"/>
  <p:tag name="KSO_WM_DIAGRAM_GROUP_CODE" val="l1-1"/>
  <p:tag name="KSO_WM_UNIT_TYPE" val="i"/>
  <p:tag name="KSO_WM_UNIT_INDEX" val="5"/>
  <p:tag name="KSO_WM_UNIT_ID" val="diagram20190634_5*i*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73.xml><?xml version="1.0" encoding="utf-8"?>
<p:tagLst xmlns:p="http://schemas.openxmlformats.org/presentationml/2006/main">
  <p:tag name="KSO_WM_UNIT_HIGHLIGHT" val="0"/>
  <p:tag name="KSO_WM_UNIT_COMPATIBLE" val="0"/>
  <p:tag name="KSO_WM_DIAGRAM_GROUP_CODE" val="l1-1"/>
  <p:tag name="KSO_WM_UNIT_TYPE" val="i"/>
  <p:tag name="KSO_WM_UNIT_INDEX" val="6"/>
  <p:tag name="KSO_WM_UNIT_ID" val="diagram20190634_5*i*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74.xml><?xml version="1.0" encoding="utf-8"?>
<p:tagLst xmlns:p="http://schemas.openxmlformats.org/presentationml/2006/main">
  <p:tag name="KSO_WM_UNIT_HIGHLIGHT" val="0"/>
  <p:tag name="KSO_WM_UNIT_COMPATIBLE" val="0"/>
  <p:tag name="KSO_WM_DIAGRAM_GROUP_CODE" val="l1-1"/>
  <p:tag name="KSO_WM_UNIT_TYPE" val="i"/>
  <p:tag name="KSO_WM_UNIT_INDEX" val="7"/>
  <p:tag name="KSO_WM_UNIT_ID" val="diagram20190634_5*i*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75.xml><?xml version="1.0" encoding="utf-8"?>
<p:tagLst xmlns:p="http://schemas.openxmlformats.org/presentationml/2006/main">
  <p:tag name="KSO_WM_UNIT_HIGHLIGHT" val="0"/>
  <p:tag name="KSO_WM_UNIT_COMPATIBLE" val="0"/>
  <p:tag name="KSO_WM_DIAGRAM_GROUP_CODE" val="l1-1"/>
  <p:tag name="KSO_WM_UNIT_TYPE" val="i"/>
  <p:tag name="KSO_WM_UNIT_INDEX" val="8"/>
  <p:tag name="KSO_WM_UNIT_ID" val="diagram20190634_5*i*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76.xml><?xml version="1.0" encoding="utf-8"?>
<p:tagLst xmlns:p="http://schemas.openxmlformats.org/presentationml/2006/main">
  <p:tag name="KSO_WM_UNIT_HIGHLIGHT" val="0"/>
  <p:tag name="KSO_WM_UNIT_COMPATIBLE" val="0"/>
  <p:tag name="KSO_WM_DIAGRAM_GROUP_CODE" val="l1-1"/>
  <p:tag name="KSO_WM_UNIT_TYPE" val="i"/>
  <p:tag name="KSO_WM_UNIT_INDEX" val="9"/>
  <p:tag name="KSO_WM_UNIT_ID" val="diagram20190634_5*i*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77.xml><?xml version="1.0" encoding="utf-8"?>
<p:tagLst xmlns:p="http://schemas.openxmlformats.org/presentationml/2006/main">
  <p:tag name="KSO_WM_UNIT_HIGHLIGHT" val="0"/>
  <p:tag name="KSO_WM_UNIT_COMPATIBLE" val="0"/>
  <p:tag name="KSO_WM_DIAGRAM_GROUP_CODE" val="l1-1"/>
  <p:tag name="KSO_WM_UNIT_TYPE" val="i"/>
  <p:tag name="KSO_WM_UNIT_INDEX" val="10"/>
  <p:tag name="KSO_WM_UNIT_ID" val="diagram20190634_5*i*1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78.xml><?xml version="1.0" encoding="utf-8"?>
<p:tagLst xmlns:p="http://schemas.openxmlformats.org/presentationml/2006/main">
  <p:tag name="KSO_WM_UNIT_HIGHLIGHT" val="0"/>
  <p:tag name="KSO_WM_UNIT_COMPATIBLE" val="0"/>
  <p:tag name="KSO_WM_DIAGRAM_GROUP_CODE" val="l1-1"/>
  <p:tag name="KSO_WM_UNIT_TYPE" val="i"/>
  <p:tag name="KSO_WM_UNIT_INDEX" val="11"/>
  <p:tag name="KSO_WM_UNIT_ID" val="diagram20190634_5*i*1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79.xml><?xml version="1.0" encoding="utf-8"?>
<p:tagLst xmlns:p="http://schemas.openxmlformats.org/presentationml/2006/main">
  <p:tag name="KSO_WM_UNIT_HIGHLIGHT" val="0"/>
  <p:tag name="KSO_WM_UNIT_COMPATIBLE" val="0"/>
  <p:tag name="KSO_WM_DIAGRAM_GROUP_CODE" val="l1-1"/>
  <p:tag name="KSO_WM_UNIT_TYPE" val="i"/>
  <p:tag name="KSO_WM_UNIT_INDEX" val="13"/>
  <p:tag name="KSO_WM_UNIT_ID" val="diagram20190634_5*i*1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80.xml><?xml version="1.0" encoding="utf-8"?>
<p:tagLst xmlns:p="http://schemas.openxmlformats.org/presentationml/2006/main">
  <p:tag name="KSO_WM_UNIT_HIGHLIGHT" val="0"/>
  <p:tag name="KSO_WM_UNIT_COMPATIBLE" val="0"/>
  <p:tag name="KSO_WM_DIAGRAM_GROUP_CODE" val="l1-1"/>
  <p:tag name="KSO_WM_UNIT_TYPE" val="i"/>
  <p:tag name="KSO_WM_UNIT_INDEX" val="14"/>
  <p:tag name="KSO_WM_UNIT_ID" val="diagram20190634_5*i*1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81.xml><?xml version="1.0" encoding="utf-8"?>
<p:tagLst xmlns:p="http://schemas.openxmlformats.org/presentationml/2006/main">
  <p:tag name="KSO_WM_UNIT_HIGHLIGHT" val="0"/>
  <p:tag name="KSO_WM_UNIT_COMPATIBLE" val="0"/>
  <p:tag name="KSO_WM_DIAGRAM_GROUP_CODE" val="l1-1"/>
  <p:tag name="KSO_WM_UNIT_TYPE" val="i"/>
  <p:tag name="KSO_WM_UNIT_INDEX" val="15"/>
  <p:tag name="KSO_WM_UNIT_ID" val="diagram20190634_5*i*1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82.xml><?xml version="1.0" encoding="utf-8"?>
<p:tagLst xmlns:p="http://schemas.openxmlformats.org/presentationml/2006/main">
  <p:tag name="KSO_WM_UNIT_HIGHLIGHT" val="0"/>
  <p:tag name="KSO_WM_UNIT_COMPATIBLE" val="0"/>
  <p:tag name="KSO_WM_DIAGRAM_GROUP_CODE" val="l1-1"/>
  <p:tag name="KSO_WM_UNIT_TYPE" val="i"/>
  <p:tag name="KSO_WM_UNIT_INDEX" val="17"/>
  <p:tag name="KSO_WM_UNIT_ID" val="diagram20190634_5*i*1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83.xml><?xml version="1.0" encoding="utf-8"?>
<p:tagLst xmlns:p="http://schemas.openxmlformats.org/presentationml/2006/main">
  <p:tag name="KSO_WM_UNIT_HIGHLIGHT" val="0"/>
  <p:tag name="KSO_WM_UNIT_COMPATIBLE" val="0"/>
  <p:tag name="KSO_WM_DIAGRAM_GROUP_CODE" val="l1-1"/>
  <p:tag name="KSO_WM_UNIT_TYPE" val="i"/>
  <p:tag name="KSO_WM_UNIT_INDEX" val="18"/>
  <p:tag name="KSO_WM_UNIT_ID" val="diagram20190634_5*i*1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84.xml><?xml version="1.0" encoding="utf-8"?>
<p:tagLst xmlns:p="http://schemas.openxmlformats.org/presentationml/2006/main">
  <p:tag name="KSO_WM_UNIT_HIGHLIGHT" val="0"/>
  <p:tag name="KSO_WM_UNIT_COMPATIBLE" val="0"/>
  <p:tag name="KSO_WM_DIAGRAM_GROUP_CODE" val="l1-1"/>
  <p:tag name="KSO_WM_UNIT_TYPE" val="i"/>
  <p:tag name="KSO_WM_UNIT_INDEX" val="19"/>
  <p:tag name="KSO_WM_UNIT_ID" val="diagram20190634_5*i*1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85.xml><?xml version="1.0" encoding="utf-8"?>
<p:tagLst xmlns:p="http://schemas.openxmlformats.org/presentationml/2006/main">
  <p:tag name="KSO_WM_UNIT_HIGHLIGHT" val="0"/>
  <p:tag name="KSO_WM_UNIT_COMPATIBLE" val="0"/>
  <p:tag name="KSO_WM_DIAGRAM_GROUP_CODE" val="l1-1"/>
  <p:tag name="KSO_WM_UNIT_TYPE" val="i"/>
  <p:tag name="KSO_WM_UNIT_INDEX" val="20"/>
  <p:tag name="KSO_WM_UNIT_ID" val="diagram20190634_5*i*2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86.xml><?xml version="1.0" encoding="utf-8"?>
<p:tagLst xmlns:p="http://schemas.openxmlformats.org/presentationml/2006/main">
  <p:tag name="KSO_WM_UNIT_HIGHLIGHT" val="0"/>
  <p:tag name="KSO_WM_UNIT_COMPATIBLE" val="0"/>
  <p:tag name="KSO_WM_DIAGRAM_GROUP_CODE" val="l1-1"/>
  <p:tag name="KSO_WM_UNIT_TYPE" val="i"/>
  <p:tag name="KSO_WM_UNIT_INDEX" val="21"/>
  <p:tag name="KSO_WM_UNIT_ID" val="diagram20190634_5*i*2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87.xml><?xml version="1.0" encoding="utf-8"?>
<p:tagLst xmlns:p="http://schemas.openxmlformats.org/presentationml/2006/main">
  <p:tag name="KSO_WM_UNIT_HIGHLIGHT" val="0"/>
  <p:tag name="KSO_WM_UNIT_COMPATIBLE" val="0"/>
  <p:tag name="KSO_WM_DIAGRAM_GROUP_CODE" val="l1-1"/>
  <p:tag name="KSO_WM_UNIT_TYPE" val="i"/>
  <p:tag name="KSO_WM_UNIT_INDEX" val="22"/>
  <p:tag name="KSO_WM_UNIT_ID" val="diagram20190634_5*i*2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88.xml><?xml version="1.0" encoding="utf-8"?>
<p:tagLst xmlns:p="http://schemas.openxmlformats.org/presentationml/2006/main">
  <p:tag name="KSO_WM_UNIT_HIGHLIGHT" val="0"/>
  <p:tag name="KSO_WM_UNIT_COMPATIBLE" val="0"/>
  <p:tag name="KSO_WM_DIAGRAM_GROUP_CODE" val="l1-1"/>
  <p:tag name="KSO_WM_UNIT_TYPE" val="i"/>
  <p:tag name="KSO_WM_UNIT_INDEX" val="24"/>
  <p:tag name="KSO_WM_UNIT_ID" val="diagram20190634_5*i*2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89.xml><?xml version="1.0" encoding="utf-8"?>
<p:tagLst xmlns:p="http://schemas.openxmlformats.org/presentationml/2006/main">
  <p:tag name="KSO_WM_UNIT_HIGHLIGHT" val="0"/>
  <p:tag name="KSO_WM_UNIT_COMPATIBLE" val="0"/>
  <p:tag name="KSO_WM_DIAGRAM_GROUP_CODE" val="l1-1"/>
  <p:tag name="KSO_WM_UNIT_TYPE" val="i"/>
  <p:tag name="KSO_WM_UNIT_INDEX" val="25"/>
  <p:tag name="KSO_WM_UNIT_ID" val="diagram20190634_5*i*2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90.xml><?xml version="1.0" encoding="utf-8"?>
<p:tagLst xmlns:p="http://schemas.openxmlformats.org/presentationml/2006/main">
  <p:tag name="KSO_WM_UNIT_HIGHLIGHT" val="0"/>
  <p:tag name="KSO_WM_UNIT_COMPATIBLE" val="0"/>
  <p:tag name="KSO_WM_DIAGRAM_GROUP_CODE" val="l1-1"/>
  <p:tag name="KSO_WM_UNIT_TYPE" val="i"/>
  <p:tag name="KSO_WM_UNIT_INDEX" val="26"/>
  <p:tag name="KSO_WM_UNIT_ID" val="diagram20190634_5*i*2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91.xml><?xml version="1.0" encoding="utf-8"?>
<p:tagLst xmlns:p="http://schemas.openxmlformats.org/presentationml/2006/main">
  <p:tag name="KSO_WM_UNIT_HIGHLIGHT" val="0"/>
  <p:tag name="KSO_WM_UNIT_COMPATIBLE" val="0"/>
  <p:tag name="KSO_WM_DIAGRAM_GROUP_CODE" val="l1-1"/>
  <p:tag name="KSO_WM_UNIT_TYPE" val="i"/>
  <p:tag name="KSO_WM_UNIT_INDEX" val="27"/>
  <p:tag name="KSO_WM_UNIT_ID" val="diagram20190634_5*i*2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92.xml><?xml version="1.0" encoding="utf-8"?>
<p:tagLst xmlns:p="http://schemas.openxmlformats.org/presentationml/2006/main">
  <p:tag name="KSO_WM_UNIT_HIGHLIGHT" val="0"/>
  <p:tag name="KSO_WM_UNIT_COMPATIBLE" val="0"/>
  <p:tag name="KSO_WM_DIAGRAM_GROUP_CODE" val="l1-1"/>
  <p:tag name="KSO_WM_UNIT_TYPE" val="i"/>
  <p:tag name="KSO_WM_UNIT_INDEX" val="29"/>
  <p:tag name="KSO_WM_UNIT_ID" val="diagram20190634_5*i*2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93.xml><?xml version="1.0" encoding="utf-8"?>
<p:tagLst xmlns:p="http://schemas.openxmlformats.org/presentationml/2006/main">
  <p:tag name="KSO_WM_UNIT_HIGHLIGHT" val="0"/>
  <p:tag name="KSO_WM_UNIT_COMPATIBLE" val="0"/>
  <p:tag name="KSO_WM_DIAGRAM_GROUP_CODE" val="l1-1"/>
  <p:tag name="KSO_WM_UNIT_TYPE" val="i"/>
  <p:tag name="KSO_WM_UNIT_INDEX" val="30"/>
  <p:tag name="KSO_WM_UNIT_ID" val="diagram20190634_5*i*3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94.xml><?xml version="1.0" encoding="utf-8"?>
<p:tagLst xmlns:p="http://schemas.openxmlformats.org/presentationml/2006/main">
  <p:tag name="KSO_WM_UNIT_HIGHLIGHT" val="0"/>
  <p:tag name="KSO_WM_UNIT_COMPATIBLE" val="0"/>
  <p:tag name="KSO_WM_DIAGRAM_GROUP_CODE" val="l1-1"/>
  <p:tag name="KSO_WM_UNIT_TYPE" val="i"/>
  <p:tag name="KSO_WM_UNIT_INDEX" val="31"/>
  <p:tag name="KSO_WM_UNIT_ID" val="diagram20190634_5*i*3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95.xml><?xml version="1.0" encoding="utf-8"?>
<p:tagLst xmlns:p="http://schemas.openxmlformats.org/presentationml/2006/main">
  <p:tag name="KSO_WM_UNIT_HIGHLIGHT" val="0"/>
  <p:tag name="KSO_WM_UNIT_COMPATIBLE" val="0"/>
  <p:tag name="KSO_WM_DIAGRAM_GROUP_CODE" val="l1-1"/>
  <p:tag name="KSO_WM_UNIT_TYPE" val="i"/>
  <p:tag name="KSO_WM_UNIT_INDEX" val="32"/>
  <p:tag name="KSO_WM_UNIT_ID" val="diagram20190634_5*i*3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96.xml><?xml version="1.0" encoding="utf-8"?>
<p:tagLst xmlns:p="http://schemas.openxmlformats.org/presentationml/2006/main">
  <p:tag name="KSO_WM_UNIT_HIGHLIGHT" val="0"/>
  <p:tag name="KSO_WM_UNIT_COMPATIBLE" val="0"/>
  <p:tag name="KSO_WM_DIAGRAM_GROUP_CODE" val="l1-1"/>
  <p:tag name="KSO_WM_UNIT_TYPE" val="i"/>
  <p:tag name="KSO_WM_UNIT_INDEX" val="33"/>
  <p:tag name="KSO_WM_UNIT_ID" val="diagram20190634_5*i*3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97.xml><?xml version="1.0" encoding="utf-8"?>
<p:tagLst xmlns:p="http://schemas.openxmlformats.org/presentationml/2006/main">
  <p:tag name="KSO_WM_UNIT_HIGHLIGHT" val="0"/>
  <p:tag name="KSO_WM_UNIT_COMPATIBLE" val="0"/>
  <p:tag name="KSO_WM_DIAGRAM_GROUP_CODE" val="l1-1"/>
  <p:tag name="KSO_WM_UNIT_TYPE" val="i"/>
  <p:tag name="KSO_WM_UNIT_INDEX" val="35"/>
  <p:tag name="KSO_WM_UNIT_ID" val="diagram20190634_5*i*3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98.xml><?xml version="1.0" encoding="utf-8"?>
<p:tagLst xmlns:p="http://schemas.openxmlformats.org/presentationml/2006/main">
  <p:tag name="KSO_WM_UNIT_HIGHLIGHT" val="0"/>
  <p:tag name="KSO_WM_UNIT_COMPATIBLE" val="0"/>
  <p:tag name="KSO_WM_DIAGRAM_GROUP_CODE" val="l1-1"/>
  <p:tag name="KSO_WM_UNIT_TYPE" val="i"/>
  <p:tag name="KSO_WM_UNIT_INDEX" val="36"/>
  <p:tag name="KSO_WM_UNIT_ID" val="diagram20190634_5*i*3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299.xml><?xml version="1.0" encoding="utf-8"?>
<p:tagLst xmlns:p="http://schemas.openxmlformats.org/presentationml/2006/main">
  <p:tag name="KSO_WM_UNIT_HIGHLIGHT" val="0"/>
  <p:tag name="KSO_WM_UNIT_COMPATIBLE" val="0"/>
  <p:tag name="KSO_WM_DIAGRAM_GROUP_CODE" val="l1-1"/>
  <p:tag name="KSO_WM_UNIT_TYPE" val="i"/>
  <p:tag name="KSO_WM_UNIT_INDEX" val="37"/>
  <p:tag name="KSO_WM_UNIT_ID" val="diagram20190634_5*i*3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00.xml><?xml version="1.0" encoding="utf-8"?>
<p:tagLst xmlns:p="http://schemas.openxmlformats.org/presentationml/2006/main">
  <p:tag name="KSO_WM_UNIT_HIGHLIGHT" val="0"/>
  <p:tag name="KSO_WM_UNIT_COMPATIBLE" val="0"/>
  <p:tag name="KSO_WM_DIAGRAM_GROUP_CODE" val="l1-1"/>
  <p:tag name="KSO_WM_UNIT_TYPE" val="i"/>
  <p:tag name="KSO_WM_UNIT_INDEX" val="38"/>
  <p:tag name="KSO_WM_UNIT_ID" val="diagram20190634_5*i*3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01.xml><?xml version="1.0" encoding="utf-8"?>
<p:tagLst xmlns:p="http://schemas.openxmlformats.org/presentationml/2006/main">
  <p:tag name="KSO_WM_UNIT_HIGHLIGHT" val="0"/>
  <p:tag name="KSO_WM_UNIT_COMPATIBLE" val="0"/>
  <p:tag name="KSO_WM_DIAGRAM_GROUP_CODE" val="l1-1"/>
  <p:tag name="KSO_WM_UNIT_TYPE" val="i"/>
  <p:tag name="KSO_WM_UNIT_INDEX" val="39"/>
  <p:tag name="KSO_WM_UNIT_ID" val="diagram20190634_5*i*3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02.xml><?xml version="1.0" encoding="utf-8"?>
<p:tagLst xmlns:p="http://schemas.openxmlformats.org/presentationml/2006/main">
  <p:tag name="KSO_WM_UNIT_HIGHLIGHT" val="0"/>
  <p:tag name="KSO_WM_UNIT_COMPATIBLE" val="0"/>
  <p:tag name="KSO_WM_DIAGRAM_GROUP_CODE" val="l1-1"/>
  <p:tag name="KSO_WM_UNIT_TYPE" val="i"/>
  <p:tag name="KSO_WM_UNIT_INDEX" val="41"/>
  <p:tag name="KSO_WM_UNIT_ID" val="diagram20190634_5*i*4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03.xml><?xml version="1.0" encoding="utf-8"?>
<p:tagLst xmlns:p="http://schemas.openxmlformats.org/presentationml/2006/main">
  <p:tag name="KSO_WM_UNIT_HIGHLIGHT" val="0"/>
  <p:tag name="KSO_WM_UNIT_COMPATIBLE" val="0"/>
  <p:tag name="KSO_WM_DIAGRAM_GROUP_CODE" val="l1-1"/>
  <p:tag name="KSO_WM_UNIT_TYPE" val="i"/>
  <p:tag name="KSO_WM_UNIT_INDEX" val="42"/>
  <p:tag name="KSO_WM_UNIT_ID" val="diagram20190634_5*i*4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04.xml><?xml version="1.0" encoding="utf-8"?>
<p:tagLst xmlns:p="http://schemas.openxmlformats.org/presentationml/2006/main">
  <p:tag name="KSO_WM_UNIT_HIGHLIGHT" val="0"/>
  <p:tag name="KSO_WM_UNIT_COMPATIBLE" val="0"/>
  <p:tag name="KSO_WM_DIAGRAM_GROUP_CODE" val="l1-1"/>
  <p:tag name="KSO_WM_UNIT_TYPE" val="i"/>
  <p:tag name="KSO_WM_UNIT_INDEX" val="43"/>
  <p:tag name="KSO_WM_UNIT_ID" val="diagram20190634_5*i*4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05.xml><?xml version="1.0" encoding="utf-8"?>
<p:tagLst xmlns:p="http://schemas.openxmlformats.org/presentationml/2006/main">
  <p:tag name="KSO_WM_UNIT_HIGHLIGHT" val="0"/>
  <p:tag name="KSO_WM_UNIT_COMPATIBLE" val="0"/>
  <p:tag name="KSO_WM_DIAGRAM_GROUP_CODE" val="l1-1"/>
  <p:tag name="KSO_WM_UNIT_TYPE" val="i"/>
  <p:tag name="KSO_WM_UNIT_INDEX" val="44"/>
  <p:tag name="KSO_WM_UNIT_ID" val="diagram20190634_5*i*4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06.xml><?xml version="1.0" encoding="utf-8"?>
<p:tagLst xmlns:p="http://schemas.openxmlformats.org/presentationml/2006/main">
  <p:tag name="KSO_WM_UNIT_HIGHLIGHT" val="0"/>
  <p:tag name="KSO_WM_UNIT_COMPATIBLE" val="0"/>
  <p:tag name="KSO_WM_DIAGRAM_GROUP_CODE" val="l1-1"/>
  <p:tag name="KSO_WM_UNIT_TYPE" val="i"/>
  <p:tag name="KSO_WM_UNIT_INDEX" val="46"/>
  <p:tag name="KSO_WM_UNIT_ID" val="diagram20190634_5*i*4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07.xml><?xml version="1.0" encoding="utf-8"?>
<p:tagLst xmlns:p="http://schemas.openxmlformats.org/presentationml/2006/main">
  <p:tag name="KSO_WM_UNIT_HIGHLIGHT" val="0"/>
  <p:tag name="KSO_WM_UNIT_COMPATIBLE" val="0"/>
  <p:tag name="KSO_WM_DIAGRAM_GROUP_CODE" val="l1-1"/>
  <p:tag name="KSO_WM_UNIT_TYPE" val="i"/>
  <p:tag name="KSO_WM_UNIT_INDEX" val="47"/>
  <p:tag name="KSO_WM_UNIT_ID" val="diagram20190634_5*i*4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08.xml><?xml version="1.0" encoding="utf-8"?>
<p:tagLst xmlns:p="http://schemas.openxmlformats.org/presentationml/2006/main">
  <p:tag name="KSO_WM_UNIT_HIGHLIGHT" val="0"/>
  <p:tag name="KSO_WM_UNIT_COMPATIBLE" val="0"/>
  <p:tag name="KSO_WM_DIAGRAM_GROUP_CODE" val="l1-1"/>
  <p:tag name="KSO_WM_UNIT_TYPE" val="i"/>
  <p:tag name="KSO_WM_UNIT_INDEX" val="48"/>
  <p:tag name="KSO_WM_UNIT_ID" val="diagram20190634_5*i*4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09.xml><?xml version="1.0" encoding="utf-8"?>
<p:tagLst xmlns:p="http://schemas.openxmlformats.org/presentationml/2006/main">
  <p:tag name="KSO_WM_UNIT_HIGHLIGHT" val="0"/>
  <p:tag name="KSO_WM_UNIT_COMPATIBLE" val="0"/>
  <p:tag name="KSO_WM_DIAGRAM_GROUP_CODE" val="l1-1"/>
  <p:tag name="KSO_WM_UNIT_TYPE" val="i"/>
  <p:tag name="KSO_WM_UNIT_INDEX" val="49"/>
  <p:tag name="KSO_WM_UNIT_ID" val="diagram20190634_5*i*4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10.xml><?xml version="1.0" encoding="utf-8"?>
<p:tagLst xmlns:p="http://schemas.openxmlformats.org/presentationml/2006/main">
  <p:tag name="KSO_WM_UNIT_HIGHLIGHT" val="0"/>
  <p:tag name="KSO_WM_UNIT_COMPATIBLE" val="0"/>
  <p:tag name="KSO_WM_DIAGRAM_GROUP_CODE" val="l1-1"/>
  <p:tag name="KSO_WM_UNIT_TYPE" val="i"/>
  <p:tag name="KSO_WM_UNIT_INDEX" val="50"/>
  <p:tag name="KSO_WM_UNIT_ID" val="diagram20190634_5*i*5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11.xml><?xml version="1.0" encoding="utf-8"?>
<p:tagLst xmlns:p="http://schemas.openxmlformats.org/presentationml/2006/main">
  <p:tag name="KSO_WM_UNIT_HIGHLIGHT" val="0"/>
  <p:tag name="KSO_WM_UNIT_COMPATIBLE" val="0"/>
  <p:tag name="KSO_WM_DIAGRAM_GROUP_CODE" val="l1-1"/>
  <p:tag name="KSO_WM_UNIT_TYPE" val="i"/>
  <p:tag name="KSO_WM_UNIT_INDEX" val="51"/>
  <p:tag name="KSO_WM_UNIT_ID" val="diagram20190634_5*i*5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12.xml><?xml version="1.0" encoding="utf-8"?>
<p:tagLst xmlns:p="http://schemas.openxmlformats.org/presentationml/2006/main">
  <p:tag name="KSO_WM_UNIT_HIGHLIGHT" val="0"/>
  <p:tag name="KSO_WM_UNIT_COMPATIBLE" val="0"/>
  <p:tag name="KSO_WM_DIAGRAM_GROUP_CODE" val="l1-1"/>
  <p:tag name="KSO_WM_UNIT_TYPE" val="i"/>
  <p:tag name="KSO_WM_UNIT_INDEX" val="53"/>
  <p:tag name="KSO_WM_UNIT_ID" val="diagram20190634_5*i*5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13.xml><?xml version="1.0" encoding="utf-8"?>
<p:tagLst xmlns:p="http://schemas.openxmlformats.org/presentationml/2006/main">
  <p:tag name="KSO_WM_UNIT_HIGHLIGHT" val="0"/>
  <p:tag name="KSO_WM_UNIT_COMPATIBLE" val="0"/>
  <p:tag name="KSO_WM_DIAGRAM_GROUP_CODE" val="l1-1"/>
  <p:tag name="KSO_WM_UNIT_TYPE" val="i"/>
  <p:tag name="KSO_WM_UNIT_INDEX" val="54"/>
  <p:tag name="KSO_WM_UNIT_ID" val="diagram20190634_5*i*5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14.xml><?xml version="1.0" encoding="utf-8"?>
<p:tagLst xmlns:p="http://schemas.openxmlformats.org/presentationml/2006/main">
  <p:tag name="KSO_WM_UNIT_HIGHLIGHT" val="0"/>
  <p:tag name="KSO_WM_UNIT_COMPATIBLE" val="0"/>
  <p:tag name="KSO_WM_DIAGRAM_GROUP_CODE" val="l1-1"/>
  <p:tag name="KSO_WM_UNIT_TYPE" val="i"/>
  <p:tag name="KSO_WM_UNIT_INDEX" val="55"/>
  <p:tag name="KSO_WM_UNIT_ID" val="diagram20190634_5*i*5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15.xml><?xml version="1.0" encoding="utf-8"?>
<p:tagLst xmlns:p="http://schemas.openxmlformats.org/presentationml/2006/main">
  <p:tag name="KSO_WM_UNIT_HIGHLIGHT" val="0"/>
  <p:tag name="KSO_WM_UNIT_COMPATIBLE" val="0"/>
  <p:tag name="KSO_WM_DIAGRAM_GROUP_CODE" val="l1-1"/>
  <p:tag name="KSO_WM_UNIT_TYPE" val="i"/>
  <p:tag name="KSO_WM_UNIT_INDEX" val="57"/>
  <p:tag name="KSO_WM_UNIT_ID" val="diagram20190634_5*i*57"/>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16.xml><?xml version="1.0" encoding="utf-8"?>
<p:tagLst xmlns:p="http://schemas.openxmlformats.org/presentationml/2006/main">
  <p:tag name="KSO_WM_UNIT_HIGHLIGHT" val="0"/>
  <p:tag name="KSO_WM_UNIT_COMPATIBLE" val="0"/>
  <p:tag name="KSO_WM_DIAGRAM_GROUP_CODE" val="l1-1"/>
  <p:tag name="KSO_WM_UNIT_TYPE" val="i"/>
  <p:tag name="KSO_WM_UNIT_INDEX" val="58"/>
  <p:tag name="KSO_WM_UNIT_ID" val="diagram20190634_5*i*5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17.xml><?xml version="1.0" encoding="utf-8"?>
<p:tagLst xmlns:p="http://schemas.openxmlformats.org/presentationml/2006/main">
  <p:tag name="KSO_WM_UNIT_HIGHLIGHT" val="0"/>
  <p:tag name="KSO_WM_UNIT_COMPATIBLE" val="0"/>
  <p:tag name="KSO_WM_DIAGRAM_GROUP_CODE" val="l1-1"/>
  <p:tag name="KSO_WM_UNIT_TYPE" val="i"/>
  <p:tag name="KSO_WM_UNIT_INDEX" val="59"/>
  <p:tag name="KSO_WM_UNIT_ID" val="diagram20190634_5*i*5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18.xml><?xml version="1.0" encoding="utf-8"?>
<p:tagLst xmlns:p="http://schemas.openxmlformats.org/presentationml/2006/main">
  <p:tag name="KSO_WM_UNIT_HIGHLIGHT" val="0"/>
  <p:tag name="KSO_WM_UNIT_COMPATIBLE" val="0"/>
  <p:tag name="KSO_WM_DIAGRAM_GROUP_CODE" val="l1-1"/>
  <p:tag name="KSO_WM_UNIT_TYPE" val="i"/>
  <p:tag name="KSO_WM_UNIT_INDEX" val="60"/>
  <p:tag name="KSO_WM_UNIT_ID" val="diagram20190634_5*i*6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19.xml><?xml version="1.0" encoding="utf-8"?>
<p:tagLst xmlns:p="http://schemas.openxmlformats.org/presentationml/2006/main">
  <p:tag name="KSO_WM_UNIT_HIGHLIGHT" val="0"/>
  <p:tag name="KSO_WM_UNIT_COMPATIBLE" val="0"/>
  <p:tag name="KSO_WM_DIAGRAM_GROUP_CODE" val="l1-1"/>
  <p:tag name="KSO_WM_UNIT_TYPE" val="i"/>
  <p:tag name="KSO_WM_UNIT_INDEX" val="61"/>
  <p:tag name="KSO_WM_UNIT_ID" val="diagram20190634_5*i*6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20.xml><?xml version="1.0" encoding="utf-8"?>
<p:tagLst xmlns:p="http://schemas.openxmlformats.org/presentationml/2006/main">
  <p:tag name="KSO_WM_UNIT_HIGHLIGHT" val="0"/>
  <p:tag name="KSO_WM_UNIT_COMPATIBLE" val="0"/>
  <p:tag name="KSO_WM_DIAGRAM_GROUP_CODE" val="l1-1"/>
  <p:tag name="KSO_WM_UNIT_TYPE" val="i"/>
  <p:tag name="KSO_WM_UNIT_INDEX" val="62"/>
  <p:tag name="KSO_WM_UNIT_ID" val="diagram20190634_5*i*6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21.xml><?xml version="1.0" encoding="utf-8"?>
<p:tagLst xmlns:p="http://schemas.openxmlformats.org/presentationml/2006/main">
  <p:tag name="KSO_WM_UNIT_HIGHLIGHT" val="0"/>
  <p:tag name="KSO_WM_UNIT_COMPATIBLE" val="0"/>
  <p:tag name="KSO_WM_DIAGRAM_GROUP_CODE" val="l1-1"/>
  <p:tag name="KSO_WM_UNIT_TYPE" val="i"/>
  <p:tag name="KSO_WM_UNIT_INDEX" val="63"/>
  <p:tag name="KSO_WM_UNIT_ID" val="diagram20190634_5*i*6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3"/>
  <p:tag name="KSO_WM_UNIT_FILL_TYPE" val="1"/>
  <p:tag name="KSO_WM_UNIT_TEXT_FILL_FORE_SCHEMECOLOR_INDEX" val="13"/>
  <p:tag name="KSO_WM_UNIT_TEXT_FILL_TYPE" val="1"/>
  <p:tag name="KSO_WM_UNIT_USESOURCEFORMAT_APPLY" val="1"/>
</p:tagLst>
</file>

<file path=ppt/tags/tag322.xml><?xml version="1.0" encoding="utf-8"?>
<p:tagLst xmlns:p="http://schemas.openxmlformats.org/presentationml/2006/main">
  <p:tag name="KSO_WM_UNIT_HIGHLIGHT" val="0"/>
  <p:tag name="KSO_WM_UNIT_COMPATIBLE" val="0"/>
  <p:tag name="KSO_WM_DIAGRAM_GROUP_CODE" val="l1-1"/>
  <p:tag name="KSO_WM_UNIT_TYPE" val="i"/>
  <p:tag name="KSO_WM_UNIT_INDEX" val="65"/>
  <p:tag name="KSO_WM_UNIT_ID" val="diagram20190634_5*i*6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23.xml><?xml version="1.0" encoding="utf-8"?>
<p:tagLst xmlns:p="http://schemas.openxmlformats.org/presentationml/2006/main">
  <p:tag name="KSO_WM_UNIT_HIGHLIGHT" val="0"/>
  <p:tag name="KSO_WM_UNIT_COMPATIBLE" val="0"/>
  <p:tag name="KSO_WM_DIAGRAM_GROUP_CODE" val="l1-1"/>
  <p:tag name="KSO_WM_UNIT_TYPE" val="i"/>
  <p:tag name="KSO_WM_UNIT_INDEX" val="66"/>
  <p:tag name="KSO_WM_UNIT_ID" val="diagram20190634_5*i*66"/>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3"/>
  <p:tag name="KSO_WM_UNIT_FILL_TYPE" val="1"/>
  <p:tag name="KSO_WM_UNIT_TEXT_FILL_FORE_SCHEMECOLOR_INDEX" val="13"/>
  <p:tag name="KSO_WM_UNIT_TEXT_FILL_TYPE" val="1"/>
  <p:tag name="KSO_WM_UNIT_USESOURCEFORMAT_APPLY" val="1"/>
</p:tagLst>
</file>

<file path=ppt/tags/tag324.xml><?xml version="1.0" encoding="utf-8"?>
<p:tagLst xmlns:p="http://schemas.openxmlformats.org/presentationml/2006/main">
  <p:tag name="KSO_WM_UNIT_HIGHLIGHT" val="0"/>
  <p:tag name="KSO_WM_UNIT_COMPATIBLE" val="0"/>
  <p:tag name="KSO_WM_DIAGRAM_GROUP_CODE" val="l1-1"/>
  <p:tag name="KSO_WM_UNIT_TYPE" val="i"/>
  <p:tag name="KSO_WM_UNIT_INDEX" val="68"/>
  <p:tag name="KSO_WM_UNIT_ID" val="diagram20190634_5*i*68"/>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25.xml><?xml version="1.0" encoding="utf-8"?>
<p:tagLst xmlns:p="http://schemas.openxmlformats.org/presentationml/2006/main">
  <p:tag name="KSO_WM_UNIT_HIGHLIGHT" val="0"/>
  <p:tag name="KSO_WM_UNIT_COMPATIBLE" val="0"/>
  <p:tag name="KSO_WM_DIAGRAM_GROUP_CODE" val="l1-1"/>
  <p:tag name="KSO_WM_UNIT_TYPE" val="i"/>
  <p:tag name="KSO_WM_UNIT_INDEX" val="69"/>
  <p:tag name="KSO_WM_UNIT_ID" val="diagram20190634_5*i*69"/>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26.xml><?xml version="1.0" encoding="utf-8"?>
<p:tagLst xmlns:p="http://schemas.openxmlformats.org/presentationml/2006/main">
  <p:tag name="KSO_WM_UNIT_HIGHLIGHT" val="0"/>
  <p:tag name="KSO_WM_UNIT_COMPATIBLE" val="0"/>
  <p:tag name="KSO_WM_DIAGRAM_GROUP_CODE" val="l1-1"/>
  <p:tag name="KSO_WM_UNIT_TYPE" val="i"/>
  <p:tag name="KSO_WM_UNIT_INDEX" val="70"/>
  <p:tag name="KSO_WM_UNIT_ID" val="diagram20190634_5*i*70"/>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27.xml><?xml version="1.0" encoding="utf-8"?>
<p:tagLst xmlns:p="http://schemas.openxmlformats.org/presentationml/2006/main">
  <p:tag name="KSO_WM_UNIT_HIGHLIGHT" val="0"/>
  <p:tag name="KSO_WM_UNIT_COMPATIBLE" val="0"/>
  <p:tag name="KSO_WM_DIAGRAM_GROUP_CODE" val="l1-1"/>
  <p:tag name="KSO_WM_UNIT_TYPE" val="i"/>
  <p:tag name="KSO_WM_UNIT_INDEX" val="71"/>
  <p:tag name="KSO_WM_UNIT_ID" val="diagram20190634_5*i*71"/>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28.xml><?xml version="1.0" encoding="utf-8"?>
<p:tagLst xmlns:p="http://schemas.openxmlformats.org/presentationml/2006/main">
  <p:tag name="KSO_WM_UNIT_HIGHLIGHT" val="0"/>
  <p:tag name="KSO_WM_UNIT_COMPATIBLE" val="0"/>
  <p:tag name="KSO_WM_DIAGRAM_GROUP_CODE" val="l1-1"/>
  <p:tag name="KSO_WM_UNIT_TYPE" val="i"/>
  <p:tag name="KSO_WM_UNIT_INDEX" val="72"/>
  <p:tag name="KSO_WM_UNIT_ID" val="diagram20190634_5*i*72"/>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29.xml><?xml version="1.0" encoding="utf-8"?>
<p:tagLst xmlns:p="http://schemas.openxmlformats.org/presentationml/2006/main">
  <p:tag name="KSO_WM_UNIT_HIGHLIGHT" val="0"/>
  <p:tag name="KSO_WM_UNIT_COMPATIBLE" val="0"/>
  <p:tag name="KSO_WM_DIAGRAM_GROUP_CODE" val="l1-1"/>
  <p:tag name="KSO_WM_UNIT_TYPE" val="i"/>
  <p:tag name="KSO_WM_UNIT_INDEX" val="73"/>
  <p:tag name="KSO_WM_UNIT_ID" val="diagram20190634_5*i*73"/>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30.xml><?xml version="1.0" encoding="utf-8"?>
<p:tagLst xmlns:p="http://schemas.openxmlformats.org/presentationml/2006/main">
  <p:tag name="KSO_WM_UNIT_HIGHLIGHT" val="0"/>
  <p:tag name="KSO_WM_UNIT_COMPATIBLE" val="0"/>
  <p:tag name="KSO_WM_DIAGRAM_GROUP_CODE" val="l1-1"/>
  <p:tag name="KSO_WM_UNIT_TYPE" val="i"/>
  <p:tag name="KSO_WM_UNIT_INDEX" val="74"/>
  <p:tag name="KSO_WM_UNIT_ID" val="diagram20190634_5*i*74"/>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31.xml><?xml version="1.0" encoding="utf-8"?>
<p:tagLst xmlns:p="http://schemas.openxmlformats.org/presentationml/2006/main">
  <p:tag name="KSO_WM_UNIT_HIGHLIGHT" val="0"/>
  <p:tag name="KSO_WM_UNIT_COMPATIBLE" val="0"/>
  <p:tag name="KSO_WM_DIAGRAM_GROUP_CODE" val="l1-1"/>
  <p:tag name="KSO_WM_UNIT_TYPE" val="i"/>
  <p:tag name="KSO_WM_UNIT_INDEX" val="75"/>
  <p:tag name="KSO_WM_UNIT_ID" val="diagram20190634_5*i*75"/>
  <p:tag name="KSO_WM_TEMPLATE_CATEGORY" val="diagram"/>
  <p:tag name="KSO_WM_TEMPLATE_INDEX" val="20190634"/>
  <p:tag name="KSO_WM_UNIT_LAYERLEVEL" val="1"/>
  <p:tag name="KSO_WM_TAG_VERSION" val="1.0"/>
  <p:tag name="KSO_WM_BEAUTIFY_FLAG" val="#wm#"/>
  <p:tag name="KSO_WM_UNIT_DIAGRAM_ISNUMVISUAL" val="0"/>
  <p:tag name="KSO_WM_UNIT_DIAGRAM_ISREFERUNIT" val="0"/>
  <p:tag name="KSO_WM_UNIT_TEXT_FILL_FORE_SCHEMECOLOR_INDEX" val="13"/>
  <p:tag name="KSO_WM_UNIT_TEXT_FILL_TYPE" val="1"/>
  <p:tag name="KSO_WM_UNIT_USESOURCEFORMAT_APPLY" val="1"/>
</p:tagLst>
</file>

<file path=ppt/tags/tag332.xml><?xml version="1.0" encoding="utf-8"?>
<p:tagLst xmlns:p="http://schemas.openxmlformats.org/presentationml/2006/main">
  <p:tag name="KSO_WM_UNIT_HIGHLIGHT" val="0"/>
  <p:tag name="KSO_WM_UNIT_COMPATIBLE" val="0"/>
  <p:tag name="KSO_WM_DIAGRAM_GROUP_CODE" val="l1-1"/>
  <p:tag name="KSO_WM_UNIT_TYPE" val="l_h_i"/>
  <p:tag name="KSO_WM_UNIT_INDEX" val="1_3_2"/>
  <p:tag name="KSO_WM_UNIT_ID" val="diagram20190634_5*l_h_i*1_3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7"/>
  <p:tag name="KSO_WM_UNIT_FILL_TYPE" val="1"/>
  <p:tag name="KSO_WM_UNIT_TEXT_FILL_FORE_SCHEMECOLOR_INDEX" val="2"/>
  <p:tag name="KSO_WM_UNIT_TEXT_FILL_TYPE" val="1"/>
  <p:tag name="KSO_WM_UNIT_USESOURCEFORMAT_APPLY" val="1"/>
</p:tagLst>
</file>

<file path=ppt/tags/tag333.xml><?xml version="1.0" encoding="utf-8"?>
<p:tagLst xmlns:p="http://schemas.openxmlformats.org/presentationml/2006/main">
  <p:tag name="KSO_WM_UNIT_HIGHLIGHT" val="0"/>
  <p:tag name="KSO_WM_UNIT_COMPATIBLE" val="0"/>
  <p:tag name="KSO_WM_DIAGRAM_GROUP_CODE" val="l1-1"/>
  <p:tag name="KSO_WM_UNIT_TYPE" val="l_h_i"/>
  <p:tag name="KSO_WM_UNIT_INDEX" val="1_3_1"/>
  <p:tag name="KSO_WM_UNIT_ID" val="diagram20190634_5*l_h_i*1_3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34.xml><?xml version="1.0" encoding="utf-8"?>
<p:tagLst xmlns:p="http://schemas.openxmlformats.org/presentationml/2006/main">
  <p:tag name="KSO_WM_UNIT_HIGHLIGHT" val="0"/>
  <p:tag name="KSO_WM_UNIT_COMPATIBLE" val="0"/>
  <p:tag name="KSO_WM_DIAGRAM_GROUP_CODE" val="l1-1"/>
  <p:tag name="KSO_WM_UNIT_TYPE" val="l_h_f"/>
  <p:tag name="KSO_WM_UNIT_INDEX" val="1_3_1"/>
  <p:tag name="KSO_WM_UNIT_ID" val="diagram20190634_5*l_h_f*1_3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35.xml><?xml version="1.0" encoding="utf-8"?>
<p:tagLst xmlns:p="http://schemas.openxmlformats.org/presentationml/2006/main">
  <p:tag name="KSO_WM_UNIT_HIGHLIGHT" val="0"/>
  <p:tag name="KSO_WM_UNIT_COMPATIBLE" val="0"/>
  <p:tag name="KSO_WM_DIAGRAM_GROUP_CODE" val="l1-1"/>
  <p:tag name="KSO_WM_UNIT_TYPE" val="l_h_i"/>
  <p:tag name="KSO_WM_UNIT_INDEX" val="1_5_2"/>
  <p:tag name="KSO_WM_UNIT_ID" val="diagram20190634_5*l_h_i*1_5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9"/>
  <p:tag name="KSO_WM_UNIT_FILL_TYPE" val="1"/>
  <p:tag name="KSO_WM_UNIT_TEXT_FILL_FORE_SCHEMECOLOR_INDEX" val="2"/>
  <p:tag name="KSO_WM_UNIT_TEXT_FILL_TYPE" val="1"/>
  <p:tag name="KSO_WM_UNIT_USESOURCEFORMAT_APPLY" val="1"/>
</p:tagLst>
</file>

<file path=ppt/tags/tag336.xml><?xml version="1.0" encoding="utf-8"?>
<p:tagLst xmlns:p="http://schemas.openxmlformats.org/presentationml/2006/main">
  <p:tag name="KSO_WM_UNIT_HIGHLIGHT" val="0"/>
  <p:tag name="KSO_WM_UNIT_COMPATIBLE" val="0"/>
  <p:tag name="KSO_WM_DIAGRAM_GROUP_CODE" val="l1-1"/>
  <p:tag name="KSO_WM_UNIT_TYPE" val="l_h_i"/>
  <p:tag name="KSO_WM_UNIT_INDEX" val="1_5_1"/>
  <p:tag name="KSO_WM_UNIT_ID" val="diagram20190634_5*l_h_i*1_5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37.xml><?xml version="1.0" encoding="utf-8"?>
<p:tagLst xmlns:p="http://schemas.openxmlformats.org/presentationml/2006/main">
  <p:tag name="KSO_WM_UNIT_HIGHLIGHT" val="0"/>
  <p:tag name="KSO_WM_UNIT_COMPATIBLE" val="0"/>
  <p:tag name="KSO_WM_DIAGRAM_GROUP_CODE" val="l1-1"/>
  <p:tag name="KSO_WM_UNIT_TYPE" val="l_h_f"/>
  <p:tag name="KSO_WM_UNIT_INDEX" val="1_5_1"/>
  <p:tag name="KSO_WM_UNIT_ID" val="diagram20190634_5*l_h_f*1_5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38.xml><?xml version="1.0" encoding="utf-8"?>
<p:tagLst xmlns:p="http://schemas.openxmlformats.org/presentationml/2006/main">
  <p:tag name="KSO_WM_UNIT_HIGHLIGHT" val="0"/>
  <p:tag name="KSO_WM_UNIT_COMPATIBLE" val="0"/>
  <p:tag name="KSO_WM_DIAGRAM_GROUP_CODE" val="l1-1"/>
  <p:tag name="KSO_WM_UNIT_TYPE" val="l_i"/>
  <p:tag name="KSO_WM_UNIT_INDEX" val="1_1"/>
  <p:tag name="KSO_WM_UNIT_ID" val="diagram20190634_5*l_i*1_1"/>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339.xml><?xml version="1.0" encoding="utf-8"?>
<p:tagLst xmlns:p="http://schemas.openxmlformats.org/presentationml/2006/main">
  <p:tag name="KSO_WM_UNIT_HIGHLIGHT" val="0"/>
  <p:tag name="KSO_WM_UNIT_COMPATIBLE" val="0"/>
  <p:tag name="KSO_WM_DIAGRAM_GROUP_CODE" val="l1-1"/>
  <p:tag name="KSO_WM_UNIT_TYPE" val="l_i"/>
  <p:tag name="KSO_WM_UNIT_INDEX" val="1_2"/>
  <p:tag name="KSO_WM_UNIT_ID" val="diagram20190634_5*l_i*1_2"/>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340.xml><?xml version="1.0" encoding="utf-8"?>
<p:tagLst xmlns:p="http://schemas.openxmlformats.org/presentationml/2006/main">
  <p:tag name="KSO_WM_UNIT_HIGHLIGHT" val="0"/>
  <p:tag name="KSO_WM_UNIT_COMPATIBLE" val="0"/>
  <p:tag name="KSO_WM_DIAGRAM_GROUP_CODE" val="l1-1"/>
  <p:tag name="KSO_WM_UNIT_TYPE" val="l_i"/>
  <p:tag name="KSO_WM_UNIT_INDEX" val="1_3"/>
  <p:tag name="KSO_WM_UNIT_ID" val="diagram20190634_5*l_i*1_3"/>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341.xml><?xml version="1.0" encoding="utf-8"?>
<p:tagLst xmlns:p="http://schemas.openxmlformats.org/presentationml/2006/main">
  <p:tag name="KSO_WM_UNIT_HIGHLIGHT" val="0"/>
  <p:tag name="KSO_WM_UNIT_COMPATIBLE" val="0"/>
  <p:tag name="KSO_WM_DIAGRAM_GROUP_CODE" val="l1-1"/>
  <p:tag name="KSO_WM_UNIT_TYPE" val="l_i"/>
  <p:tag name="KSO_WM_UNIT_INDEX" val="1_4"/>
  <p:tag name="KSO_WM_UNIT_ID" val="diagram20190634_5*l_i*1_4"/>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342.xml><?xml version="1.0" encoding="utf-8"?>
<p:tagLst xmlns:p="http://schemas.openxmlformats.org/presentationml/2006/main">
  <p:tag name="KSO_WM_UNIT_HIGHLIGHT" val="0"/>
  <p:tag name="KSO_WM_UNIT_COMPATIBLE" val="0"/>
  <p:tag name="KSO_WM_DIAGRAM_GROUP_CODE" val="l1-1"/>
  <p:tag name="KSO_WM_UNIT_TYPE" val="l_i"/>
  <p:tag name="KSO_WM_UNIT_INDEX" val="1_5"/>
  <p:tag name="KSO_WM_UNIT_ID" val="diagram20190634_5*l_i*1_5"/>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343.xml><?xml version="1.0" encoding="utf-8"?>
<p:tagLst xmlns:p="http://schemas.openxmlformats.org/presentationml/2006/main">
  <p:tag name="KSO_WM_UNIT_HIGHLIGHT" val="0"/>
  <p:tag name="KSO_WM_UNIT_COMPATIBLE" val="0"/>
  <p:tag name="KSO_WM_DIAGRAM_GROUP_CODE" val="l1-1"/>
  <p:tag name="KSO_WM_UNIT_TYPE" val="l_h_f"/>
  <p:tag name="KSO_WM_UNIT_INDEX" val="1_6_1"/>
  <p:tag name="KSO_WM_UNIT_ID" val="diagram20190634_5*l_h_f*1_6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44.xml><?xml version="1.0" encoding="utf-8"?>
<p:tagLst xmlns:p="http://schemas.openxmlformats.org/presentationml/2006/main">
  <p:tag name="KSO_WM_UNIT_HIGHLIGHT" val="0"/>
  <p:tag name="KSO_WM_UNIT_COMPATIBLE" val="0"/>
  <p:tag name="KSO_WM_DIAGRAM_GROUP_CODE" val="l1-1"/>
  <p:tag name="KSO_WM_UNIT_TYPE" val="l_h_i"/>
  <p:tag name="KSO_WM_UNIT_INDEX" val="1_6_2"/>
  <p:tag name="KSO_WM_UNIT_ID" val="diagram20190634_5*l_h_i*1_6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0"/>
  <p:tag name="KSO_WM_UNIT_FILL_TYPE" val="1"/>
  <p:tag name="KSO_WM_UNIT_TEXT_FILL_FORE_SCHEMECOLOR_INDEX" val="2"/>
  <p:tag name="KSO_WM_UNIT_TEXT_FILL_TYPE" val="1"/>
  <p:tag name="KSO_WM_UNIT_USESOURCEFORMAT_APPLY" val="1"/>
</p:tagLst>
</file>

<file path=ppt/tags/tag345.xml><?xml version="1.0" encoding="utf-8"?>
<p:tagLst xmlns:p="http://schemas.openxmlformats.org/presentationml/2006/main">
  <p:tag name="KSO_WM_UNIT_HIGHLIGHT" val="0"/>
  <p:tag name="KSO_WM_UNIT_COMPATIBLE" val="0"/>
  <p:tag name="KSO_WM_DIAGRAM_GROUP_CODE" val="l1-1"/>
  <p:tag name="KSO_WM_UNIT_TYPE" val="l_h_i"/>
  <p:tag name="KSO_WM_UNIT_INDEX" val="1_6_1"/>
  <p:tag name="KSO_WM_UNIT_ID" val="diagram20190634_5*l_h_i*1_6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46.xml><?xml version="1.0" encoding="utf-8"?>
<p:tagLst xmlns:p="http://schemas.openxmlformats.org/presentationml/2006/main">
  <p:tag name="KSO_WM_UNIT_HIGHLIGHT" val="0"/>
  <p:tag name="KSO_WM_UNIT_COMPATIBLE" val="0"/>
  <p:tag name="KSO_WM_DIAGRAM_GROUP_CODE" val="l1-1"/>
  <p:tag name="KSO_WM_UNIT_TYPE" val="l_h_f"/>
  <p:tag name="KSO_WM_UNIT_INDEX" val="1_2_1"/>
  <p:tag name="KSO_WM_UNIT_ID" val="diagram20190634_5*l_h_f*1_2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47.xml><?xml version="1.0" encoding="utf-8"?>
<p:tagLst xmlns:p="http://schemas.openxmlformats.org/presentationml/2006/main">
  <p:tag name="KSO_WM_UNIT_HIGHLIGHT" val="0"/>
  <p:tag name="KSO_WM_UNIT_COMPATIBLE" val="0"/>
  <p:tag name="KSO_WM_DIAGRAM_GROUP_CODE" val="l1-1"/>
  <p:tag name="KSO_WM_UNIT_TYPE" val="l_h_i"/>
  <p:tag name="KSO_WM_UNIT_INDEX" val="1_2_2"/>
  <p:tag name="KSO_WM_UNIT_ID" val="diagram20190634_5*l_h_i*1_2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6"/>
  <p:tag name="KSO_WM_UNIT_FILL_TYPE" val="1"/>
  <p:tag name="KSO_WM_UNIT_TEXT_FILL_FORE_SCHEMECOLOR_INDEX" val="2"/>
  <p:tag name="KSO_WM_UNIT_TEXT_FILL_TYPE" val="1"/>
  <p:tag name="KSO_WM_UNIT_USESOURCEFORMAT_APPLY" val="1"/>
</p:tagLst>
</file>

<file path=ppt/tags/tag348.xml><?xml version="1.0" encoding="utf-8"?>
<p:tagLst xmlns:p="http://schemas.openxmlformats.org/presentationml/2006/main">
  <p:tag name="KSO_WM_UNIT_HIGHLIGHT" val="0"/>
  <p:tag name="KSO_WM_UNIT_COMPATIBLE" val="0"/>
  <p:tag name="KSO_WM_DIAGRAM_GROUP_CODE" val="l1-1"/>
  <p:tag name="KSO_WM_UNIT_TYPE" val="l_h_i"/>
  <p:tag name="KSO_WM_UNIT_INDEX" val="1_2_1"/>
  <p:tag name="KSO_WM_UNIT_ID" val="diagram20190634_5*l_h_i*1_2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49.xml><?xml version="1.0" encoding="utf-8"?>
<p:tagLst xmlns:p="http://schemas.openxmlformats.org/presentationml/2006/main">
  <p:tag name="KSO_WM_UNIT_HIGHLIGHT" val="0"/>
  <p:tag name="KSO_WM_UNIT_COMPATIBLE" val="0"/>
  <p:tag name="KSO_WM_DIAGRAM_GROUP_CODE" val="l1-1"/>
  <p:tag name="KSO_WM_UNIT_TYPE" val="l_h_f"/>
  <p:tag name="KSO_WM_UNIT_INDEX" val="1_4_1"/>
  <p:tag name="KSO_WM_UNIT_ID" val="diagram20190634_5*l_h_f*1_4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50.xml><?xml version="1.0" encoding="utf-8"?>
<p:tagLst xmlns:p="http://schemas.openxmlformats.org/presentationml/2006/main">
  <p:tag name="KSO_WM_UNIT_HIGHLIGHT" val="0"/>
  <p:tag name="KSO_WM_UNIT_COMPATIBLE" val="0"/>
  <p:tag name="KSO_WM_DIAGRAM_GROUP_CODE" val="l1-1"/>
  <p:tag name="KSO_WM_UNIT_TYPE" val="l_h_i"/>
  <p:tag name="KSO_WM_UNIT_INDEX" val="1_4_2"/>
  <p:tag name="KSO_WM_UNIT_ID" val="diagram20190634_5*l_h_i*1_4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8"/>
  <p:tag name="KSO_WM_UNIT_FILL_TYPE" val="1"/>
  <p:tag name="KSO_WM_UNIT_TEXT_FILL_FORE_SCHEMECOLOR_INDEX" val="2"/>
  <p:tag name="KSO_WM_UNIT_TEXT_FILL_TYPE" val="1"/>
  <p:tag name="KSO_WM_UNIT_USESOURCEFORMAT_APPLY" val="1"/>
</p:tagLst>
</file>

<file path=ppt/tags/tag351.xml><?xml version="1.0" encoding="utf-8"?>
<p:tagLst xmlns:p="http://schemas.openxmlformats.org/presentationml/2006/main">
  <p:tag name="KSO_WM_UNIT_HIGHLIGHT" val="0"/>
  <p:tag name="KSO_WM_UNIT_COMPATIBLE" val="0"/>
  <p:tag name="KSO_WM_DIAGRAM_GROUP_CODE" val="l1-1"/>
  <p:tag name="KSO_WM_UNIT_TYPE" val="l_h_i"/>
  <p:tag name="KSO_WM_UNIT_INDEX" val="1_4_1"/>
  <p:tag name="KSO_WM_UNIT_ID" val="diagram20190634_5*l_h_i*1_4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52.xml><?xml version="1.0" encoding="utf-8"?>
<p:tagLst xmlns:p="http://schemas.openxmlformats.org/presentationml/2006/main">
  <p:tag name="KSO_WM_UNIT_HIGHLIGHT" val="0"/>
  <p:tag name="KSO_WM_UNIT_COMPATIBLE" val="0"/>
  <p:tag name="KSO_WM_DIAGRAM_GROUP_CODE" val="l1-1"/>
  <p:tag name="KSO_WM_UNIT_TYPE" val="l_h_f"/>
  <p:tag name="KSO_WM_UNIT_INDEX" val="1_1_1"/>
  <p:tag name="KSO_WM_UNIT_ID" val="diagram20190634_5*l_h_f*1_1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53.xml><?xml version="1.0" encoding="utf-8"?>
<p:tagLst xmlns:p="http://schemas.openxmlformats.org/presentationml/2006/main">
  <p:tag name="KSO_WM_UNIT_HIGHLIGHT" val="0"/>
  <p:tag name="KSO_WM_UNIT_COMPATIBLE" val="0"/>
  <p:tag name="KSO_WM_DIAGRAM_GROUP_CODE" val="l1-1"/>
  <p:tag name="KSO_WM_UNIT_TYPE" val="l_h_i"/>
  <p:tag name="KSO_WM_UNIT_INDEX" val="1_1_2"/>
  <p:tag name="KSO_WM_UNIT_ID" val="diagram20190634_5*l_h_i*1_1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5"/>
  <p:tag name="KSO_WM_UNIT_FILL_TYPE" val="1"/>
  <p:tag name="KSO_WM_UNIT_TEXT_FILL_FORE_SCHEMECOLOR_INDEX" val="2"/>
  <p:tag name="KSO_WM_UNIT_TEXT_FILL_TYPE" val="1"/>
  <p:tag name="KSO_WM_UNIT_USESOURCEFORMAT_APPLY" val="1"/>
</p:tagLst>
</file>

<file path=ppt/tags/tag354.xml><?xml version="1.0" encoding="utf-8"?>
<p:tagLst xmlns:p="http://schemas.openxmlformats.org/presentationml/2006/main">
  <p:tag name="KSO_WM_UNIT_HIGHLIGHT" val="0"/>
  <p:tag name="KSO_WM_UNIT_COMPATIBLE" val="0"/>
  <p:tag name="KSO_WM_DIAGRAM_GROUP_CODE" val="l1-1"/>
  <p:tag name="KSO_WM_UNIT_TYPE" val="l_h_i"/>
  <p:tag name="KSO_WM_UNIT_INDEX" val="1_1_1"/>
  <p:tag name="KSO_WM_UNIT_ID" val="diagram20190634_5*l_h_i*1_1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55.xml><?xml version="1.0" encoding="utf-8"?>
<p:tagLst xmlns:p="http://schemas.openxmlformats.org/presentationml/2006/main">
  <p:tag name="KSO_WM_UNIT_HIGHLIGHT" val="0"/>
  <p:tag name="KSO_WM_UNIT_COMPATIBLE" val="0"/>
  <p:tag name="KSO_WM_DIAGRAM_GROUP_CODE" val="l1-1"/>
  <p:tag name="KSO_WM_UNIT_TYPE" val="l_i"/>
  <p:tag name="KSO_WM_UNIT_INDEX" val="1_5"/>
  <p:tag name="KSO_WM_UNIT_ID" val="diagram20190634_5*l_i*1_5"/>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356.xml><?xml version="1.0" encoding="utf-8"?>
<p:tagLst xmlns:p="http://schemas.openxmlformats.org/presentationml/2006/main">
  <p:tag name="KSO_WM_UNIT_HIGHLIGHT" val="0"/>
  <p:tag name="KSO_WM_UNIT_COMPATIBLE" val="0"/>
  <p:tag name="KSO_WM_DIAGRAM_GROUP_CODE" val="l1-1"/>
  <p:tag name="KSO_WM_UNIT_TYPE" val="l_i"/>
  <p:tag name="KSO_WM_UNIT_INDEX" val="1_4"/>
  <p:tag name="KSO_WM_UNIT_ID" val="diagram20190634_5*l_i*1_4"/>
  <p:tag name="KSO_WM_TEMPLATE_CATEGORY" val="diagram"/>
  <p:tag name="KSO_WM_TEMPLATE_INDEX" val="20190634"/>
  <p:tag name="KSO_WM_UNIT_LAYERLEVEL" val="1_1"/>
  <p:tag name="KSO_WM_TAG_VERSION" val="1.0"/>
  <p:tag name="KSO_WM_BEAUTIFY_FLAG" val="#wm#"/>
  <p:tag name="KSO_WM_UNIT_DIAGRAM_ISNUMVISUAL" val="0"/>
  <p:tag name="KSO_WM_UNIT_DIAGRAM_ISREFERUNIT" val="0"/>
  <p:tag name="KSO_WM_UNIT_LINE_FORE_SCHEMECOLOR_INDEX" val="14"/>
  <p:tag name="KSO_WM_UNIT_LINE_FILL_TYPE" val="2"/>
  <p:tag name="KSO_WM_UNIT_USESOURCEFORMAT_APPLY" val="1"/>
</p:tagLst>
</file>

<file path=ppt/tags/tag357.xml><?xml version="1.0" encoding="utf-8"?>
<p:tagLst xmlns:p="http://schemas.openxmlformats.org/presentationml/2006/main">
  <p:tag name="KSO_WM_UNIT_HIGHLIGHT" val="0"/>
  <p:tag name="KSO_WM_UNIT_COMPATIBLE" val="0"/>
  <p:tag name="KSO_WM_DIAGRAM_GROUP_CODE" val="l1-1"/>
  <p:tag name="KSO_WM_UNIT_TYPE" val="l_h_f"/>
  <p:tag name="KSO_WM_UNIT_INDEX" val="1_4_1"/>
  <p:tag name="KSO_WM_UNIT_ID" val="diagram20190634_5*l_h_f*1_4_1"/>
  <p:tag name="KSO_WM_TEMPLATE_CATEGORY" val="diagram"/>
  <p:tag name="KSO_WM_TEMPLATE_INDEX" val="20190634"/>
  <p:tag name="KSO_WM_UNIT_LAYERLEVEL" val="1_1_1"/>
  <p:tag name="KSO_WM_TAG_VERSION" val="1.0"/>
  <p:tag name="KSO_WM_BEAUTIFY_FLAG" val="#wm#"/>
  <p:tag name="KSO_WM_UNIT_PRESET_TEXT" val="单击此处添加文本具体内容"/>
  <p:tag name="KSO_WM_UNIT_VALUE" val="52"/>
  <p:tag name="KSO_WM_UNIT_NOCLEAR"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58.xml><?xml version="1.0" encoding="utf-8"?>
<p:tagLst xmlns:p="http://schemas.openxmlformats.org/presentationml/2006/main">
  <p:tag name="KSO_WM_UNIT_HIGHLIGHT" val="0"/>
  <p:tag name="KSO_WM_UNIT_COMPATIBLE" val="0"/>
  <p:tag name="KSO_WM_DIAGRAM_GROUP_CODE" val="l1-1"/>
  <p:tag name="KSO_WM_UNIT_TYPE" val="l_h_i"/>
  <p:tag name="KSO_WM_UNIT_INDEX" val="1_4_2"/>
  <p:tag name="KSO_WM_UNIT_ID" val="diagram20190634_5*l_h_i*1_4_2"/>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8"/>
  <p:tag name="KSO_WM_UNIT_FILL_TYPE" val="1"/>
  <p:tag name="KSO_WM_UNIT_TEXT_FILL_FORE_SCHEMECOLOR_INDEX" val="2"/>
  <p:tag name="KSO_WM_UNIT_TEXT_FILL_TYPE" val="1"/>
  <p:tag name="KSO_WM_UNIT_USESOURCEFORMAT_APPLY" val="1"/>
</p:tagLst>
</file>

<file path=ppt/tags/tag359.xml><?xml version="1.0" encoding="utf-8"?>
<p:tagLst xmlns:p="http://schemas.openxmlformats.org/presentationml/2006/main">
  <p:tag name="KSO_WM_UNIT_HIGHLIGHT" val="0"/>
  <p:tag name="KSO_WM_UNIT_COMPATIBLE" val="0"/>
  <p:tag name="KSO_WM_DIAGRAM_GROUP_CODE" val="l1-1"/>
  <p:tag name="KSO_WM_UNIT_TYPE" val="l_h_i"/>
  <p:tag name="KSO_WM_UNIT_INDEX" val="1_4_1"/>
  <p:tag name="KSO_WM_UNIT_ID" val="diagram20190634_5*l_h_i*1_4_1"/>
  <p:tag name="KSO_WM_TEMPLATE_CATEGORY" val="diagram"/>
  <p:tag name="KSO_WM_TEMPLATE_INDEX" val="20190634"/>
  <p:tag name="KSO_WM_UNIT_LAYERLEVEL" val="1_1_1"/>
  <p:tag name="KSO_WM_TAG_VERSION" val="1.0"/>
  <p:tag name="KSO_WM_BEAUTIFY_FLAG" val="#wm#"/>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360.xml><?xml version="1.0" encoding="utf-8"?>
<p:tagLst xmlns:p="http://schemas.openxmlformats.org/presentationml/2006/main">
  <p:tag name="KSO_WM_BEAUTIFY_FLAG" val="#wm#"/>
  <p:tag name="KSO_WM_TEMPLATE_CATEGORY" val="diagram"/>
  <p:tag name="KSO_WM_TEMPLATE_INDEX" val="20190634"/>
  <p:tag name="KSO_WM_SLIDE_ID" val="diagram20190634_5"/>
  <p:tag name="KSO_WM_SLIDE_ITEM_CNT" val="6"/>
  <p:tag name="KSO_WM_SLIDE_INDEX" val="5"/>
  <p:tag name="KSO_WM_TAG_VERSION" val="1.0"/>
  <p:tag name="KSO_WM_DIAGRAM_GROUP_CODE" val="l1-1"/>
  <p:tag name="KSO_WM_SLIDE_LAYOUT" val="l"/>
  <p:tag name="KSO_WM_SLIDE_LAYOUT_CNT" val="1"/>
  <p:tag name="KSO_WM_SLIDE_TYPE" val="text"/>
  <p:tag name="KSO_WM_SLIDE_SUBTYPE" val="diag"/>
  <p:tag name="KSO_WM_SLIDE_SIZE" val="455.679*369.692"/>
  <p:tag name="KSO_WM_SLIDE_POSITION" val="451.321*101.154"/>
  <p:tag name="KSO_WM_SLIDE_DIAGTYPE" val="l"/>
  <p:tag name="KSO_WM_TEMPLATE_SUBCATEGORY" val="0"/>
</p:tagLst>
</file>

<file path=ppt/tags/tag361.xml><?xml version="1.0" encoding="utf-8"?>
<p:tagLst xmlns:p="http://schemas.openxmlformats.org/presentationml/2006/main">
  <p:tag name="KSO_WM_UNIT_COLOR_SCHEME_SHAPE_ID" val="42"/>
  <p:tag name="KSO_WM_UNIT_COLOR_SCHEME_PARENT_PAGE" val="0_5"/>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188024_5*f*1"/>
  <p:tag name="KSO_WM_TEMPLATE_CATEGORY" val="diagram"/>
  <p:tag name="KSO_WM_TEMPLATE_INDEX" val="20188024"/>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USESOURCEFORMAT_APPLY" val="1"/>
</p:tagLst>
</file>

<file path=ppt/tags/tag362.xml><?xml version="1.0" encoding="utf-8"?>
<p:tagLst xmlns:p="http://schemas.openxmlformats.org/presentationml/2006/main">
  <p:tag name="KSO_WM_UNIT_COLOR_SCHEME_SHAPE_ID" val="43"/>
  <p:tag name="KSO_WM_UNIT_COLOR_SCHEME_PARENT_PAGE" val="0_5"/>
  <p:tag name="KSO_WM_UNIT_ISCONTENTS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88024_5*a*1"/>
  <p:tag name="KSO_WM_TEMPLATE_CATEGORY" val="diagram"/>
  <p:tag name="KSO_WM_TEMPLATE_INDEX" val="20188024"/>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363.xml><?xml version="1.0" encoding="utf-8"?>
<p:tagLst xmlns:p="http://schemas.openxmlformats.org/presentationml/2006/main">
  <p:tag name="KSO_WM_BEAUTIFY_FLAG" val="#wm#"/>
  <p:tag name="KSO_WM_TEMPLATE_CATEGORY" val="diagram"/>
  <p:tag name="KSO_WM_TEMPLATE_INDEX" val="20188024"/>
  <p:tag name="KSO_WM_SLIDE_COLORSCHEME_VERSION" val="3.2"/>
  <p:tag name="KSO_WM_SLIDE_ID" val="diagram20188024_5"/>
  <p:tag name="KSO_WM_TEMPLATE_SUBCATEGORY" val="0"/>
  <p:tag name="KSO_WM_TEMPLATE_MASTER_TYPE" val="0"/>
  <p:tag name="KSO_WM_TEMPLATE_COLOR_TYPE" val="1"/>
  <p:tag name="KSO_WM_SLIDE_TYPE" val="text"/>
  <p:tag name="KSO_WM_SLIDE_SUBTYPE" val="diag"/>
  <p:tag name="KSO_WM_SLIDE_ITEM_CNT" val="5"/>
  <p:tag name="KSO_WM_SLIDE_INDEX" val="5"/>
  <p:tag name="KSO_WM_SLIDE_SIZE" val="513.074*394.273"/>
  <p:tag name="KSO_WM_SLIDE_POSITION" val="0.61937*116.488"/>
  <p:tag name="KSO_WM_DIAGRAM_GROUP_CODE" val="l1-1"/>
  <p:tag name="KSO_WM_SLIDE_DIAGTYPE" val="l"/>
  <p:tag name="KSO_WM_TAG_VERSION" val="1.0"/>
  <p:tag name="KSO_WM_SLIDE_LAYOUT" val="a_f_l"/>
  <p:tag name="KSO_WM_SLIDE_LAYOUT_CNT" val="1_2_1"/>
</p:tagLst>
</file>

<file path=ppt/tags/tag364.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f"/>
  <p:tag name="KSO_WM_UNIT_INDEX" val="1_1_1"/>
  <p:tag name="KSO_WM_UNIT_LAYERLEVEL" val="1_1_1"/>
  <p:tag name="KSO_WM_UNIT_VALUE" val="24"/>
  <p:tag name="KSO_WM_UNIT_HIGHLIGHT" val="0"/>
  <p:tag name="KSO_WM_UNIT_COMPATIBLE" val="0"/>
  <p:tag name="KSO_WM_UNIT_CLEAR" val="0"/>
  <p:tag name="KSO_WM_UNIT_PRESET_TEXT_INDEX" val="3"/>
  <p:tag name="KSO_WM_UNIT_PRESET_TEXT_LEN" val="17"/>
  <p:tag name="KSO_WM_DIAGRAM_GROUP_CODE" val="l1-1"/>
  <p:tag name="KSO_WM_UNIT_ID" val="diagram20170843_5*l_h_f*1_1_1"/>
  <p:tag name="KSO_WM_UNIT_TEXT_FILL_FORE_SCHEMECOLOR_INDEX" val="13"/>
  <p:tag name="KSO_WM_UNIT_TEXT_FILL_TYPE" val="1"/>
  <p:tag name="KSO_WM_UNIT_USESOURCEFORMAT_APPLY" val="1"/>
</p:tagLst>
</file>

<file path=ppt/tags/tag365.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i"/>
  <p:tag name="KSO_WM_UNIT_INDEX" val="1_1_1"/>
  <p:tag name="KSO_WM_UNIT_ID" val="diagram20170843_5*l_h_i*1_1_1"/>
  <p:tag name="KSO_WM_UNIT_LAYERLEVEL" val="1_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366.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i"/>
  <p:tag name="KSO_WM_UNIT_INDEX" val="1_1_2"/>
  <p:tag name="KSO_WM_UNIT_ID" val="diagram20170843_5*l_h_i*1_1_2"/>
  <p:tag name="KSO_WM_UNIT_LAYERLEVEL" val="1_1_1"/>
  <p:tag name="KSO_WM_DIAGRAM_GROUP_CODE" val="l1-1"/>
  <p:tag name="KSO_WM_UNIT_TEXT_FILL_FORE_SCHEMECOLOR_INDEX" val="14"/>
  <p:tag name="KSO_WM_UNIT_TEXT_FILL_TYPE" val="1"/>
  <p:tag name="KSO_WM_UNIT_USESOURCEFORMAT_APPLY" val="1"/>
</p:tagLst>
</file>

<file path=ppt/tags/tag367.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f"/>
  <p:tag name="KSO_WM_UNIT_INDEX" val="1_2_1"/>
  <p:tag name="KSO_WM_UNIT_LAYERLEVEL" val="1_1_1"/>
  <p:tag name="KSO_WM_UNIT_VALUE" val="24"/>
  <p:tag name="KSO_WM_UNIT_HIGHLIGHT" val="0"/>
  <p:tag name="KSO_WM_UNIT_COMPATIBLE" val="0"/>
  <p:tag name="KSO_WM_UNIT_CLEAR" val="0"/>
  <p:tag name="KSO_WM_UNIT_PRESET_TEXT_INDEX" val="3"/>
  <p:tag name="KSO_WM_UNIT_PRESET_TEXT_LEN" val="17"/>
  <p:tag name="KSO_WM_DIAGRAM_GROUP_CODE" val="l1-1"/>
  <p:tag name="KSO_WM_UNIT_ID" val="diagram20170843_5*l_h_f*1_2_1"/>
  <p:tag name="KSO_WM_UNIT_TEXT_FILL_FORE_SCHEMECOLOR_INDEX" val="13"/>
  <p:tag name="KSO_WM_UNIT_TEXT_FILL_TYPE" val="1"/>
  <p:tag name="KSO_WM_UNIT_USESOURCEFORMAT_APPLY" val="1"/>
</p:tagLst>
</file>

<file path=ppt/tags/tag368.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i"/>
  <p:tag name="KSO_WM_UNIT_INDEX" val="1_2_1"/>
  <p:tag name="KSO_WM_UNIT_ID" val="diagram20170843_5*l_h_i*1_2_1"/>
  <p:tag name="KSO_WM_UNIT_LAYERLEVEL" val="1_1_1"/>
  <p:tag name="KSO_WM_DIAGRAM_GROUP_CODE" val="l1-1"/>
  <p:tag name="KSO_WM_UNIT_FILL_FORE_SCHEMECOLOR_INDEX" val="7"/>
  <p:tag name="KSO_WM_UNIT_FILL_TYPE" val="1"/>
  <p:tag name="KSO_WM_UNIT_TEXT_FILL_FORE_SCHEMECOLOR_INDEX" val="2"/>
  <p:tag name="KSO_WM_UNIT_TEXT_FILL_TYPE" val="1"/>
  <p:tag name="KSO_WM_UNIT_USESOURCEFORMAT_APPLY" val="1"/>
</p:tagLst>
</file>

<file path=ppt/tags/tag369.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i"/>
  <p:tag name="KSO_WM_UNIT_INDEX" val="1_2_2"/>
  <p:tag name="KSO_WM_UNIT_ID" val="diagram20170843_5*l_h_i*1_2_2"/>
  <p:tag name="KSO_WM_UNIT_LAYERLEVEL" val="1_1_1"/>
  <p:tag name="KSO_WM_DIAGRAM_GROUP_CODE" val="l1-1"/>
  <p:tag name="KSO_WM_UNIT_TEXT_FILL_FORE_SCHEMECOLOR_INDEX" val="14"/>
  <p:tag name="KSO_WM_UNIT_TEXT_FILL_TYPE" val="1"/>
  <p:tag name="KSO_WM_UNIT_USESOURCEFORMAT_APPLY" val="1"/>
</p:tagLst>
</file>

<file path=ppt/tags/tag370.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f"/>
  <p:tag name="KSO_WM_UNIT_INDEX" val="1_3_1"/>
  <p:tag name="KSO_WM_UNIT_LAYERLEVEL" val="1_1_1"/>
  <p:tag name="KSO_WM_UNIT_VALUE" val="24"/>
  <p:tag name="KSO_WM_UNIT_HIGHLIGHT" val="0"/>
  <p:tag name="KSO_WM_UNIT_COMPATIBLE" val="0"/>
  <p:tag name="KSO_WM_UNIT_CLEAR" val="0"/>
  <p:tag name="KSO_WM_UNIT_PRESET_TEXT_INDEX" val="3"/>
  <p:tag name="KSO_WM_UNIT_PRESET_TEXT_LEN" val="17"/>
  <p:tag name="KSO_WM_DIAGRAM_GROUP_CODE" val="l1-1"/>
  <p:tag name="KSO_WM_UNIT_ID" val="diagram20170843_5*l_h_f*1_3_1"/>
  <p:tag name="KSO_WM_UNIT_TEXT_FILL_FORE_SCHEMECOLOR_INDEX" val="13"/>
  <p:tag name="KSO_WM_UNIT_TEXT_FILL_TYPE" val="1"/>
  <p:tag name="KSO_WM_UNIT_USESOURCEFORMAT_APPLY" val="1"/>
</p:tagLst>
</file>

<file path=ppt/tags/tag371.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i"/>
  <p:tag name="KSO_WM_UNIT_INDEX" val="1_3_1"/>
  <p:tag name="KSO_WM_UNIT_ID" val="diagram20170843_5*l_h_i*1_3_1"/>
  <p:tag name="KSO_WM_UNIT_LAYERLEVEL" val="1_1_1"/>
  <p:tag name="KSO_WM_DIAGRAM_GROUP_CODE" val="l1-1"/>
  <p:tag name="KSO_WM_UNIT_FILL_FORE_SCHEMECOLOR_INDEX" val="6"/>
  <p:tag name="KSO_WM_UNIT_FILL_TYPE" val="1"/>
  <p:tag name="KSO_WM_UNIT_TEXT_FILL_FORE_SCHEMECOLOR_INDEX" val="2"/>
  <p:tag name="KSO_WM_UNIT_TEXT_FILL_TYPE" val="1"/>
  <p:tag name="KSO_WM_UNIT_USESOURCEFORMAT_APPLY" val="1"/>
</p:tagLst>
</file>

<file path=ppt/tags/tag372.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i"/>
  <p:tag name="KSO_WM_UNIT_INDEX" val="1_3_2"/>
  <p:tag name="KSO_WM_UNIT_ID" val="diagram20170843_5*l_h_i*1_3_2"/>
  <p:tag name="KSO_WM_UNIT_LAYERLEVEL" val="1_1_1"/>
  <p:tag name="KSO_WM_DIAGRAM_GROUP_CODE" val="l1-1"/>
  <p:tag name="KSO_WM_UNIT_TEXT_FILL_FORE_SCHEMECOLOR_INDEX" val="14"/>
  <p:tag name="KSO_WM_UNIT_TEXT_FILL_TYPE" val="1"/>
  <p:tag name="KSO_WM_UNIT_USESOURCEFORMAT_APPLY" val="1"/>
</p:tagLst>
</file>

<file path=ppt/tags/tag373.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i"/>
  <p:tag name="KSO_WM_UNIT_INDEX" val="1_4_1"/>
  <p:tag name="KSO_WM_UNIT_ID" val="diagram20170843_5*l_h_i*1_4_1"/>
  <p:tag name="KSO_WM_UNIT_LAYERLEVEL" val="1_1_1"/>
  <p:tag name="KSO_WM_DIAGRAM_GROUP_CODE" val="l1-1"/>
  <p:tag name="KSO_WM_UNIT_FILL_FORE_SCHEMECOLOR_INDEX" val="9"/>
  <p:tag name="KSO_WM_UNIT_FILL_TYPE" val="1"/>
  <p:tag name="KSO_WM_UNIT_TEXT_FILL_FORE_SCHEMECOLOR_INDEX" val="2"/>
  <p:tag name="KSO_WM_UNIT_TEXT_FILL_TYPE" val="1"/>
  <p:tag name="KSO_WM_UNIT_USESOURCEFORMAT_APPLY" val="1"/>
</p:tagLst>
</file>

<file path=ppt/tags/tag374.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i"/>
  <p:tag name="KSO_WM_UNIT_INDEX" val="1_4_2"/>
  <p:tag name="KSO_WM_UNIT_ID" val="diagram20170843_5*l_h_i*1_4_2"/>
  <p:tag name="KSO_WM_UNIT_LAYERLEVEL" val="1_1_1"/>
  <p:tag name="KSO_WM_DIAGRAM_GROUP_CODE" val="l1-1"/>
  <p:tag name="KSO_WM_UNIT_TEXT_FILL_FORE_SCHEMECOLOR_INDEX" val="14"/>
  <p:tag name="KSO_WM_UNIT_TEXT_FILL_TYPE" val="1"/>
  <p:tag name="KSO_WM_UNIT_USESOURCEFORMAT_APPLY" val="1"/>
</p:tagLst>
</file>

<file path=ppt/tags/tag375.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f"/>
  <p:tag name="KSO_WM_UNIT_INDEX" val="1_4_1"/>
  <p:tag name="KSO_WM_UNIT_LAYERLEVEL" val="1_1_1"/>
  <p:tag name="KSO_WM_UNIT_VALUE" val="24"/>
  <p:tag name="KSO_WM_UNIT_HIGHLIGHT" val="0"/>
  <p:tag name="KSO_WM_UNIT_COMPATIBLE" val="0"/>
  <p:tag name="KSO_WM_UNIT_CLEAR" val="0"/>
  <p:tag name="KSO_WM_UNIT_PRESET_TEXT_INDEX" val="3"/>
  <p:tag name="KSO_WM_UNIT_PRESET_TEXT_LEN" val="17"/>
  <p:tag name="KSO_WM_DIAGRAM_GROUP_CODE" val="l1-1"/>
  <p:tag name="KSO_WM_UNIT_ID" val="diagram20170843_5*l_h_f*1_4_1"/>
  <p:tag name="KSO_WM_UNIT_TEXT_FILL_FORE_SCHEMECOLOR_INDEX" val="13"/>
  <p:tag name="KSO_WM_UNIT_TEXT_FILL_TYPE" val="1"/>
  <p:tag name="KSO_WM_UNIT_USESOURCEFORMAT_APPLY" val="1"/>
</p:tagLst>
</file>

<file path=ppt/tags/tag376.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i"/>
  <p:tag name="KSO_WM_UNIT_INDEX" val="1_5_1"/>
  <p:tag name="KSO_WM_UNIT_ID" val="diagram20170843_5*l_h_i*1_5_1"/>
  <p:tag name="KSO_WM_UNIT_LAYERLEVEL" val="1_1_1"/>
  <p:tag name="KSO_WM_DIAGRAM_GROUP_CODE" val="l1-1"/>
  <p:tag name="KSO_WM_UNIT_FILL_FORE_SCHEMECOLOR_INDEX" val="10"/>
  <p:tag name="KSO_WM_UNIT_FILL_TYPE" val="1"/>
  <p:tag name="KSO_WM_UNIT_TEXT_FILL_FORE_SCHEMECOLOR_INDEX" val="2"/>
  <p:tag name="KSO_WM_UNIT_TEXT_FILL_TYPE" val="1"/>
  <p:tag name="KSO_WM_UNIT_USESOURCEFORMAT_APPLY" val="1"/>
</p:tagLst>
</file>

<file path=ppt/tags/tag377.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i"/>
  <p:tag name="KSO_WM_UNIT_INDEX" val="1_5_2"/>
  <p:tag name="KSO_WM_UNIT_ID" val="diagram20170843_5*l_h_i*1_5_2"/>
  <p:tag name="KSO_WM_UNIT_LAYERLEVEL" val="1_1_1"/>
  <p:tag name="KSO_WM_DIAGRAM_GROUP_CODE" val="l1-1"/>
  <p:tag name="KSO_WM_UNIT_TEXT_FILL_FORE_SCHEMECOLOR_INDEX" val="14"/>
  <p:tag name="KSO_WM_UNIT_TEXT_FILL_TYPE" val="1"/>
  <p:tag name="KSO_WM_UNIT_USESOURCEFORMAT_APPLY" val="1"/>
</p:tagLst>
</file>

<file path=ppt/tags/tag378.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f"/>
  <p:tag name="KSO_WM_UNIT_INDEX" val="1_5_1"/>
  <p:tag name="KSO_WM_UNIT_LAYERLEVEL" val="1_1_1"/>
  <p:tag name="KSO_WM_UNIT_VALUE" val="24"/>
  <p:tag name="KSO_WM_UNIT_HIGHLIGHT" val="0"/>
  <p:tag name="KSO_WM_UNIT_COMPATIBLE" val="0"/>
  <p:tag name="KSO_WM_UNIT_CLEAR" val="0"/>
  <p:tag name="KSO_WM_UNIT_PRESET_TEXT_INDEX" val="3"/>
  <p:tag name="KSO_WM_UNIT_PRESET_TEXT_LEN" val="17"/>
  <p:tag name="KSO_WM_DIAGRAM_GROUP_CODE" val="l1-1"/>
  <p:tag name="KSO_WM_UNIT_ID" val="diagram20170843_5*l_h_f*1_5_1"/>
  <p:tag name="KSO_WM_UNIT_TEXT_FILL_FORE_SCHEMECOLOR_INDEX" val="13"/>
  <p:tag name="KSO_WM_UNIT_TEXT_FILL_TYPE" val="1"/>
  <p:tag name="KSO_WM_UNIT_USESOURCEFORMAT_APPLY" val="1"/>
</p:tagLst>
</file>

<file path=ppt/tags/tag379.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i"/>
  <p:tag name="KSO_WM_UNIT_INDEX" val="1_6_1"/>
  <p:tag name="KSO_WM_UNIT_ID" val="diagram20170843_5*l_h_i*1_6_1"/>
  <p:tag name="KSO_WM_UNIT_LAYERLEVEL" val="1_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380.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i"/>
  <p:tag name="KSO_WM_UNIT_INDEX" val="1_6_2"/>
  <p:tag name="KSO_WM_UNIT_ID" val="diagram20170843_5*l_h_i*1_6_2"/>
  <p:tag name="KSO_WM_UNIT_LAYERLEVEL" val="1_1_1"/>
  <p:tag name="KSO_WM_DIAGRAM_GROUP_CODE" val="l1-1"/>
  <p:tag name="KSO_WM_UNIT_TEXT_FILL_FORE_SCHEMECOLOR_INDEX" val="14"/>
  <p:tag name="KSO_WM_UNIT_TEXT_FILL_TYPE" val="1"/>
  <p:tag name="KSO_WM_UNIT_USESOURCEFORMAT_APPLY" val="1"/>
</p:tagLst>
</file>

<file path=ppt/tags/tag381.xml><?xml version="1.0" encoding="utf-8"?>
<p:tagLst xmlns:p="http://schemas.openxmlformats.org/presentationml/2006/main">
  <p:tag name="KSO_WM_TAG_VERSION" val="1.0"/>
  <p:tag name="KSO_WM_BEAUTIFY_FLAG" val="#wm#"/>
  <p:tag name="KSO_WM_TEMPLATE_CATEGORY" val="diagram"/>
  <p:tag name="KSO_WM_TEMPLATE_INDEX" val="20170843"/>
  <p:tag name="KSO_WM_UNIT_TYPE" val="l_h_f"/>
  <p:tag name="KSO_WM_UNIT_INDEX" val="1_6_1"/>
  <p:tag name="KSO_WM_UNIT_LAYERLEVEL" val="1_1_1"/>
  <p:tag name="KSO_WM_UNIT_VALUE" val="24"/>
  <p:tag name="KSO_WM_UNIT_HIGHLIGHT" val="0"/>
  <p:tag name="KSO_WM_UNIT_COMPATIBLE" val="0"/>
  <p:tag name="KSO_WM_UNIT_CLEAR" val="0"/>
  <p:tag name="KSO_WM_UNIT_PRESET_TEXT_INDEX" val="3"/>
  <p:tag name="KSO_WM_UNIT_PRESET_TEXT_LEN" val="17"/>
  <p:tag name="KSO_WM_DIAGRAM_GROUP_CODE" val="l1-1"/>
  <p:tag name="KSO_WM_UNIT_ID" val="diagram20170843_5*l_h_f*1_6_1"/>
  <p:tag name="KSO_WM_UNIT_TEXT_FILL_FORE_SCHEMECOLOR_INDEX" val="13"/>
  <p:tag name="KSO_WM_UNIT_TEXT_FILL_TYPE" val="1"/>
  <p:tag name="KSO_WM_UNIT_USESOURCEFORMAT_APPLY" val="1"/>
</p:tagLst>
</file>

<file path=ppt/tags/tag382.xml><?xml version="1.0" encoding="utf-8"?>
<p:tagLst xmlns:p="http://schemas.openxmlformats.org/presentationml/2006/main">
  <p:tag name="KSO_WM_TEMPLATE_CATEGORY" val="diagram"/>
  <p:tag name="KSO_WM_TEMPLATE_INDEX" val="20187900"/>
  <p:tag name="KSO_WM_UNIT_TYPE" val="q_i"/>
  <p:tag name="KSO_WM_UNIT_INDEX" val="1_3"/>
  <p:tag name="KSO_WM_UNIT_ID" val="diagram20187900_6*q_i*1_3"/>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LINE_FORE_SCHEMECOLOR_INDEX" val="15"/>
  <p:tag name="KSO_WM_UNIT_LINE_FILL_TYPE" val="2"/>
  <p:tag name="KSO_WM_UNIT_TEXT_FILL_FORE_SCHEMECOLOR_INDEX" val="2"/>
  <p:tag name="KSO_WM_UNIT_TEXT_FILL_TYPE" val="1"/>
  <p:tag name="KSO_WM_UNIT_USESOURCEFORMAT_APPLY" val="1"/>
</p:tagLst>
</file>

<file path=ppt/tags/tag383.xml><?xml version="1.0" encoding="utf-8"?>
<p:tagLst xmlns:p="http://schemas.openxmlformats.org/presentationml/2006/main">
  <p:tag name="KSO_WM_TEMPLATE_CATEGORY" val="diagram"/>
  <p:tag name="KSO_WM_TEMPLATE_INDEX" val="20187900"/>
  <p:tag name="KSO_WM_UNIT_TYPE" val="q_i"/>
  <p:tag name="KSO_WM_UNIT_INDEX" val="1_2"/>
  <p:tag name="KSO_WM_UNIT_ID" val="diagram20187900_6*q_i*1_2"/>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2"/>
  <p:tag name="KSO_WM_UNIT_TEXT_FILL_TYPE" val="1"/>
  <p:tag name="KSO_WM_UNIT_USESOURCEFORMAT_APPLY" val="1"/>
</p:tagLst>
</file>

<file path=ppt/tags/tag384.xml><?xml version="1.0" encoding="utf-8"?>
<p:tagLst xmlns:p="http://schemas.openxmlformats.org/presentationml/2006/main">
  <p:tag name="KSO_WM_TEMPLATE_CATEGORY" val="diagram"/>
  <p:tag name="KSO_WM_TEMPLATE_INDEX" val="20187900"/>
  <p:tag name="KSO_WM_UNIT_TYPE" val="q_i"/>
  <p:tag name="KSO_WM_UNIT_INDEX" val="1_7"/>
  <p:tag name="KSO_WM_UNIT_ID" val="diagram20187900_6*q_i*1_7"/>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385.xml><?xml version="1.0" encoding="utf-8"?>
<p:tagLst xmlns:p="http://schemas.openxmlformats.org/presentationml/2006/main">
  <p:tag name="KSO_WM_TEMPLATE_CATEGORY" val="diagram"/>
  <p:tag name="KSO_WM_TEMPLATE_INDEX" val="20187900"/>
  <p:tag name="KSO_WM_UNIT_TYPE" val="q_i"/>
  <p:tag name="KSO_WM_UNIT_INDEX" val="1_5"/>
  <p:tag name="KSO_WM_UNIT_ID" val="diagram20187900_6*q_i*1_5"/>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386.xml><?xml version="1.0" encoding="utf-8"?>
<p:tagLst xmlns:p="http://schemas.openxmlformats.org/presentationml/2006/main">
  <p:tag name="KSO_WM_TEMPLATE_CATEGORY" val="diagram"/>
  <p:tag name="KSO_WM_TEMPLATE_INDEX" val="20187900"/>
  <p:tag name="KSO_WM_UNIT_TYPE" val="q_i"/>
  <p:tag name="KSO_WM_UNIT_INDEX" val="1_6"/>
  <p:tag name="KSO_WM_UNIT_ID" val="diagram20187900_6*q_i*1_6"/>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387.xml><?xml version="1.0" encoding="utf-8"?>
<p:tagLst xmlns:p="http://schemas.openxmlformats.org/presentationml/2006/main">
  <p:tag name="KSO_WM_TEMPLATE_CATEGORY" val="diagram"/>
  <p:tag name="KSO_WM_TEMPLATE_INDEX" val="20187900"/>
  <p:tag name="KSO_WM_UNIT_TYPE" val="q_i"/>
  <p:tag name="KSO_WM_UNIT_INDEX" val="1_1"/>
  <p:tag name="KSO_WM_UNIT_ID" val="diagram20187900_6*q_i*1_1"/>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388.xml><?xml version="1.0" encoding="utf-8"?>
<p:tagLst xmlns:p="http://schemas.openxmlformats.org/presentationml/2006/main">
  <p:tag name="KSO_WM_BEAUTIFY_FLAG" val="#wm#"/>
  <p:tag name="KSO_WM_TEMPLATE_CATEGORY" val="diagram"/>
  <p:tag name="KSO_WM_TEMPLATE_INDEX" val="20188024"/>
  <p:tag name="KSO_WM_SLIDE_COLORSCHEME_VERSION" val="3.2"/>
  <p:tag name="KSO_WM_SLIDE_ID" val="diagram20188024_5"/>
  <p:tag name="KSO_WM_TEMPLATE_SUBCATEGORY" val="0"/>
  <p:tag name="KSO_WM_TEMPLATE_MASTER_TYPE" val="0"/>
  <p:tag name="KSO_WM_TEMPLATE_COLOR_TYPE" val="1"/>
  <p:tag name="KSO_WM_SLIDE_TYPE" val="text"/>
  <p:tag name="KSO_WM_SLIDE_SUBTYPE" val="diag"/>
  <p:tag name="KSO_WM_SLIDE_ITEM_CNT" val="6"/>
  <p:tag name="KSO_WM_SLIDE_INDEX" val="5"/>
  <p:tag name="KSO_WM_SLIDE_SIZE" val="513.074*394.273"/>
  <p:tag name="KSO_WM_SLIDE_POSITION" val="0.61937*116.488"/>
  <p:tag name="KSO_WM_DIAGRAM_GROUP_CODE" val="l1-1"/>
  <p:tag name="KSO_WM_SLIDE_DIAGTYPE" val="l"/>
  <p:tag name="KSO_WM_TAG_VERSION" val="1.0"/>
  <p:tag name="KSO_WM_SLIDE_LAYOUT" val="a_f_l"/>
  <p:tag name="KSO_WM_SLIDE_LAYOUT_CNT" val="1_2_1"/>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169018_1*i*1"/>
  <p:tag name="KSO_WM_TEMPLATE_CATEGORY" val="diagram"/>
  <p:tag name="KSO_WM_TEMPLATE_INDEX" val="169018"/>
  <p:tag name="KSO_WM_UNIT_LAYERLEVEL" val="1"/>
  <p:tag name="KSO_WM_TAG_VERSION" val="1.0"/>
  <p:tag name="KSO_WM_BEAUTIFY_FLAG" val="#wm#"/>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169018_1*i*2"/>
  <p:tag name="KSO_WM_TEMPLATE_CATEGORY" val="diagram"/>
  <p:tag name="KSO_WM_TEMPLATE_INDEX" val="169018"/>
  <p:tag name="KSO_WM_UNIT_LAYERLEVEL" val="1"/>
  <p:tag name="KSO_WM_TAG_VERSION" val="1.0"/>
  <p:tag name="KSO_WM_BEAUTIFY_FLAG" val="#wm#"/>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169018_1*i*3"/>
  <p:tag name="KSO_WM_TEMPLATE_CATEGORY" val="diagram"/>
  <p:tag name="KSO_WM_TEMPLATE_INDEX" val="169018"/>
  <p:tag name="KSO_WM_UNIT_LAYERLEVEL" val="1"/>
  <p:tag name="KSO_WM_TAG_VERSION" val="1.0"/>
  <p:tag name="KSO_WM_BEAUTIFY_FLAG" val="#wm#"/>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169018_1*i*4"/>
  <p:tag name="KSO_WM_TEMPLATE_CATEGORY" val="diagram"/>
  <p:tag name="KSO_WM_TEMPLATE_INDEX" val="169018"/>
  <p:tag name="KSO_WM_UNIT_LAYERLEVEL" val="1"/>
  <p:tag name="KSO_WM_TAG_VERSION" val="1.0"/>
  <p:tag name="KSO_WM_BEAUTIFY_FLAG" val="#wm#"/>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169018_1*i*5"/>
  <p:tag name="KSO_WM_TEMPLATE_CATEGORY" val="diagram"/>
  <p:tag name="KSO_WM_TEMPLATE_INDEX" val="169018"/>
  <p:tag name="KSO_WM_UNIT_LAYERLEVEL" val="1"/>
  <p:tag name="KSO_WM_TAG_VERSION" val="1.0"/>
  <p:tag name="KSO_WM_BEAUTIFY_FLAG" val="#wm#"/>
</p:tagLst>
</file>

<file path=ppt/tags/tag394.xml><?xml version="1.0" encoding="utf-8"?>
<p:tagLst xmlns:p="http://schemas.openxmlformats.org/presentationml/2006/main">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0"/>
  <p:tag name="KSO_WM_UNIT_VALUE" val="238"/>
  <p:tag name="KSO_WM_UNIT_HIGHLIGHT" val="0"/>
  <p:tag name="KSO_WM_UNIT_COMPATIBLE" val="0"/>
  <p:tag name="KSO_WM_UNIT_DIAGRAM_ISNUMVISUAL" val="0"/>
  <p:tag name="KSO_WM_UNIT_DIAGRAM_ISREFERUNIT" val="0"/>
  <p:tag name="KSO_WM_UNIT_TYPE" val="f"/>
  <p:tag name="KSO_WM_UNIT_INDEX" val="1"/>
  <p:tag name="KSO_WM_UNIT_ID" val="diagram169018_1*f*1"/>
  <p:tag name="KSO_WM_TEMPLATE_CATEGORY" val="diagram"/>
  <p:tag name="KSO_WM_TEMPLATE_INDEX" val="169018"/>
  <p:tag name="KSO_WM_UNIT_LAYERLEVEL" val="1"/>
  <p:tag name="KSO_WM_TAG_VERSION" val="1.0"/>
  <p:tag name="KSO_WM_BEAUTIFY_FLAG" val="#wm#"/>
</p:tagLst>
</file>

<file path=ppt/tags/tag395.xml><?xml version="1.0" encoding="utf-8"?>
<p:tagLst xmlns:p="http://schemas.openxmlformats.org/presentationml/2006/main">
  <p:tag name="KSO_WM_UNIT_ISCONTENTSTITLE" val="0"/>
  <p:tag name="KSO_WM_UNIT_PRESET_TEXT" val="单击此处添加标题"/>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diagram169018_1*a*1"/>
  <p:tag name="KSO_WM_TEMPLATE_CATEGORY" val="diagram"/>
  <p:tag name="KSO_WM_TEMPLATE_INDEX" val="169018"/>
  <p:tag name="KSO_WM_UNIT_LAYERLEVEL" val="1"/>
  <p:tag name="KSO_WM_TAG_VERSION" val="1.0"/>
  <p:tag name="KSO_WM_BEAUTIFY_FLAG" val="#wm#"/>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169018_1*i*6"/>
  <p:tag name="KSO_WM_TEMPLATE_CATEGORY" val="diagram"/>
  <p:tag name="KSO_WM_TEMPLATE_INDEX" val="169018"/>
  <p:tag name="KSO_WM_UNIT_LAYERLEVEL" val="1"/>
  <p:tag name="KSO_WM_TAG_VERSION" val="1.0"/>
  <p:tag name="KSO_WM_BEAUTIFY_FLAG" val="#wm#"/>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169018_1*i*7"/>
  <p:tag name="KSO_WM_TEMPLATE_CATEGORY" val="diagram"/>
  <p:tag name="KSO_WM_TEMPLATE_INDEX" val="169018"/>
  <p:tag name="KSO_WM_UNIT_LAYERLEVEL" val="1"/>
  <p:tag name="KSO_WM_TAG_VERSION" val="1.0"/>
  <p:tag name="KSO_WM_BEAUTIFY_FLAG" val="#wm#"/>
</p:tagLst>
</file>

<file path=ppt/tags/tag398.xml><?xml version="1.0" encoding="utf-8"?>
<p:tagLst xmlns:p="http://schemas.openxmlformats.org/presentationml/2006/main">
  <p:tag name="KSO_WM_SLIDE_ID" val="diagram169018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14*545"/>
  <p:tag name="KSO_WM_SLIDE_POSITION" val="0*12"/>
  <p:tag name="KSO_WM_TAG_VERSION" val="1.0"/>
  <p:tag name="KSO_WM_BEAUTIFY_FLAG" val="#wm#"/>
  <p:tag name="KSO_WM_TEMPLATE_CATEGORY" val="diagram"/>
  <p:tag name="KSO_WM_TEMPLATE_INDEX" val="169018"/>
  <p:tag name="KSO_WM_SLIDE_LAYOUT" val="a_d_f"/>
  <p:tag name="KSO_WM_SLIDE_LAYOUT_CNT" val="1_1_1"/>
</p:tagLst>
</file>

<file path=ppt/tags/tag399.xml><?xml version="1.0" encoding="utf-8"?>
<p:tagLst xmlns:p="http://schemas.openxmlformats.org/presentationml/2006/main">
  <p:tag name="KSO_WM_TAG_VERSION" val="1.0"/>
  <p:tag name="KSO_WM_BEAUTIFY_FLAG" val="#wm#"/>
  <p:tag name="KSO_WM_UNIT_TYPE" val="d"/>
  <p:tag name="KSO_WM_UNIT_INDEX" val="1"/>
  <p:tag name="KSO_WM_UNIT_LAYERLEVEL" val="1"/>
  <p:tag name="KSO_WM_UNIT_VALUE" val="866*2685"/>
  <p:tag name="KSO_WM_UNIT_HIGHLIGHT" val="0"/>
  <p:tag name="KSO_WM_UNIT_COMPATIBLE" val="0"/>
  <p:tag name="KSO_WM_UNIT_CLEAR" val="0"/>
  <p:tag name="KSO_WM_TEMPLATE_CATEGORY" val="custom"/>
  <p:tag name="KSO_WM_TEMPLATE_INDEX" val="20181592"/>
  <p:tag name="KSO_WM_UNIT_ID" val="custom20181592_21*d*1"/>
  <p:tag name="REFSHAPE" val="345953844"/>
</p:tagLst>
</file>

<file path=ppt/tags/tag400.xml><?xml version="1.0" encoding="utf-8"?>
<p:tagLst xmlns:p="http://schemas.openxmlformats.org/presentationml/2006/main">
  <p:tag name="KSO_WM_TAG_VERSION" val="1.0"/>
  <p:tag name="KSO_WM_BEAUTIFY_FLAG" val="#wm#"/>
  <p:tag name="KSO_WM_UNIT_TYPE" val="i"/>
  <p:tag name="KSO_WM_UNIT_INDEX" val="1"/>
  <p:tag name="KSO_WM_TEMPLATE_CATEGORY" val="custom"/>
  <p:tag name="KSO_WM_TEMPLATE_INDEX" val="20181592"/>
  <p:tag name="KSO_WM_UNIT_ID" val="custom20181592_21*i*1"/>
</p:tagLst>
</file>

<file path=ppt/tags/tag401.xml><?xml version="1.0" encoding="utf-8"?>
<p:tagLst xmlns:p="http://schemas.openxmlformats.org/presentationml/2006/main">
  <p:tag name="KSO_WM_TAG_VERSION" val="1.0"/>
  <p:tag name="KSO_WM_BEAUTIFY_FLAG" val="#wm#"/>
  <p:tag name="KSO_WM_UNIT_TYPE" val="a"/>
  <p:tag name="KSO_WM_UNIT_INDEX" val="1"/>
  <p:tag name="KSO_WM_UNIT_LAYERLEVEL" val="1"/>
  <p:tag name="KSO_WM_UNIT_VALUE" val="15"/>
  <p:tag name="KSO_WM_UNIT_ISCONTENTSTITLE" val="0"/>
  <p:tag name="KSO_WM_UNIT_HIGHLIGHT" val="0"/>
  <p:tag name="KSO_WM_UNIT_COMPATIBLE" val="0"/>
  <p:tag name="KSO_WM_UNIT_CLEAR" val="0"/>
  <p:tag name="KSO_WM_UNIT_PRESET_TEXT_INDEX" val="0"/>
  <p:tag name="KSO_WM_UNIT_PRESET_TEXT_LEN" val="9"/>
  <p:tag name="KSO_WM_TEMPLATE_CATEGORY" val="custom"/>
  <p:tag name="KSO_WM_TEMPLATE_INDEX" val="20181592"/>
  <p:tag name="KSO_WM_UNIT_ID" val="custom20181592_21*a*1"/>
</p:tagLst>
</file>

<file path=ppt/tags/tag402.xml><?xml version="1.0" encoding="utf-8"?>
<p:tagLst xmlns:p="http://schemas.openxmlformats.org/presentationml/2006/main">
  <p:tag name="KSO_WM_TAG_VERSION" val="1.0"/>
  <p:tag name="KSO_WM_BEAUTIFY_FLAG" val="#wm#"/>
  <p:tag name="KSO_WM_UNIT_TYPE" val="f"/>
  <p:tag name="KSO_WM_UNIT_INDEX" val="1"/>
  <p:tag name="KSO_WM_UNIT_LAYERLEVEL" val="1"/>
  <p:tag name="KSO_WM_UNIT_VALUE" val="288"/>
  <p:tag name="KSO_WM_UNIT_HIGHLIGHT" val="0"/>
  <p:tag name="KSO_WM_UNIT_COMPATIBLE" val="0"/>
  <p:tag name="KSO_WM_UNIT_CLEAR" val="0"/>
  <p:tag name="KSO_WM_UNIT_PRESET_TEXT" val="WPS Office专业版是针对企业用户提供的办公软件产品，强大的系统集成能力，目前已经与超过240家系统开发厂商建立合作关系，实现了与主流中间件、应用系统的无缝集成，完成企业中应用系统的零成本迁移。WPS Office专业版是针对企业用户提供的办公软件产品，强大的系统集成能力，目前已经与超过240家系统开发厂商建立合作关系，实现了与主流中间件、应用系统的无缝集成，完成企业中应用系统的零成本迁移。WPS Office专业版是针对企业用户提供的办公软件产品，强大的系统集成能力，目前已经与超过240家系统开发厂商建立合作关系，实现了与主流中间件、应用系统的无缝集成，完成企业中应用系统的零成本迁移。"/>
  <p:tag name="KSO_WM_TEMPLATE_CATEGORY" val="custom"/>
  <p:tag name="KSO_WM_TEMPLATE_INDEX" val="20181592"/>
  <p:tag name="KSO_WM_UNIT_ID" val="custom20181592_21*f*1"/>
</p:tagLst>
</file>

<file path=ppt/tags/tag403.xml><?xml version="1.0" encoding="utf-8"?>
<p:tagLst xmlns:p="http://schemas.openxmlformats.org/presentationml/2006/main">
  <p:tag name="KSO_WM_TAG_VERSION" val="1.0"/>
  <p:tag name="KSO_WM_SLIDE_ITEM_CNT" val="2"/>
  <p:tag name="KSO_WM_SLIDE_LAYOUT" val="a_f_d"/>
  <p:tag name="KSO_WM_SLIDE_LAYOUT_CNT" val="1_1_1"/>
  <p:tag name="KSO_WM_SLIDE_TYPE" val="text"/>
  <p:tag name="KSO_WM_BEAUTIFY_FLAG" val="#wm#"/>
  <p:tag name="KSO_WM_SLIDE_POSITION" val="37*109"/>
  <p:tag name="KSO_WM_SLIDE_SIZE" val="883*409"/>
  <p:tag name="KSO_WM_COMBINE_RELATE_SLIDE_ID" val="background20180955_10"/>
  <p:tag name="KSO_WM_TEMPLATE_CATEGORY" val="custom"/>
  <p:tag name="KSO_WM_TEMPLATE_INDEX" val="20181592"/>
  <p:tag name="KSO_WM_SLIDE_ID" val="custom20181592_21"/>
  <p:tag name="KSO_WM_SLIDE_INDEX" val="21"/>
  <p:tag name="KSO_WM_TEMPLATE_SUBCATEGORY" val="combine"/>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169018_1*i*1"/>
  <p:tag name="KSO_WM_TEMPLATE_CATEGORY" val="diagram"/>
  <p:tag name="KSO_WM_TEMPLATE_INDEX" val="169018"/>
  <p:tag name="KSO_WM_UNIT_LAYERLEVEL" val="1"/>
  <p:tag name="KSO_WM_TAG_VERSION" val="1.0"/>
  <p:tag name="KSO_WM_BEAUTIFY_FLAG" val="#wm#"/>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169018_1*i*2"/>
  <p:tag name="KSO_WM_TEMPLATE_CATEGORY" val="diagram"/>
  <p:tag name="KSO_WM_TEMPLATE_INDEX" val="169018"/>
  <p:tag name="KSO_WM_UNIT_LAYERLEVEL" val="1"/>
  <p:tag name="KSO_WM_TAG_VERSION" val="1.0"/>
  <p:tag name="KSO_WM_BEAUTIFY_FLAG" val="#wm#"/>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169018_1*i*3"/>
  <p:tag name="KSO_WM_TEMPLATE_CATEGORY" val="diagram"/>
  <p:tag name="KSO_WM_TEMPLATE_INDEX" val="169018"/>
  <p:tag name="KSO_WM_UNIT_LAYERLEVEL" val="1"/>
  <p:tag name="KSO_WM_TAG_VERSION" val="1.0"/>
  <p:tag name="KSO_WM_BEAUTIFY_FLAG" val="#wm#"/>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169018_1*i*4"/>
  <p:tag name="KSO_WM_TEMPLATE_CATEGORY" val="diagram"/>
  <p:tag name="KSO_WM_TEMPLATE_INDEX" val="169018"/>
  <p:tag name="KSO_WM_UNIT_LAYERLEVEL" val="1"/>
  <p:tag name="KSO_WM_TAG_VERSION" val="1.0"/>
  <p:tag name="KSO_WM_BEAUTIFY_FLAG" val="#wm#"/>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169018_1*i*5"/>
  <p:tag name="KSO_WM_TEMPLATE_CATEGORY" val="diagram"/>
  <p:tag name="KSO_WM_TEMPLATE_INDEX" val="169018"/>
  <p:tag name="KSO_WM_UNIT_LAYERLEVEL" val="1"/>
  <p:tag name="KSO_WM_TAG_VERSION" val="1.0"/>
  <p:tag name="KSO_WM_BEAUTIFY_FLAG" val="#wm#"/>
</p:tagLst>
</file>

<file path=ppt/tags/tag409.xml><?xml version="1.0" encoding="utf-8"?>
<p:tagLst xmlns:p="http://schemas.openxmlformats.org/presentationml/2006/main">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 name="KSO_WM_UNIT_NOCLEAR" val="0"/>
  <p:tag name="KSO_WM_UNIT_VALUE" val="238"/>
  <p:tag name="KSO_WM_UNIT_HIGHLIGHT" val="0"/>
  <p:tag name="KSO_WM_UNIT_COMPATIBLE" val="0"/>
  <p:tag name="KSO_WM_UNIT_DIAGRAM_ISNUMVISUAL" val="0"/>
  <p:tag name="KSO_WM_UNIT_DIAGRAM_ISREFERUNIT" val="0"/>
  <p:tag name="KSO_WM_UNIT_TYPE" val="f"/>
  <p:tag name="KSO_WM_UNIT_INDEX" val="1"/>
  <p:tag name="KSO_WM_UNIT_ID" val="diagram169018_1*f*1"/>
  <p:tag name="KSO_WM_TEMPLATE_CATEGORY" val="diagram"/>
  <p:tag name="KSO_WM_TEMPLATE_INDEX" val="169018"/>
  <p:tag name="KSO_WM_UNIT_LAYERLEVEL" val="1"/>
  <p:tag name="KSO_WM_TAG_VERSION" val="1.0"/>
  <p:tag name="KSO_WM_BEAUTIFY_FLAG" val="#wm#"/>
</p:tagLst>
</file>

<file path=ppt/tags/tag410.xml><?xml version="1.0" encoding="utf-8"?>
<p:tagLst xmlns:p="http://schemas.openxmlformats.org/presentationml/2006/main">
  <p:tag name="KSO_WM_UNIT_ISCONTENTSTITLE" val="0"/>
  <p:tag name="KSO_WM_UNIT_PRESET_TEXT" val="单击此处添加标题"/>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diagram169018_1*a*1"/>
  <p:tag name="KSO_WM_TEMPLATE_CATEGORY" val="diagram"/>
  <p:tag name="KSO_WM_TEMPLATE_INDEX" val="169018"/>
  <p:tag name="KSO_WM_UNIT_LAYERLEVEL" val="1"/>
  <p:tag name="KSO_WM_TAG_VERSION" val="1.0"/>
  <p:tag name="KSO_WM_BEAUTIFY_FLAG" val="#wm#"/>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169018_1*i*6"/>
  <p:tag name="KSO_WM_TEMPLATE_CATEGORY" val="diagram"/>
  <p:tag name="KSO_WM_TEMPLATE_INDEX" val="169018"/>
  <p:tag name="KSO_WM_UNIT_LAYERLEVEL" val="1"/>
  <p:tag name="KSO_WM_TAG_VERSION" val="1.0"/>
  <p:tag name="KSO_WM_BEAUTIFY_FLAG" val="#wm#"/>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169018_1*i*7"/>
  <p:tag name="KSO_WM_TEMPLATE_CATEGORY" val="diagram"/>
  <p:tag name="KSO_WM_TEMPLATE_INDEX" val="169018"/>
  <p:tag name="KSO_WM_UNIT_LAYERLEVEL" val="1"/>
  <p:tag name="KSO_WM_TAG_VERSION" val="1.0"/>
  <p:tag name="KSO_WM_BEAUTIFY_FLAG" val="#wm#"/>
</p:tagLst>
</file>

<file path=ppt/tags/tag413.xml><?xml version="1.0" encoding="utf-8"?>
<p:tagLst xmlns:p="http://schemas.openxmlformats.org/presentationml/2006/main">
  <p:tag name="KSO_WM_SLIDE_ID" val="diagram169018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14*545"/>
  <p:tag name="KSO_WM_SLIDE_POSITION" val="0*12"/>
  <p:tag name="KSO_WM_TAG_VERSION" val="1.0"/>
  <p:tag name="KSO_WM_BEAUTIFY_FLAG" val="#wm#"/>
  <p:tag name="KSO_WM_TEMPLATE_CATEGORY" val="diagram"/>
  <p:tag name="KSO_WM_TEMPLATE_INDEX" val="169018"/>
  <p:tag name="KSO_WM_SLIDE_LAYOUT" val="a_d_f"/>
  <p:tag name="KSO_WM_SLIDE_LAYOUT_CNT" val="1_1_1"/>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03644_1*l_h_i*1_1_1"/>
  <p:tag name="KSO_WM_TEMPLATE_CATEGORY" val="diagram"/>
  <p:tag name="KSO_WM_TEMPLATE_INDEX" val="20203644"/>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03644_1*l_h_i*1_2_1"/>
  <p:tag name="KSO_WM_TEMPLATE_CATEGORY" val="diagram"/>
  <p:tag name="KSO_WM_TEMPLATE_INDEX" val="20203644"/>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416.xml><?xml version="1.0" encoding="utf-8"?>
<p:tagLst xmlns:p="http://schemas.openxmlformats.org/presentationml/2006/main">
  <p:tag name="KSO_WM_UNIT_VALUE" val="612*1557"/>
  <p:tag name="KSO_WM_UNIT_HIGHLIGHT" val="0"/>
  <p:tag name="KSO_WM_UNIT_COMPATIBLE" val="0"/>
  <p:tag name="KSO_WM_UNIT_DIAGRAM_ISNUMVISUAL" val="0"/>
  <p:tag name="KSO_WM_UNIT_DIAGRAM_ISREFERUNIT" val="0"/>
  <p:tag name="KSO_WM_DIAGRAM_GROUP_CODE" val="l1-1"/>
  <p:tag name="KSO_WM_UNIT_TYPE" val="l_h_d"/>
  <p:tag name="KSO_WM_UNIT_INDEX" val="1_1_1"/>
  <p:tag name="KSO_WM_UNIT_ID" val="diagram20203644_1*l_h_d*1_1_1"/>
  <p:tag name="KSO_WM_TEMPLATE_CATEGORY" val="diagram"/>
  <p:tag name="KSO_WM_TEMPLATE_INDEX" val="20203644"/>
  <p:tag name="KSO_WM_UNIT_SUPPORT_UNIT_TYPE" val="[]"/>
  <p:tag name="KSO_WM_UNIT_LAYERLEVEL" val="1_1_1"/>
  <p:tag name="KSO_WM_TAG_VERSION" val="1.0"/>
  <p:tag name="KSO_WM_BEAUTIFY_FLAG" val="#wm#"/>
  <p:tag name="REFSHAPE" val="498550236"/>
  <p:tag name="KSO_WM_UNIT_USESOURCEFORMAT_APPLY" val="1"/>
</p:tagLst>
</file>

<file path=ppt/tags/tag417.xml><?xml version="1.0" encoding="utf-8"?>
<p:tagLst xmlns:p="http://schemas.openxmlformats.org/presentationml/2006/main">
  <p:tag name="KSO_WM_UNIT_VALUE" val="612*1557"/>
  <p:tag name="KSO_WM_UNIT_HIGHLIGHT" val="0"/>
  <p:tag name="KSO_WM_UNIT_COMPATIBLE" val="0"/>
  <p:tag name="KSO_WM_UNIT_DIAGRAM_ISNUMVISUAL" val="0"/>
  <p:tag name="KSO_WM_UNIT_DIAGRAM_ISREFERUNIT" val="0"/>
  <p:tag name="KSO_WM_DIAGRAM_GROUP_CODE" val="l1-1"/>
  <p:tag name="KSO_WM_UNIT_TYPE" val="l_h_d"/>
  <p:tag name="KSO_WM_UNIT_INDEX" val="1_2_1"/>
  <p:tag name="KSO_WM_UNIT_ID" val="diagram20203644_1*l_h_d*1_2_1"/>
  <p:tag name="KSO_WM_TEMPLATE_CATEGORY" val="diagram"/>
  <p:tag name="KSO_WM_TEMPLATE_INDEX" val="20203644"/>
  <p:tag name="KSO_WM_UNIT_SUPPORT_UNIT_TYPE" val="[]"/>
  <p:tag name="KSO_WM_UNIT_LAYERLEVEL" val="1_1_1"/>
  <p:tag name="KSO_WM_TAG_VERSION" val="1.0"/>
  <p:tag name="KSO_WM_BEAUTIFY_FLAG" val="#wm#"/>
  <p:tag name="REFSHAPE" val="538701900"/>
  <p:tag name="KSO_WM_UNIT_USESOURCEFORMAT_APPLY" val="1"/>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203644_1*i*1"/>
  <p:tag name="KSO_WM_TEMPLATE_CATEGORY" val="diagram"/>
  <p:tag name="KSO_WM_TEMPLATE_INDEX" val="20203644"/>
  <p:tag name="KSO_WM_UNIT_LAYERLEVEL" val="1"/>
  <p:tag name="KSO_WM_TAG_VERSION" val="1.0"/>
  <p:tag name="KSO_WM_BEAUTIFY_FLAG" val="#wm#"/>
  <p:tag name="KSO_WM_UNIT_FILL_FORE_SCHEMECOLOR_INDEX" val="5"/>
  <p:tag name="KSO_WM_UNIT_FILL_TYPE" val="1"/>
  <p:tag name="KSO_WM_UNIT_USESOURCEFORMAT_APPLY" val="1"/>
</p:tagLst>
</file>

<file path=ppt/tags/tag419.xml><?xml version="1.0" encoding="utf-8"?>
<p:tagLst xmlns:p="http://schemas.openxmlformats.org/presentationml/2006/main">
  <p:tag name="KSO_WM_UNIT_NOCLEAR" val="0"/>
  <p:tag name="KSO_WM_UNIT_VALUE" val="8"/>
  <p:tag name="KSO_WM_UNIT_HIGHLIGHT" val="0"/>
  <p:tag name="KSO_WM_UNIT_COMPATIBLE" val="0"/>
  <p:tag name="KSO_WM_UNIT_DIAGRAM_ISNUMVISUAL" val="0"/>
  <p:tag name="KSO_WM_UNIT_DIAGRAM_ISREFERUNIT" val="0"/>
  <p:tag name="KSO_WM_UNIT_TYPE" val="a"/>
  <p:tag name="KSO_WM_UNIT_INDEX" val="1"/>
  <p:tag name="KSO_WM_UNIT_ID" val="diagram20203644_1*a*1"/>
  <p:tag name="KSO_WM_TEMPLATE_CATEGORY" val="diagram"/>
  <p:tag name="KSO_WM_TEMPLATE_INDEX" val="20203644"/>
  <p:tag name="KSO_WM_UNIT_LAYERLEVEL" val="1"/>
  <p:tag name="KSO_WM_TAG_VERSION" val="1.0"/>
  <p:tag name="KSO_WM_BEAUTIFY_FLAG" val="#wm#"/>
  <p:tag name="KSO_WM_UNIT_TEXTBOXSTYLE_GUID" val="{bccf8885-bd4c-4693-9990-efd0a1b1397b}"/>
  <p:tag name="KSO_WM_UNIT_TEXTBOXSTYLE_INDEX" val="11"/>
  <p:tag name="KSO_WM_UNIT_TEXTBOXSTYLE_TYPE" val="OneParaTitle"/>
  <p:tag name="KSO_WM_UNIT_ISCONTENTSTITLE" val="0"/>
  <p:tag name="KSO_WM_DIAGRAM_GROUP_CODE" val="l1-1"/>
  <p:tag name="KSO_WM_UNIT_PRESET_TEXT" val="添加标题"/>
  <p:tag name="KSO_WM_UNIT_TEXT_FILL_FORE_SCHEMECOLOR_INDEX" val="14"/>
  <p:tag name="KSO_WM_UNIT_TEXT_FILL_TYPE" val="1"/>
  <p:tag name="KSO_WM_UNIT_USESOURCEFORMAT_APPLY" val="1"/>
</p:tagLst>
</file>

<file path=ppt/tags/tag420.xml><?xml version="1.0" encoding="utf-8"?>
<p:tagLst xmlns:p="http://schemas.openxmlformats.org/presentationml/2006/main">
  <p:tag name="KSO_WM_UNIT_ISCONTENTSTITLE" val="0"/>
  <p:tag name="KSO_WM_UNIT_PRESET_TEXT" val="当您的正文内容到达这个限度时，或许已经不纯粹作用于演示，极大可能运用于阅读领域；无论是传播观点、知识分享还是汇报工作，内容详尽固然重要，但请一定注意信息框架的清晰，这样才能使内容层次分明，页面简洁易读"/>
  <p:tag name="KSO_WM_UNIT_NOCLEAR" val="0"/>
  <p:tag name="KSO_WM_UNIT_HIGHLIGHT" val="0"/>
  <p:tag name="KSO_WM_UNIT_COMPATIBLE" val="0"/>
  <p:tag name="KSO_WM_UNIT_DIAGRAM_ISNUMVISUAL" val="0"/>
  <p:tag name="KSO_WM_UNIT_DIAGRAM_ISREFERUNIT" val="0"/>
  <p:tag name="KSO_WM_UNIT_TYPE" val="l_h_f"/>
  <p:tag name="KSO_WM_UNIT_INDEX" val="1_1_1"/>
  <p:tag name="KSO_WM_UNIT_ID" val="diagram20203644_1*l_h_f*1_1_1"/>
  <p:tag name="KSO_WM_TEMPLATE_CATEGORY" val="diagram"/>
  <p:tag name="KSO_WM_TEMPLATE_INDEX" val="20203644"/>
  <p:tag name="KSO_WM_UNIT_LAYERLEVEL" val="1_1_1"/>
  <p:tag name="KSO_WM_TAG_VERSION" val="1.0"/>
  <p:tag name="KSO_WM_BEAUTIFY_FLAG" val="#wm#"/>
  <p:tag name="KSO_WM_DIAGRAM_GROUP_CODE" val="l1-1"/>
  <p:tag name="KSO_WM_UNIT_VALUE" val="120"/>
  <p:tag name="KSO_WM_UNIT_TEXT_FILL_FORE_SCHEMECOLOR_INDEX" val="13"/>
  <p:tag name="KSO_WM_UNIT_TEXT_FILL_TYPE" val="1"/>
  <p:tag name="KSO_WM_UNIT_USESOURCEFORMAT_APPLY" val="1"/>
</p:tagLst>
</file>

<file path=ppt/tags/tag421.xml><?xml version="1.0" encoding="utf-8"?>
<p:tagLst xmlns:p="http://schemas.openxmlformats.org/presentationml/2006/main">
  <p:tag name="KSO_WM_UNIT_ISCONTENTSTITLE" val="0"/>
  <p:tag name="KSO_WM_UNIT_PRESET_TEXT" val="当您的正文内容到达这个限度时，或许已经不纯粹作用于演示，极大可能运用于阅读领域；无论是传播观点、知识分享还是汇报工作，内容详尽固然重要，但请一定注意信息框架的清晰，这样才能使内容层次分明，页面简洁易读"/>
  <p:tag name="KSO_WM_UNIT_NOCLEAR" val="0"/>
  <p:tag name="KSO_WM_UNIT_HIGHLIGHT" val="0"/>
  <p:tag name="KSO_WM_UNIT_COMPATIBLE" val="0"/>
  <p:tag name="KSO_WM_UNIT_DIAGRAM_ISNUMVISUAL" val="0"/>
  <p:tag name="KSO_WM_UNIT_DIAGRAM_ISREFERUNIT" val="0"/>
  <p:tag name="KSO_WM_UNIT_TYPE" val="l_h_f"/>
  <p:tag name="KSO_WM_UNIT_INDEX" val="1_2_1"/>
  <p:tag name="KSO_WM_UNIT_ID" val="diagram20203644_1*l_h_f*1_2_1"/>
  <p:tag name="KSO_WM_TEMPLATE_CATEGORY" val="diagram"/>
  <p:tag name="KSO_WM_TEMPLATE_INDEX" val="20203644"/>
  <p:tag name="KSO_WM_UNIT_LAYERLEVEL" val="1_1_1"/>
  <p:tag name="KSO_WM_TAG_VERSION" val="1.0"/>
  <p:tag name="KSO_WM_BEAUTIFY_FLAG" val="#wm#"/>
  <p:tag name="KSO_WM_DIAGRAM_GROUP_CODE" val="l1-1"/>
  <p:tag name="KSO_WM_UNIT_VALUE" val="120"/>
  <p:tag name="KSO_WM_UNIT_TEXT_FILL_FORE_SCHEMECOLOR_INDEX" val="13"/>
  <p:tag name="KSO_WM_UNIT_TEXT_FILL_TYPE" val="1"/>
  <p:tag name="KSO_WM_UNIT_USESOURCEFORMAT_APPLY" val="1"/>
</p:tagLst>
</file>

<file path=ppt/tags/tag422.xml><?xml version="1.0" encoding="utf-8"?>
<p:tagLst xmlns:p="http://schemas.openxmlformats.org/presentationml/2006/main">
  <p:tag name="KSO_WM_SLIDE_ID" val="diagram20203644_1"/>
  <p:tag name="KSO_WM_TEMPLATE_SUBCATEGORY" val="17"/>
  <p:tag name="KSO_WM_TEMPLATE_MASTER_TYPE" val="0"/>
  <p:tag name="KSO_WM_TEMPLATE_COLOR_TYPE" val="1"/>
  <p:tag name="KSO_WM_SLIDE_TYPE" val="text"/>
  <p:tag name="KSO_WM_SLIDE_SUBTYPE" val="diag"/>
  <p:tag name="KSO_WM_SLIDE_ITEM_CNT" val="2"/>
  <p:tag name="KSO_WM_SLIDE_INDEX" val="1"/>
  <p:tag name="KSO_WM_SLIDE_SIZE" val="899.837*395.519"/>
  <p:tag name="KSO_WM_SLIDE_POSITION" val="30.0817*112.531"/>
  <p:tag name="KSO_WM_DIAGRAM_GROUP_CODE" val="l1-1"/>
  <p:tag name="KSO_WM_SLIDE_DIAGTYPE" val="l"/>
  <p:tag name="KSO_WM_TAG_VERSION" val="1.0"/>
  <p:tag name="KSO_WM_BEAUTIFY_FLAG" val="#wm#"/>
  <p:tag name="KSO_WM_TEMPLATE_CATEGORY" val="diagram"/>
  <p:tag name="KSO_WM_TEMPLATE_INDEX" val="20203644"/>
  <p:tag name="KSO_WM_SLIDE_LAYOUT" val="a_l"/>
  <p:tag name="KSO_WM_SLIDE_LAYOUT_CNT" val="1_1"/>
</p:tagLst>
</file>

<file path=ppt/tags/tag423.xml><?xml version="1.0" encoding="utf-8"?>
<p:tagLst xmlns:p="http://schemas.openxmlformats.org/presentationml/2006/main">
  <p:tag name="KSO_WM_UNIT_VALUE" val="703*1405"/>
  <p:tag name="KSO_WM_UNIT_HIGHLIGHT" val="0"/>
  <p:tag name="KSO_WM_UNIT_COMPATIBLE" val="0"/>
  <p:tag name="KSO_WM_UNIT_DIAGRAM_ISNUMVISUAL" val="0"/>
  <p:tag name="KSO_WM_UNIT_DIAGRAM_ISREFERUNIT" val="0"/>
  <p:tag name="KSO_WM_UNIT_TYPE" val="d"/>
  <p:tag name="KSO_WM_UNIT_INDEX" val="1"/>
  <p:tag name="KSO_WM_UNIT_ID" val="diagram20191340_1*d*1"/>
  <p:tag name="KSO_WM_TEMPLATE_CATEGORY" val="diagram"/>
  <p:tag name="KSO_WM_TEMPLATE_INDEX" val="20191340"/>
  <p:tag name="KSO_WM_UNIT_LAYERLEVEL" val="1"/>
  <p:tag name="KSO_WM_TAG_VERSION" val="1.0"/>
  <p:tag name="KSO_WM_BEAUTIFY_FLAG" val="#wm#"/>
  <p:tag name="KSO_WM_UNIT_ADJUSTLAYOUT_ID" val="25"/>
  <p:tag name="KSO_WM_UNIT_PICTURE_CLIP_FLAG" val="0"/>
  <p:tag name="KSO_WM_UNIT_COLOR_SCHEME_SHAPE_ID" val="25"/>
  <p:tag name="KSO_WM_UNIT_COLOR_SCHEME_PARENT_PAGE" val="0_1"/>
  <p:tag name="REFSHAPE" val="475024588"/>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1340_1*i*2"/>
  <p:tag name="KSO_WM_TEMPLATE_CATEGORY" val="diagram"/>
  <p:tag name="KSO_WM_TEMPLATE_INDEX" val="20191340"/>
  <p:tag name="KSO_WM_UNIT_LAYERLEVEL" val="1"/>
  <p:tag name="KSO_WM_TAG_VERSION" val="1.0"/>
  <p:tag name="KSO_WM_BEAUTIFY_FLAG" val="#wm#"/>
  <p:tag name="KSO_WM_UNIT_ADJUSTLAYOUT_ID" val="5"/>
  <p:tag name="KSO_WM_UNIT_COLOR_SCHEME_SHAPE_ID" val="5"/>
  <p:tag name="KSO_WM_UNIT_COLOR_SCHEME_PARENT_PAGE" val="0_1"/>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1340_1*i*3"/>
  <p:tag name="KSO_WM_TEMPLATE_CATEGORY" val="diagram"/>
  <p:tag name="KSO_WM_TEMPLATE_INDEX" val="20191340"/>
  <p:tag name="KSO_WM_UNIT_LAYERLEVEL" val="1"/>
  <p:tag name="KSO_WM_TAG_VERSION" val="1.0"/>
  <p:tag name="KSO_WM_BEAUTIFY_FLAG" val="#wm#"/>
  <p:tag name="KSO_WM_UNIT_ADJUSTLAYOUT_ID" val="7"/>
  <p:tag name="KSO_WM_UNIT_COLOR_SCHEME_SHAPE_ID" val="7"/>
  <p:tag name="KSO_WM_UNIT_COLOR_SCHEME_PARENT_PAGE" val="0_1"/>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1340_1*i*4"/>
  <p:tag name="KSO_WM_TEMPLATE_CATEGORY" val="diagram"/>
  <p:tag name="KSO_WM_TEMPLATE_INDEX" val="20191340"/>
  <p:tag name="KSO_WM_UNIT_LAYERLEVEL" val="1"/>
  <p:tag name="KSO_WM_TAG_VERSION" val="1.0"/>
  <p:tag name="KSO_WM_BEAUTIFY_FLAG" val="#wm#"/>
  <p:tag name="KSO_WM_UNIT_ADJUSTLAYOUT_ID" val="34"/>
  <p:tag name="KSO_WM_UNIT_COLOR_SCHEME_SHAPE_ID" val="34"/>
  <p:tag name="KSO_WM_UNIT_COLOR_SCHEME_PARENT_PAGE" val="0_1"/>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1340_1*i*8"/>
  <p:tag name="KSO_WM_TEMPLATE_CATEGORY" val="diagram"/>
  <p:tag name="KSO_WM_TEMPLATE_INDEX" val="20191340"/>
  <p:tag name="KSO_WM_UNIT_LAYERLEVEL" val="1"/>
  <p:tag name="KSO_WM_TAG_VERSION" val="1.0"/>
  <p:tag name="KSO_WM_BEAUTIFY_FLAG" val="#wm#"/>
  <p:tag name="KSO_WM_UNIT_ADJUSTLAYOUT_ID" val="3"/>
  <p:tag name="KSO_WM_UNIT_COLOR_SCHEME_SHAPE_ID" val="3"/>
  <p:tag name="KSO_WM_UNIT_COLOR_SCHEME_PARENT_PAGE" val="0_1"/>
</p:tagLst>
</file>

<file path=ppt/tags/tag428.xml><?xml version="1.0" encoding="utf-8"?>
<p:tagLst xmlns:p="http://schemas.openxmlformats.org/presentationml/2006/main">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13;正如我们都希望改变世界，希望给别人带去光明，但更多时候我们只需要播下一颗种子，自然有微风吹拂，雨露滋养。恰如其分的表达观点，往往事半功倍。&#13;为了能让您有更直观的字数感受，并进一步方便使用，我们为您标注了最适合的位置。您输入的文字到这里时，就是最佳视觉效果，请您务必注意。"/>
  <p:tag name="KSO_WM_UNIT_TEXT_PART_ID" val="4-d"/>
  <p:tag name="KSO_WM_UNIT_TEXT_PART_SIZE" val="254.64*854.5"/>
  <p:tag name="KSO_WM_UNIT_VALUE" val="520"/>
  <p:tag name="KSO_WM_UNIT_HIGHLIGHT" val="0"/>
  <p:tag name="KSO_WM_UNIT_COMPATIBLE" val="0"/>
  <p:tag name="KSO_WM_UNIT_DIAGRAM_ISNUMVISUAL" val="0"/>
  <p:tag name="KSO_WM_UNIT_DIAGRAM_ISREFERUNIT" val="0"/>
  <p:tag name="KSO_WM_UNIT_TYPE" val="f"/>
  <p:tag name="KSO_WM_UNIT_INDEX" val="1"/>
  <p:tag name="KSO_WM_UNIT_ID" val="diagram20191340_1*f*1"/>
  <p:tag name="KSO_WM_TEMPLATE_CATEGORY" val="diagram"/>
  <p:tag name="KSO_WM_TEMPLATE_INDEX" val="20191340"/>
  <p:tag name="KSO_WM_UNIT_LAYERLEVEL" val="1"/>
  <p:tag name="KSO_WM_TAG_VERSION" val="1.0"/>
  <p:tag name="KSO_WM_BEAUTIFY_FLAG" val="#wm#"/>
  <p:tag name="KSO_WM_UNIT_ADJUSTLAYOUT_ID" val="23"/>
  <p:tag name="KSO_WM_UNIT_COLOR_SCHEME_SHAPE_ID" val="23"/>
  <p:tag name="KSO_WM_UNIT_COLOR_SCHEME_PARENT_PAGE" val="0_1"/>
  <p:tag name="KSO_WM_UNIT_TEXT_PART_ID_V2" val="d-4-1"/>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1340_1*i*9"/>
  <p:tag name="KSO_WM_TEMPLATE_CATEGORY" val="diagram"/>
  <p:tag name="KSO_WM_TEMPLATE_INDEX" val="20191340"/>
  <p:tag name="KSO_WM_UNIT_LAYERLEVEL" val="1"/>
  <p:tag name="KSO_WM_TAG_VERSION" val="1.0"/>
  <p:tag name="KSO_WM_BEAUTIFY_FLAG" val="#wm#"/>
  <p:tag name="KSO_WM_UNIT_ADJUSTLAYOUT_ID" val="9"/>
  <p:tag name="KSO_WM_UNIT_COLOR_SCHEME_SHAPE_ID" val="9"/>
  <p:tag name="KSO_WM_UNIT_COLOR_SCHEME_PARENT_PAGE" val="0_1"/>
</p:tagLst>
</file>

<file path=ppt/tags/tag430.xml><?xml version="1.0" encoding="utf-8"?>
<p:tagLst xmlns:p="http://schemas.openxmlformats.org/presentationml/2006/main">
  <p:tag name="KSO_WM_UNIT_ISCONTENTSTITLE" val="0"/>
  <p:tag name="KSO_WM_UNIT_PRESET_TEXT" val="单击添加大标题"/>
  <p:tag name="KSO_WM_UNIT_TEXT_PART_ID" val="1-X"/>
  <p:tag name="KSO_WM_UNIT_TEXT_PART_SIZE" val="49.2*286"/>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1340_1*a*1"/>
  <p:tag name="KSO_WM_TEMPLATE_CATEGORY" val="diagram"/>
  <p:tag name="KSO_WM_TEMPLATE_INDEX" val="20191340"/>
  <p:tag name="KSO_WM_UNIT_LAYERLEVEL" val="1"/>
  <p:tag name="KSO_WM_TAG_VERSION" val="1.0"/>
  <p:tag name="KSO_WM_BEAUTIFY_FLAG" val="#wm#"/>
  <p:tag name="KSO_WM_UNIT_ADJUSTLAYOUT_ID" val="16"/>
  <p:tag name="KSO_WM_UNIT_COLOR_SCHEME_SHAPE_ID" val="16"/>
  <p:tag name="KSO_WM_UNIT_COLOR_SCHEME_PARENT_PAGE" val="0_1"/>
</p:tagLst>
</file>

<file path=ppt/tags/tag431.xml><?xml version="1.0" encoding="utf-8"?>
<p:tagLst xmlns:p="http://schemas.openxmlformats.org/presentationml/2006/main">
  <p:tag name="KSO_WM_SLIDE_ID" val="diagram20191340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1340"/>
  <p:tag name="KSO_WM_SLIDE_LAYOUT" val="a_d_f"/>
  <p:tag name="KSO_WM_SLIDE_LAYOUT_CNT" val="1_1_1"/>
  <p:tag name="KSO_WM_SLIDE_MODEL_TYPE" val="cover"/>
  <p:tag name="KSO_WM_SLIDE_CONSTRAINT" val="%7b%22slideConstraint%22%3a%7b%22seriesAreas%22%3a%5b%5d%2c%22singleAreas%22%3a%5b%7b%22shapes%22%3a%5b25%5d%2c%22serialConstraintIndex%22%3a-1%2c%22areatextmark%22%3a0%2c%22pictureprocessmark%22%3a0%7d%5d%7d%7d"/>
  <p:tag name="KSO_WM_SLIDE_COLORSCHEME_VERSION" val="3.2"/>
  <p:tag name="KSO_WM_SLIDE_BACKGROUND_SUBSTITUTE_COLOR" val="14277081"/>
</p:tagLst>
</file>

<file path=ppt/tags/tag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1340_1*i*2"/>
  <p:tag name="KSO_WM_TEMPLATE_CATEGORY" val="diagram"/>
  <p:tag name="KSO_WM_TEMPLATE_INDEX" val="20191340"/>
  <p:tag name="KSO_WM_UNIT_LAYERLEVEL" val="1"/>
  <p:tag name="KSO_WM_TAG_VERSION" val="1.0"/>
  <p:tag name="KSO_WM_BEAUTIFY_FLAG" val="#wm#"/>
  <p:tag name="KSO_WM_UNIT_ADJUSTLAYOUT_ID" val="5"/>
  <p:tag name="KSO_WM_UNIT_COLOR_SCHEME_SHAPE_ID" val="5"/>
  <p:tag name="KSO_WM_UNIT_COLOR_SCHEME_PARENT_PAGE" val="0_1"/>
</p:tagLst>
</file>

<file path=ppt/tags/tag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1340_1*i*3"/>
  <p:tag name="KSO_WM_TEMPLATE_CATEGORY" val="diagram"/>
  <p:tag name="KSO_WM_TEMPLATE_INDEX" val="20191340"/>
  <p:tag name="KSO_WM_UNIT_LAYERLEVEL" val="1"/>
  <p:tag name="KSO_WM_TAG_VERSION" val="1.0"/>
  <p:tag name="KSO_WM_BEAUTIFY_FLAG" val="#wm#"/>
  <p:tag name="KSO_WM_UNIT_ADJUSTLAYOUT_ID" val="7"/>
  <p:tag name="KSO_WM_UNIT_COLOR_SCHEME_SHAPE_ID" val="7"/>
  <p:tag name="KSO_WM_UNIT_COLOR_SCHEME_PARENT_PAGE" val="0_1"/>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1340_1*i*4"/>
  <p:tag name="KSO_WM_TEMPLATE_CATEGORY" val="diagram"/>
  <p:tag name="KSO_WM_TEMPLATE_INDEX" val="20191340"/>
  <p:tag name="KSO_WM_UNIT_LAYERLEVEL" val="1"/>
  <p:tag name="KSO_WM_TAG_VERSION" val="1.0"/>
  <p:tag name="KSO_WM_BEAUTIFY_FLAG" val="#wm#"/>
  <p:tag name="KSO_WM_UNIT_ADJUSTLAYOUT_ID" val="34"/>
  <p:tag name="KSO_WM_UNIT_COLOR_SCHEME_SHAPE_ID" val="34"/>
  <p:tag name="KSO_WM_UNIT_COLOR_SCHEME_PARENT_PAGE" val="0_1"/>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1340_1*i*8"/>
  <p:tag name="KSO_WM_TEMPLATE_CATEGORY" val="diagram"/>
  <p:tag name="KSO_WM_TEMPLATE_INDEX" val="20191340"/>
  <p:tag name="KSO_WM_UNIT_LAYERLEVEL" val="1"/>
  <p:tag name="KSO_WM_TAG_VERSION" val="1.0"/>
  <p:tag name="KSO_WM_BEAUTIFY_FLAG" val="#wm#"/>
  <p:tag name="KSO_WM_UNIT_ADJUSTLAYOUT_ID" val="3"/>
  <p:tag name="KSO_WM_UNIT_COLOR_SCHEME_SHAPE_ID" val="3"/>
  <p:tag name="KSO_WM_UNIT_COLOR_SCHEME_PARENT_PAGE" val="0_1"/>
</p:tagLst>
</file>

<file path=ppt/tags/tag436.xml><?xml version="1.0" encoding="utf-8"?>
<p:tagLst xmlns:p="http://schemas.openxmlformats.org/presentationml/2006/main">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13;正如我们都希望改变世界，希望给别人带去光明，但更多时候我们只需要播下一颗种子，自然有微风吹拂，雨露滋养。恰如其分的表达观点，往往事半功倍。&#13;为了能让您有更直观的字数感受，并进一步方便使用，我们为您标注了最适合的位置。您输入的文字到这里时，就是最佳视觉效果，请您务必注意。"/>
  <p:tag name="KSO_WM_UNIT_TEXT_PART_ID" val="4-d"/>
  <p:tag name="KSO_WM_UNIT_TEXT_PART_SIZE" val="254.64*854.5"/>
  <p:tag name="KSO_WM_UNIT_VALUE" val="520"/>
  <p:tag name="KSO_WM_UNIT_HIGHLIGHT" val="0"/>
  <p:tag name="KSO_WM_UNIT_COMPATIBLE" val="0"/>
  <p:tag name="KSO_WM_UNIT_DIAGRAM_ISNUMVISUAL" val="0"/>
  <p:tag name="KSO_WM_UNIT_DIAGRAM_ISREFERUNIT" val="0"/>
  <p:tag name="KSO_WM_UNIT_TYPE" val="f"/>
  <p:tag name="KSO_WM_UNIT_INDEX" val="1"/>
  <p:tag name="KSO_WM_UNIT_ID" val="diagram20191340_1*f*1"/>
  <p:tag name="KSO_WM_TEMPLATE_CATEGORY" val="diagram"/>
  <p:tag name="KSO_WM_TEMPLATE_INDEX" val="20191340"/>
  <p:tag name="KSO_WM_UNIT_LAYERLEVEL" val="1"/>
  <p:tag name="KSO_WM_TAG_VERSION" val="1.0"/>
  <p:tag name="KSO_WM_BEAUTIFY_FLAG" val="#wm#"/>
  <p:tag name="KSO_WM_UNIT_ADJUSTLAYOUT_ID" val="23"/>
  <p:tag name="KSO_WM_UNIT_COLOR_SCHEME_SHAPE_ID" val="23"/>
  <p:tag name="KSO_WM_UNIT_COLOR_SCHEME_PARENT_PAGE" val="0_1"/>
  <p:tag name="KSO_WM_UNIT_TEXT_PART_ID_V2" val="d-4-1"/>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1340_1*i*9"/>
  <p:tag name="KSO_WM_TEMPLATE_CATEGORY" val="diagram"/>
  <p:tag name="KSO_WM_TEMPLATE_INDEX" val="20191340"/>
  <p:tag name="KSO_WM_UNIT_LAYERLEVEL" val="1"/>
  <p:tag name="KSO_WM_TAG_VERSION" val="1.0"/>
  <p:tag name="KSO_WM_BEAUTIFY_FLAG" val="#wm#"/>
  <p:tag name="KSO_WM_UNIT_ADJUSTLAYOUT_ID" val="9"/>
  <p:tag name="KSO_WM_UNIT_COLOR_SCHEME_SHAPE_ID" val="9"/>
  <p:tag name="KSO_WM_UNIT_COLOR_SCHEME_PARENT_PAGE" val="0_1"/>
</p:tagLst>
</file>

<file path=ppt/tags/tag438.xml><?xml version="1.0" encoding="utf-8"?>
<p:tagLst xmlns:p="http://schemas.openxmlformats.org/presentationml/2006/main">
  <p:tag name="KSO_WM_UNIT_ISCONTENTSTITLE" val="0"/>
  <p:tag name="KSO_WM_UNIT_PRESET_TEXT" val="单击添加大标题"/>
  <p:tag name="KSO_WM_UNIT_TEXT_PART_ID" val="1-X"/>
  <p:tag name="KSO_WM_UNIT_TEXT_PART_SIZE" val="49.2*286"/>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1340_1*a*1"/>
  <p:tag name="KSO_WM_TEMPLATE_CATEGORY" val="diagram"/>
  <p:tag name="KSO_WM_TEMPLATE_INDEX" val="20191340"/>
  <p:tag name="KSO_WM_UNIT_LAYERLEVEL" val="1"/>
  <p:tag name="KSO_WM_TAG_VERSION" val="1.0"/>
  <p:tag name="KSO_WM_BEAUTIFY_FLAG" val="#wm#"/>
  <p:tag name="KSO_WM_UNIT_ADJUSTLAYOUT_ID" val="16"/>
  <p:tag name="KSO_WM_UNIT_COLOR_SCHEME_SHAPE_ID" val="16"/>
  <p:tag name="KSO_WM_UNIT_COLOR_SCHEME_PARENT_PAGE" val="0_1"/>
</p:tagLst>
</file>

<file path=ppt/tags/tag439.xml><?xml version="1.0" encoding="utf-8"?>
<p:tagLst xmlns:p="http://schemas.openxmlformats.org/presentationml/2006/main">
  <p:tag name="KSO_WM_SLIDE_ID" val="diagram20191340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91340"/>
  <p:tag name="KSO_WM_SLIDE_LAYOUT" val="a_d_f"/>
  <p:tag name="KSO_WM_SLIDE_LAYOUT_CNT" val="1_1_1"/>
  <p:tag name="KSO_WM_SLIDE_MODEL_TYPE" val="cover"/>
  <p:tag name="KSO_WM_SLIDE_CONSTRAINT" val="%7b%22slideConstraint%22%3a%7b%22seriesAreas%22%3a%5b%5d%2c%22singleAreas%22%3a%5b%7b%22shapes%22%3a%5b25%5d%2c%22serialConstraintIndex%22%3a-1%2c%22areatextmark%22%3a0%2c%22pictureprocessmark%22%3a0%7d%5d%7d%7d"/>
  <p:tag name="KSO_WM_SLIDE_COLORSCHEME_VERSION" val="3.2"/>
  <p:tag name="KSO_WM_SLIDE_BACKGROUND_SUBSTITUTE_COLOR" val="14277081"/>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
  <p:tag name="KSO_WM_TEMPLATE_CATEGORY" val="diagram"/>
  <p:tag name="KSO_WM_TEMPLATE_INDEX" val="20198104"/>
  <p:tag name="KSO_WM_UNIT_LAYERLEVEL" val="1"/>
  <p:tag name="KSO_WM_TAG_VERSION" val="1.0"/>
  <p:tag name="KSO_WM_BEAUTIFY_FLAG" val="#wm#"/>
  <p:tag name="KSO_WM_UNIT_TYPE" val="i"/>
  <p:tag name="KSO_WM_UNIT_INDEX" val="1"/>
  <p:tag name="KSO_WM_UNIT_ADJUSTLAYOUT_ID" val="257"/>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4"/>
  <p:tag name="KSO_WM_TEMPLATE_CATEGORY" val="diagram"/>
  <p:tag name="KSO_WM_TEMPLATE_INDEX" val="20198104"/>
  <p:tag name="KSO_WM_UNIT_LAYERLEVEL" val="1"/>
  <p:tag name="KSO_WM_TAG_VERSION" val="1.0"/>
  <p:tag name="KSO_WM_BEAUTIFY_FLAG" val="#wm#"/>
  <p:tag name="KSO_WM_UNIT_TYPE" val="i"/>
  <p:tag name="KSO_WM_UNIT_INDEX" val="34"/>
  <p:tag name="KSO_WM_UNIT_ADJUSTLAYOUT_ID" val="259"/>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5"/>
  <p:tag name="KSO_WM_TEMPLATE_CATEGORY" val="diagram"/>
  <p:tag name="KSO_WM_TEMPLATE_INDEX" val="20198104"/>
  <p:tag name="KSO_WM_UNIT_LAYERLEVEL" val="1"/>
  <p:tag name="KSO_WM_TAG_VERSION" val="1.0"/>
  <p:tag name="KSO_WM_BEAUTIFY_FLAG" val="#wm#"/>
  <p:tag name="KSO_WM_UNIT_TYPE" val="i"/>
  <p:tag name="KSO_WM_UNIT_INDEX" val="45"/>
  <p:tag name="KSO_WM_UNIT_ADJUSTLAYOUT_ID" val="260"/>
</p:tagLst>
</file>

<file path=ppt/tags/tag4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6"/>
  <p:tag name="KSO_WM_TEMPLATE_CATEGORY" val="diagram"/>
  <p:tag name="KSO_WM_TEMPLATE_INDEX" val="20198104"/>
  <p:tag name="KSO_WM_UNIT_LAYERLEVEL" val="1"/>
  <p:tag name="KSO_WM_TAG_VERSION" val="1.0"/>
  <p:tag name="KSO_WM_BEAUTIFY_FLAG" val="#wm#"/>
  <p:tag name="KSO_WM_UNIT_TYPE" val="i"/>
  <p:tag name="KSO_WM_UNIT_INDEX" val="56"/>
  <p:tag name="KSO_WM_UNIT_ADJUSTLAYOUT_ID" val="261"/>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8"/>
  <p:tag name="KSO_WM_TEMPLATE_CATEGORY" val="diagram"/>
  <p:tag name="KSO_WM_TEMPLATE_INDEX" val="20198104"/>
  <p:tag name="KSO_WM_UNIT_LAYERLEVEL" val="1"/>
  <p:tag name="KSO_WM_TAG_VERSION" val="1.0"/>
  <p:tag name="KSO_WM_BEAUTIFY_FLAG" val="#wm#"/>
  <p:tag name="KSO_WM_UNIT_TYPE" val="i"/>
  <p:tag name="KSO_WM_UNIT_INDEX" val="78"/>
  <p:tag name="KSO_WM_UNIT_ADJUSTLAYOUT_ID" val="613"/>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9"/>
  <p:tag name="KSO_WM_TEMPLATE_CATEGORY" val="diagram"/>
  <p:tag name="KSO_WM_TEMPLATE_INDEX" val="20198104"/>
  <p:tag name="KSO_WM_UNIT_LAYERLEVEL" val="1"/>
  <p:tag name="KSO_WM_TAG_VERSION" val="1.0"/>
  <p:tag name="KSO_WM_BEAUTIFY_FLAG" val="#wm#"/>
  <p:tag name="KSO_WM_UNIT_TYPE" val="i"/>
  <p:tag name="KSO_WM_UNIT_INDEX" val="89"/>
  <p:tag name="KSO_WM_UNIT_ADJUSTLAYOUT_ID" val="614"/>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0"/>
  <p:tag name="KSO_WM_TEMPLATE_CATEGORY" val="diagram"/>
  <p:tag name="KSO_WM_TEMPLATE_INDEX" val="20198104"/>
  <p:tag name="KSO_WM_UNIT_LAYERLEVEL" val="1"/>
  <p:tag name="KSO_WM_TAG_VERSION" val="1.0"/>
  <p:tag name="KSO_WM_BEAUTIFY_FLAG" val="#wm#"/>
  <p:tag name="KSO_WM_UNIT_TYPE" val="i"/>
  <p:tag name="KSO_WM_UNIT_INDEX" val="100"/>
  <p:tag name="KSO_WM_UNIT_ADJUSTLAYOUT_ID" val="615"/>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
  <p:tag name="KSO_WM_TEMPLATE_CATEGORY" val="diagram"/>
  <p:tag name="KSO_WM_TEMPLATE_INDEX" val="20198104"/>
  <p:tag name="KSO_WM_UNIT_LAYERLEVEL" val="1"/>
  <p:tag name="KSO_WM_TAG_VERSION" val="1.0"/>
  <p:tag name="KSO_WM_BEAUTIFY_FLAG" val="#wm#"/>
  <p:tag name="KSO_WM_UNIT_TYPE" val="i"/>
  <p:tag name="KSO_WM_UNIT_INDEX" val="2"/>
  <p:tag name="KSO_WM_UNIT_ADJUSTLAYOUT_ID" val="616"/>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3"/>
  <p:tag name="KSO_WM_TEMPLATE_CATEGORY" val="diagram"/>
  <p:tag name="KSO_WM_TEMPLATE_INDEX" val="20198104"/>
  <p:tag name="KSO_WM_UNIT_LAYERLEVEL" val="1"/>
  <p:tag name="KSO_WM_TAG_VERSION" val="1.0"/>
  <p:tag name="KSO_WM_BEAUTIFY_FLAG" val="#wm#"/>
  <p:tag name="KSO_WM_UNIT_TYPE" val="i"/>
  <p:tag name="KSO_WM_UNIT_INDEX" val="13"/>
  <p:tag name="KSO_WM_UNIT_ADJUSTLAYOUT_ID" val="617"/>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5"/>
  <p:tag name="KSO_WM_TEMPLATE_CATEGORY" val="diagram"/>
  <p:tag name="KSO_WM_TEMPLATE_INDEX" val="20198104"/>
  <p:tag name="KSO_WM_UNIT_LAYERLEVEL" val="1"/>
  <p:tag name="KSO_WM_TAG_VERSION" val="1.0"/>
  <p:tag name="KSO_WM_BEAUTIFY_FLAG" val="#wm#"/>
  <p:tag name="KSO_WM_UNIT_TYPE" val="i"/>
  <p:tag name="KSO_WM_UNIT_INDEX" val="15"/>
  <p:tag name="KSO_WM_UNIT_ADJUSTLAYOUT_ID" val="618"/>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6"/>
  <p:tag name="KSO_WM_TEMPLATE_CATEGORY" val="diagram"/>
  <p:tag name="KSO_WM_TEMPLATE_INDEX" val="20198104"/>
  <p:tag name="KSO_WM_UNIT_LAYERLEVEL" val="1"/>
  <p:tag name="KSO_WM_TAG_VERSION" val="1.0"/>
  <p:tag name="KSO_WM_BEAUTIFY_FLAG" val="#wm#"/>
  <p:tag name="KSO_WM_UNIT_TYPE" val="i"/>
  <p:tag name="KSO_WM_UNIT_INDEX" val="16"/>
  <p:tag name="KSO_WM_UNIT_ADJUSTLAYOUT_ID" val="619"/>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7"/>
  <p:tag name="KSO_WM_TEMPLATE_CATEGORY" val="diagram"/>
  <p:tag name="KSO_WM_TEMPLATE_INDEX" val="20198104"/>
  <p:tag name="KSO_WM_UNIT_LAYERLEVEL" val="1"/>
  <p:tag name="KSO_WM_TAG_VERSION" val="1.0"/>
  <p:tag name="KSO_WM_BEAUTIFY_FLAG" val="#wm#"/>
  <p:tag name="KSO_WM_UNIT_TYPE" val="i"/>
  <p:tag name="KSO_WM_UNIT_INDEX" val="17"/>
  <p:tag name="KSO_WM_UNIT_ADJUSTLAYOUT_ID" val="620"/>
</p:tagLst>
</file>

<file path=ppt/tags/tag4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8"/>
  <p:tag name="KSO_WM_TEMPLATE_CATEGORY" val="diagram"/>
  <p:tag name="KSO_WM_TEMPLATE_INDEX" val="20198104"/>
  <p:tag name="KSO_WM_UNIT_LAYERLEVEL" val="1"/>
  <p:tag name="KSO_WM_TAG_VERSION" val="1.0"/>
  <p:tag name="KSO_WM_BEAUTIFY_FLAG" val="#wm#"/>
  <p:tag name="KSO_WM_UNIT_TYPE" val="i"/>
  <p:tag name="KSO_WM_UNIT_INDEX" val="18"/>
  <p:tag name="KSO_WM_UNIT_ADJUSTLAYOUT_ID" val="621"/>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9"/>
  <p:tag name="KSO_WM_TEMPLATE_CATEGORY" val="diagram"/>
  <p:tag name="KSO_WM_TEMPLATE_INDEX" val="20198104"/>
  <p:tag name="KSO_WM_UNIT_LAYERLEVEL" val="1"/>
  <p:tag name="KSO_WM_TAG_VERSION" val="1.0"/>
  <p:tag name="KSO_WM_BEAUTIFY_FLAG" val="#wm#"/>
  <p:tag name="KSO_WM_UNIT_TYPE" val="i"/>
  <p:tag name="KSO_WM_UNIT_INDEX" val="19"/>
  <p:tag name="KSO_WM_UNIT_ADJUSTLAYOUT_ID" val="622"/>
</p:tagLst>
</file>

<file path=ppt/tags/tag4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0"/>
  <p:tag name="KSO_WM_TEMPLATE_CATEGORY" val="diagram"/>
  <p:tag name="KSO_WM_TEMPLATE_INDEX" val="20198104"/>
  <p:tag name="KSO_WM_UNIT_LAYERLEVEL" val="1"/>
  <p:tag name="KSO_WM_TAG_VERSION" val="1.0"/>
  <p:tag name="KSO_WM_BEAUTIFY_FLAG" val="#wm#"/>
  <p:tag name="KSO_WM_UNIT_TYPE" val="i"/>
  <p:tag name="KSO_WM_UNIT_INDEX" val="20"/>
  <p:tag name="KSO_WM_UNIT_ADJUSTLAYOUT_ID" val="603"/>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1"/>
  <p:tag name="KSO_WM_TEMPLATE_CATEGORY" val="diagram"/>
  <p:tag name="KSO_WM_TEMPLATE_INDEX" val="20198104"/>
  <p:tag name="KSO_WM_UNIT_LAYERLEVEL" val="1"/>
  <p:tag name="KSO_WM_TAG_VERSION" val="1.0"/>
  <p:tag name="KSO_WM_BEAUTIFY_FLAG" val="#wm#"/>
  <p:tag name="KSO_WM_UNIT_TYPE" val="i"/>
  <p:tag name="KSO_WM_UNIT_INDEX" val="21"/>
  <p:tag name="KSO_WM_UNIT_ADJUSTLAYOUT_ID" val="604"/>
</p:tagLst>
</file>

<file path=ppt/tags/tag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2"/>
  <p:tag name="KSO_WM_TEMPLATE_CATEGORY" val="diagram"/>
  <p:tag name="KSO_WM_TEMPLATE_INDEX" val="20198104"/>
  <p:tag name="KSO_WM_UNIT_LAYERLEVEL" val="1"/>
  <p:tag name="KSO_WM_TAG_VERSION" val="1.0"/>
  <p:tag name="KSO_WM_BEAUTIFY_FLAG" val="#wm#"/>
  <p:tag name="KSO_WM_UNIT_TYPE" val="i"/>
  <p:tag name="KSO_WM_UNIT_INDEX" val="22"/>
  <p:tag name="KSO_WM_UNIT_ADJUSTLAYOUT_ID" val="605"/>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4"/>
  <p:tag name="KSO_WM_TEMPLATE_CATEGORY" val="diagram"/>
  <p:tag name="KSO_WM_TEMPLATE_INDEX" val="20198104"/>
  <p:tag name="KSO_WM_UNIT_LAYERLEVEL" val="1"/>
  <p:tag name="KSO_WM_TAG_VERSION" val="1.0"/>
  <p:tag name="KSO_WM_BEAUTIFY_FLAG" val="#wm#"/>
  <p:tag name="KSO_WM_UNIT_TYPE" val="i"/>
  <p:tag name="KSO_WM_UNIT_INDEX" val="24"/>
  <p:tag name="KSO_WM_UNIT_ADJUSTLAYOUT_ID" val="606"/>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5"/>
  <p:tag name="KSO_WM_TEMPLATE_CATEGORY" val="diagram"/>
  <p:tag name="KSO_WM_TEMPLATE_INDEX" val="20198104"/>
  <p:tag name="KSO_WM_UNIT_LAYERLEVEL" val="1"/>
  <p:tag name="KSO_WM_TAG_VERSION" val="1.0"/>
  <p:tag name="KSO_WM_BEAUTIFY_FLAG" val="#wm#"/>
  <p:tag name="KSO_WM_UNIT_TYPE" val="i"/>
  <p:tag name="KSO_WM_UNIT_INDEX" val="25"/>
  <p:tag name="KSO_WM_UNIT_ADJUSTLAYOUT_ID" val="607"/>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6"/>
  <p:tag name="KSO_WM_TEMPLATE_CATEGORY" val="diagram"/>
  <p:tag name="KSO_WM_TEMPLATE_INDEX" val="20198104"/>
  <p:tag name="KSO_WM_UNIT_LAYERLEVEL" val="1"/>
  <p:tag name="KSO_WM_TAG_VERSION" val="1.0"/>
  <p:tag name="KSO_WM_BEAUTIFY_FLAG" val="#wm#"/>
  <p:tag name="KSO_WM_UNIT_TYPE" val="i"/>
  <p:tag name="KSO_WM_UNIT_INDEX" val="26"/>
  <p:tag name="KSO_WM_UNIT_ADJUSTLAYOUT_ID" val="608"/>
</p:tagLst>
</file>

<file path=ppt/tags/tag4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7"/>
  <p:tag name="KSO_WM_TEMPLATE_CATEGORY" val="diagram"/>
  <p:tag name="KSO_WM_TEMPLATE_INDEX" val="20198104"/>
  <p:tag name="KSO_WM_UNIT_LAYERLEVEL" val="1"/>
  <p:tag name="KSO_WM_TAG_VERSION" val="1.0"/>
  <p:tag name="KSO_WM_BEAUTIFY_FLAG" val="#wm#"/>
  <p:tag name="KSO_WM_UNIT_TYPE" val="i"/>
  <p:tag name="KSO_WM_UNIT_INDEX" val="27"/>
  <p:tag name="KSO_WM_UNIT_ADJUSTLAYOUT_ID" val="609"/>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8"/>
  <p:tag name="KSO_WM_TEMPLATE_CATEGORY" val="diagram"/>
  <p:tag name="KSO_WM_TEMPLATE_INDEX" val="20198104"/>
  <p:tag name="KSO_WM_UNIT_LAYERLEVEL" val="1"/>
  <p:tag name="KSO_WM_TAG_VERSION" val="1.0"/>
  <p:tag name="KSO_WM_BEAUTIFY_FLAG" val="#wm#"/>
  <p:tag name="KSO_WM_UNIT_TYPE" val="i"/>
  <p:tag name="KSO_WM_UNIT_INDEX" val="28"/>
  <p:tag name="KSO_WM_UNIT_ADJUSTLAYOUT_ID" val="610"/>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9"/>
  <p:tag name="KSO_WM_TEMPLATE_CATEGORY" val="diagram"/>
  <p:tag name="KSO_WM_TEMPLATE_INDEX" val="20198104"/>
  <p:tag name="KSO_WM_UNIT_LAYERLEVEL" val="1"/>
  <p:tag name="KSO_WM_TAG_VERSION" val="1.0"/>
  <p:tag name="KSO_WM_BEAUTIFY_FLAG" val="#wm#"/>
  <p:tag name="KSO_WM_UNIT_TYPE" val="i"/>
  <p:tag name="KSO_WM_UNIT_INDEX" val="29"/>
  <p:tag name="KSO_WM_UNIT_ADJUSTLAYOUT_ID" val="611"/>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0"/>
  <p:tag name="KSO_WM_TEMPLATE_CATEGORY" val="diagram"/>
  <p:tag name="KSO_WM_TEMPLATE_INDEX" val="20198104"/>
  <p:tag name="KSO_WM_UNIT_LAYERLEVEL" val="1"/>
  <p:tag name="KSO_WM_TAG_VERSION" val="1.0"/>
  <p:tag name="KSO_WM_BEAUTIFY_FLAG" val="#wm#"/>
  <p:tag name="KSO_WM_UNIT_TYPE" val="i"/>
  <p:tag name="KSO_WM_UNIT_INDEX" val="30"/>
  <p:tag name="KSO_WM_UNIT_ADJUSTLAYOUT_ID" val="612"/>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1"/>
  <p:tag name="KSO_WM_TEMPLATE_CATEGORY" val="diagram"/>
  <p:tag name="KSO_WM_TEMPLATE_INDEX" val="20198104"/>
  <p:tag name="KSO_WM_UNIT_LAYERLEVEL" val="1"/>
  <p:tag name="KSO_WM_TAG_VERSION" val="1.0"/>
  <p:tag name="KSO_WM_BEAUTIFY_FLAG" val="#wm#"/>
  <p:tag name="KSO_WM_UNIT_TYPE" val="i"/>
  <p:tag name="KSO_WM_UNIT_INDEX" val="31"/>
  <p:tag name="KSO_WM_UNIT_ADJUSTLAYOUT_ID" val="593"/>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2"/>
  <p:tag name="KSO_WM_TEMPLATE_CATEGORY" val="diagram"/>
  <p:tag name="KSO_WM_TEMPLATE_INDEX" val="20198104"/>
  <p:tag name="KSO_WM_UNIT_LAYERLEVEL" val="1"/>
  <p:tag name="KSO_WM_TAG_VERSION" val="1.0"/>
  <p:tag name="KSO_WM_BEAUTIFY_FLAG" val="#wm#"/>
  <p:tag name="KSO_WM_UNIT_TYPE" val="i"/>
  <p:tag name="KSO_WM_UNIT_INDEX" val="32"/>
  <p:tag name="KSO_WM_UNIT_ADJUSTLAYOUT_ID" val="594"/>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3"/>
  <p:tag name="KSO_WM_TEMPLATE_CATEGORY" val="diagram"/>
  <p:tag name="KSO_WM_TEMPLATE_INDEX" val="20198104"/>
  <p:tag name="KSO_WM_UNIT_LAYERLEVEL" val="1"/>
  <p:tag name="KSO_WM_TAG_VERSION" val="1.0"/>
  <p:tag name="KSO_WM_BEAUTIFY_FLAG" val="#wm#"/>
  <p:tag name="KSO_WM_UNIT_TYPE" val="i"/>
  <p:tag name="KSO_WM_UNIT_INDEX" val="33"/>
  <p:tag name="KSO_WM_UNIT_ADJUSTLAYOUT_ID" val="595"/>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5"/>
  <p:tag name="KSO_WM_TEMPLATE_CATEGORY" val="diagram"/>
  <p:tag name="KSO_WM_TEMPLATE_INDEX" val="20198104"/>
  <p:tag name="KSO_WM_UNIT_LAYERLEVEL" val="1"/>
  <p:tag name="KSO_WM_TAG_VERSION" val="1.0"/>
  <p:tag name="KSO_WM_BEAUTIFY_FLAG" val="#wm#"/>
  <p:tag name="KSO_WM_UNIT_TYPE" val="i"/>
  <p:tag name="KSO_WM_UNIT_INDEX" val="35"/>
  <p:tag name="KSO_WM_UNIT_ADJUSTLAYOUT_ID" val="596"/>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6"/>
  <p:tag name="KSO_WM_TEMPLATE_CATEGORY" val="diagram"/>
  <p:tag name="KSO_WM_TEMPLATE_INDEX" val="20198104"/>
  <p:tag name="KSO_WM_UNIT_LAYERLEVEL" val="1"/>
  <p:tag name="KSO_WM_TAG_VERSION" val="1.0"/>
  <p:tag name="KSO_WM_BEAUTIFY_FLAG" val="#wm#"/>
  <p:tag name="KSO_WM_UNIT_TYPE" val="i"/>
  <p:tag name="KSO_WM_UNIT_INDEX" val="36"/>
  <p:tag name="KSO_WM_UNIT_ADJUSTLAYOUT_ID" val="597"/>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7"/>
  <p:tag name="KSO_WM_TEMPLATE_CATEGORY" val="diagram"/>
  <p:tag name="KSO_WM_TEMPLATE_INDEX" val="20198104"/>
  <p:tag name="KSO_WM_UNIT_LAYERLEVEL" val="1"/>
  <p:tag name="KSO_WM_TAG_VERSION" val="1.0"/>
  <p:tag name="KSO_WM_BEAUTIFY_FLAG" val="#wm#"/>
  <p:tag name="KSO_WM_UNIT_TYPE" val="i"/>
  <p:tag name="KSO_WM_UNIT_INDEX" val="37"/>
  <p:tag name="KSO_WM_UNIT_ADJUSTLAYOUT_ID" val="598"/>
</p:tagLst>
</file>

<file path=ppt/tags/tag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8"/>
  <p:tag name="KSO_WM_TEMPLATE_CATEGORY" val="diagram"/>
  <p:tag name="KSO_WM_TEMPLATE_INDEX" val="20198104"/>
  <p:tag name="KSO_WM_UNIT_LAYERLEVEL" val="1"/>
  <p:tag name="KSO_WM_TAG_VERSION" val="1.0"/>
  <p:tag name="KSO_WM_BEAUTIFY_FLAG" val="#wm#"/>
  <p:tag name="KSO_WM_UNIT_TYPE" val="i"/>
  <p:tag name="KSO_WM_UNIT_INDEX" val="38"/>
  <p:tag name="KSO_WM_UNIT_ADJUSTLAYOUT_ID" val="599"/>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9"/>
  <p:tag name="KSO_WM_TEMPLATE_CATEGORY" val="diagram"/>
  <p:tag name="KSO_WM_TEMPLATE_INDEX" val="20198104"/>
  <p:tag name="KSO_WM_UNIT_LAYERLEVEL" val="1"/>
  <p:tag name="KSO_WM_TAG_VERSION" val="1.0"/>
  <p:tag name="KSO_WM_BEAUTIFY_FLAG" val="#wm#"/>
  <p:tag name="KSO_WM_UNIT_TYPE" val="i"/>
  <p:tag name="KSO_WM_UNIT_INDEX" val="39"/>
  <p:tag name="KSO_WM_UNIT_ADJUSTLAYOUT_ID" val="600"/>
</p:tagLst>
</file>

<file path=ppt/tags/tag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0"/>
  <p:tag name="KSO_WM_TEMPLATE_CATEGORY" val="diagram"/>
  <p:tag name="KSO_WM_TEMPLATE_INDEX" val="20198104"/>
  <p:tag name="KSO_WM_UNIT_LAYERLEVEL" val="1"/>
  <p:tag name="KSO_WM_TAG_VERSION" val="1.0"/>
  <p:tag name="KSO_WM_BEAUTIFY_FLAG" val="#wm#"/>
  <p:tag name="KSO_WM_UNIT_TYPE" val="i"/>
  <p:tag name="KSO_WM_UNIT_INDEX" val="40"/>
  <p:tag name="KSO_WM_UNIT_ADJUSTLAYOUT_ID" val="601"/>
</p:tagLst>
</file>

<file path=ppt/tags/tag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1"/>
  <p:tag name="KSO_WM_TEMPLATE_CATEGORY" val="diagram"/>
  <p:tag name="KSO_WM_TEMPLATE_INDEX" val="20198104"/>
  <p:tag name="KSO_WM_UNIT_LAYERLEVEL" val="1"/>
  <p:tag name="KSO_WM_TAG_VERSION" val="1.0"/>
  <p:tag name="KSO_WM_BEAUTIFY_FLAG" val="#wm#"/>
  <p:tag name="KSO_WM_UNIT_TYPE" val="i"/>
  <p:tag name="KSO_WM_UNIT_INDEX" val="41"/>
  <p:tag name="KSO_WM_UNIT_ADJUSTLAYOUT_ID" val="602"/>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2"/>
  <p:tag name="KSO_WM_TEMPLATE_CATEGORY" val="diagram"/>
  <p:tag name="KSO_WM_TEMPLATE_INDEX" val="20198104"/>
  <p:tag name="KSO_WM_UNIT_LAYERLEVEL" val="1"/>
  <p:tag name="KSO_WM_TAG_VERSION" val="1.0"/>
  <p:tag name="KSO_WM_BEAUTIFY_FLAG" val="#wm#"/>
  <p:tag name="KSO_WM_UNIT_TYPE" val="i"/>
  <p:tag name="KSO_WM_UNIT_INDEX" val="42"/>
  <p:tag name="KSO_WM_UNIT_ADJUSTLAYOUT_ID" val="583"/>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3"/>
  <p:tag name="KSO_WM_TEMPLATE_CATEGORY" val="diagram"/>
  <p:tag name="KSO_WM_TEMPLATE_INDEX" val="20198104"/>
  <p:tag name="KSO_WM_UNIT_LAYERLEVEL" val="1"/>
  <p:tag name="KSO_WM_TAG_VERSION" val="1.0"/>
  <p:tag name="KSO_WM_BEAUTIFY_FLAG" val="#wm#"/>
  <p:tag name="KSO_WM_UNIT_TYPE" val="i"/>
  <p:tag name="KSO_WM_UNIT_INDEX" val="43"/>
  <p:tag name="KSO_WM_UNIT_ADJUSTLAYOUT_ID" val="584"/>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4"/>
  <p:tag name="KSO_WM_TEMPLATE_CATEGORY" val="diagram"/>
  <p:tag name="KSO_WM_TEMPLATE_INDEX" val="20198104"/>
  <p:tag name="KSO_WM_UNIT_LAYERLEVEL" val="1"/>
  <p:tag name="KSO_WM_TAG_VERSION" val="1.0"/>
  <p:tag name="KSO_WM_BEAUTIFY_FLAG" val="#wm#"/>
  <p:tag name="KSO_WM_UNIT_TYPE" val="i"/>
  <p:tag name="KSO_WM_UNIT_INDEX" val="44"/>
  <p:tag name="KSO_WM_UNIT_ADJUSTLAYOUT_ID" val="585"/>
</p:tagLst>
</file>

<file path=ppt/tags/tag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6"/>
  <p:tag name="KSO_WM_TEMPLATE_CATEGORY" val="diagram"/>
  <p:tag name="KSO_WM_TEMPLATE_INDEX" val="20198104"/>
  <p:tag name="KSO_WM_UNIT_LAYERLEVEL" val="1"/>
  <p:tag name="KSO_WM_TAG_VERSION" val="1.0"/>
  <p:tag name="KSO_WM_BEAUTIFY_FLAG" val="#wm#"/>
  <p:tag name="KSO_WM_UNIT_TYPE" val="i"/>
  <p:tag name="KSO_WM_UNIT_INDEX" val="46"/>
  <p:tag name="KSO_WM_UNIT_ADJUSTLAYOUT_ID" val="586"/>
</p:tagLst>
</file>

<file path=ppt/tags/tag4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7"/>
  <p:tag name="KSO_WM_TEMPLATE_CATEGORY" val="diagram"/>
  <p:tag name="KSO_WM_TEMPLATE_INDEX" val="20198104"/>
  <p:tag name="KSO_WM_UNIT_LAYERLEVEL" val="1"/>
  <p:tag name="KSO_WM_TAG_VERSION" val="1.0"/>
  <p:tag name="KSO_WM_BEAUTIFY_FLAG" val="#wm#"/>
  <p:tag name="KSO_WM_UNIT_TYPE" val="i"/>
  <p:tag name="KSO_WM_UNIT_INDEX" val="47"/>
  <p:tag name="KSO_WM_UNIT_ADJUSTLAYOUT_ID" val="587"/>
</p:tagLst>
</file>

<file path=ppt/tags/tag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8"/>
  <p:tag name="KSO_WM_TEMPLATE_CATEGORY" val="diagram"/>
  <p:tag name="KSO_WM_TEMPLATE_INDEX" val="20198104"/>
  <p:tag name="KSO_WM_UNIT_LAYERLEVEL" val="1"/>
  <p:tag name="KSO_WM_TAG_VERSION" val="1.0"/>
  <p:tag name="KSO_WM_BEAUTIFY_FLAG" val="#wm#"/>
  <p:tag name="KSO_WM_UNIT_TYPE" val="i"/>
  <p:tag name="KSO_WM_UNIT_INDEX" val="48"/>
  <p:tag name="KSO_WM_UNIT_ADJUSTLAYOUT_ID" val="588"/>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9"/>
  <p:tag name="KSO_WM_TEMPLATE_CATEGORY" val="diagram"/>
  <p:tag name="KSO_WM_TEMPLATE_INDEX" val="20198104"/>
  <p:tag name="KSO_WM_UNIT_LAYERLEVEL" val="1"/>
  <p:tag name="KSO_WM_TAG_VERSION" val="1.0"/>
  <p:tag name="KSO_WM_BEAUTIFY_FLAG" val="#wm#"/>
  <p:tag name="KSO_WM_UNIT_TYPE" val="i"/>
  <p:tag name="KSO_WM_UNIT_INDEX" val="49"/>
  <p:tag name="KSO_WM_UNIT_ADJUSTLAYOUT_ID" val="589"/>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0"/>
  <p:tag name="KSO_WM_TEMPLATE_CATEGORY" val="diagram"/>
  <p:tag name="KSO_WM_TEMPLATE_INDEX" val="20198104"/>
  <p:tag name="KSO_WM_UNIT_LAYERLEVEL" val="1"/>
  <p:tag name="KSO_WM_TAG_VERSION" val="1.0"/>
  <p:tag name="KSO_WM_BEAUTIFY_FLAG" val="#wm#"/>
  <p:tag name="KSO_WM_UNIT_TYPE" val="i"/>
  <p:tag name="KSO_WM_UNIT_INDEX" val="50"/>
  <p:tag name="KSO_WM_UNIT_ADJUSTLAYOUT_ID" val="590"/>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1"/>
  <p:tag name="KSO_WM_TEMPLATE_CATEGORY" val="diagram"/>
  <p:tag name="KSO_WM_TEMPLATE_INDEX" val="20198104"/>
  <p:tag name="KSO_WM_UNIT_LAYERLEVEL" val="1"/>
  <p:tag name="KSO_WM_TAG_VERSION" val="1.0"/>
  <p:tag name="KSO_WM_BEAUTIFY_FLAG" val="#wm#"/>
  <p:tag name="KSO_WM_UNIT_TYPE" val="i"/>
  <p:tag name="KSO_WM_UNIT_INDEX" val="51"/>
  <p:tag name="KSO_WM_UNIT_ADJUSTLAYOUT_ID" val="591"/>
</p:tagLst>
</file>

<file path=ppt/tags/tag4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2"/>
  <p:tag name="KSO_WM_TEMPLATE_CATEGORY" val="diagram"/>
  <p:tag name="KSO_WM_TEMPLATE_INDEX" val="20198104"/>
  <p:tag name="KSO_WM_UNIT_LAYERLEVEL" val="1"/>
  <p:tag name="KSO_WM_TAG_VERSION" val="1.0"/>
  <p:tag name="KSO_WM_BEAUTIFY_FLAG" val="#wm#"/>
  <p:tag name="KSO_WM_UNIT_TYPE" val="i"/>
  <p:tag name="KSO_WM_UNIT_INDEX" val="52"/>
  <p:tag name="KSO_WM_UNIT_ADJUSTLAYOUT_ID" val="592"/>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3"/>
  <p:tag name="KSO_WM_TEMPLATE_CATEGORY" val="diagram"/>
  <p:tag name="KSO_WM_TEMPLATE_INDEX" val="20198104"/>
  <p:tag name="KSO_WM_UNIT_LAYERLEVEL" val="1"/>
  <p:tag name="KSO_WM_TAG_VERSION" val="1.0"/>
  <p:tag name="KSO_WM_BEAUTIFY_FLAG" val="#wm#"/>
  <p:tag name="KSO_WM_UNIT_TYPE" val="i"/>
  <p:tag name="KSO_WM_UNIT_INDEX" val="53"/>
  <p:tag name="KSO_WM_UNIT_ADJUSTLAYOUT_ID" val="573"/>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4"/>
  <p:tag name="KSO_WM_TEMPLATE_CATEGORY" val="diagram"/>
  <p:tag name="KSO_WM_TEMPLATE_INDEX" val="20198104"/>
  <p:tag name="KSO_WM_UNIT_LAYERLEVEL" val="1"/>
  <p:tag name="KSO_WM_TAG_VERSION" val="1.0"/>
  <p:tag name="KSO_WM_BEAUTIFY_FLAG" val="#wm#"/>
  <p:tag name="KSO_WM_UNIT_TYPE" val="i"/>
  <p:tag name="KSO_WM_UNIT_INDEX" val="54"/>
  <p:tag name="KSO_WM_UNIT_ADJUSTLAYOUT_ID" val="574"/>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5"/>
  <p:tag name="KSO_WM_TEMPLATE_CATEGORY" val="diagram"/>
  <p:tag name="KSO_WM_TEMPLATE_INDEX" val="20198104"/>
  <p:tag name="KSO_WM_UNIT_LAYERLEVEL" val="1"/>
  <p:tag name="KSO_WM_TAG_VERSION" val="1.0"/>
  <p:tag name="KSO_WM_BEAUTIFY_FLAG" val="#wm#"/>
  <p:tag name="KSO_WM_UNIT_TYPE" val="i"/>
  <p:tag name="KSO_WM_UNIT_INDEX" val="55"/>
  <p:tag name="KSO_WM_UNIT_ADJUSTLAYOUT_ID" val="575"/>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7"/>
  <p:tag name="KSO_WM_TEMPLATE_CATEGORY" val="diagram"/>
  <p:tag name="KSO_WM_TEMPLATE_INDEX" val="20198104"/>
  <p:tag name="KSO_WM_UNIT_LAYERLEVEL" val="1"/>
  <p:tag name="KSO_WM_TAG_VERSION" val="1.0"/>
  <p:tag name="KSO_WM_BEAUTIFY_FLAG" val="#wm#"/>
  <p:tag name="KSO_WM_UNIT_TYPE" val="i"/>
  <p:tag name="KSO_WM_UNIT_INDEX" val="57"/>
  <p:tag name="KSO_WM_UNIT_ADJUSTLAYOUT_ID" val="576"/>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8"/>
  <p:tag name="KSO_WM_TEMPLATE_CATEGORY" val="diagram"/>
  <p:tag name="KSO_WM_TEMPLATE_INDEX" val="20198104"/>
  <p:tag name="KSO_WM_UNIT_LAYERLEVEL" val="1"/>
  <p:tag name="KSO_WM_TAG_VERSION" val="1.0"/>
  <p:tag name="KSO_WM_BEAUTIFY_FLAG" val="#wm#"/>
  <p:tag name="KSO_WM_UNIT_TYPE" val="i"/>
  <p:tag name="KSO_WM_UNIT_INDEX" val="58"/>
  <p:tag name="KSO_WM_UNIT_ADJUSTLAYOUT_ID" val="577"/>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9"/>
  <p:tag name="KSO_WM_TEMPLATE_CATEGORY" val="diagram"/>
  <p:tag name="KSO_WM_TEMPLATE_INDEX" val="20198104"/>
  <p:tag name="KSO_WM_UNIT_LAYERLEVEL" val="1"/>
  <p:tag name="KSO_WM_TAG_VERSION" val="1.0"/>
  <p:tag name="KSO_WM_BEAUTIFY_FLAG" val="#wm#"/>
  <p:tag name="KSO_WM_UNIT_TYPE" val="i"/>
  <p:tag name="KSO_WM_UNIT_INDEX" val="59"/>
  <p:tag name="KSO_WM_UNIT_ADJUSTLAYOUT_ID" val="578"/>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0"/>
  <p:tag name="KSO_WM_TEMPLATE_CATEGORY" val="diagram"/>
  <p:tag name="KSO_WM_TEMPLATE_INDEX" val="20198104"/>
  <p:tag name="KSO_WM_UNIT_LAYERLEVEL" val="1"/>
  <p:tag name="KSO_WM_TAG_VERSION" val="1.0"/>
  <p:tag name="KSO_WM_BEAUTIFY_FLAG" val="#wm#"/>
  <p:tag name="KSO_WM_UNIT_TYPE" val="i"/>
  <p:tag name="KSO_WM_UNIT_INDEX" val="60"/>
  <p:tag name="KSO_WM_UNIT_ADJUSTLAYOUT_ID" val="579"/>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1"/>
  <p:tag name="KSO_WM_TEMPLATE_CATEGORY" val="diagram"/>
  <p:tag name="KSO_WM_TEMPLATE_INDEX" val="20198104"/>
  <p:tag name="KSO_WM_UNIT_LAYERLEVEL" val="1"/>
  <p:tag name="KSO_WM_TAG_VERSION" val="1.0"/>
  <p:tag name="KSO_WM_BEAUTIFY_FLAG" val="#wm#"/>
  <p:tag name="KSO_WM_UNIT_TYPE" val="i"/>
  <p:tag name="KSO_WM_UNIT_INDEX" val="61"/>
  <p:tag name="KSO_WM_UNIT_ADJUSTLAYOUT_ID" val="580"/>
</p:tagLst>
</file>

<file path=ppt/tags/tag4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2"/>
  <p:tag name="KSO_WM_TEMPLATE_CATEGORY" val="diagram"/>
  <p:tag name="KSO_WM_TEMPLATE_INDEX" val="20198104"/>
  <p:tag name="KSO_WM_UNIT_LAYERLEVEL" val="1"/>
  <p:tag name="KSO_WM_TAG_VERSION" val="1.0"/>
  <p:tag name="KSO_WM_BEAUTIFY_FLAG" val="#wm#"/>
  <p:tag name="KSO_WM_UNIT_TYPE" val="i"/>
  <p:tag name="KSO_WM_UNIT_INDEX" val="62"/>
  <p:tag name="KSO_WM_UNIT_ADJUSTLAYOUT_ID" val="581"/>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3"/>
  <p:tag name="KSO_WM_TEMPLATE_CATEGORY" val="diagram"/>
  <p:tag name="KSO_WM_TEMPLATE_INDEX" val="20198104"/>
  <p:tag name="KSO_WM_UNIT_LAYERLEVEL" val="1"/>
  <p:tag name="KSO_WM_TAG_VERSION" val="1.0"/>
  <p:tag name="KSO_WM_BEAUTIFY_FLAG" val="#wm#"/>
  <p:tag name="KSO_WM_UNIT_TYPE" val="i"/>
  <p:tag name="KSO_WM_UNIT_INDEX" val="63"/>
  <p:tag name="KSO_WM_UNIT_ADJUSTLAYOUT_ID" val="582"/>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4"/>
  <p:tag name="KSO_WM_TEMPLATE_CATEGORY" val="diagram"/>
  <p:tag name="KSO_WM_TEMPLATE_INDEX" val="20198104"/>
  <p:tag name="KSO_WM_UNIT_LAYERLEVEL" val="1"/>
  <p:tag name="KSO_WM_TAG_VERSION" val="1.0"/>
  <p:tag name="KSO_WM_BEAUTIFY_FLAG" val="#wm#"/>
  <p:tag name="KSO_WM_UNIT_TYPE" val="i"/>
  <p:tag name="KSO_WM_UNIT_INDEX" val="64"/>
  <p:tag name="KSO_WM_UNIT_ADJUSTLAYOUT_ID" val="563"/>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5"/>
  <p:tag name="KSO_WM_TEMPLATE_CATEGORY" val="diagram"/>
  <p:tag name="KSO_WM_TEMPLATE_INDEX" val="20198104"/>
  <p:tag name="KSO_WM_UNIT_LAYERLEVEL" val="1"/>
  <p:tag name="KSO_WM_TAG_VERSION" val="1.0"/>
  <p:tag name="KSO_WM_BEAUTIFY_FLAG" val="#wm#"/>
  <p:tag name="KSO_WM_UNIT_TYPE" val="i"/>
  <p:tag name="KSO_WM_UNIT_INDEX" val="65"/>
  <p:tag name="KSO_WM_UNIT_ADJUSTLAYOUT_ID" val="564"/>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6"/>
  <p:tag name="KSO_WM_TEMPLATE_CATEGORY" val="diagram"/>
  <p:tag name="KSO_WM_TEMPLATE_INDEX" val="20198104"/>
  <p:tag name="KSO_WM_UNIT_LAYERLEVEL" val="1"/>
  <p:tag name="KSO_WM_TAG_VERSION" val="1.0"/>
  <p:tag name="KSO_WM_BEAUTIFY_FLAG" val="#wm#"/>
  <p:tag name="KSO_WM_UNIT_TYPE" val="i"/>
  <p:tag name="KSO_WM_UNIT_INDEX" val="66"/>
  <p:tag name="KSO_WM_UNIT_ADJUSTLAYOUT_ID" val="565"/>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8"/>
  <p:tag name="KSO_WM_TEMPLATE_CATEGORY" val="diagram"/>
  <p:tag name="KSO_WM_TEMPLATE_INDEX" val="20198104"/>
  <p:tag name="KSO_WM_UNIT_LAYERLEVEL" val="1"/>
  <p:tag name="KSO_WM_TAG_VERSION" val="1.0"/>
  <p:tag name="KSO_WM_BEAUTIFY_FLAG" val="#wm#"/>
  <p:tag name="KSO_WM_UNIT_TYPE" val="i"/>
  <p:tag name="KSO_WM_UNIT_INDEX" val="68"/>
  <p:tag name="KSO_WM_UNIT_ADJUSTLAYOUT_ID" val="566"/>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9"/>
  <p:tag name="KSO_WM_TEMPLATE_CATEGORY" val="diagram"/>
  <p:tag name="KSO_WM_TEMPLATE_INDEX" val="20198104"/>
  <p:tag name="KSO_WM_UNIT_LAYERLEVEL" val="1"/>
  <p:tag name="KSO_WM_TAG_VERSION" val="1.0"/>
  <p:tag name="KSO_WM_BEAUTIFY_FLAG" val="#wm#"/>
  <p:tag name="KSO_WM_UNIT_TYPE" val="i"/>
  <p:tag name="KSO_WM_UNIT_INDEX" val="69"/>
  <p:tag name="KSO_WM_UNIT_ADJUSTLAYOUT_ID" val="567"/>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0"/>
  <p:tag name="KSO_WM_TEMPLATE_CATEGORY" val="diagram"/>
  <p:tag name="KSO_WM_TEMPLATE_INDEX" val="20198104"/>
  <p:tag name="KSO_WM_UNIT_LAYERLEVEL" val="1"/>
  <p:tag name="KSO_WM_TAG_VERSION" val="1.0"/>
  <p:tag name="KSO_WM_BEAUTIFY_FLAG" val="#wm#"/>
  <p:tag name="KSO_WM_UNIT_TYPE" val="i"/>
  <p:tag name="KSO_WM_UNIT_INDEX" val="70"/>
  <p:tag name="KSO_WM_UNIT_ADJUSTLAYOUT_ID" val="568"/>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1"/>
  <p:tag name="KSO_WM_TEMPLATE_CATEGORY" val="diagram"/>
  <p:tag name="KSO_WM_TEMPLATE_INDEX" val="20198104"/>
  <p:tag name="KSO_WM_UNIT_LAYERLEVEL" val="1"/>
  <p:tag name="KSO_WM_TAG_VERSION" val="1.0"/>
  <p:tag name="KSO_WM_BEAUTIFY_FLAG" val="#wm#"/>
  <p:tag name="KSO_WM_UNIT_TYPE" val="i"/>
  <p:tag name="KSO_WM_UNIT_INDEX" val="71"/>
  <p:tag name="KSO_WM_UNIT_ADJUSTLAYOUT_ID" val="569"/>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2"/>
  <p:tag name="KSO_WM_TEMPLATE_CATEGORY" val="diagram"/>
  <p:tag name="KSO_WM_TEMPLATE_INDEX" val="20198104"/>
  <p:tag name="KSO_WM_UNIT_LAYERLEVEL" val="1"/>
  <p:tag name="KSO_WM_TAG_VERSION" val="1.0"/>
  <p:tag name="KSO_WM_BEAUTIFY_FLAG" val="#wm#"/>
  <p:tag name="KSO_WM_UNIT_TYPE" val="i"/>
  <p:tag name="KSO_WM_UNIT_INDEX" val="72"/>
  <p:tag name="KSO_WM_UNIT_ADJUSTLAYOUT_ID" val="570"/>
</p:tagLst>
</file>

<file path=ppt/tags/tag5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3"/>
  <p:tag name="KSO_WM_TEMPLATE_CATEGORY" val="diagram"/>
  <p:tag name="KSO_WM_TEMPLATE_INDEX" val="20198104"/>
  <p:tag name="KSO_WM_UNIT_LAYERLEVEL" val="1"/>
  <p:tag name="KSO_WM_TAG_VERSION" val="1.0"/>
  <p:tag name="KSO_WM_BEAUTIFY_FLAG" val="#wm#"/>
  <p:tag name="KSO_WM_UNIT_TYPE" val="i"/>
  <p:tag name="KSO_WM_UNIT_INDEX" val="73"/>
  <p:tag name="KSO_WM_UNIT_ADJUSTLAYOUT_ID" val="571"/>
</p:tagLst>
</file>

<file path=ppt/tags/tag5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4"/>
  <p:tag name="KSO_WM_TEMPLATE_CATEGORY" val="diagram"/>
  <p:tag name="KSO_WM_TEMPLATE_INDEX" val="20198104"/>
  <p:tag name="KSO_WM_UNIT_LAYERLEVEL" val="1"/>
  <p:tag name="KSO_WM_TAG_VERSION" val="1.0"/>
  <p:tag name="KSO_WM_BEAUTIFY_FLAG" val="#wm#"/>
  <p:tag name="KSO_WM_UNIT_TYPE" val="i"/>
  <p:tag name="KSO_WM_UNIT_INDEX" val="74"/>
  <p:tag name="KSO_WM_UNIT_ADJUSTLAYOUT_ID" val="572"/>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5"/>
  <p:tag name="KSO_WM_TEMPLATE_CATEGORY" val="diagram"/>
  <p:tag name="KSO_WM_TEMPLATE_INDEX" val="20198104"/>
  <p:tag name="KSO_WM_UNIT_LAYERLEVEL" val="1"/>
  <p:tag name="KSO_WM_TAG_VERSION" val="1.0"/>
  <p:tag name="KSO_WM_BEAUTIFY_FLAG" val="#wm#"/>
  <p:tag name="KSO_WM_UNIT_TYPE" val="i"/>
  <p:tag name="KSO_WM_UNIT_INDEX" val="75"/>
  <p:tag name="KSO_WM_UNIT_ADJUSTLAYOUT_ID" val="553"/>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6"/>
  <p:tag name="KSO_WM_TEMPLATE_CATEGORY" val="diagram"/>
  <p:tag name="KSO_WM_TEMPLATE_INDEX" val="20198104"/>
  <p:tag name="KSO_WM_UNIT_LAYERLEVEL" val="1"/>
  <p:tag name="KSO_WM_TAG_VERSION" val="1.0"/>
  <p:tag name="KSO_WM_BEAUTIFY_FLAG" val="#wm#"/>
  <p:tag name="KSO_WM_UNIT_TYPE" val="i"/>
  <p:tag name="KSO_WM_UNIT_INDEX" val="76"/>
  <p:tag name="KSO_WM_UNIT_ADJUSTLAYOUT_ID" val="554"/>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7"/>
  <p:tag name="KSO_WM_TEMPLATE_CATEGORY" val="diagram"/>
  <p:tag name="KSO_WM_TEMPLATE_INDEX" val="20198104"/>
  <p:tag name="KSO_WM_UNIT_LAYERLEVEL" val="1"/>
  <p:tag name="KSO_WM_TAG_VERSION" val="1.0"/>
  <p:tag name="KSO_WM_BEAUTIFY_FLAG" val="#wm#"/>
  <p:tag name="KSO_WM_UNIT_TYPE" val="i"/>
  <p:tag name="KSO_WM_UNIT_INDEX" val="77"/>
  <p:tag name="KSO_WM_UNIT_ADJUSTLAYOUT_ID" val="555"/>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9"/>
  <p:tag name="KSO_WM_TEMPLATE_CATEGORY" val="diagram"/>
  <p:tag name="KSO_WM_TEMPLATE_INDEX" val="20198104"/>
  <p:tag name="KSO_WM_UNIT_LAYERLEVEL" val="1"/>
  <p:tag name="KSO_WM_TAG_VERSION" val="1.0"/>
  <p:tag name="KSO_WM_BEAUTIFY_FLAG" val="#wm#"/>
  <p:tag name="KSO_WM_UNIT_TYPE" val="i"/>
  <p:tag name="KSO_WM_UNIT_INDEX" val="79"/>
  <p:tag name="KSO_WM_UNIT_ADJUSTLAYOUT_ID" val="556"/>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0"/>
  <p:tag name="KSO_WM_TEMPLATE_CATEGORY" val="diagram"/>
  <p:tag name="KSO_WM_TEMPLATE_INDEX" val="20198104"/>
  <p:tag name="KSO_WM_UNIT_LAYERLEVEL" val="1"/>
  <p:tag name="KSO_WM_TAG_VERSION" val="1.0"/>
  <p:tag name="KSO_WM_BEAUTIFY_FLAG" val="#wm#"/>
  <p:tag name="KSO_WM_UNIT_TYPE" val="i"/>
  <p:tag name="KSO_WM_UNIT_INDEX" val="80"/>
  <p:tag name="KSO_WM_UNIT_ADJUSTLAYOUT_ID" val="557"/>
</p:tagLst>
</file>

<file path=ppt/tags/tag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1"/>
  <p:tag name="KSO_WM_TEMPLATE_CATEGORY" val="diagram"/>
  <p:tag name="KSO_WM_TEMPLATE_INDEX" val="20198104"/>
  <p:tag name="KSO_WM_UNIT_LAYERLEVEL" val="1"/>
  <p:tag name="KSO_WM_TAG_VERSION" val="1.0"/>
  <p:tag name="KSO_WM_BEAUTIFY_FLAG" val="#wm#"/>
  <p:tag name="KSO_WM_UNIT_TYPE" val="i"/>
  <p:tag name="KSO_WM_UNIT_INDEX" val="81"/>
  <p:tag name="KSO_WM_UNIT_ADJUSTLAYOUT_ID" val="558"/>
</p:tagLst>
</file>

<file path=ppt/tags/tag5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2"/>
  <p:tag name="KSO_WM_TEMPLATE_CATEGORY" val="diagram"/>
  <p:tag name="KSO_WM_TEMPLATE_INDEX" val="20198104"/>
  <p:tag name="KSO_WM_UNIT_LAYERLEVEL" val="1"/>
  <p:tag name="KSO_WM_TAG_VERSION" val="1.0"/>
  <p:tag name="KSO_WM_BEAUTIFY_FLAG" val="#wm#"/>
  <p:tag name="KSO_WM_UNIT_TYPE" val="i"/>
  <p:tag name="KSO_WM_UNIT_INDEX" val="82"/>
  <p:tag name="KSO_WM_UNIT_ADJUSTLAYOUT_ID" val="559"/>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3"/>
  <p:tag name="KSO_WM_TEMPLATE_CATEGORY" val="diagram"/>
  <p:tag name="KSO_WM_TEMPLATE_INDEX" val="20198104"/>
  <p:tag name="KSO_WM_UNIT_LAYERLEVEL" val="1"/>
  <p:tag name="KSO_WM_TAG_VERSION" val="1.0"/>
  <p:tag name="KSO_WM_BEAUTIFY_FLAG" val="#wm#"/>
  <p:tag name="KSO_WM_UNIT_TYPE" val="i"/>
  <p:tag name="KSO_WM_UNIT_INDEX" val="83"/>
  <p:tag name="KSO_WM_UNIT_ADJUSTLAYOUT_ID" val="560"/>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4"/>
  <p:tag name="KSO_WM_TEMPLATE_CATEGORY" val="diagram"/>
  <p:tag name="KSO_WM_TEMPLATE_INDEX" val="20198104"/>
  <p:tag name="KSO_WM_UNIT_LAYERLEVEL" val="1"/>
  <p:tag name="KSO_WM_TAG_VERSION" val="1.0"/>
  <p:tag name="KSO_WM_BEAUTIFY_FLAG" val="#wm#"/>
  <p:tag name="KSO_WM_UNIT_TYPE" val="i"/>
  <p:tag name="KSO_WM_UNIT_INDEX" val="84"/>
  <p:tag name="KSO_WM_UNIT_ADJUSTLAYOUT_ID" val="561"/>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5"/>
  <p:tag name="KSO_WM_TEMPLATE_CATEGORY" val="diagram"/>
  <p:tag name="KSO_WM_TEMPLATE_INDEX" val="20198104"/>
  <p:tag name="KSO_WM_UNIT_LAYERLEVEL" val="1"/>
  <p:tag name="KSO_WM_TAG_VERSION" val="1.0"/>
  <p:tag name="KSO_WM_BEAUTIFY_FLAG" val="#wm#"/>
  <p:tag name="KSO_WM_UNIT_TYPE" val="i"/>
  <p:tag name="KSO_WM_UNIT_INDEX" val="85"/>
  <p:tag name="KSO_WM_UNIT_ADJUSTLAYOUT_ID" val="562"/>
</p:tagLst>
</file>

<file path=ppt/tags/tag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6"/>
  <p:tag name="KSO_WM_TEMPLATE_CATEGORY" val="diagram"/>
  <p:tag name="KSO_WM_TEMPLATE_INDEX" val="20198104"/>
  <p:tag name="KSO_WM_UNIT_LAYERLEVEL" val="1"/>
  <p:tag name="KSO_WM_TAG_VERSION" val="1.0"/>
  <p:tag name="KSO_WM_BEAUTIFY_FLAG" val="#wm#"/>
  <p:tag name="KSO_WM_UNIT_TYPE" val="i"/>
  <p:tag name="KSO_WM_UNIT_INDEX" val="86"/>
  <p:tag name="KSO_WM_UNIT_ADJUSTLAYOUT_ID" val="543"/>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7"/>
  <p:tag name="KSO_WM_TEMPLATE_CATEGORY" val="diagram"/>
  <p:tag name="KSO_WM_TEMPLATE_INDEX" val="20198104"/>
  <p:tag name="KSO_WM_UNIT_LAYERLEVEL" val="1"/>
  <p:tag name="KSO_WM_TAG_VERSION" val="1.0"/>
  <p:tag name="KSO_WM_BEAUTIFY_FLAG" val="#wm#"/>
  <p:tag name="KSO_WM_UNIT_TYPE" val="i"/>
  <p:tag name="KSO_WM_UNIT_INDEX" val="87"/>
  <p:tag name="KSO_WM_UNIT_ADJUSTLAYOUT_ID" val="544"/>
</p:tagLst>
</file>

<file path=ppt/tags/tag5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8"/>
  <p:tag name="KSO_WM_TEMPLATE_CATEGORY" val="diagram"/>
  <p:tag name="KSO_WM_TEMPLATE_INDEX" val="20198104"/>
  <p:tag name="KSO_WM_UNIT_LAYERLEVEL" val="1"/>
  <p:tag name="KSO_WM_TAG_VERSION" val="1.0"/>
  <p:tag name="KSO_WM_BEAUTIFY_FLAG" val="#wm#"/>
  <p:tag name="KSO_WM_UNIT_TYPE" val="i"/>
  <p:tag name="KSO_WM_UNIT_INDEX" val="88"/>
  <p:tag name="KSO_WM_UNIT_ADJUSTLAYOUT_ID" val="545"/>
</p:tagLst>
</file>

<file path=ppt/tags/tag5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0"/>
  <p:tag name="KSO_WM_TEMPLATE_CATEGORY" val="diagram"/>
  <p:tag name="KSO_WM_TEMPLATE_INDEX" val="20198104"/>
  <p:tag name="KSO_WM_UNIT_LAYERLEVEL" val="1"/>
  <p:tag name="KSO_WM_TAG_VERSION" val="1.0"/>
  <p:tag name="KSO_WM_BEAUTIFY_FLAG" val="#wm#"/>
  <p:tag name="KSO_WM_UNIT_TYPE" val="i"/>
  <p:tag name="KSO_WM_UNIT_INDEX" val="90"/>
  <p:tag name="KSO_WM_UNIT_ADJUSTLAYOUT_ID" val="546"/>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1"/>
  <p:tag name="KSO_WM_TEMPLATE_CATEGORY" val="diagram"/>
  <p:tag name="KSO_WM_TEMPLATE_INDEX" val="20198104"/>
  <p:tag name="KSO_WM_UNIT_LAYERLEVEL" val="1"/>
  <p:tag name="KSO_WM_TAG_VERSION" val="1.0"/>
  <p:tag name="KSO_WM_BEAUTIFY_FLAG" val="#wm#"/>
  <p:tag name="KSO_WM_UNIT_TYPE" val="i"/>
  <p:tag name="KSO_WM_UNIT_INDEX" val="91"/>
  <p:tag name="KSO_WM_UNIT_ADJUSTLAYOUT_ID" val="547"/>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2"/>
  <p:tag name="KSO_WM_TEMPLATE_CATEGORY" val="diagram"/>
  <p:tag name="KSO_WM_TEMPLATE_INDEX" val="20198104"/>
  <p:tag name="KSO_WM_UNIT_LAYERLEVEL" val="1"/>
  <p:tag name="KSO_WM_TAG_VERSION" val="1.0"/>
  <p:tag name="KSO_WM_BEAUTIFY_FLAG" val="#wm#"/>
  <p:tag name="KSO_WM_UNIT_TYPE" val="i"/>
  <p:tag name="KSO_WM_UNIT_INDEX" val="92"/>
  <p:tag name="KSO_WM_UNIT_ADJUSTLAYOUT_ID" val="548"/>
</p:tagLst>
</file>

<file path=ppt/tags/tag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3"/>
  <p:tag name="KSO_WM_TEMPLATE_CATEGORY" val="diagram"/>
  <p:tag name="KSO_WM_TEMPLATE_INDEX" val="20198104"/>
  <p:tag name="KSO_WM_UNIT_LAYERLEVEL" val="1"/>
  <p:tag name="KSO_WM_TAG_VERSION" val="1.0"/>
  <p:tag name="KSO_WM_BEAUTIFY_FLAG" val="#wm#"/>
  <p:tag name="KSO_WM_UNIT_TYPE" val="i"/>
  <p:tag name="KSO_WM_UNIT_INDEX" val="93"/>
  <p:tag name="KSO_WM_UNIT_ADJUSTLAYOUT_ID" val="549"/>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4"/>
  <p:tag name="KSO_WM_TEMPLATE_CATEGORY" val="diagram"/>
  <p:tag name="KSO_WM_TEMPLATE_INDEX" val="20198104"/>
  <p:tag name="KSO_WM_UNIT_LAYERLEVEL" val="1"/>
  <p:tag name="KSO_WM_TAG_VERSION" val="1.0"/>
  <p:tag name="KSO_WM_BEAUTIFY_FLAG" val="#wm#"/>
  <p:tag name="KSO_WM_UNIT_TYPE" val="i"/>
  <p:tag name="KSO_WM_UNIT_INDEX" val="94"/>
  <p:tag name="KSO_WM_UNIT_ADJUSTLAYOUT_ID" val="550"/>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5"/>
  <p:tag name="KSO_WM_TEMPLATE_CATEGORY" val="diagram"/>
  <p:tag name="KSO_WM_TEMPLATE_INDEX" val="20198104"/>
  <p:tag name="KSO_WM_UNIT_LAYERLEVEL" val="1"/>
  <p:tag name="KSO_WM_TAG_VERSION" val="1.0"/>
  <p:tag name="KSO_WM_BEAUTIFY_FLAG" val="#wm#"/>
  <p:tag name="KSO_WM_UNIT_TYPE" val="i"/>
  <p:tag name="KSO_WM_UNIT_INDEX" val="95"/>
  <p:tag name="KSO_WM_UNIT_ADJUSTLAYOUT_ID" val="551"/>
</p:tagLst>
</file>

<file path=ppt/tags/tag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6"/>
  <p:tag name="KSO_WM_TEMPLATE_CATEGORY" val="diagram"/>
  <p:tag name="KSO_WM_TEMPLATE_INDEX" val="20198104"/>
  <p:tag name="KSO_WM_UNIT_LAYERLEVEL" val="1"/>
  <p:tag name="KSO_WM_TAG_VERSION" val="1.0"/>
  <p:tag name="KSO_WM_BEAUTIFY_FLAG" val="#wm#"/>
  <p:tag name="KSO_WM_UNIT_TYPE" val="i"/>
  <p:tag name="KSO_WM_UNIT_INDEX" val="96"/>
  <p:tag name="KSO_WM_UNIT_ADJUSTLAYOUT_ID" val="552"/>
</p:tagLst>
</file>

<file path=ppt/tags/tag5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7"/>
  <p:tag name="KSO_WM_TEMPLATE_CATEGORY" val="diagram"/>
  <p:tag name="KSO_WM_TEMPLATE_INDEX" val="20198104"/>
  <p:tag name="KSO_WM_UNIT_LAYERLEVEL" val="1"/>
  <p:tag name="KSO_WM_TAG_VERSION" val="1.0"/>
  <p:tag name="KSO_WM_BEAUTIFY_FLAG" val="#wm#"/>
  <p:tag name="KSO_WM_UNIT_TYPE" val="i"/>
  <p:tag name="KSO_WM_UNIT_INDEX" val="97"/>
  <p:tag name="KSO_WM_UNIT_ADJUSTLAYOUT_ID" val="533"/>
</p:tagLst>
</file>

<file path=ppt/tags/tag5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8"/>
  <p:tag name="KSO_WM_TEMPLATE_CATEGORY" val="diagram"/>
  <p:tag name="KSO_WM_TEMPLATE_INDEX" val="20198104"/>
  <p:tag name="KSO_WM_UNIT_LAYERLEVEL" val="1"/>
  <p:tag name="KSO_WM_TAG_VERSION" val="1.0"/>
  <p:tag name="KSO_WM_BEAUTIFY_FLAG" val="#wm#"/>
  <p:tag name="KSO_WM_UNIT_TYPE" val="i"/>
  <p:tag name="KSO_WM_UNIT_INDEX" val="98"/>
  <p:tag name="KSO_WM_UNIT_ADJUSTLAYOUT_ID" val="534"/>
</p:tagLst>
</file>

<file path=ppt/tags/tag5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9"/>
  <p:tag name="KSO_WM_TEMPLATE_CATEGORY" val="diagram"/>
  <p:tag name="KSO_WM_TEMPLATE_INDEX" val="20198104"/>
  <p:tag name="KSO_WM_UNIT_LAYERLEVEL" val="1"/>
  <p:tag name="KSO_WM_TAG_VERSION" val="1.0"/>
  <p:tag name="KSO_WM_BEAUTIFY_FLAG" val="#wm#"/>
  <p:tag name="KSO_WM_UNIT_TYPE" val="i"/>
  <p:tag name="KSO_WM_UNIT_INDEX" val="99"/>
  <p:tag name="KSO_WM_UNIT_ADJUSTLAYOUT_ID" val="535"/>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1"/>
  <p:tag name="KSO_WM_TEMPLATE_CATEGORY" val="diagram"/>
  <p:tag name="KSO_WM_TEMPLATE_INDEX" val="20198104"/>
  <p:tag name="KSO_WM_UNIT_LAYERLEVEL" val="1"/>
  <p:tag name="KSO_WM_TAG_VERSION" val="1.0"/>
  <p:tag name="KSO_WM_BEAUTIFY_FLAG" val="#wm#"/>
  <p:tag name="KSO_WM_UNIT_TYPE" val="i"/>
  <p:tag name="KSO_WM_UNIT_INDEX" val="101"/>
  <p:tag name="KSO_WM_UNIT_ADJUSTLAYOUT_ID" val="536"/>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2"/>
  <p:tag name="KSO_WM_TEMPLATE_CATEGORY" val="diagram"/>
  <p:tag name="KSO_WM_TEMPLATE_INDEX" val="20198104"/>
  <p:tag name="KSO_WM_UNIT_LAYERLEVEL" val="1"/>
  <p:tag name="KSO_WM_TAG_VERSION" val="1.0"/>
  <p:tag name="KSO_WM_BEAUTIFY_FLAG" val="#wm#"/>
  <p:tag name="KSO_WM_UNIT_TYPE" val="i"/>
  <p:tag name="KSO_WM_UNIT_INDEX" val="102"/>
  <p:tag name="KSO_WM_UNIT_ADJUSTLAYOUT_ID" val="537"/>
</p:tagLst>
</file>

<file path=ppt/tags/tag5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3"/>
  <p:tag name="KSO_WM_TEMPLATE_CATEGORY" val="diagram"/>
  <p:tag name="KSO_WM_TEMPLATE_INDEX" val="20198104"/>
  <p:tag name="KSO_WM_UNIT_LAYERLEVEL" val="1"/>
  <p:tag name="KSO_WM_TAG_VERSION" val="1.0"/>
  <p:tag name="KSO_WM_BEAUTIFY_FLAG" val="#wm#"/>
  <p:tag name="KSO_WM_UNIT_TYPE" val="i"/>
  <p:tag name="KSO_WM_UNIT_INDEX" val="103"/>
  <p:tag name="KSO_WM_UNIT_ADJUSTLAYOUT_ID" val="538"/>
</p:tagLst>
</file>

<file path=ppt/tags/tag5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4"/>
  <p:tag name="KSO_WM_TEMPLATE_CATEGORY" val="diagram"/>
  <p:tag name="KSO_WM_TEMPLATE_INDEX" val="20198104"/>
  <p:tag name="KSO_WM_UNIT_LAYERLEVEL" val="1"/>
  <p:tag name="KSO_WM_TAG_VERSION" val="1.0"/>
  <p:tag name="KSO_WM_BEAUTIFY_FLAG" val="#wm#"/>
  <p:tag name="KSO_WM_UNIT_TYPE" val="i"/>
  <p:tag name="KSO_WM_UNIT_INDEX" val="104"/>
  <p:tag name="KSO_WM_UNIT_ADJUSTLAYOUT_ID" val="539"/>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5"/>
  <p:tag name="KSO_WM_TEMPLATE_CATEGORY" val="diagram"/>
  <p:tag name="KSO_WM_TEMPLATE_INDEX" val="20198104"/>
  <p:tag name="KSO_WM_UNIT_LAYERLEVEL" val="1"/>
  <p:tag name="KSO_WM_TAG_VERSION" val="1.0"/>
  <p:tag name="KSO_WM_BEAUTIFY_FLAG" val="#wm#"/>
  <p:tag name="KSO_WM_UNIT_TYPE" val="i"/>
  <p:tag name="KSO_WM_UNIT_INDEX" val="105"/>
  <p:tag name="KSO_WM_UNIT_ADJUSTLAYOUT_ID" val="540"/>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6"/>
  <p:tag name="KSO_WM_TEMPLATE_CATEGORY" val="diagram"/>
  <p:tag name="KSO_WM_TEMPLATE_INDEX" val="20198104"/>
  <p:tag name="KSO_WM_UNIT_LAYERLEVEL" val="1"/>
  <p:tag name="KSO_WM_TAG_VERSION" val="1.0"/>
  <p:tag name="KSO_WM_BEAUTIFY_FLAG" val="#wm#"/>
  <p:tag name="KSO_WM_UNIT_TYPE" val="i"/>
  <p:tag name="KSO_WM_UNIT_INDEX" val="106"/>
  <p:tag name="KSO_WM_UNIT_ADJUSTLAYOUT_ID" val="541"/>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7"/>
  <p:tag name="KSO_WM_TEMPLATE_CATEGORY" val="diagram"/>
  <p:tag name="KSO_WM_TEMPLATE_INDEX" val="20198104"/>
  <p:tag name="KSO_WM_UNIT_LAYERLEVEL" val="1"/>
  <p:tag name="KSO_WM_TAG_VERSION" val="1.0"/>
  <p:tag name="KSO_WM_BEAUTIFY_FLAG" val="#wm#"/>
  <p:tag name="KSO_WM_UNIT_TYPE" val="i"/>
  <p:tag name="KSO_WM_UNIT_INDEX" val="107"/>
  <p:tag name="KSO_WM_UNIT_ADJUSTLAYOUT_ID" val="542"/>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8"/>
  <p:tag name="KSO_WM_TEMPLATE_CATEGORY" val="diagram"/>
  <p:tag name="KSO_WM_TEMPLATE_INDEX" val="20198104"/>
  <p:tag name="KSO_WM_UNIT_LAYERLEVEL" val="1"/>
  <p:tag name="KSO_WM_TAG_VERSION" val="1.0"/>
  <p:tag name="KSO_WM_BEAUTIFY_FLAG" val="#wm#"/>
  <p:tag name="KSO_WM_UNIT_TYPE" val="i"/>
  <p:tag name="KSO_WM_UNIT_INDEX" val="108"/>
  <p:tag name="KSO_WM_UNIT_ADJUSTLAYOUT_ID" val="523"/>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9"/>
  <p:tag name="KSO_WM_TEMPLATE_CATEGORY" val="diagram"/>
  <p:tag name="KSO_WM_TEMPLATE_INDEX" val="20198104"/>
  <p:tag name="KSO_WM_UNIT_LAYERLEVEL" val="1"/>
  <p:tag name="KSO_WM_TAG_VERSION" val="1.0"/>
  <p:tag name="KSO_WM_BEAUTIFY_FLAG" val="#wm#"/>
  <p:tag name="KSO_WM_UNIT_TYPE" val="i"/>
  <p:tag name="KSO_WM_UNIT_INDEX" val="109"/>
  <p:tag name="KSO_WM_UNIT_ADJUSTLAYOUT_ID" val="524"/>
</p:tagLst>
</file>

<file path=ppt/tags/tag5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10"/>
  <p:tag name="KSO_WM_TEMPLATE_CATEGORY" val="diagram"/>
  <p:tag name="KSO_WM_TEMPLATE_INDEX" val="20198104"/>
  <p:tag name="KSO_WM_UNIT_LAYERLEVEL" val="1"/>
  <p:tag name="KSO_WM_TAG_VERSION" val="1.0"/>
  <p:tag name="KSO_WM_BEAUTIFY_FLAG" val="#wm#"/>
  <p:tag name="KSO_WM_UNIT_TYPE" val="i"/>
  <p:tag name="KSO_WM_UNIT_INDEX" val="110"/>
  <p:tag name="KSO_WM_UNIT_ADJUSTLAYOUT_ID" val="525"/>
</p:tagLst>
</file>

<file path=ppt/tags/tag5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
  <p:tag name="KSO_WM_TEMPLATE_CATEGORY" val="diagram"/>
  <p:tag name="KSO_WM_TEMPLATE_INDEX" val="20198104"/>
  <p:tag name="KSO_WM_UNIT_LAYERLEVEL" val="1"/>
  <p:tag name="KSO_WM_TAG_VERSION" val="1.0"/>
  <p:tag name="KSO_WM_BEAUTIFY_FLAG" val="#wm#"/>
  <p:tag name="KSO_WM_UNIT_TYPE" val="i"/>
  <p:tag name="KSO_WM_UNIT_INDEX" val="3"/>
  <p:tag name="KSO_WM_UNIT_ADJUSTLAYOUT_ID" val="526"/>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
  <p:tag name="KSO_WM_TEMPLATE_CATEGORY" val="diagram"/>
  <p:tag name="KSO_WM_TEMPLATE_INDEX" val="20198104"/>
  <p:tag name="KSO_WM_UNIT_LAYERLEVEL" val="1"/>
  <p:tag name="KSO_WM_TAG_VERSION" val="1.0"/>
  <p:tag name="KSO_WM_BEAUTIFY_FLAG" val="#wm#"/>
  <p:tag name="KSO_WM_UNIT_TYPE" val="i"/>
  <p:tag name="KSO_WM_UNIT_INDEX" val="4"/>
  <p:tag name="KSO_WM_UNIT_ADJUSTLAYOUT_ID" val="527"/>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
  <p:tag name="KSO_WM_TEMPLATE_CATEGORY" val="diagram"/>
  <p:tag name="KSO_WM_TEMPLATE_INDEX" val="20198104"/>
  <p:tag name="KSO_WM_UNIT_LAYERLEVEL" val="1"/>
  <p:tag name="KSO_WM_TAG_VERSION" val="1.0"/>
  <p:tag name="KSO_WM_BEAUTIFY_FLAG" val="#wm#"/>
  <p:tag name="KSO_WM_UNIT_TYPE" val="i"/>
  <p:tag name="KSO_WM_UNIT_INDEX" val="5"/>
  <p:tag name="KSO_WM_UNIT_ADJUSTLAYOUT_ID" val="528"/>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
  <p:tag name="KSO_WM_TEMPLATE_CATEGORY" val="diagram"/>
  <p:tag name="KSO_WM_TEMPLATE_INDEX" val="20198104"/>
  <p:tag name="KSO_WM_UNIT_LAYERLEVEL" val="1"/>
  <p:tag name="KSO_WM_TAG_VERSION" val="1.0"/>
  <p:tag name="KSO_WM_BEAUTIFY_FLAG" val="#wm#"/>
  <p:tag name="KSO_WM_UNIT_TYPE" val="i"/>
  <p:tag name="KSO_WM_UNIT_INDEX" val="6"/>
  <p:tag name="KSO_WM_UNIT_ADJUSTLAYOUT_ID" val="529"/>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
  <p:tag name="KSO_WM_TEMPLATE_CATEGORY" val="diagram"/>
  <p:tag name="KSO_WM_TEMPLATE_INDEX" val="20198104"/>
  <p:tag name="KSO_WM_UNIT_LAYERLEVEL" val="1"/>
  <p:tag name="KSO_WM_TAG_VERSION" val="1.0"/>
  <p:tag name="KSO_WM_BEAUTIFY_FLAG" val="#wm#"/>
  <p:tag name="KSO_WM_UNIT_TYPE" val="i"/>
  <p:tag name="KSO_WM_UNIT_INDEX" val="7"/>
  <p:tag name="KSO_WM_UNIT_ADJUSTLAYOUT_ID" val="530"/>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
  <p:tag name="KSO_WM_TEMPLATE_CATEGORY" val="diagram"/>
  <p:tag name="KSO_WM_TEMPLATE_INDEX" val="20198104"/>
  <p:tag name="KSO_WM_UNIT_LAYERLEVEL" val="1"/>
  <p:tag name="KSO_WM_TAG_VERSION" val="1.0"/>
  <p:tag name="KSO_WM_BEAUTIFY_FLAG" val="#wm#"/>
  <p:tag name="KSO_WM_UNIT_TYPE" val="i"/>
  <p:tag name="KSO_WM_UNIT_INDEX" val="8"/>
  <p:tag name="KSO_WM_UNIT_ADJUSTLAYOUT_ID" val="531"/>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
  <p:tag name="KSO_WM_TEMPLATE_CATEGORY" val="diagram"/>
  <p:tag name="KSO_WM_TEMPLATE_INDEX" val="20198104"/>
  <p:tag name="KSO_WM_UNIT_LAYERLEVEL" val="1"/>
  <p:tag name="KSO_WM_TAG_VERSION" val="1.0"/>
  <p:tag name="KSO_WM_BEAUTIFY_FLAG" val="#wm#"/>
  <p:tag name="KSO_WM_UNIT_TYPE" val="i"/>
  <p:tag name="KSO_WM_UNIT_INDEX" val="9"/>
  <p:tag name="KSO_WM_UNIT_ADJUSTLAYOUT_ID" val="532"/>
</p:tagLst>
</file>

<file path=ppt/tags/tag5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11"/>
  <p:tag name="KSO_WM_TEMPLATE_CATEGORY" val="diagram"/>
  <p:tag name="KSO_WM_TEMPLATE_INDEX" val="20198104"/>
  <p:tag name="KSO_WM_UNIT_LAYERLEVEL" val="1"/>
  <p:tag name="KSO_WM_TAG_VERSION" val="1.0"/>
  <p:tag name="KSO_WM_BEAUTIFY_FLAG" val="#wm#"/>
  <p:tag name="KSO_WM_UNIT_TYPE" val="i"/>
  <p:tag name="KSO_WM_UNIT_INDEX" val="111"/>
  <p:tag name="KSO_WM_UNIT_ADJUSTLAYOUT_ID" val="510"/>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
  <p:tag name="KSO_WM_TEMPLATE_CATEGORY" val="diagram"/>
  <p:tag name="KSO_WM_TEMPLATE_INDEX" val="20198104"/>
  <p:tag name="KSO_WM_UNIT_LAYERLEVEL" val="1"/>
  <p:tag name="KSO_WM_TAG_VERSION" val="1.0"/>
  <p:tag name="KSO_WM_BEAUTIFY_FLAG" val="#wm#"/>
  <p:tag name="KSO_WM_UNIT_TYPE" val="i"/>
  <p:tag name="KSO_WM_UNIT_INDEX" val="10"/>
  <p:tag name="KSO_WM_UNIT_ADJUSTLAYOUT_ID" val="513"/>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1"/>
  <p:tag name="KSO_WM_TEMPLATE_CATEGORY" val="diagram"/>
  <p:tag name="KSO_WM_TEMPLATE_INDEX" val="20198104"/>
  <p:tag name="KSO_WM_UNIT_LAYERLEVEL" val="1"/>
  <p:tag name="KSO_WM_TAG_VERSION" val="1.0"/>
  <p:tag name="KSO_WM_BEAUTIFY_FLAG" val="#wm#"/>
  <p:tag name="KSO_WM_UNIT_TYPE" val="i"/>
  <p:tag name="KSO_WM_UNIT_INDEX" val="11"/>
  <p:tag name="KSO_WM_UNIT_ADJUSTLAYOUT_ID" val="9"/>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2"/>
  <p:tag name="KSO_WM_TEMPLATE_CATEGORY" val="diagram"/>
  <p:tag name="KSO_WM_TEMPLATE_INDEX" val="20198104"/>
  <p:tag name="KSO_WM_UNIT_LAYERLEVEL" val="1"/>
  <p:tag name="KSO_WM_TAG_VERSION" val="1.0"/>
  <p:tag name="KSO_WM_BEAUTIFY_FLAG" val="#wm#"/>
  <p:tag name="KSO_WM_UNIT_TYPE" val="i"/>
  <p:tag name="KSO_WM_UNIT_INDEX" val="12"/>
  <p:tag name="KSO_WM_UNIT_ADJUSTLAYOUT_ID" val="10"/>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4"/>
  <p:tag name="KSO_WM_TEMPLATE_CATEGORY" val="diagram"/>
  <p:tag name="KSO_WM_TEMPLATE_INDEX" val="20198104"/>
  <p:tag name="KSO_WM_UNIT_LAYERLEVEL" val="1"/>
  <p:tag name="KSO_WM_TAG_VERSION" val="1.0"/>
  <p:tag name="KSO_WM_BEAUTIFY_FLAG" val="#wm#"/>
  <p:tag name="KSO_WM_UNIT_TYPE" val="i"/>
  <p:tag name="KSO_WM_UNIT_INDEX" val="14"/>
  <p:tag name="KSO_WM_UNIT_ADJUSTLAYOUT_ID" val="515"/>
</p:tagLst>
</file>

<file path=ppt/tags/tag549.xml><?xml version="1.0" encoding="utf-8"?>
<p:tagLst xmlns:p="http://schemas.openxmlformats.org/presentationml/2006/main">
  <p:tag name="KSO_WM_UNIT_TEXT_PART_ID_V2" val="d-1-1"/>
  <p:tag name="KSO_WM_UNIT_HIGHLIGHT" val="0"/>
  <p:tag name="KSO_WM_UNIT_COMPATIBLE" val="0"/>
  <p:tag name="KSO_WM_UNIT_DIAGRAM_ISNUMVISUAL" val="0"/>
  <p:tag name="KSO_WM_UNIT_DIAGRAM_ISREFERUNIT" val="0"/>
  <p:tag name="KSO_WM_UNIT_ID" val="diagram20198104_1*f*1"/>
  <p:tag name="KSO_WM_TEMPLATE_CATEGORY" val="diagram"/>
  <p:tag name="KSO_WM_TEMPLATE_INDEX" val="20198104"/>
  <p:tag name="KSO_WM_UNIT_LAYERLEVEL" val="1"/>
  <p:tag name="KSO_WM_TAG_VERSION" val="1.0"/>
  <p:tag name="KSO_WM_BEAUTIFY_FLAG" val="#wm#"/>
  <p:tag name="KSO_WM_UNIT_NOCLEAR" val="0"/>
  <p:tag name="KSO_WM_UNIT_VALUE" val="32"/>
  <p:tag name="KSO_WM_UNIT_TYPE" val="f"/>
  <p:tag name="KSO_WM_UNIT_INDEX" val="1"/>
  <p:tag name="KSO_WM_UNIT_PRESET_TEXT" val="点击此处添加正文，文字是您思想的提炼，请言简意赅的阐述观点。"/>
  <p:tag name="KSO_WM_UNIT_ADJUSTLAYOUT_ID" val="12"/>
</p:tagLst>
</file>

<file path=ppt/tags/tag550.xml><?xml version="1.0" encoding="utf-8"?>
<p:tagLst xmlns:p="http://schemas.openxmlformats.org/presentationml/2006/main">
  <p:tag name="KSO_WM_SLIDE_ID" val="diagram20198104_1"/>
  <p:tag name="KSO_WM_TEMPLATE_SUBCATEGORY" val="8"/>
  <p:tag name="KSO_WM_SLIDE_TYPE" val="text"/>
  <p:tag name="KSO_WM_SLIDE_SUBTYPE" val="picTxt"/>
  <p:tag name="KSO_WM_SLIDE_ITEM_CNT" val="0"/>
  <p:tag name="KSO_WM_SLIDE_INDEX" val="1"/>
  <p:tag name="KSO_WM_SLIDE_SIZE" val="964*540"/>
  <p:tag name="KSO_WM_SLIDE_POSITION" val="-19*0"/>
  <p:tag name="KSO_WM_TAG_VERSION" val="1.0"/>
  <p:tag name="KSO_WM_BEAUTIFY_FLAG" val="#wm#"/>
  <p:tag name="KSO_WM_TEMPLATE_CATEGORY" val="diagram"/>
  <p:tag name="KSO_WM_TEMPLATE_INDEX" val="20198104"/>
  <p:tag name="KSO_WM_SLIDE_LAYOUT" val="a_d_f"/>
  <p:tag name="KSO_WM_SLIDE_LAYOUT_CNT" val="1_1_1"/>
  <p:tag name="KSO_WM_SLIDE_CONSTRAINT" val="%7b%22slideConstraint%22%3a%7b%22seriesAreas%22%3a%5b%5d%2c%22singleAreas%22%3a%5b%7b%22shapes%22%3a%5b13%5d%2c%22serialConstraintIndex%22%3a-1%2c%22areatextmark%22%3a0%2c%22pictureprocessmark%22%3a0%7d%5d%7d%7d"/>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553.xml><?xml version="1.0" encoding="utf-8"?>
<p:tagLst xmlns:p="http://schemas.openxmlformats.org/presentationml/2006/main">
  <p:tag name="KSO_WM_UNIT_ISCONTENTSTITLE" val="0"/>
  <p:tag name="KSO_WM_UNIT_PRESET_TEXT" val="点击输入大标题"/>
  <p:tag name="KSO_WM_UNIT_NOCLEAR" val="0"/>
  <p:tag name="KSO_WM_UNIT_SHOW_EDIT_AREA_INDICATION" val="1"/>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diagram20200814_1*a*1"/>
  <p:tag name="KSO_WM_TEMPLATE_CATEGORY" val="diagram"/>
  <p:tag name="KSO_WM_TEMPLATE_INDEX" val="20200814"/>
  <p:tag name="KSO_WM_UNIT_LAYERLEVEL" val="1"/>
  <p:tag name="KSO_WM_TAG_VERSION" val="1.0"/>
  <p:tag name="KSO_WM_BEAUTIFY_FLAG" val="#wm#"/>
  <p:tag name="KSO_WM_UNIT_DEFAULT_FONT" val="32;36;4"/>
  <p:tag name="KSO_WM_UNIT_BLOCK" val="0"/>
  <p:tag name="KSO_WM_UNIT_SM_LIMIT_TYPE" val="1"/>
  <p:tag name="KSO_WM_UNIT_SMARTLAYOUT_COMPRESS_INFO" val="{&#10;    &quot;id&quot;: &quot;2020-03-30T16:33:34&quot;,&#10;    &quot;max&quot;: 3.577952755905514,&#10;    &quot;topChanged&quot;: 1.3978788163074718&#10;}&#10;"/>
  <p:tag name="KSO_WM_UNIT_TEXT_FILL_FORE_SCHEMECOLOR_INDEX_BRIGHTNESS" val="0.15"/>
  <p:tag name="KSO_WM_UNIT_TEXT_FILL_FORE_SCHEMECOLOR_INDEX" val="13"/>
  <p:tag name="KSO_WM_UNIT_TEXT_FILL_TYPE" val="1"/>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0814_1*i*1"/>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814_1*i*2"/>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LINE_FORE_SCHEMECOLOR_INDEX_BRIGHTNESS" val="0.4"/>
  <p:tag name="KSO_WM_UNIT_LINE_FORE_SCHEMECOLOR_INDEX" val="5"/>
  <p:tag name="KSO_WM_UNIT_LINE_FILL_TYPE" val="2"/>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0814_1*i*4"/>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0814_1*i*5"/>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58.xml><?xml version="1.0" encoding="utf-8"?>
<p:tagLst xmlns:p="http://schemas.openxmlformats.org/presentationml/2006/main">
  <p:tag name="KSO_WM_UNIT_NOCLEAR" val="0"/>
  <p:tag name="KSO_WM_UNIT_VALUE" val="128"/>
  <p:tag name="KSO_WM_UNIT_HIGHLIGHT" val="0"/>
  <p:tag name="KSO_WM_UNIT_COMPATIBLE" val="0"/>
  <p:tag name="KSO_WM_UNIT_DIAGRAM_ISNUMVISUAL" val="0"/>
  <p:tag name="KSO_WM_UNIT_DIAGRAM_ISREFERUNIT" val="0"/>
  <p:tag name="KSO_WM_UNIT_TYPE" val="f"/>
  <p:tag name="KSO_WM_UNIT_INDEX" val="1"/>
  <p:tag name="KSO_WM_UNIT_ID" val="diagram20185375_1*f*1"/>
  <p:tag name="KSO_WM_TEMPLATE_CATEGORY" val="diagram"/>
  <p:tag name="KSO_WM_TEMPLATE_INDEX" val="20185375"/>
  <p:tag name="KSO_WM_UNIT_LAYERLEVEL" val="1"/>
  <p:tag name="KSO_WM_TAG_VERSION" val="1.0"/>
  <p:tag name="KSO_WM_BEAUTIFY_FLAG" val="#wm#"/>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Lst>
</file>

<file path=ppt/tags/tag559.xml><?xml version="1.0" encoding="utf-8"?>
<p:tagLst xmlns:p="http://schemas.openxmlformats.org/presentationml/2006/main">
  <p:tag name="KSO_WM_BEAUTIFY_FLAG" val="#wm#"/>
  <p:tag name="KSO_WM_TEMPLATE_CATEGORY" val="diagram"/>
  <p:tag name="KSO_WM_TEMPLATE_INDEX" val="20200814"/>
  <p:tag name="KSO_WM_SLIDE_ID" val="diagram20200814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UNIT_SHOW_EDIT_AREA_INDICATION" val="1"/>
  <p:tag name="KSO_WM_SLIDE_SIZE" val="896*444"/>
  <p:tag name="KSO_WM_SLIDE_POSITION" val="15*47"/>
  <p:tag name="KSO_WM_TAG_VERSION" val="1.0"/>
  <p:tag name="KSO_WM_SLIDE_LAYOUT" val="a_d_f"/>
  <p:tag name="KSO_WM_SLIDE_LAYOUT_CNT" val="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562.xml><?xml version="1.0" encoding="utf-8"?>
<p:tagLst xmlns:p="http://schemas.openxmlformats.org/presentationml/2006/main">
  <p:tag name="KSO_WM_UNIT_ISCONTENTSTITLE" val="0"/>
  <p:tag name="KSO_WM_UNIT_PRESET_TEXT" val="点击输入大标题"/>
  <p:tag name="KSO_WM_UNIT_NOCLEAR" val="0"/>
  <p:tag name="KSO_WM_UNIT_SHOW_EDIT_AREA_INDICATION" val="1"/>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diagram20200814_1*a*1"/>
  <p:tag name="KSO_WM_TEMPLATE_CATEGORY" val="diagram"/>
  <p:tag name="KSO_WM_TEMPLATE_INDEX" val="20200814"/>
  <p:tag name="KSO_WM_UNIT_LAYERLEVEL" val="1"/>
  <p:tag name="KSO_WM_TAG_VERSION" val="1.0"/>
  <p:tag name="KSO_WM_BEAUTIFY_FLAG" val="#wm#"/>
  <p:tag name="KSO_WM_UNIT_DEFAULT_FONT" val="32;36;4"/>
  <p:tag name="KSO_WM_UNIT_BLOCK" val="0"/>
  <p:tag name="KSO_WM_UNIT_SM_LIMIT_TYPE" val="1"/>
  <p:tag name="KSO_WM_UNIT_SMARTLAYOUT_COMPRESS_INFO" val="{&#10;    &quot;id&quot;: &quot;2020-03-30T16:33:34&quot;,&#10;    &quot;max&quot;: 3.577952755905514,&#10;    &quot;topChanged&quot;: 1.3978788163074718&#10;}&#10;"/>
  <p:tag name="KSO_WM_UNIT_TEXT_FILL_FORE_SCHEMECOLOR_INDEX_BRIGHTNESS" val="0.15"/>
  <p:tag name="KSO_WM_UNIT_TEXT_FILL_FORE_SCHEMECOLOR_INDEX" val="13"/>
  <p:tag name="KSO_WM_UNIT_TEXT_FILL_TYPE" val="1"/>
</p:tagLst>
</file>

<file path=ppt/tags/tag5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0814_1*i*1"/>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5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814_1*i*2"/>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LINE_FORE_SCHEMECOLOR_INDEX_BRIGHTNESS" val="0.4"/>
  <p:tag name="KSO_WM_UNIT_LINE_FORE_SCHEMECOLOR_INDEX" val="5"/>
  <p:tag name="KSO_WM_UNIT_LINE_FILL_TYPE" val="2"/>
</p:tagLst>
</file>

<file path=ppt/tags/tag5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0814_1*i*4"/>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0814_1*i*5"/>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67.xml><?xml version="1.0" encoding="utf-8"?>
<p:tagLst xmlns:p="http://schemas.openxmlformats.org/presentationml/2006/main">
  <p:tag name="KSO_WM_UNIT_NOCLEAR" val="0"/>
  <p:tag name="KSO_WM_UNIT_VALUE" val="128"/>
  <p:tag name="KSO_WM_UNIT_HIGHLIGHT" val="0"/>
  <p:tag name="KSO_WM_UNIT_COMPATIBLE" val="0"/>
  <p:tag name="KSO_WM_UNIT_DIAGRAM_ISNUMVISUAL" val="0"/>
  <p:tag name="KSO_WM_UNIT_DIAGRAM_ISREFERUNIT" val="0"/>
  <p:tag name="KSO_WM_UNIT_TYPE" val="f"/>
  <p:tag name="KSO_WM_UNIT_INDEX" val="1"/>
  <p:tag name="KSO_WM_UNIT_ID" val="diagram20185375_1*f*1"/>
  <p:tag name="KSO_WM_TEMPLATE_CATEGORY" val="diagram"/>
  <p:tag name="KSO_WM_TEMPLATE_INDEX" val="20185375"/>
  <p:tag name="KSO_WM_UNIT_LAYERLEVEL" val="1"/>
  <p:tag name="KSO_WM_TAG_VERSION" val="1.0"/>
  <p:tag name="KSO_WM_BEAUTIFY_FLAG" val="#wm#"/>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Lst>
</file>

<file path=ppt/tags/tag568.xml><?xml version="1.0" encoding="utf-8"?>
<p:tagLst xmlns:p="http://schemas.openxmlformats.org/presentationml/2006/main">
  <p:tag name="KSO_WM_BEAUTIFY_FLAG" val="#wm#"/>
  <p:tag name="KSO_WM_TEMPLATE_CATEGORY" val="diagram"/>
  <p:tag name="KSO_WM_TEMPLATE_INDEX" val="20200814"/>
  <p:tag name="KSO_WM_SLIDE_ID" val="diagram20200814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UNIT_SHOW_EDIT_AREA_INDICATION" val="1"/>
  <p:tag name="KSO_WM_SLIDE_SIZE" val="896*444"/>
  <p:tag name="KSO_WM_SLIDE_POSITION" val="15*47"/>
  <p:tag name="KSO_WM_TAG_VERSION" val="1.0"/>
  <p:tag name="KSO_WM_SLIDE_LAYOUT" val="a_d_f"/>
  <p:tag name="KSO_WM_SLIDE_LAYOUT_CNT" val="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5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68780_2*l_h_i*1_1_1"/>
  <p:tag name="KSO_WM_TEMPLATE_CATEGORY" val="diagram"/>
  <p:tag name="KSO_WM_TEMPLATE_INDEX" val="20168780"/>
  <p:tag name="KSO_WM_UNIT_LAYERLEVEL" val="1_1_1"/>
  <p:tag name="KSO_WM_TAG_VERSION" val="1.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5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0_2*l_h_i*1_1_2"/>
  <p:tag name="KSO_WM_TEMPLATE_CATEGORY" val="diagram"/>
  <p:tag name="KSO_WM_TEMPLATE_INDEX" val="2016878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573.xml><?xml version="1.0" encoding="utf-8"?>
<p:tagLst xmlns:p="http://schemas.openxmlformats.org/presentationml/2006/main">
  <p:tag name="KSO_WM_UNIT_ISCONTENTS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168780_2*l_h_a*1_1_1"/>
  <p:tag name="KSO_WM_TEMPLATE_CATEGORY" val="diagram"/>
  <p:tag name="KSO_WM_TEMPLATE_INDEX" val="20168780"/>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Lst>
</file>

<file path=ppt/tags/tag574.xml><?xml version="1.0" encoding="utf-8"?>
<p:tagLst xmlns:p="http://schemas.openxmlformats.org/presentationml/2006/main">
  <p:tag name="KSO_WM_UNIT_NOCLEAR" val="0"/>
  <p:tag name="KSO_WM_UNIT_VALUE" val="3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68780_2*l_h_f*1_1_1"/>
  <p:tag name="KSO_WM_TEMPLATE_CATEGORY" val="diagram"/>
  <p:tag name="KSO_WM_TEMPLATE_INDEX" val="20168780"/>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575.xml><?xml version="1.0" encoding="utf-8"?>
<p:tagLst xmlns:p="http://schemas.openxmlformats.org/presentationml/2006/main">
  <p:tag name="KSO_WM_UNIT_ISCONTENTSTITLE" val="0"/>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68780_2*a*1"/>
  <p:tag name="KSO_WM_TEMPLATE_CATEGORY" val="diagram"/>
  <p:tag name="KSO_WM_TEMPLATE_INDEX" val="20168780"/>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5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577.xml><?xml version="1.0" encoding="utf-8"?>
<p:tagLst xmlns:p="http://schemas.openxmlformats.org/presentationml/2006/main">
  <p:tag name="KSO_WM_UNIT_PLACING_PICTURE_USER_VIEWPORT" val="{&quot;height&quot;:4329,&quot;width&quot;:7440}"/>
</p:tagLst>
</file>

<file path=ppt/tags/tag578.xml><?xml version="1.0" encoding="utf-8"?>
<p:tagLst xmlns:p="http://schemas.openxmlformats.org/presentationml/2006/main">
  <p:tag name="KSO_WM_BEAUTIFY_FLAG" val="#wm#"/>
  <p:tag name="KSO_WM_TEMPLATE_CATEGORY" val="diagram"/>
  <p:tag name="KSO_WM_TEMPLATE_INDEX" val="20200814"/>
  <p:tag name="KSO_WM_SLIDE_ID" val="diagram20200814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UNIT_SHOW_EDIT_AREA_INDICATION" val="1"/>
  <p:tag name="KSO_WM_SLIDE_SIZE" val="896*444"/>
  <p:tag name="KSO_WM_SLIDE_POSITION" val="15*47"/>
  <p:tag name="KSO_WM_TAG_VERSION" val="1.0"/>
  <p:tag name="KSO_WM_SLIDE_LAYOUT" val="a_d_f"/>
  <p:tag name="KSO_WM_SLIDE_LAYOUT_CNT" val="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68780_2*l_h_i*1_2_1"/>
  <p:tag name="KSO_WM_TEMPLATE_CATEGORY" val="diagram"/>
  <p:tag name="KSO_WM_TEMPLATE_INDEX" val="20168780"/>
  <p:tag name="KSO_WM_UNIT_LAYERLEVEL" val="1_1_1"/>
  <p:tag name="KSO_WM_TAG_VERSION" val="1.0"/>
  <p:tag name="KSO_WM_BEAUTIFY_FLAG" val="#wm#"/>
  <p:tag name="KSO_WM_UNIT_LINE_FORE_SCHEMECOLOR_INDEX" val="6"/>
  <p:tag name="KSO_WM_UNIT_LINE_FILL_TYPE" val="2"/>
  <p:tag name="KSO_WM_UNIT_TEXT_FILL_FORE_SCHEMECOLOR_INDEX" val="2"/>
  <p:tag name="KSO_WM_UNIT_TEXT_FILL_TYPE" val="1"/>
  <p:tag name="KSO_WM_UNIT_USESOURCEFORMAT_APPLY" val="1"/>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68780_2*l_h_i*1_2_2"/>
  <p:tag name="KSO_WM_TEMPLATE_CATEGORY" val="diagram"/>
  <p:tag name="KSO_WM_TEMPLATE_INDEX" val="20168780"/>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UNIT_USESOURCEFORMAT_APPLY" val="1"/>
</p:tagLst>
</file>

<file path=ppt/tags/tag583.xml><?xml version="1.0" encoding="utf-8"?>
<p:tagLst xmlns:p="http://schemas.openxmlformats.org/presentationml/2006/main">
  <p:tag name="KSO_WM_UNIT_ISCONTENTSTITLE" val="0"/>
  <p:tag name="KSO_WM_UNIT_NOCLEAR" val="0"/>
  <p:tag name="KSO_WM_UNIT_VALUE" val="7"/>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168780_2*l_h_a*1_2_1"/>
  <p:tag name="KSO_WM_TEMPLATE_CATEGORY" val="diagram"/>
  <p:tag name="KSO_WM_TEMPLATE_INDEX" val="20168780"/>
  <p:tag name="KSO_WM_UNIT_LAYERLEVEL" val="1_1_1"/>
  <p:tag name="KSO_WM_TAG_VERSION" val="1.0"/>
  <p:tag name="KSO_WM_BEAUTIFY_FLAG" val="#wm#"/>
  <p:tag name="KSO_WM_UNIT_PRESET_TEXT" val="添加标题"/>
  <p:tag name="KSO_WM_UNIT_TEXT_FILL_FORE_SCHEMECOLOR_INDEX" val="14"/>
  <p:tag name="KSO_WM_UNIT_TEXT_FILL_TYPE" val="1"/>
  <p:tag name="KSO_WM_UNIT_USESOURCEFORMAT_APPLY" val="1"/>
</p:tagLst>
</file>

<file path=ppt/tags/tag584.xml><?xml version="1.0" encoding="utf-8"?>
<p:tagLst xmlns:p="http://schemas.openxmlformats.org/presentationml/2006/main">
  <p:tag name="KSO_WM_UNIT_NOCLEAR" val="0"/>
  <p:tag name="KSO_WM_UNIT_VALUE" val="3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68780_2*l_h_f*1_2_1"/>
  <p:tag name="KSO_WM_TEMPLATE_CATEGORY" val="diagram"/>
  <p:tag name="KSO_WM_TEMPLATE_INDEX" val="20168780"/>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5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2*i*1"/>
  <p:tag name="KSO_WM_UNIT_LAYERLEVEL" val="1"/>
  <p:tag name="KSO_WM_TAG_VERSION" val="1.0"/>
  <p:tag name="KSO_WM_BEAUTIFY_FLAG" val="#wm#"/>
  <p:tag name="KSO_WM_SLIDE_BACKGROUND_TYPE" val="general"/>
  <p:tag name="KSO_WM_SLIDE_BK_DARK_LIGHT" val="2"/>
</p:tagLst>
</file>

<file path=ppt/tags/tag586.xml><?xml version="1.0" encoding="utf-8"?>
<p:tagLst xmlns:p="http://schemas.openxmlformats.org/presentationml/2006/main">
  <p:tag name="KSO_WM_UNIT_ISCONTENTSTITLE" val="0"/>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68780_2*a*1"/>
  <p:tag name="KSO_WM_TEMPLATE_CATEGORY" val="diagram"/>
  <p:tag name="KSO_WM_TEMPLATE_INDEX" val="20168780"/>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587.xml><?xml version="1.0" encoding="utf-8"?>
<p:tagLst xmlns:p="http://schemas.openxmlformats.org/presentationml/2006/main">
  <p:tag name="KSO_WM_BEAUTIFY_FLAG" val="#wm#"/>
  <p:tag name="KSO_WM_TEMPLATE_CATEGORY" val="diagram"/>
  <p:tag name="KSO_WM_TEMPLATE_INDEX" val="20200814"/>
  <p:tag name="KSO_WM_SLIDE_ID" val="diagram20200814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UNIT_SHOW_EDIT_AREA_INDICATION" val="1"/>
  <p:tag name="KSO_WM_SLIDE_SIZE" val="896*444"/>
  <p:tag name="KSO_WM_SLIDE_POSITION" val="15*47"/>
  <p:tag name="KSO_WM_TAG_VERSION" val="1.0"/>
  <p:tag name="KSO_WM_SLIDE_LAYOUT" val="a_d_f"/>
  <p:tag name="KSO_WM_SLIDE_LAYOUT_CNT" val="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Lst>
</file>

<file path=ppt/tags/tag5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924_1*i*4"/>
  <p:tag name="KSO_WM_TEMPLATE_CATEGORY" val="diagram"/>
  <p:tag name="KSO_WM_TEMPLATE_INDEX" val="20202924"/>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TYPE" val="1"/>
</p:tagLst>
</file>

<file path=ppt/tags/tag589.xml><?xml version="1.0" encoding="utf-8"?>
<p:tagLst xmlns:p="http://schemas.openxmlformats.org/presentationml/2006/main">
  <p:tag name="KSO_WM_UNIT_ISCONTENTSTITLE" val="0"/>
  <p:tag name="KSO_WM_UNIT_PRESET_TEXT" val="户外拓展训练通常利用崇山峻岭、翰海大川等自然环境，通过精心设计的活动达到&quot;磨练意志、陶冶情操、完善人格、熔炼团队&quot;的拓展培训目的。"/>
  <p:tag name="KSO_WM_UNIT_NOCLEAR" val="0"/>
  <p:tag name="KSO_WM_UNIT_VALUE" val="170"/>
  <p:tag name="KSO_WM_UNIT_HIGHLIGHT" val="0"/>
  <p:tag name="KSO_WM_UNIT_COMPATIBLE" val="0"/>
  <p:tag name="KSO_WM_UNIT_DIAGRAM_ISNUMVISUAL" val="0"/>
  <p:tag name="KSO_WM_UNIT_DIAGRAM_ISREFERUNIT" val="0"/>
  <p:tag name="KSO_WM_UNIT_TYPE" val="f"/>
  <p:tag name="KSO_WM_UNIT_INDEX" val="1"/>
  <p:tag name="KSO_WM_UNIT_ID" val="diagram20202924_1*f*1"/>
  <p:tag name="KSO_WM_TEMPLATE_CATEGORY" val="diagram"/>
  <p:tag name="KSO_WM_TEMPLATE_INDEX" val="20202924"/>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5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2924_1*i*1"/>
  <p:tag name="KSO_WM_TEMPLATE_CATEGORY" val="diagram"/>
  <p:tag name="KSO_WM_TEMPLATE_INDEX" val="20202924"/>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TYPE" val="1"/>
</p:tagLst>
</file>

<file path=ppt/tags/tag5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2924_1*i*2"/>
  <p:tag name="KSO_WM_TEMPLATE_CATEGORY" val="diagram"/>
  <p:tag name="KSO_WM_TEMPLATE_INDEX" val="20202924"/>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TYPE" val="1"/>
</p:tagLst>
</file>

<file path=ppt/tags/tag5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2924_1*i*3"/>
  <p:tag name="KSO_WM_TEMPLATE_CATEGORY" val="diagram"/>
  <p:tag name="KSO_WM_TEMPLATE_INDEX" val="20202924"/>
  <p:tag name="KSO_WM_UNIT_LAYERLEVEL" val="1"/>
  <p:tag name="KSO_WM_TAG_VERSION" val="1.0"/>
  <p:tag name="KSO_WM_BEAUTIFY_FLAG" val="#wm#"/>
  <p:tag name="KSO_WM_UNIT_FILL_FORE_SCHEMECOLOR_INDEX_BRIGHTNESS" val="0.8"/>
  <p:tag name="KSO_WM_UNIT_FILL_FORE_SCHEMECOLOR_INDEX" val="5"/>
  <p:tag name="KSO_WM_UNIT_FILL_TYPE" val="1"/>
  <p:tag name="KSO_WM_UNIT_TEXT_FILL_TYPE" val="1"/>
</p:tagLst>
</file>

<file path=ppt/tags/tag593.xml><?xml version="1.0" encoding="utf-8"?>
<p:tagLst xmlns:p="http://schemas.openxmlformats.org/presentationml/2006/main">
  <p:tag name="KSO_WM_UNIT_ISCONTENTSTITLE" val="0"/>
  <p:tag name="KSO_WM_UNIT_PRESET_TEXT" val="户外拓展训练目的"/>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diagram20202924_1*a*1"/>
  <p:tag name="KSO_WM_TEMPLATE_CATEGORY" val="diagram"/>
  <p:tag name="KSO_WM_TEMPLATE_INDEX" val="20202924"/>
  <p:tag name="KSO_WM_UNIT_LAYERLEVEL" val="1"/>
  <p:tag name="KSO_WM_TAG_VERSION" val="1.0"/>
  <p:tag name="KSO_WM_BEAUTIFY_FLAG" val="#wm#"/>
  <p:tag name="KSO_WM_UNIT_TEXT_FILL_FORE_SCHEMECOLOR_INDEX_BRIGHTNESS" val="0.25"/>
  <p:tag name="KSO_WM_UNIT_TEXT_FILL_FORE_SCHEMECOLOR_INDEX" val="13"/>
  <p:tag name="KSO_WM_UNIT_TEXT_FILL_TYPE" val="1"/>
</p:tagLst>
</file>

<file path=ppt/tags/tag594.xml><?xml version="1.0" encoding="utf-8"?>
<p:tagLst xmlns:p="http://schemas.openxmlformats.org/presentationml/2006/main">
  <p:tag name="KSO_WM_BEAUTIFY_FLAG" val="#wm#"/>
  <p:tag name="KSO_WM_TEMPLATE_CATEGORY" val="diagram"/>
  <p:tag name="KSO_WM_TEMPLATE_INDEX" val="20202924"/>
  <p:tag name="KSO_WM_SLIDE_ID" val="diagram20202924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27*539"/>
  <p:tag name="KSO_WM_SLIDE_POSITION" val="0*0"/>
  <p:tag name="KSO_WM_TAG_VERSION" val="1.0"/>
  <p:tag name="KSO_WM_SLIDE_LAYOUT" val="a_f"/>
  <p:tag name="KSO_WM_SLIDE_LAYOUT_CNT" val="1_1"/>
  <p:tag name="KSO_WM_SLIDE_BK_DARK_LIGHT" val="2"/>
  <p:tag name="KSO_WM_SLIDE_BACKGROUND_TYPE" val="general"/>
</p:tagLst>
</file>

<file path=ppt/tags/tag595.xml><?xml version="1.0" encoding="utf-8"?>
<p:tagLst xmlns:p="http://schemas.openxmlformats.org/presentationml/2006/main">
  <p:tag name="KSO_WM_UNIT_TYPE" val="i"/>
  <p:tag name="KSO_WM_UNIT_SUBTYPE" val="h"/>
  <p:tag name="KSO_WM_SLIDE_BACKGROUND_TYPE" val="leftRight"/>
  <p:tag name="KSO_WM_SLIDE_BK_DARK_LIGHT" val="2"/>
  <p:tag name="KSO_WM_UNIT_BK_DARK_LIGHT" val="2"/>
  <p:tag name="KSO_WM_UNIT_HIGHLIGHT" val="0"/>
  <p:tag name="KSO_WM_UNIT_COMPATIBLE" val="0"/>
  <p:tag name="KSO_WM_UNIT_DIAGRAM_ISNUMVISUAL" val="0"/>
  <p:tag name="KSO_WM_UNIT_DIAGRAM_ISREFERUNIT" val="0"/>
  <p:tag name="KSO_WM_UNIT_INDEX" val="0"/>
  <p:tag name="KSO_WM_UNIT_ID" val="_14*i*0"/>
  <p:tag name="KSO_WM_UNIT_LAYERLEVEL" val="1"/>
  <p:tag name="KSO_WM_TAG_VERSION" val="1.0"/>
  <p:tag name="KSO_WM_BEAUTIFY_FLAG" val="#wm#"/>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59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5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5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5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6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6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6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603.xml><?xml version="1.0" encoding="utf-8"?>
<p:tagLst xmlns:p="http://schemas.openxmlformats.org/presentationml/2006/main">
  <p:tag name="KSO_WM_UNIT_PRESET_TEXT" val="点击输入正文"/>
  <p:tag name="KSO_WM_UNIT_NOCLEAR" val="0"/>
  <p:tag name="KSO_WM_UNIT_SHOW_EDIT_AREA_INDICATION" val="1"/>
  <p:tag name="KSO_WM_UNIT_VALUE" val="288"/>
  <p:tag name="KSO_WM_UNIT_HIGHLIGHT" val="0"/>
  <p:tag name="KSO_WM_UNIT_COMPATIBLE" val="0"/>
  <p:tag name="KSO_WM_UNIT_DIAGRAM_ISNUMVISUAL" val="0"/>
  <p:tag name="KSO_WM_UNIT_DIAGRAM_ISREFERUNIT" val="0"/>
  <p:tag name="KSO_WM_UNIT_TYPE" val="f"/>
  <p:tag name="KSO_WM_UNIT_INDEX" val="1"/>
  <p:tag name="KSO_WM_UNIT_ID" val="diagram20200871_1*f*1"/>
  <p:tag name="KSO_WM_TEMPLATE_CATEGORY" val="diagram"/>
  <p:tag name="KSO_WM_TEMPLATE_INDEX" val="20200871"/>
  <p:tag name="KSO_WM_UNIT_LAYERLEVEL" val="1"/>
  <p:tag name="KSO_WM_TAG_VERSION" val="1.0"/>
  <p:tag name="KSO_WM_BEAUTIFY_FLAG" val="#wm#"/>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604.xml><?xml version="1.0" encoding="utf-8"?>
<p:tagLst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7:01:59&quot;,&#10;    &quot;max&quot;: 0,&#10;    &quot;parentMax&quot;: {&#10;        &quot;max&quot;: 1.8399999999999963&#10;    },&#10;    &quot;topChanged&quot;: 0&#10;}&#10;"/>
  <p:tag name="KSO_WM_UNIT_TEXT_FILL_FORE_SCHEMECOLOR_INDEX_BRIGHTNESS" val="0.25"/>
  <p:tag name="KSO_WM_UNIT_TEXT_FILL_FORE_SCHEMECOLOR_INDEX" val="13"/>
  <p:tag name="KSO_WM_UNIT_TEXT_FILL_TYPE" val="1"/>
</p:tagLst>
</file>

<file path=ppt/tags/tag605.xml><?xml version="1.0" encoding="utf-8"?>
<p:tagLst xmlns:p="http://schemas.openxmlformats.org/presentationml/2006/main">
  <p:tag name="KSO_WM_BEAUTIFY_FLAG" val="#wm#"/>
  <p:tag name="KSO_WM_TEMPLATE_CATEGORY" val="diagram"/>
  <p:tag name="KSO_WM_TEMPLATE_INDEX" val="20200871"/>
  <p:tag name="KSO_WM_SLIDE_ID" val="diagram2020087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5*445"/>
  <p:tag name="KSO_WM_SLIDE_POSITION" val="47*47"/>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4-21T19:25:42&quot;,&#10;    &quot;maxSize&quot;: {&#10;        &quot;size1&quot;: 69&#10;    },&#10;    &quot;minSize&quot;: {&#10;        &quot;size1&quot;: 30.300000000000001&#10;    },&#10;    &quot;normalSize&quot;: {&#10;        &quot;size1&quot;: 39.768749999999997&#10;    },&#10;    &quot;subLayout&quot;: [&#10;        {&#10;            &quot;horizontalAlign&quot;: 0,&#10;            &quot;id&quot;: &quot;2020-04-21T19:25:42&quot;,&#10;            &quot;margin&quot;: {&#10;                &quot;bottom&quot;: 1.690000057220459,&#10;                &quot;left&quot;: 1.690000057220459,&#10;                &quot;right&quot;: 1.2439998388290405,&#10;                &quot;top&quot;: 1.690000057220459&#10;            },&#10;            &quot;type&quot;: 0,&#10;            &quot;verticalAlign&quot;: 1&#10;        },&#10;        {&#10;            &quot;backgroundInfo&quot;: [&#10;                {&#10;                    &quot;bottom&quot;: 0,&#10;                    &quot;bottomAbs&quot;: false,&#10;                    &quot;left&quot;: 0.27497080000000002,&#10;                    &quot;leftAbs&quot;: false,&#10;                    &quot;right&quot;: 0,&#10;                    &quot;rightAbs&quot;: false,&#10;                    &quot;top&quot;: 0,&#10;                    &quot;topAbs&quot;: false,&#10;                    &quot;type&quot;: &quot;leftRight&quot;&#10;                }&#10;            ],&#10;            &quot;horizontalAlign&quot;: 0,&#10;            &quot;id&quot;: &quot;2020-04-21T19:25:42&quot;,&#10;            &quot;margin&quot;: {&#10;                &quot;bottom&quot;: 1.690000057220459,&#10;                &quot;left&quot;: 0.026000002399086952,&#10;                &quot;right&quot;: 1.690000057220459,&#10;                &quot;top&quot;: 1.690000057220459&#10;            },&#10;            &quot;marginOverLayout&quot;: {&#10;                &quot;bottom&quot;: 1.690000057220459,&#10;                &quot;left&quot;: 0.026000002399086952,&#10;                &quot;right&quot;: 1.690000057220459,&#10;                &quot;top&quot;: 1.690000057220459&#10;            },&#10;            &quot;type&quot;: 0,&#10;            &quot;verticalAlign&quot;: 1&#10;        }&#10;    ],&#10;    &quot;type&quot;: 0&#10;}&#10;"/>
  <p:tag name="KSO_WM_SLIDE_CAN_ADD_NAVIGATION" val="1"/>
  <p:tag name="KSO_WM_SLIDE_BACKGROUND" val="[&quot;general&quot;,&quot;frame&quot;,&quot;leftRight&quot;]"/>
  <p:tag name="KSO_WM_SLIDE_RATIO" val="1.777778"/>
  <p:tag name="KSO_WM_SLIDE_BK_DARK_LIGHT" val="2"/>
  <p:tag name="KSO_WM_SLIDE_BACKGROUND_TYPE" val="leftRight"/>
</p:tagLst>
</file>

<file path=ppt/tags/tag606.xml><?xml version="1.0" encoding="utf-8"?>
<p:tagLst xmlns:p="http://schemas.openxmlformats.org/presentationml/2006/main">
  <p:tag name="KSO_WM_UNIT_TYPE" val="i"/>
  <p:tag name="KSO_WM_UNIT_SUBTYPE" val="h"/>
  <p:tag name="KSO_WM_SLIDE_BACKGROUND_TYPE" val="leftRight"/>
  <p:tag name="KSO_WM_SLIDE_BK_DARK_LIGHT" val="2"/>
  <p:tag name="KSO_WM_UNIT_BK_DARK_LIGHT" val="2"/>
  <p:tag name="KSO_WM_UNIT_HIGHLIGHT" val="0"/>
  <p:tag name="KSO_WM_UNIT_COMPATIBLE" val="0"/>
  <p:tag name="KSO_WM_UNIT_DIAGRAM_ISNUMVISUAL" val="0"/>
  <p:tag name="KSO_WM_UNIT_DIAGRAM_ISREFERUNIT" val="0"/>
  <p:tag name="KSO_WM_UNIT_INDEX" val="0"/>
  <p:tag name="KSO_WM_UNIT_ID" val="_14*i*0"/>
  <p:tag name="KSO_WM_UNIT_LAYERLEVEL" val="1"/>
  <p:tag name="KSO_WM_TAG_VERSION" val="1.0"/>
  <p:tag name="KSO_WM_BEAUTIFY_FLAG" val="#wm#"/>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60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6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6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6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6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6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6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614.xml><?xml version="1.0" encoding="utf-8"?>
<p:tagLst xmlns:p="http://schemas.openxmlformats.org/presentationml/2006/main">
  <p:tag name="KSO_WM_UNIT_PRESET_TEXT" val="点击输入正文"/>
  <p:tag name="KSO_WM_UNIT_NOCLEAR" val="0"/>
  <p:tag name="KSO_WM_UNIT_SHOW_EDIT_AREA_INDICATION" val="1"/>
  <p:tag name="KSO_WM_UNIT_VALUE" val="288"/>
  <p:tag name="KSO_WM_UNIT_HIGHLIGHT" val="0"/>
  <p:tag name="KSO_WM_UNIT_COMPATIBLE" val="0"/>
  <p:tag name="KSO_WM_UNIT_DIAGRAM_ISNUMVISUAL" val="0"/>
  <p:tag name="KSO_WM_UNIT_DIAGRAM_ISREFERUNIT" val="0"/>
  <p:tag name="KSO_WM_UNIT_TYPE" val="f"/>
  <p:tag name="KSO_WM_UNIT_INDEX" val="1"/>
  <p:tag name="KSO_WM_UNIT_ID" val="diagram20200871_1*f*1"/>
  <p:tag name="KSO_WM_TEMPLATE_CATEGORY" val="diagram"/>
  <p:tag name="KSO_WM_TEMPLATE_INDEX" val="20200871"/>
  <p:tag name="KSO_WM_UNIT_LAYERLEVEL" val="1"/>
  <p:tag name="KSO_WM_TAG_VERSION" val="1.0"/>
  <p:tag name="KSO_WM_BEAUTIFY_FLAG" val="#wm#"/>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615.xml><?xml version="1.0" encoding="utf-8"?>
<p:tagLst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7:01:59&quot;,&#10;    &quot;max&quot;: 0,&#10;    &quot;parentMax&quot;: {&#10;        &quot;max&quot;: 1.8399999999999963&#10;    },&#10;    &quot;topChanged&quot;: 0&#10;}&#10;"/>
  <p:tag name="KSO_WM_UNIT_TEXT_FILL_FORE_SCHEMECOLOR_INDEX_BRIGHTNESS" val="0.25"/>
  <p:tag name="KSO_WM_UNIT_TEXT_FILL_FORE_SCHEMECOLOR_INDEX" val="13"/>
  <p:tag name="KSO_WM_UNIT_TEXT_FILL_TYPE" val="1"/>
</p:tagLst>
</file>

<file path=ppt/tags/tag616.xml><?xml version="1.0" encoding="utf-8"?>
<p:tagLst xmlns:p="http://schemas.openxmlformats.org/presentationml/2006/main">
  <p:tag name="KSO_WM_BEAUTIFY_FLAG" val="#wm#"/>
  <p:tag name="KSO_WM_TEMPLATE_CATEGORY" val="diagram"/>
  <p:tag name="KSO_WM_TEMPLATE_INDEX" val="20200871"/>
  <p:tag name="KSO_WM_SLIDE_ID" val="diagram2020087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5*445"/>
  <p:tag name="KSO_WM_SLIDE_POSITION" val="47*47"/>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4-21T19:25:42&quot;,&#10;    &quot;maxSize&quot;: {&#10;        &quot;size1&quot;: 69&#10;    },&#10;    &quot;minSize&quot;: {&#10;        &quot;size1&quot;: 30.300000000000001&#10;    },&#10;    &quot;normalSize&quot;: {&#10;        &quot;size1&quot;: 39.768749999999997&#10;    },&#10;    &quot;subLayout&quot;: [&#10;        {&#10;            &quot;horizontalAlign&quot;: 0,&#10;            &quot;id&quot;: &quot;2020-04-21T19:25:42&quot;,&#10;            &quot;margin&quot;: {&#10;                &quot;bottom&quot;: 1.690000057220459,&#10;                &quot;left&quot;: 1.690000057220459,&#10;                &quot;right&quot;: 1.2439998388290405,&#10;                &quot;top&quot;: 1.690000057220459&#10;            },&#10;            &quot;type&quot;: 0,&#10;            &quot;verticalAlign&quot;: 1&#10;        },&#10;        {&#10;            &quot;backgroundInfo&quot;: [&#10;                {&#10;                    &quot;bottom&quot;: 0,&#10;                    &quot;bottomAbs&quot;: false,&#10;                    &quot;left&quot;: 0.27497080000000002,&#10;                    &quot;leftAbs&quot;: false,&#10;                    &quot;right&quot;: 0,&#10;                    &quot;rightAbs&quot;: false,&#10;                    &quot;top&quot;: 0,&#10;                    &quot;topAbs&quot;: false,&#10;                    &quot;type&quot;: &quot;leftRight&quot;&#10;                }&#10;            ],&#10;            &quot;horizontalAlign&quot;: 0,&#10;            &quot;id&quot;: &quot;2020-04-21T19:25:42&quot;,&#10;            &quot;margin&quot;: {&#10;                &quot;bottom&quot;: 1.690000057220459,&#10;                &quot;left&quot;: 0.026000002399086952,&#10;                &quot;right&quot;: 1.690000057220459,&#10;                &quot;top&quot;: 1.690000057220459&#10;            },&#10;            &quot;marginOverLayout&quot;: {&#10;                &quot;bottom&quot;: 1.690000057220459,&#10;                &quot;left&quot;: 0.026000002399086952,&#10;                &quot;right&quot;: 1.690000057220459,&#10;                &quot;top&quot;: 1.690000057220459&#10;            },&#10;            &quot;type&quot;: 0,&#10;            &quot;verticalAlign&quot;: 1&#10;        }&#10;    ],&#10;    &quot;type&quot;: 0&#10;}&#10;"/>
  <p:tag name="KSO_WM_SLIDE_CAN_ADD_NAVIGATION" val="1"/>
  <p:tag name="KSO_WM_SLIDE_BACKGROUND" val="[&quot;general&quot;,&quot;frame&quot;,&quot;leftRight&quot;]"/>
  <p:tag name="KSO_WM_SLIDE_RATIO" val="1.777778"/>
  <p:tag name="KSO_WM_SLIDE_BK_DARK_LIGHT" val="2"/>
  <p:tag name="KSO_WM_SLIDE_BACKGROUND_TYPE" val="leftRight"/>
</p:tagLst>
</file>

<file path=ppt/tags/tag6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8150_1*i*1"/>
  <p:tag name="KSO_WM_TEMPLATE_CATEGORY" val="diagram"/>
  <p:tag name="KSO_WM_TEMPLATE_INDEX" val="20198150"/>
  <p:tag name="KSO_WM_UNIT_LAYERLEVEL" val="1"/>
  <p:tag name="KSO_WM_TAG_VERSION" val="1.0"/>
  <p:tag name="KSO_WM_BEAUTIFY_FLAG" val="#wm#"/>
  <p:tag name="KSO_WM_UNIT_ADJUSTLAYOUT_ID" val="258"/>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diagram20198150_1*i*23"/>
  <p:tag name="KSO_WM_TEMPLATE_CATEGORY" val="diagram"/>
  <p:tag name="KSO_WM_TEMPLATE_INDEX" val="20198150"/>
  <p:tag name="KSO_WM_UNIT_LAYERLEVEL" val="1"/>
  <p:tag name="KSO_WM_TAG_VERSION" val="1.0"/>
  <p:tag name="KSO_WM_BEAUTIFY_FLAG" val="#wm#"/>
  <p:tag name="KSO_WM_UNIT_ADJUSTLAYOUT_ID" val="621"/>
</p:tagLst>
</file>

<file path=ppt/tags/tag6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5"/>
  <p:tag name="KSO_WM_UNIT_ID" val="diagram20198150_1*i*35"/>
  <p:tag name="KSO_WM_TEMPLATE_CATEGORY" val="diagram"/>
  <p:tag name="KSO_WM_TEMPLATE_INDEX" val="20198150"/>
  <p:tag name="KSO_WM_UNIT_LAYERLEVEL" val="1"/>
  <p:tag name="KSO_WM_TAG_VERSION" val="1.0"/>
  <p:tag name="KSO_WM_BEAUTIFY_FLAG" val="#wm#"/>
  <p:tag name="KSO_WM_UNIT_ADJUSTLAYOUT_ID" val="622"/>
</p:tagLst>
</file>

<file path=ppt/tags/tag6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7"/>
  <p:tag name="KSO_WM_UNIT_ID" val="diagram20198150_1*i*47"/>
  <p:tag name="KSO_WM_TEMPLATE_CATEGORY" val="diagram"/>
  <p:tag name="KSO_WM_TEMPLATE_INDEX" val="20198150"/>
  <p:tag name="KSO_WM_UNIT_LAYERLEVEL" val="1"/>
  <p:tag name="KSO_WM_TAG_VERSION" val="1.0"/>
  <p:tag name="KSO_WM_BEAUTIFY_FLAG" val="#wm#"/>
  <p:tag name="KSO_WM_UNIT_ADJUSTLAYOUT_ID" val="623"/>
</p:tagLst>
</file>

<file path=ppt/tags/tag6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9"/>
  <p:tag name="KSO_WM_UNIT_ID" val="diagram20198150_1*i*59"/>
  <p:tag name="KSO_WM_TEMPLATE_CATEGORY" val="diagram"/>
  <p:tag name="KSO_WM_TEMPLATE_INDEX" val="20198150"/>
  <p:tag name="KSO_WM_UNIT_LAYERLEVEL" val="1"/>
  <p:tag name="KSO_WM_TAG_VERSION" val="1.0"/>
  <p:tag name="KSO_WM_BEAUTIFY_FLAG" val="#wm#"/>
  <p:tag name="KSO_WM_UNIT_ADJUSTLAYOUT_ID" val="611"/>
</p:tagLst>
</file>

<file path=ppt/tags/tag6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1"/>
  <p:tag name="KSO_WM_UNIT_ID" val="diagram20198150_1*i*71"/>
  <p:tag name="KSO_WM_TEMPLATE_CATEGORY" val="diagram"/>
  <p:tag name="KSO_WM_TEMPLATE_INDEX" val="20198150"/>
  <p:tag name="KSO_WM_UNIT_LAYERLEVEL" val="1"/>
  <p:tag name="KSO_WM_TAG_VERSION" val="1.0"/>
  <p:tag name="KSO_WM_BEAUTIFY_FLAG" val="#wm#"/>
  <p:tag name="KSO_WM_UNIT_ADJUSTLAYOUT_ID" val="612"/>
</p:tagLst>
</file>

<file path=ppt/tags/tag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3"/>
  <p:tag name="KSO_WM_UNIT_ID" val="diagram20198150_1*i*83"/>
  <p:tag name="KSO_WM_TEMPLATE_CATEGORY" val="diagram"/>
  <p:tag name="KSO_WM_TEMPLATE_INDEX" val="20198150"/>
  <p:tag name="KSO_WM_UNIT_LAYERLEVEL" val="1"/>
  <p:tag name="KSO_WM_TAG_VERSION" val="1.0"/>
  <p:tag name="KSO_WM_BEAUTIFY_FLAG" val="#wm#"/>
  <p:tag name="KSO_WM_UNIT_ADJUSTLAYOUT_ID" val="613"/>
</p:tagLst>
</file>

<file path=ppt/tags/tag6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5"/>
  <p:tag name="KSO_WM_UNIT_ID" val="diagram20198150_1*i*95"/>
  <p:tag name="KSO_WM_TEMPLATE_CATEGORY" val="diagram"/>
  <p:tag name="KSO_WM_TEMPLATE_INDEX" val="20198150"/>
  <p:tag name="KSO_WM_UNIT_LAYERLEVEL" val="1"/>
  <p:tag name="KSO_WM_TAG_VERSION" val="1.0"/>
  <p:tag name="KSO_WM_BEAUTIFY_FLAG" val="#wm#"/>
  <p:tag name="KSO_WM_UNIT_ADJUSTLAYOUT_ID" val="614"/>
</p:tagLst>
</file>

<file path=ppt/tags/tag6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7"/>
  <p:tag name="KSO_WM_UNIT_ID" val="diagram20198150_1*i*107"/>
  <p:tag name="KSO_WM_TEMPLATE_CATEGORY" val="diagram"/>
  <p:tag name="KSO_WM_TEMPLATE_INDEX" val="20198150"/>
  <p:tag name="KSO_WM_UNIT_LAYERLEVEL" val="1"/>
  <p:tag name="KSO_WM_TAG_VERSION" val="1.0"/>
  <p:tag name="KSO_WM_BEAUTIFY_FLAG" val="#wm#"/>
  <p:tag name="KSO_WM_UNIT_ADJUSTLAYOUT_ID" val="615"/>
</p:tagLst>
</file>

<file path=ppt/tags/tag6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diagram20198150_1*i*21"/>
  <p:tag name="KSO_WM_TEMPLATE_CATEGORY" val="diagram"/>
  <p:tag name="KSO_WM_TEMPLATE_INDEX" val="20198150"/>
  <p:tag name="KSO_WM_UNIT_LAYERLEVEL" val="1"/>
  <p:tag name="KSO_WM_TAG_VERSION" val="1.0"/>
  <p:tag name="KSO_WM_BEAUTIFY_FLAG" val="#wm#"/>
  <p:tag name="KSO_WM_UNIT_ADJUSTLAYOUT_ID" val="616"/>
</p:tagLst>
</file>

<file path=ppt/tags/tag6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8150_1*i*13"/>
  <p:tag name="KSO_WM_TEMPLATE_CATEGORY" val="diagram"/>
  <p:tag name="KSO_WM_TEMPLATE_INDEX" val="20198150"/>
  <p:tag name="KSO_WM_UNIT_LAYERLEVEL" val="1"/>
  <p:tag name="KSO_WM_TAG_VERSION" val="1.0"/>
  <p:tag name="KSO_WM_BEAUTIFY_FLAG" val="#wm#"/>
  <p:tag name="KSO_WM_UNIT_ADJUSTLAYOUT_ID" val="617"/>
</p:tagLst>
</file>

<file path=ppt/tags/tag6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diagram20198150_1*i*14"/>
  <p:tag name="KSO_WM_TEMPLATE_CATEGORY" val="diagram"/>
  <p:tag name="KSO_WM_TEMPLATE_INDEX" val="20198150"/>
  <p:tag name="KSO_WM_UNIT_LAYERLEVEL" val="1"/>
  <p:tag name="KSO_WM_TAG_VERSION" val="1.0"/>
  <p:tag name="KSO_WM_BEAUTIFY_FLAG" val="#wm#"/>
  <p:tag name="KSO_WM_UNIT_ADJUSTLAYOUT_ID" val="618"/>
</p:tagLst>
</file>

<file path=ppt/tags/tag6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diagram20198150_1*i*15"/>
  <p:tag name="KSO_WM_TEMPLATE_CATEGORY" val="diagram"/>
  <p:tag name="KSO_WM_TEMPLATE_INDEX" val="20198150"/>
  <p:tag name="KSO_WM_UNIT_LAYERLEVEL" val="1"/>
  <p:tag name="KSO_WM_TAG_VERSION" val="1.0"/>
  <p:tag name="KSO_WM_BEAUTIFY_FLAG" val="#wm#"/>
  <p:tag name="KSO_WM_UNIT_ADJUSTLAYOUT_ID" val="619"/>
</p:tagLst>
</file>

<file path=ppt/tags/tag6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diagram20198150_1*i*16"/>
  <p:tag name="KSO_WM_TEMPLATE_CATEGORY" val="diagram"/>
  <p:tag name="KSO_WM_TEMPLATE_INDEX" val="20198150"/>
  <p:tag name="KSO_WM_UNIT_LAYERLEVEL" val="1"/>
  <p:tag name="KSO_WM_TAG_VERSION" val="1.0"/>
  <p:tag name="KSO_WM_BEAUTIFY_FLAG" val="#wm#"/>
  <p:tag name="KSO_WM_UNIT_ADJUSTLAYOUT_ID" val="620"/>
</p:tagLst>
</file>

<file path=ppt/tags/tag6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diagram20198150_1*i*17"/>
  <p:tag name="KSO_WM_TEMPLATE_CATEGORY" val="diagram"/>
  <p:tag name="KSO_WM_TEMPLATE_INDEX" val="20198150"/>
  <p:tag name="KSO_WM_UNIT_LAYERLEVEL" val="1"/>
  <p:tag name="KSO_WM_TAG_VERSION" val="1.0"/>
  <p:tag name="KSO_WM_BEAUTIFY_FLAG" val="#wm#"/>
  <p:tag name="KSO_WM_UNIT_ADJUSTLAYOUT_ID" val="601"/>
</p:tagLst>
</file>

<file path=ppt/tags/tag6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diagram20198150_1*i*18"/>
  <p:tag name="KSO_WM_TEMPLATE_CATEGORY" val="diagram"/>
  <p:tag name="KSO_WM_TEMPLATE_INDEX" val="20198150"/>
  <p:tag name="KSO_WM_UNIT_LAYERLEVEL" val="1"/>
  <p:tag name="KSO_WM_TAG_VERSION" val="1.0"/>
  <p:tag name="KSO_WM_BEAUTIFY_FLAG" val="#wm#"/>
  <p:tag name="KSO_WM_UNIT_ADJUSTLAYOUT_ID" val="602"/>
</p:tagLst>
</file>

<file path=ppt/tags/tag6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diagram20198150_1*i*19"/>
  <p:tag name="KSO_WM_TEMPLATE_CATEGORY" val="diagram"/>
  <p:tag name="KSO_WM_TEMPLATE_INDEX" val="20198150"/>
  <p:tag name="KSO_WM_UNIT_LAYERLEVEL" val="1"/>
  <p:tag name="KSO_WM_TAG_VERSION" val="1.0"/>
  <p:tag name="KSO_WM_BEAUTIFY_FLAG" val="#wm#"/>
  <p:tag name="KSO_WM_UNIT_ADJUSTLAYOUT_ID" val="603"/>
</p:tagLst>
</file>

<file path=ppt/tags/tag6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diagram20198150_1*i*20"/>
  <p:tag name="KSO_WM_TEMPLATE_CATEGORY" val="diagram"/>
  <p:tag name="KSO_WM_TEMPLATE_INDEX" val="20198150"/>
  <p:tag name="KSO_WM_UNIT_LAYERLEVEL" val="1"/>
  <p:tag name="KSO_WM_TAG_VERSION" val="1.0"/>
  <p:tag name="KSO_WM_BEAUTIFY_FLAG" val="#wm#"/>
  <p:tag name="KSO_WM_UNIT_ADJUSTLAYOUT_ID" val="604"/>
</p:tagLst>
</file>

<file path=ppt/tags/tag6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diagram20198150_1*i*22"/>
  <p:tag name="KSO_WM_TEMPLATE_CATEGORY" val="diagram"/>
  <p:tag name="KSO_WM_TEMPLATE_INDEX" val="20198150"/>
  <p:tag name="KSO_WM_UNIT_LAYERLEVEL" val="1"/>
  <p:tag name="KSO_WM_TAG_VERSION" val="1.0"/>
  <p:tag name="KSO_WM_BEAUTIFY_FLAG" val="#wm#"/>
  <p:tag name="KSO_WM_UNIT_ADJUSTLAYOUT_ID" val="605"/>
</p:tagLst>
</file>

<file path=ppt/tags/tag6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diagram20198150_1*i*24"/>
  <p:tag name="KSO_WM_TEMPLATE_CATEGORY" val="diagram"/>
  <p:tag name="KSO_WM_TEMPLATE_INDEX" val="20198150"/>
  <p:tag name="KSO_WM_UNIT_LAYERLEVEL" val="1"/>
  <p:tag name="KSO_WM_TAG_VERSION" val="1.0"/>
  <p:tag name="KSO_WM_BEAUTIFY_FLAG" val="#wm#"/>
  <p:tag name="KSO_WM_UNIT_ADJUSTLAYOUT_ID" val="606"/>
</p:tagLst>
</file>

<file path=ppt/tags/tag6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5"/>
  <p:tag name="KSO_WM_UNIT_ID" val="diagram20198150_1*i*25"/>
  <p:tag name="KSO_WM_TEMPLATE_CATEGORY" val="diagram"/>
  <p:tag name="KSO_WM_TEMPLATE_INDEX" val="20198150"/>
  <p:tag name="KSO_WM_UNIT_LAYERLEVEL" val="1"/>
  <p:tag name="KSO_WM_TAG_VERSION" val="1.0"/>
  <p:tag name="KSO_WM_BEAUTIFY_FLAG" val="#wm#"/>
  <p:tag name="KSO_WM_UNIT_ADJUSTLAYOUT_ID" val="607"/>
</p:tagLst>
</file>

<file path=ppt/tags/tag6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6"/>
  <p:tag name="KSO_WM_UNIT_ID" val="diagram20198150_1*i*26"/>
  <p:tag name="KSO_WM_TEMPLATE_CATEGORY" val="diagram"/>
  <p:tag name="KSO_WM_TEMPLATE_INDEX" val="20198150"/>
  <p:tag name="KSO_WM_UNIT_LAYERLEVEL" val="1"/>
  <p:tag name="KSO_WM_TAG_VERSION" val="1.0"/>
  <p:tag name="KSO_WM_BEAUTIFY_FLAG" val="#wm#"/>
  <p:tag name="KSO_WM_UNIT_ADJUSTLAYOUT_ID" val="608"/>
</p:tagLst>
</file>

<file path=ppt/tags/tag6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diagram20198150_1*i*27"/>
  <p:tag name="KSO_WM_TEMPLATE_CATEGORY" val="diagram"/>
  <p:tag name="KSO_WM_TEMPLATE_INDEX" val="20198150"/>
  <p:tag name="KSO_WM_UNIT_LAYERLEVEL" val="1"/>
  <p:tag name="KSO_WM_TAG_VERSION" val="1.0"/>
  <p:tag name="KSO_WM_BEAUTIFY_FLAG" val="#wm#"/>
  <p:tag name="KSO_WM_UNIT_ADJUSTLAYOUT_ID" val="609"/>
</p:tagLst>
</file>

<file path=ppt/tags/tag6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diagram20198150_1*i*28"/>
  <p:tag name="KSO_WM_TEMPLATE_CATEGORY" val="diagram"/>
  <p:tag name="KSO_WM_TEMPLATE_INDEX" val="20198150"/>
  <p:tag name="KSO_WM_UNIT_LAYERLEVEL" val="1"/>
  <p:tag name="KSO_WM_TAG_VERSION" val="1.0"/>
  <p:tag name="KSO_WM_BEAUTIFY_FLAG" val="#wm#"/>
  <p:tag name="KSO_WM_UNIT_ADJUSTLAYOUT_ID" val="610"/>
</p:tagLst>
</file>

<file path=ppt/tags/tag6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9"/>
  <p:tag name="KSO_WM_UNIT_ID" val="diagram20198150_1*i*29"/>
  <p:tag name="KSO_WM_TEMPLATE_CATEGORY" val="diagram"/>
  <p:tag name="KSO_WM_TEMPLATE_INDEX" val="20198150"/>
  <p:tag name="KSO_WM_UNIT_LAYERLEVEL" val="1"/>
  <p:tag name="KSO_WM_TAG_VERSION" val="1.0"/>
  <p:tag name="KSO_WM_BEAUTIFY_FLAG" val="#wm#"/>
  <p:tag name="KSO_WM_UNIT_ADJUSTLAYOUT_ID" val="591"/>
</p:tagLst>
</file>

<file path=ppt/tags/tag6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0"/>
  <p:tag name="KSO_WM_UNIT_ID" val="diagram20198150_1*i*30"/>
  <p:tag name="KSO_WM_TEMPLATE_CATEGORY" val="diagram"/>
  <p:tag name="KSO_WM_TEMPLATE_INDEX" val="20198150"/>
  <p:tag name="KSO_WM_UNIT_LAYERLEVEL" val="1"/>
  <p:tag name="KSO_WM_TAG_VERSION" val="1.0"/>
  <p:tag name="KSO_WM_BEAUTIFY_FLAG" val="#wm#"/>
  <p:tag name="KSO_WM_UNIT_ADJUSTLAYOUT_ID" val="592"/>
</p:tagLst>
</file>

<file path=ppt/tags/tag6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1"/>
  <p:tag name="KSO_WM_UNIT_ID" val="diagram20198150_1*i*31"/>
  <p:tag name="KSO_WM_TEMPLATE_CATEGORY" val="diagram"/>
  <p:tag name="KSO_WM_TEMPLATE_INDEX" val="20198150"/>
  <p:tag name="KSO_WM_UNIT_LAYERLEVEL" val="1"/>
  <p:tag name="KSO_WM_TAG_VERSION" val="1.0"/>
  <p:tag name="KSO_WM_BEAUTIFY_FLAG" val="#wm#"/>
  <p:tag name="KSO_WM_UNIT_ADJUSTLAYOUT_ID" val="593"/>
</p:tagLst>
</file>

<file path=ppt/tags/tag6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3"/>
  <p:tag name="KSO_WM_UNIT_ID" val="diagram20198150_1*i*33"/>
  <p:tag name="KSO_WM_TEMPLATE_CATEGORY" val="diagram"/>
  <p:tag name="KSO_WM_TEMPLATE_INDEX" val="20198150"/>
  <p:tag name="KSO_WM_UNIT_LAYERLEVEL" val="1"/>
  <p:tag name="KSO_WM_TAG_VERSION" val="1.0"/>
  <p:tag name="KSO_WM_BEAUTIFY_FLAG" val="#wm#"/>
  <p:tag name="KSO_WM_UNIT_ADJUSTLAYOUT_ID" val="594"/>
</p:tagLst>
</file>

<file path=ppt/tags/tag6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4"/>
  <p:tag name="KSO_WM_UNIT_ID" val="diagram20198150_1*i*34"/>
  <p:tag name="KSO_WM_TEMPLATE_CATEGORY" val="diagram"/>
  <p:tag name="KSO_WM_TEMPLATE_INDEX" val="20198150"/>
  <p:tag name="KSO_WM_UNIT_LAYERLEVEL" val="1"/>
  <p:tag name="KSO_WM_TAG_VERSION" val="1.0"/>
  <p:tag name="KSO_WM_BEAUTIFY_FLAG" val="#wm#"/>
  <p:tag name="KSO_WM_UNIT_ADJUSTLAYOUT_ID" val="595"/>
</p:tagLst>
</file>

<file path=ppt/tags/tag6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6"/>
  <p:tag name="KSO_WM_UNIT_ID" val="diagram20198150_1*i*36"/>
  <p:tag name="KSO_WM_TEMPLATE_CATEGORY" val="diagram"/>
  <p:tag name="KSO_WM_TEMPLATE_INDEX" val="20198150"/>
  <p:tag name="KSO_WM_UNIT_LAYERLEVEL" val="1"/>
  <p:tag name="KSO_WM_TAG_VERSION" val="1.0"/>
  <p:tag name="KSO_WM_BEAUTIFY_FLAG" val="#wm#"/>
  <p:tag name="KSO_WM_UNIT_ADJUSTLAYOUT_ID" val="596"/>
</p:tagLst>
</file>

<file path=ppt/tags/tag6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7"/>
  <p:tag name="KSO_WM_UNIT_ID" val="diagram20198150_1*i*37"/>
  <p:tag name="KSO_WM_TEMPLATE_CATEGORY" val="diagram"/>
  <p:tag name="KSO_WM_TEMPLATE_INDEX" val="20198150"/>
  <p:tag name="KSO_WM_UNIT_LAYERLEVEL" val="1"/>
  <p:tag name="KSO_WM_TAG_VERSION" val="1.0"/>
  <p:tag name="KSO_WM_BEAUTIFY_FLAG" val="#wm#"/>
  <p:tag name="KSO_WM_UNIT_ADJUSTLAYOUT_ID" val="597"/>
</p:tagLst>
</file>

<file path=ppt/tags/tag6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8"/>
  <p:tag name="KSO_WM_UNIT_ID" val="diagram20198150_1*i*38"/>
  <p:tag name="KSO_WM_TEMPLATE_CATEGORY" val="diagram"/>
  <p:tag name="KSO_WM_TEMPLATE_INDEX" val="20198150"/>
  <p:tag name="KSO_WM_UNIT_LAYERLEVEL" val="1"/>
  <p:tag name="KSO_WM_TAG_VERSION" val="1.0"/>
  <p:tag name="KSO_WM_BEAUTIFY_FLAG" val="#wm#"/>
  <p:tag name="KSO_WM_UNIT_ADJUSTLAYOUT_ID" val="598"/>
</p:tagLst>
</file>

<file path=ppt/tags/tag6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9"/>
  <p:tag name="KSO_WM_UNIT_ID" val="diagram20198150_1*i*39"/>
  <p:tag name="KSO_WM_TEMPLATE_CATEGORY" val="diagram"/>
  <p:tag name="KSO_WM_TEMPLATE_INDEX" val="20198150"/>
  <p:tag name="KSO_WM_UNIT_LAYERLEVEL" val="1"/>
  <p:tag name="KSO_WM_TAG_VERSION" val="1.0"/>
  <p:tag name="KSO_WM_BEAUTIFY_FLAG" val="#wm#"/>
  <p:tag name="KSO_WM_UNIT_ADJUSTLAYOUT_ID" val="599"/>
</p:tagLst>
</file>

<file path=ppt/tags/tag6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0"/>
  <p:tag name="KSO_WM_UNIT_ID" val="diagram20198150_1*i*40"/>
  <p:tag name="KSO_WM_TEMPLATE_CATEGORY" val="diagram"/>
  <p:tag name="KSO_WM_TEMPLATE_INDEX" val="20198150"/>
  <p:tag name="KSO_WM_UNIT_LAYERLEVEL" val="1"/>
  <p:tag name="KSO_WM_TAG_VERSION" val="1.0"/>
  <p:tag name="KSO_WM_BEAUTIFY_FLAG" val="#wm#"/>
  <p:tag name="KSO_WM_UNIT_ADJUSTLAYOUT_ID" val="600"/>
</p:tagLst>
</file>

<file path=ppt/tags/tag6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1"/>
  <p:tag name="KSO_WM_UNIT_ID" val="diagram20198150_1*i*41"/>
  <p:tag name="KSO_WM_TEMPLATE_CATEGORY" val="diagram"/>
  <p:tag name="KSO_WM_TEMPLATE_INDEX" val="20198150"/>
  <p:tag name="KSO_WM_UNIT_LAYERLEVEL" val="1"/>
  <p:tag name="KSO_WM_TAG_VERSION" val="1.0"/>
  <p:tag name="KSO_WM_BEAUTIFY_FLAG" val="#wm#"/>
  <p:tag name="KSO_WM_UNIT_ADJUSTLAYOUT_ID" val="581"/>
</p:tagLst>
</file>

<file path=ppt/tags/tag6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2"/>
  <p:tag name="KSO_WM_UNIT_ID" val="diagram20198150_1*i*42"/>
  <p:tag name="KSO_WM_TEMPLATE_CATEGORY" val="diagram"/>
  <p:tag name="KSO_WM_TEMPLATE_INDEX" val="20198150"/>
  <p:tag name="KSO_WM_UNIT_LAYERLEVEL" val="1"/>
  <p:tag name="KSO_WM_TAG_VERSION" val="1.0"/>
  <p:tag name="KSO_WM_BEAUTIFY_FLAG" val="#wm#"/>
  <p:tag name="KSO_WM_UNIT_ADJUSTLAYOUT_ID" val="582"/>
</p:tagLst>
</file>

<file path=ppt/tags/tag6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4"/>
  <p:tag name="KSO_WM_UNIT_ID" val="diagram20198150_1*i*44"/>
  <p:tag name="KSO_WM_TEMPLATE_CATEGORY" val="diagram"/>
  <p:tag name="KSO_WM_TEMPLATE_INDEX" val="20198150"/>
  <p:tag name="KSO_WM_UNIT_LAYERLEVEL" val="1"/>
  <p:tag name="KSO_WM_TAG_VERSION" val="1.0"/>
  <p:tag name="KSO_WM_BEAUTIFY_FLAG" val="#wm#"/>
  <p:tag name="KSO_WM_UNIT_ADJUSTLAYOUT_ID" val="583"/>
</p:tagLst>
</file>

<file path=ppt/tags/tag6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5"/>
  <p:tag name="KSO_WM_UNIT_ID" val="diagram20198150_1*i*45"/>
  <p:tag name="KSO_WM_TEMPLATE_CATEGORY" val="diagram"/>
  <p:tag name="KSO_WM_TEMPLATE_INDEX" val="20198150"/>
  <p:tag name="KSO_WM_UNIT_LAYERLEVEL" val="1"/>
  <p:tag name="KSO_WM_TAG_VERSION" val="1.0"/>
  <p:tag name="KSO_WM_BEAUTIFY_FLAG" val="#wm#"/>
  <p:tag name="KSO_WM_UNIT_ADJUSTLAYOUT_ID" val="584"/>
</p:tagLst>
</file>

<file path=ppt/tags/tag6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6"/>
  <p:tag name="KSO_WM_UNIT_ID" val="diagram20198150_1*i*46"/>
  <p:tag name="KSO_WM_TEMPLATE_CATEGORY" val="diagram"/>
  <p:tag name="KSO_WM_TEMPLATE_INDEX" val="20198150"/>
  <p:tag name="KSO_WM_UNIT_LAYERLEVEL" val="1"/>
  <p:tag name="KSO_WM_TAG_VERSION" val="1.0"/>
  <p:tag name="KSO_WM_BEAUTIFY_FLAG" val="#wm#"/>
  <p:tag name="KSO_WM_UNIT_ADJUSTLAYOUT_ID" val="585"/>
</p:tagLst>
</file>

<file path=ppt/tags/tag6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8"/>
  <p:tag name="KSO_WM_UNIT_ID" val="diagram20198150_1*i*48"/>
  <p:tag name="KSO_WM_TEMPLATE_CATEGORY" val="diagram"/>
  <p:tag name="KSO_WM_TEMPLATE_INDEX" val="20198150"/>
  <p:tag name="KSO_WM_UNIT_LAYERLEVEL" val="1"/>
  <p:tag name="KSO_WM_TAG_VERSION" val="1.0"/>
  <p:tag name="KSO_WM_BEAUTIFY_FLAG" val="#wm#"/>
  <p:tag name="KSO_WM_UNIT_ADJUSTLAYOUT_ID" val="586"/>
</p:tagLst>
</file>

<file path=ppt/tags/tag6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9"/>
  <p:tag name="KSO_WM_UNIT_ID" val="diagram20198150_1*i*49"/>
  <p:tag name="KSO_WM_TEMPLATE_CATEGORY" val="diagram"/>
  <p:tag name="KSO_WM_TEMPLATE_INDEX" val="20198150"/>
  <p:tag name="KSO_WM_UNIT_LAYERLEVEL" val="1"/>
  <p:tag name="KSO_WM_TAG_VERSION" val="1.0"/>
  <p:tag name="KSO_WM_BEAUTIFY_FLAG" val="#wm#"/>
  <p:tag name="KSO_WM_UNIT_ADJUSTLAYOUT_ID" val="587"/>
</p:tagLst>
</file>

<file path=ppt/tags/tag6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0"/>
  <p:tag name="KSO_WM_UNIT_ID" val="diagram20198150_1*i*50"/>
  <p:tag name="KSO_WM_TEMPLATE_CATEGORY" val="diagram"/>
  <p:tag name="KSO_WM_TEMPLATE_INDEX" val="20198150"/>
  <p:tag name="KSO_WM_UNIT_LAYERLEVEL" val="1"/>
  <p:tag name="KSO_WM_TAG_VERSION" val="1.0"/>
  <p:tag name="KSO_WM_BEAUTIFY_FLAG" val="#wm#"/>
  <p:tag name="KSO_WM_UNIT_ADJUSTLAYOUT_ID" val="588"/>
</p:tagLst>
</file>

<file path=ppt/tags/tag6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1"/>
  <p:tag name="KSO_WM_UNIT_ID" val="diagram20198150_1*i*51"/>
  <p:tag name="KSO_WM_TEMPLATE_CATEGORY" val="diagram"/>
  <p:tag name="KSO_WM_TEMPLATE_INDEX" val="20198150"/>
  <p:tag name="KSO_WM_UNIT_LAYERLEVEL" val="1"/>
  <p:tag name="KSO_WM_TAG_VERSION" val="1.0"/>
  <p:tag name="KSO_WM_BEAUTIFY_FLAG" val="#wm#"/>
  <p:tag name="KSO_WM_UNIT_ADJUSTLAYOUT_ID" val="589"/>
</p:tagLst>
</file>

<file path=ppt/tags/tag6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2"/>
  <p:tag name="KSO_WM_UNIT_ID" val="diagram20198150_1*i*52"/>
  <p:tag name="KSO_WM_TEMPLATE_CATEGORY" val="diagram"/>
  <p:tag name="KSO_WM_TEMPLATE_INDEX" val="20198150"/>
  <p:tag name="KSO_WM_UNIT_LAYERLEVEL" val="1"/>
  <p:tag name="KSO_WM_TAG_VERSION" val="1.0"/>
  <p:tag name="KSO_WM_BEAUTIFY_FLAG" val="#wm#"/>
  <p:tag name="KSO_WM_UNIT_ADJUSTLAYOUT_ID" val="590"/>
</p:tagLst>
</file>

<file path=ppt/tags/tag6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3"/>
  <p:tag name="KSO_WM_UNIT_ID" val="diagram20198150_1*i*53"/>
  <p:tag name="KSO_WM_TEMPLATE_CATEGORY" val="diagram"/>
  <p:tag name="KSO_WM_TEMPLATE_INDEX" val="20198150"/>
  <p:tag name="KSO_WM_UNIT_LAYERLEVEL" val="1"/>
  <p:tag name="KSO_WM_TAG_VERSION" val="1.0"/>
  <p:tag name="KSO_WM_BEAUTIFY_FLAG" val="#wm#"/>
  <p:tag name="KSO_WM_UNIT_ADJUSTLAYOUT_ID" val="571"/>
</p:tagLst>
</file>

<file path=ppt/tags/tag6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5"/>
  <p:tag name="KSO_WM_UNIT_ID" val="diagram20198150_1*i*55"/>
  <p:tag name="KSO_WM_TEMPLATE_CATEGORY" val="diagram"/>
  <p:tag name="KSO_WM_TEMPLATE_INDEX" val="20198150"/>
  <p:tag name="KSO_WM_UNIT_LAYERLEVEL" val="1"/>
  <p:tag name="KSO_WM_TAG_VERSION" val="1.0"/>
  <p:tag name="KSO_WM_BEAUTIFY_FLAG" val="#wm#"/>
  <p:tag name="KSO_WM_UNIT_ADJUSTLAYOUT_ID" val="572"/>
</p:tagLst>
</file>

<file path=ppt/tags/tag6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6"/>
  <p:tag name="KSO_WM_UNIT_ID" val="diagram20198150_1*i*56"/>
  <p:tag name="KSO_WM_TEMPLATE_CATEGORY" val="diagram"/>
  <p:tag name="KSO_WM_TEMPLATE_INDEX" val="20198150"/>
  <p:tag name="KSO_WM_UNIT_LAYERLEVEL" val="1"/>
  <p:tag name="KSO_WM_TAG_VERSION" val="1.0"/>
  <p:tag name="KSO_WM_BEAUTIFY_FLAG" val="#wm#"/>
  <p:tag name="KSO_WM_UNIT_ADJUSTLAYOUT_ID" val="573"/>
</p:tagLst>
</file>

<file path=ppt/tags/tag6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7"/>
  <p:tag name="KSO_WM_UNIT_ID" val="diagram20198150_1*i*57"/>
  <p:tag name="KSO_WM_TEMPLATE_CATEGORY" val="diagram"/>
  <p:tag name="KSO_WM_TEMPLATE_INDEX" val="20198150"/>
  <p:tag name="KSO_WM_UNIT_LAYERLEVEL" val="1"/>
  <p:tag name="KSO_WM_TAG_VERSION" val="1.0"/>
  <p:tag name="KSO_WM_BEAUTIFY_FLAG" val="#wm#"/>
  <p:tag name="KSO_WM_UNIT_ADJUSTLAYOUT_ID" val="574"/>
</p:tagLst>
</file>

<file path=ppt/tags/tag6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8"/>
  <p:tag name="KSO_WM_UNIT_ID" val="diagram20198150_1*i*58"/>
  <p:tag name="KSO_WM_TEMPLATE_CATEGORY" val="diagram"/>
  <p:tag name="KSO_WM_TEMPLATE_INDEX" val="20198150"/>
  <p:tag name="KSO_WM_UNIT_LAYERLEVEL" val="1"/>
  <p:tag name="KSO_WM_TAG_VERSION" val="1.0"/>
  <p:tag name="KSO_WM_BEAUTIFY_FLAG" val="#wm#"/>
  <p:tag name="KSO_WM_UNIT_ADJUSTLAYOUT_ID" val="575"/>
</p:tagLst>
</file>

<file path=ppt/tags/tag6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0"/>
  <p:tag name="KSO_WM_UNIT_ID" val="diagram20198150_1*i*60"/>
  <p:tag name="KSO_WM_TEMPLATE_CATEGORY" val="diagram"/>
  <p:tag name="KSO_WM_TEMPLATE_INDEX" val="20198150"/>
  <p:tag name="KSO_WM_UNIT_LAYERLEVEL" val="1"/>
  <p:tag name="KSO_WM_TAG_VERSION" val="1.0"/>
  <p:tag name="KSO_WM_BEAUTIFY_FLAG" val="#wm#"/>
  <p:tag name="KSO_WM_UNIT_ADJUSTLAYOUT_ID" val="576"/>
</p:tagLst>
</file>

<file path=ppt/tags/tag6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1"/>
  <p:tag name="KSO_WM_UNIT_ID" val="diagram20198150_1*i*61"/>
  <p:tag name="KSO_WM_TEMPLATE_CATEGORY" val="diagram"/>
  <p:tag name="KSO_WM_TEMPLATE_INDEX" val="20198150"/>
  <p:tag name="KSO_WM_UNIT_LAYERLEVEL" val="1"/>
  <p:tag name="KSO_WM_TAG_VERSION" val="1.0"/>
  <p:tag name="KSO_WM_BEAUTIFY_FLAG" val="#wm#"/>
  <p:tag name="KSO_WM_UNIT_ADJUSTLAYOUT_ID" val="577"/>
</p:tagLst>
</file>

<file path=ppt/tags/tag6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2"/>
  <p:tag name="KSO_WM_UNIT_ID" val="diagram20198150_1*i*62"/>
  <p:tag name="KSO_WM_TEMPLATE_CATEGORY" val="diagram"/>
  <p:tag name="KSO_WM_TEMPLATE_INDEX" val="20198150"/>
  <p:tag name="KSO_WM_UNIT_LAYERLEVEL" val="1"/>
  <p:tag name="KSO_WM_TAG_VERSION" val="1.0"/>
  <p:tag name="KSO_WM_BEAUTIFY_FLAG" val="#wm#"/>
  <p:tag name="KSO_WM_UNIT_ADJUSTLAYOUT_ID" val="578"/>
</p:tagLst>
</file>

<file path=ppt/tags/tag6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3"/>
  <p:tag name="KSO_WM_UNIT_ID" val="diagram20198150_1*i*63"/>
  <p:tag name="KSO_WM_TEMPLATE_CATEGORY" val="diagram"/>
  <p:tag name="KSO_WM_TEMPLATE_INDEX" val="20198150"/>
  <p:tag name="KSO_WM_UNIT_LAYERLEVEL" val="1"/>
  <p:tag name="KSO_WM_TAG_VERSION" val="1.0"/>
  <p:tag name="KSO_WM_BEAUTIFY_FLAG" val="#wm#"/>
  <p:tag name="KSO_WM_UNIT_ADJUSTLAYOUT_ID" val="579"/>
</p:tagLst>
</file>

<file path=ppt/tags/tag6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4"/>
  <p:tag name="KSO_WM_UNIT_ID" val="diagram20198150_1*i*64"/>
  <p:tag name="KSO_WM_TEMPLATE_CATEGORY" val="diagram"/>
  <p:tag name="KSO_WM_TEMPLATE_INDEX" val="20198150"/>
  <p:tag name="KSO_WM_UNIT_LAYERLEVEL" val="1"/>
  <p:tag name="KSO_WM_TAG_VERSION" val="1.0"/>
  <p:tag name="KSO_WM_BEAUTIFY_FLAG" val="#wm#"/>
  <p:tag name="KSO_WM_UNIT_ADJUSTLAYOUT_ID" val="580"/>
</p:tagLst>
</file>

<file path=ppt/tags/tag6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6"/>
  <p:tag name="KSO_WM_UNIT_ID" val="diagram20198150_1*i*66"/>
  <p:tag name="KSO_WM_TEMPLATE_CATEGORY" val="diagram"/>
  <p:tag name="KSO_WM_TEMPLATE_INDEX" val="20198150"/>
  <p:tag name="KSO_WM_UNIT_LAYERLEVEL" val="1"/>
  <p:tag name="KSO_WM_TAG_VERSION" val="1.0"/>
  <p:tag name="KSO_WM_BEAUTIFY_FLAG" val="#wm#"/>
  <p:tag name="KSO_WM_UNIT_ADJUSTLAYOUT_ID" val="561"/>
</p:tagLst>
</file>

<file path=ppt/tags/tag6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7"/>
  <p:tag name="KSO_WM_UNIT_ID" val="diagram20198150_1*i*67"/>
  <p:tag name="KSO_WM_TEMPLATE_CATEGORY" val="diagram"/>
  <p:tag name="KSO_WM_TEMPLATE_INDEX" val="20198150"/>
  <p:tag name="KSO_WM_UNIT_LAYERLEVEL" val="1"/>
  <p:tag name="KSO_WM_TAG_VERSION" val="1.0"/>
  <p:tag name="KSO_WM_BEAUTIFY_FLAG" val="#wm#"/>
  <p:tag name="KSO_WM_UNIT_ADJUSTLAYOUT_ID" val="562"/>
</p:tagLst>
</file>

<file path=ppt/tags/tag6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8"/>
  <p:tag name="KSO_WM_UNIT_ID" val="diagram20198150_1*i*68"/>
  <p:tag name="KSO_WM_TEMPLATE_CATEGORY" val="diagram"/>
  <p:tag name="KSO_WM_TEMPLATE_INDEX" val="20198150"/>
  <p:tag name="KSO_WM_UNIT_LAYERLEVEL" val="1"/>
  <p:tag name="KSO_WM_TAG_VERSION" val="1.0"/>
  <p:tag name="KSO_WM_BEAUTIFY_FLAG" val="#wm#"/>
  <p:tag name="KSO_WM_UNIT_ADJUSTLAYOUT_ID" val="563"/>
</p:tagLst>
</file>

<file path=ppt/tags/tag6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9"/>
  <p:tag name="KSO_WM_UNIT_ID" val="diagram20198150_1*i*69"/>
  <p:tag name="KSO_WM_TEMPLATE_CATEGORY" val="diagram"/>
  <p:tag name="KSO_WM_TEMPLATE_INDEX" val="20198150"/>
  <p:tag name="KSO_WM_UNIT_LAYERLEVEL" val="1"/>
  <p:tag name="KSO_WM_TAG_VERSION" val="1.0"/>
  <p:tag name="KSO_WM_BEAUTIFY_FLAG" val="#wm#"/>
  <p:tag name="KSO_WM_UNIT_ADJUSTLAYOUT_ID" val="564"/>
</p:tagLst>
</file>

<file path=ppt/tags/tag6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0"/>
  <p:tag name="KSO_WM_UNIT_ID" val="diagram20198150_1*i*70"/>
  <p:tag name="KSO_WM_TEMPLATE_CATEGORY" val="diagram"/>
  <p:tag name="KSO_WM_TEMPLATE_INDEX" val="20198150"/>
  <p:tag name="KSO_WM_UNIT_LAYERLEVEL" val="1"/>
  <p:tag name="KSO_WM_TAG_VERSION" val="1.0"/>
  <p:tag name="KSO_WM_BEAUTIFY_FLAG" val="#wm#"/>
  <p:tag name="KSO_WM_UNIT_ADJUSTLAYOUT_ID" val="565"/>
</p:tagLst>
</file>

<file path=ppt/tags/tag6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2"/>
  <p:tag name="KSO_WM_UNIT_ID" val="diagram20198150_1*i*72"/>
  <p:tag name="KSO_WM_TEMPLATE_CATEGORY" val="diagram"/>
  <p:tag name="KSO_WM_TEMPLATE_INDEX" val="20198150"/>
  <p:tag name="KSO_WM_UNIT_LAYERLEVEL" val="1"/>
  <p:tag name="KSO_WM_TAG_VERSION" val="1.0"/>
  <p:tag name="KSO_WM_BEAUTIFY_FLAG" val="#wm#"/>
  <p:tag name="KSO_WM_UNIT_ADJUSTLAYOUT_ID" val="566"/>
</p:tagLst>
</file>

<file path=ppt/tags/tag6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3"/>
  <p:tag name="KSO_WM_UNIT_ID" val="diagram20198150_1*i*73"/>
  <p:tag name="KSO_WM_TEMPLATE_CATEGORY" val="diagram"/>
  <p:tag name="KSO_WM_TEMPLATE_INDEX" val="20198150"/>
  <p:tag name="KSO_WM_UNIT_LAYERLEVEL" val="1"/>
  <p:tag name="KSO_WM_TAG_VERSION" val="1.0"/>
  <p:tag name="KSO_WM_BEAUTIFY_FLAG" val="#wm#"/>
  <p:tag name="KSO_WM_UNIT_ADJUSTLAYOUT_ID" val="567"/>
</p:tagLst>
</file>

<file path=ppt/tags/tag6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4"/>
  <p:tag name="KSO_WM_UNIT_ID" val="diagram20198150_1*i*74"/>
  <p:tag name="KSO_WM_TEMPLATE_CATEGORY" val="diagram"/>
  <p:tag name="KSO_WM_TEMPLATE_INDEX" val="20198150"/>
  <p:tag name="KSO_WM_UNIT_LAYERLEVEL" val="1"/>
  <p:tag name="KSO_WM_TAG_VERSION" val="1.0"/>
  <p:tag name="KSO_WM_BEAUTIFY_FLAG" val="#wm#"/>
  <p:tag name="KSO_WM_UNIT_ADJUSTLAYOUT_ID" val="568"/>
</p:tagLst>
</file>

<file path=ppt/tags/tag6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5"/>
  <p:tag name="KSO_WM_UNIT_ID" val="diagram20198150_1*i*75"/>
  <p:tag name="KSO_WM_TEMPLATE_CATEGORY" val="diagram"/>
  <p:tag name="KSO_WM_TEMPLATE_INDEX" val="20198150"/>
  <p:tag name="KSO_WM_UNIT_LAYERLEVEL" val="1"/>
  <p:tag name="KSO_WM_TAG_VERSION" val="1.0"/>
  <p:tag name="KSO_WM_BEAUTIFY_FLAG" val="#wm#"/>
  <p:tag name="KSO_WM_UNIT_ADJUSTLAYOUT_ID" val="569"/>
</p:tagLst>
</file>

<file path=ppt/tags/tag6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7"/>
  <p:tag name="KSO_WM_UNIT_ID" val="diagram20198150_1*i*77"/>
  <p:tag name="KSO_WM_TEMPLATE_CATEGORY" val="diagram"/>
  <p:tag name="KSO_WM_TEMPLATE_INDEX" val="20198150"/>
  <p:tag name="KSO_WM_UNIT_LAYERLEVEL" val="1"/>
  <p:tag name="KSO_WM_TAG_VERSION" val="1.0"/>
  <p:tag name="KSO_WM_BEAUTIFY_FLAG" val="#wm#"/>
  <p:tag name="KSO_WM_UNIT_ADJUSTLAYOUT_ID" val="570"/>
</p:tagLst>
</file>

<file path=ppt/tags/tag6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8"/>
  <p:tag name="KSO_WM_UNIT_ID" val="diagram20198150_1*i*78"/>
  <p:tag name="KSO_WM_TEMPLATE_CATEGORY" val="diagram"/>
  <p:tag name="KSO_WM_TEMPLATE_INDEX" val="20198150"/>
  <p:tag name="KSO_WM_UNIT_LAYERLEVEL" val="1"/>
  <p:tag name="KSO_WM_TAG_VERSION" val="1.0"/>
  <p:tag name="KSO_WM_BEAUTIFY_FLAG" val="#wm#"/>
  <p:tag name="KSO_WM_UNIT_ADJUSTLAYOUT_ID" val="551"/>
</p:tagLst>
</file>

<file path=ppt/tags/tag6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9"/>
  <p:tag name="KSO_WM_UNIT_ID" val="diagram20198150_1*i*79"/>
  <p:tag name="KSO_WM_TEMPLATE_CATEGORY" val="diagram"/>
  <p:tag name="KSO_WM_TEMPLATE_INDEX" val="20198150"/>
  <p:tag name="KSO_WM_UNIT_LAYERLEVEL" val="1"/>
  <p:tag name="KSO_WM_TAG_VERSION" val="1.0"/>
  <p:tag name="KSO_WM_BEAUTIFY_FLAG" val="#wm#"/>
  <p:tag name="KSO_WM_UNIT_ADJUSTLAYOUT_ID" val="552"/>
</p:tagLst>
</file>

<file path=ppt/tags/tag6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0"/>
  <p:tag name="KSO_WM_UNIT_ID" val="diagram20198150_1*i*80"/>
  <p:tag name="KSO_WM_TEMPLATE_CATEGORY" val="diagram"/>
  <p:tag name="KSO_WM_TEMPLATE_INDEX" val="20198150"/>
  <p:tag name="KSO_WM_UNIT_LAYERLEVEL" val="1"/>
  <p:tag name="KSO_WM_TAG_VERSION" val="1.0"/>
  <p:tag name="KSO_WM_BEAUTIFY_FLAG" val="#wm#"/>
  <p:tag name="KSO_WM_UNIT_ADJUSTLAYOUT_ID" val="553"/>
</p:tagLst>
</file>

<file path=ppt/tags/tag6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1"/>
  <p:tag name="KSO_WM_UNIT_ID" val="diagram20198150_1*i*81"/>
  <p:tag name="KSO_WM_TEMPLATE_CATEGORY" val="diagram"/>
  <p:tag name="KSO_WM_TEMPLATE_INDEX" val="20198150"/>
  <p:tag name="KSO_WM_UNIT_LAYERLEVEL" val="1"/>
  <p:tag name="KSO_WM_TAG_VERSION" val="1.0"/>
  <p:tag name="KSO_WM_BEAUTIFY_FLAG" val="#wm#"/>
  <p:tag name="KSO_WM_UNIT_ADJUSTLAYOUT_ID" val="554"/>
</p:tagLst>
</file>

<file path=ppt/tags/tag6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2"/>
  <p:tag name="KSO_WM_UNIT_ID" val="diagram20198150_1*i*82"/>
  <p:tag name="KSO_WM_TEMPLATE_CATEGORY" val="diagram"/>
  <p:tag name="KSO_WM_TEMPLATE_INDEX" val="20198150"/>
  <p:tag name="KSO_WM_UNIT_LAYERLEVEL" val="1"/>
  <p:tag name="KSO_WM_TAG_VERSION" val="1.0"/>
  <p:tag name="KSO_WM_BEAUTIFY_FLAG" val="#wm#"/>
  <p:tag name="KSO_WM_UNIT_ADJUSTLAYOUT_ID" val="555"/>
</p:tagLst>
</file>

<file path=ppt/tags/tag6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4"/>
  <p:tag name="KSO_WM_UNIT_ID" val="diagram20198150_1*i*84"/>
  <p:tag name="KSO_WM_TEMPLATE_CATEGORY" val="diagram"/>
  <p:tag name="KSO_WM_TEMPLATE_INDEX" val="20198150"/>
  <p:tag name="KSO_WM_UNIT_LAYERLEVEL" val="1"/>
  <p:tag name="KSO_WM_TAG_VERSION" val="1.0"/>
  <p:tag name="KSO_WM_BEAUTIFY_FLAG" val="#wm#"/>
  <p:tag name="KSO_WM_UNIT_ADJUSTLAYOUT_ID" val="556"/>
</p:tagLst>
</file>

<file path=ppt/tags/tag6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5"/>
  <p:tag name="KSO_WM_UNIT_ID" val="diagram20198150_1*i*85"/>
  <p:tag name="KSO_WM_TEMPLATE_CATEGORY" val="diagram"/>
  <p:tag name="KSO_WM_TEMPLATE_INDEX" val="20198150"/>
  <p:tag name="KSO_WM_UNIT_LAYERLEVEL" val="1"/>
  <p:tag name="KSO_WM_TAG_VERSION" val="1.0"/>
  <p:tag name="KSO_WM_BEAUTIFY_FLAG" val="#wm#"/>
  <p:tag name="KSO_WM_UNIT_ADJUSTLAYOUT_ID" val="557"/>
</p:tagLst>
</file>

<file path=ppt/tags/tag6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6"/>
  <p:tag name="KSO_WM_UNIT_ID" val="diagram20198150_1*i*86"/>
  <p:tag name="KSO_WM_TEMPLATE_CATEGORY" val="diagram"/>
  <p:tag name="KSO_WM_TEMPLATE_INDEX" val="20198150"/>
  <p:tag name="KSO_WM_UNIT_LAYERLEVEL" val="1"/>
  <p:tag name="KSO_WM_TAG_VERSION" val="1.0"/>
  <p:tag name="KSO_WM_BEAUTIFY_FLAG" val="#wm#"/>
  <p:tag name="KSO_WM_UNIT_ADJUSTLAYOUT_ID" val="558"/>
</p:tagLst>
</file>

<file path=ppt/tags/tag6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8"/>
  <p:tag name="KSO_WM_UNIT_ID" val="diagram20198150_1*i*88"/>
  <p:tag name="KSO_WM_TEMPLATE_CATEGORY" val="diagram"/>
  <p:tag name="KSO_WM_TEMPLATE_INDEX" val="20198150"/>
  <p:tag name="KSO_WM_UNIT_LAYERLEVEL" val="1"/>
  <p:tag name="KSO_WM_TAG_VERSION" val="1.0"/>
  <p:tag name="KSO_WM_BEAUTIFY_FLAG" val="#wm#"/>
  <p:tag name="KSO_WM_UNIT_ADJUSTLAYOUT_ID" val="559"/>
</p:tagLst>
</file>

<file path=ppt/tags/tag6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9"/>
  <p:tag name="KSO_WM_UNIT_ID" val="diagram20198150_1*i*89"/>
  <p:tag name="KSO_WM_TEMPLATE_CATEGORY" val="diagram"/>
  <p:tag name="KSO_WM_TEMPLATE_INDEX" val="20198150"/>
  <p:tag name="KSO_WM_UNIT_LAYERLEVEL" val="1"/>
  <p:tag name="KSO_WM_TAG_VERSION" val="1.0"/>
  <p:tag name="KSO_WM_BEAUTIFY_FLAG" val="#wm#"/>
  <p:tag name="KSO_WM_UNIT_ADJUSTLAYOUT_ID" val="560"/>
</p:tagLst>
</file>

<file path=ppt/tags/tag6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0"/>
  <p:tag name="KSO_WM_UNIT_ID" val="diagram20198150_1*i*90"/>
  <p:tag name="KSO_WM_TEMPLATE_CATEGORY" val="diagram"/>
  <p:tag name="KSO_WM_TEMPLATE_INDEX" val="20198150"/>
  <p:tag name="KSO_WM_UNIT_LAYERLEVEL" val="1"/>
  <p:tag name="KSO_WM_TAG_VERSION" val="1.0"/>
  <p:tag name="KSO_WM_BEAUTIFY_FLAG" val="#wm#"/>
  <p:tag name="KSO_WM_UNIT_ADJUSTLAYOUT_ID" val="541"/>
</p:tagLst>
</file>

<file path=ppt/tags/tag6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1"/>
  <p:tag name="KSO_WM_UNIT_ID" val="diagram20198150_1*i*91"/>
  <p:tag name="KSO_WM_TEMPLATE_CATEGORY" val="diagram"/>
  <p:tag name="KSO_WM_TEMPLATE_INDEX" val="20198150"/>
  <p:tag name="KSO_WM_UNIT_LAYERLEVEL" val="1"/>
  <p:tag name="KSO_WM_TAG_VERSION" val="1.0"/>
  <p:tag name="KSO_WM_BEAUTIFY_FLAG" val="#wm#"/>
  <p:tag name="KSO_WM_UNIT_ADJUSTLAYOUT_ID" val="542"/>
</p:tagLst>
</file>

<file path=ppt/tags/tag6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2"/>
  <p:tag name="KSO_WM_UNIT_ID" val="diagram20198150_1*i*92"/>
  <p:tag name="KSO_WM_TEMPLATE_CATEGORY" val="diagram"/>
  <p:tag name="KSO_WM_TEMPLATE_INDEX" val="20198150"/>
  <p:tag name="KSO_WM_UNIT_LAYERLEVEL" val="1"/>
  <p:tag name="KSO_WM_TAG_VERSION" val="1.0"/>
  <p:tag name="KSO_WM_BEAUTIFY_FLAG" val="#wm#"/>
  <p:tag name="KSO_WM_UNIT_ADJUSTLAYOUT_ID" val="543"/>
</p:tagLst>
</file>

<file path=ppt/tags/tag6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3"/>
  <p:tag name="KSO_WM_UNIT_ID" val="diagram20198150_1*i*93"/>
  <p:tag name="KSO_WM_TEMPLATE_CATEGORY" val="diagram"/>
  <p:tag name="KSO_WM_TEMPLATE_INDEX" val="20198150"/>
  <p:tag name="KSO_WM_UNIT_LAYERLEVEL" val="1"/>
  <p:tag name="KSO_WM_TAG_VERSION" val="1.0"/>
  <p:tag name="KSO_WM_BEAUTIFY_FLAG" val="#wm#"/>
  <p:tag name="KSO_WM_UNIT_ADJUSTLAYOUT_ID" val="544"/>
</p:tagLst>
</file>

<file path=ppt/tags/tag6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4"/>
  <p:tag name="KSO_WM_UNIT_ID" val="diagram20198150_1*i*94"/>
  <p:tag name="KSO_WM_TEMPLATE_CATEGORY" val="diagram"/>
  <p:tag name="KSO_WM_TEMPLATE_INDEX" val="20198150"/>
  <p:tag name="KSO_WM_UNIT_LAYERLEVEL" val="1"/>
  <p:tag name="KSO_WM_TAG_VERSION" val="1.0"/>
  <p:tag name="KSO_WM_BEAUTIFY_FLAG" val="#wm#"/>
  <p:tag name="KSO_WM_UNIT_ADJUSTLAYOUT_ID" val="545"/>
</p:tagLst>
</file>

<file path=ppt/tags/tag6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6"/>
  <p:tag name="KSO_WM_UNIT_ID" val="diagram20198150_1*i*96"/>
  <p:tag name="KSO_WM_TEMPLATE_CATEGORY" val="diagram"/>
  <p:tag name="KSO_WM_TEMPLATE_INDEX" val="20198150"/>
  <p:tag name="KSO_WM_UNIT_LAYERLEVEL" val="1"/>
  <p:tag name="KSO_WM_TAG_VERSION" val="1.0"/>
  <p:tag name="KSO_WM_BEAUTIFY_FLAG" val="#wm#"/>
  <p:tag name="KSO_WM_UNIT_ADJUSTLAYOUT_ID" val="546"/>
</p:tagLst>
</file>

<file path=ppt/tags/tag6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7"/>
  <p:tag name="KSO_WM_UNIT_ID" val="diagram20198150_1*i*97"/>
  <p:tag name="KSO_WM_TEMPLATE_CATEGORY" val="diagram"/>
  <p:tag name="KSO_WM_TEMPLATE_INDEX" val="20198150"/>
  <p:tag name="KSO_WM_UNIT_LAYERLEVEL" val="1"/>
  <p:tag name="KSO_WM_TAG_VERSION" val="1.0"/>
  <p:tag name="KSO_WM_BEAUTIFY_FLAG" val="#wm#"/>
  <p:tag name="KSO_WM_UNIT_ADJUSTLAYOUT_ID" val="547"/>
</p:tagLst>
</file>

<file path=ppt/tags/tag6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9"/>
  <p:tag name="KSO_WM_UNIT_ID" val="diagram20198150_1*i*99"/>
  <p:tag name="KSO_WM_TEMPLATE_CATEGORY" val="diagram"/>
  <p:tag name="KSO_WM_TEMPLATE_INDEX" val="20198150"/>
  <p:tag name="KSO_WM_UNIT_LAYERLEVEL" val="1"/>
  <p:tag name="KSO_WM_TAG_VERSION" val="1.0"/>
  <p:tag name="KSO_WM_BEAUTIFY_FLAG" val="#wm#"/>
  <p:tag name="KSO_WM_UNIT_ADJUSTLAYOUT_ID" val="548"/>
</p:tagLst>
</file>

<file path=ppt/tags/tag6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0"/>
  <p:tag name="KSO_WM_UNIT_ID" val="diagram20198150_1*i*100"/>
  <p:tag name="KSO_WM_TEMPLATE_CATEGORY" val="diagram"/>
  <p:tag name="KSO_WM_TEMPLATE_INDEX" val="20198150"/>
  <p:tag name="KSO_WM_UNIT_LAYERLEVEL" val="1"/>
  <p:tag name="KSO_WM_TAG_VERSION" val="1.0"/>
  <p:tag name="KSO_WM_BEAUTIFY_FLAG" val="#wm#"/>
  <p:tag name="KSO_WM_UNIT_ADJUSTLAYOUT_ID" val="549"/>
</p:tagLst>
</file>

<file path=ppt/tags/tag7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1"/>
  <p:tag name="KSO_WM_UNIT_ID" val="diagram20198150_1*i*101"/>
  <p:tag name="KSO_WM_TEMPLATE_CATEGORY" val="diagram"/>
  <p:tag name="KSO_WM_TEMPLATE_INDEX" val="20198150"/>
  <p:tag name="KSO_WM_UNIT_LAYERLEVEL" val="1"/>
  <p:tag name="KSO_WM_TAG_VERSION" val="1.0"/>
  <p:tag name="KSO_WM_BEAUTIFY_FLAG" val="#wm#"/>
  <p:tag name="KSO_WM_UNIT_ADJUSTLAYOUT_ID" val="550"/>
</p:tagLst>
</file>

<file path=ppt/tags/tag7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2"/>
  <p:tag name="KSO_WM_UNIT_ID" val="diagram20198150_1*i*102"/>
  <p:tag name="KSO_WM_TEMPLATE_CATEGORY" val="diagram"/>
  <p:tag name="KSO_WM_TEMPLATE_INDEX" val="20198150"/>
  <p:tag name="KSO_WM_UNIT_LAYERLEVEL" val="1"/>
  <p:tag name="KSO_WM_TAG_VERSION" val="1.0"/>
  <p:tag name="KSO_WM_BEAUTIFY_FLAG" val="#wm#"/>
  <p:tag name="KSO_WM_UNIT_ADJUSTLAYOUT_ID" val="531"/>
</p:tagLst>
</file>

<file path=ppt/tags/tag7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3"/>
  <p:tag name="KSO_WM_UNIT_ID" val="diagram20198150_1*i*103"/>
  <p:tag name="KSO_WM_TEMPLATE_CATEGORY" val="diagram"/>
  <p:tag name="KSO_WM_TEMPLATE_INDEX" val="20198150"/>
  <p:tag name="KSO_WM_UNIT_LAYERLEVEL" val="1"/>
  <p:tag name="KSO_WM_TAG_VERSION" val="1.0"/>
  <p:tag name="KSO_WM_BEAUTIFY_FLAG" val="#wm#"/>
  <p:tag name="KSO_WM_UNIT_ADJUSTLAYOUT_ID" val="532"/>
</p:tagLst>
</file>

<file path=ppt/tags/tag7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4"/>
  <p:tag name="KSO_WM_UNIT_ID" val="diagram20198150_1*i*104"/>
  <p:tag name="KSO_WM_TEMPLATE_CATEGORY" val="diagram"/>
  <p:tag name="KSO_WM_TEMPLATE_INDEX" val="20198150"/>
  <p:tag name="KSO_WM_UNIT_LAYERLEVEL" val="1"/>
  <p:tag name="KSO_WM_TAG_VERSION" val="1.0"/>
  <p:tag name="KSO_WM_BEAUTIFY_FLAG" val="#wm#"/>
  <p:tag name="KSO_WM_UNIT_ADJUSTLAYOUT_ID" val="533"/>
</p:tagLst>
</file>

<file path=ppt/tags/tag7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5"/>
  <p:tag name="KSO_WM_UNIT_ID" val="diagram20198150_1*i*105"/>
  <p:tag name="KSO_WM_TEMPLATE_CATEGORY" val="diagram"/>
  <p:tag name="KSO_WM_TEMPLATE_INDEX" val="20198150"/>
  <p:tag name="KSO_WM_UNIT_LAYERLEVEL" val="1"/>
  <p:tag name="KSO_WM_TAG_VERSION" val="1.0"/>
  <p:tag name="KSO_WM_BEAUTIFY_FLAG" val="#wm#"/>
  <p:tag name="KSO_WM_UNIT_ADJUSTLAYOUT_ID" val="534"/>
</p:tagLst>
</file>

<file path=ppt/tags/tag7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6"/>
  <p:tag name="KSO_WM_UNIT_ID" val="diagram20198150_1*i*106"/>
  <p:tag name="KSO_WM_TEMPLATE_CATEGORY" val="diagram"/>
  <p:tag name="KSO_WM_TEMPLATE_INDEX" val="20198150"/>
  <p:tag name="KSO_WM_UNIT_LAYERLEVEL" val="1"/>
  <p:tag name="KSO_WM_TAG_VERSION" val="1.0"/>
  <p:tag name="KSO_WM_BEAUTIFY_FLAG" val="#wm#"/>
  <p:tag name="KSO_WM_UNIT_ADJUSTLAYOUT_ID" val="535"/>
</p:tagLst>
</file>

<file path=ppt/tags/tag7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8"/>
  <p:tag name="KSO_WM_UNIT_ID" val="diagram20198150_1*i*108"/>
  <p:tag name="KSO_WM_TEMPLATE_CATEGORY" val="diagram"/>
  <p:tag name="KSO_WM_TEMPLATE_INDEX" val="20198150"/>
  <p:tag name="KSO_WM_UNIT_LAYERLEVEL" val="1"/>
  <p:tag name="KSO_WM_TAG_VERSION" val="1.0"/>
  <p:tag name="KSO_WM_BEAUTIFY_FLAG" val="#wm#"/>
  <p:tag name="KSO_WM_UNIT_ADJUSTLAYOUT_ID" val="536"/>
</p:tagLst>
</file>

<file path=ppt/tags/tag7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8150_1*i*3"/>
  <p:tag name="KSO_WM_TEMPLATE_CATEGORY" val="diagram"/>
  <p:tag name="KSO_WM_TEMPLATE_INDEX" val="20198150"/>
  <p:tag name="KSO_WM_UNIT_LAYERLEVEL" val="1"/>
  <p:tag name="KSO_WM_TAG_VERSION" val="1.0"/>
  <p:tag name="KSO_WM_BEAUTIFY_FLAG" val="#wm#"/>
  <p:tag name="KSO_WM_UNIT_ADJUSTLAYOUT_ID" val="537"/>
</p:tagLst>
</file>

<file path=ppt/tags/tag7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8150_1*i*4"/>
  <p:tag name="KSO_WM_TEMPLATE_CATEGORY" val="diagram"/>
  <p:tag name="KSO_WM_TEMPLATE_INDEX" val="20198150"/>
  <p:tag name="KSO_WM_UNIT_LAYERLEVEL" val="1"/>
  <p:tag name="KSO_WM_TAG_VERSION" val="1.0"/>
  <p:tag name="KSO_WM_BEAUTIFY_FLAG" val="#wm#"/>
  <p:tag name="KSO_WM_UNIT_ADJUSTLAYOUT_ID" val="538"/>
</p:tagLst>
</file>

<file path=ppt/tags/tag7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8150_1*i*5"/>
  <p:tag name="KSO_WM_TEMPLATE_CATEGORY" val="diagram"/>
  <p:tag name="KSO_WM_TEMPLATE_INDEX" val="20198150"/>
  <p:tag name="KSO_WM_UNIT_LAYERLEVEL" val="1"/>
  <p:tag name="KSO_WM_TAG_VERSION" val="1.0"/>
  <p:tag name="KSO_WM_BEAUTIFY_FLAG" val="#wm#"/>
  <p:tag name="KSO_WM_UNIT_ADJUSTLAYOUT_ID" val="539"/>
</p:tagLst>
</file>

<file path=ppt/tags/tag7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8150_1*i*6"/>
  <p:tag name="KSO_WM_TEMPLATE_CATEGORY" val="diagram"/>
  <p:tag name="KSO_WM_TEMPLATE_INDEX" val="20198150"/>
  <p:tag name="KSO_WM_UNIT_LAYERLEVEL" val="1"/>
  <p:tag name="KSO_WM_TAG_VERSION" val="1.0"/>
  <p:tag name="KSO_WM_BEAUTIFY_FLAG" val="#wm#"/>
  <p:tag name="KSO_WM_UNIT_ADJUSTLAYOUT_ID" val="540"/>
</p:tagLst>
</file>

<file path=ppt/tags/tag7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8150_1*i*7"/>
  <p:tag name="KSO_WM_TEMPLATE_CATEGORY" val="diagram"/>
  <p:tag name="KSO_WM_TEMPLATE_INDEX" val="20198150"/>
  <p:tag name="KSO_WM_UNIT_LAYERLEVEL" val="1"/>
  <p:tag name="KSO_WM_TAG_VERSION" val="1.0"/>
  <p:tag name="KSO_WM_BEAUTIFY_FLAG" val="#wm#"/>
  <p:tag name="KSO_WM_UNIT_ADJUSTLAYOUT_ID" val="521"/>
</p:tagLst>
</file>

<file path=ppt/tags/tag7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8150_1*i*8"/>
  <p:tag name="KSO_WM_TEMPLATE_CATEGORY" val="diagram"/>
  <p:tag name="KSO_WM_TEMPLATE_INDEX" val="20198150"/>
  <p:tag name="KSO_WM_UNIT_LAYERLEVEL" val="1"/>
  <p:tag name="KSO_WM_TAG_VERSION" val="1.0"/>
  <p:tag name="KSO_WM_BEAUTIFY_FLAG" val="#wm#"/>
  <p:tag name="KSO_WM_UNIT_ADJUSTLAYOUT_ID" val="522"/>
</p:tagLst>
</file>

<file path=ppt/tags/tag7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8150_1*i*9"/>
  <p:tag name="KSO_WM_TEMPLATE_CATEGORY" val="diagram"/>
  <p:tag name="KSO_WM_TEMPLATE_INDEX" val="20198150"/>
  <p:tag name="KSO_WM_UNIT_LAYERLEVEL" val="1"/>
  <p:tag name="KSO_WM_TAG_VERSION" val="1.0"/>
  <p:tag name="KSO_WM_BEAUTIFY_FLAG" val="#wm#"/>
  <p:tag name="KSO_WM_UNIT_ADJUSTLAYOUT_ID" val="523"/>
</p:tagLst>
</file>

<file path=ppt/tags/tag7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8150_1*i*10"/>
  <p:tag name="KSO_WM_TEMPLATE_CATEGORY" val="diagram"/>
  <p:tag name="KSO_WM_TEMPLATE_INDEX" val="20198150"/>
  <p:tag name="KSO_WM_UNIT_LAYERLEVEL" val="1"/>
  <p:tag name="KSO_WM_TAG_VERSION" val="1.0"/>
  <p:tag name="KSO_WM_BEAUTIFY_FLAG" val="#wm#"/>
  <p:tag name="KSO_WM_UNIT_ADJUSTLAYOUT_ID" val="524"/>
</p:tagLst>
</file>

<file path=ppt/tags/tag7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8150_1*i*11"/>
  <p:tag name="KSO_WM_TEMPLATE_CATEGORY" val="diagram"/>
  <p:tag name="KSO_WM_TEMPLATE_INDEX" val="20198150"/>
  <p:tag name="KSO_WM_UNIT_LAYERLEVEL" val="1"/>
  <p:tag name="KSO_WM_TAG_VERSION" val="1.0"/>
  <p:tag name="KSO_WM_BEAUTIFY_FLAG" val="#wm#"/>
  <p:tag name="KSO_WM_UNIT_ADJUSTLAYOUT_ID" val="525"/>
</p:tagLst>
</file>

<file path=ppt/tags/tag7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2"/>
  <p:tag name="KSO_WM_UNIT_ID" val="diagram20198150_1*i*32"/>
  <p:tag name="KSO_WM_TEMPLATE_CATEGORY" val="diagram"/>
  <p:tag name="KSO_WM_TEMPLATE_INDEX" val="20198150"/>
  <p:tag name="KSO_WM_UNIT_LAYERLEVEL" val="1"/>
  <p:tag name="KSO_WM_TAG_VERSION" val="1.0"/>
  <p:tag name="KSO_WM_BEAUTIFY_FLAG" val="#wm#"/>
  <p:tag name="KSO_WM_UNIT_ADJUSTLAYOUT_ID" val="526"/>
</p:tagLst>
</file>

<file path=ppt/tags/tag7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3"/>
  <p:tag name="KSO_WM_UNIT_ID" val="diagram20198150_1*i*43"/>
  <p:tag name="KSO_WM_TEMPLATE_CATEGORY" val="diagram"/>
  <p:tag name="KSO_WM_TEMPLATE_INDEX" val="20198150"/>
  <p:tag name="KSO_WM_UNIT_LAYERLEVEL" val="1"/>
  <p:tag name="KSO_WM_TAG_VERSION" val="1.0"/>
  <p:tag name="KSO_WM_BEAUTIFY_FLAG" val="#wm#"/>
  <p:tag name="KSO_WM_UNIT_ADJUSTLAYOUT_ID" val="527"/>
</p:tagLst>
</file>

<file path=ppt/tags/tag7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4"/>
  <p:tag name="KSO_WM_UNIT_ID" val="diagram20198150_1*i*54"/>
  <p:tag name="KSO_WM_TEMPLATE_CATEGORY" val="diagram"/>
  <p:tag name="KSO_WM_TEMPLATE_INDEX" val="20198150"/>
  <p:tag name="KSO_WM_UNIT_LAYERLEVEL" val="1"/>
  <p:tag name="KSO_WM_TAG_VERSION" val="1.0"/>
  <p:tag name="KSO_WM_BEAUTIFY_FLAG" val="#wm#"/>
  <p:tag name="KSO_WM_UNIT_ADJUSTLAYOUT_ID" val="528"/>
</p:tagLst>
</file>

<file path=ppt/tags/tag7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5"/>
  <p:tag name="KSO_WM_UNIT_ID" val="diagram20198150_1*i*65"/>
  <p:tag name="KSO_WM_TEMPLATE_CATEGORY" val="diagram"/>
  <p:tag name="KSO_WM_TEMPLATE_INDEX" val="20198150"/>
  <p:tag name="KSO_WM_UNIT_LAYERLEVEL" val="1"/>
  <p:tag name="KSO_WM_TAG_VERSION" val="1.0"/>
  <p:tag name="KSO_WM_BEAUTIFY_FLAG" val="#wm#"/>
  <p:tag name="KSO_WM_UNIT_ADJUSTLAYOUT_ID" val="529"/>
</p:tagLst>
</file>

<file path=ppt/tags/tag7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6"/>
  <p:tag name="KSO_WM_UNIT_ID" val="diagram20198150_1*i*76"/>
  <p:tag name="KSO_WM_TEMPLATE_CATEGORY" val="diagram"/>
  <p:tag name="KSO_WM_TEMPLATE_INDEX" val="20198150"/>
  <p:tag name="KSO_WM_UNIT_LAYERLEVEL" val="1"/>
  <p:tag name="KSO_WM_TAG_VERSION" val="1.0"/>
  <p:tag name="KSO_WM_BEAUTIFY_FLAG" val="#wm#"/>
  <p:tag name="KSO_WM_UNIT_ADJUSTLAYOUT_ID" val="530"/>
</p:tagLst>
</file>

<file path=ppt/tags/tag7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9"/>
  <p:tag name="KSO_WM_UNIT_ID" val="diagram20198150_1*i*109"/>
  <p:tag name="KSO_WM_TEMPLATE_CATEGORY" val="diagram"/>
  <p:tag name="KSO_WM_TEMPLATE_INDEX" val="20198150"/>
  <p:tag name="KSO_WM_UNIT_LAYERLEVEL" val="1"/>
  <p:tag name="KSO_WM_TAG_VERSION" val="1.0"/>
  <p:tag name="KSO_WM_BEAUTIFY_FLAG" val="#wm#"/>
  <p:tag name="KSO_WM_UNIT_ADJUSTLAYOUT_ID" val="510"/>
</p:tagLst>
</file>

<file path=ppt/tags/tag7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8"/>
  <p:tag name="KSO_WM_UNIT_ID" val="diagram20198150_1*i*98"/>
  <p:tag name="KSO_WM_TEMPLATE_CATEGORY" val="diagram"/>
  <p:tag name="KSO_WM_TEMPLATE_INDEX" val="20198150"/>
  <p:tag name="KSO_WM_UNIT_LAYERLEVEL" val="1"/>
  <p:tag name="KSO_WM_TAG_VERSION" val="1.0"/>
  <p:tag name="KSO_WM_BEAUTIFY_FLAG" val="#wm#"/>
  <p:tag name="KSO_WM_UNIT_ADJUSTLAYOUT_ID" val="515"/>
</p:tagLst>
</file>

<file path=ppt/tags/tag7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8150_1*i*2"/>
  <p:tag name="KSO_WM_TEMPLATE_CATEGORY" val="diagram"/>
  <p:tag name="KSO_WM_TEMPLATE_INDEX" val="20198150"/>
  <p:tag name="KSO_WM_UNIT_LAYERLEVEL" val="1"/>
  <p:tag name="KSO_WM_TAG_VERSION" val="1.0"/>
  <p:tag name="KSO_WM_BEAUTIFY_FLAG" val="#wm#"/>
  <p:tag name="KSO_WM_UNIT_ADJUSTLAYOUT_ID" val="11"/>
</p:tagLst>
</file>

<file path=ppt/tags/tag724.xml><?xml version="1.0" encoding="utf-8"?>
<p:tagLst xmlns:p="http://schemas.openxmlformats.org/presentationml/2006/main">
  <p:tag name="KSO_WM_UNIT_TEXT_PART_ID_V2" val="d-1-1"/>
  <p:tag name="KSO_WM_UNIT_PRESET_TEXT" val="点击此处添加正文，文字是您思想的提炼，请言简意赅的阐述观点。"/>
  <p:tag name="KSO_WM_UNIT_NOCLEAR" val="0"/>
  <p:tag name="KSO_WM_UNIT_VALUE" val="36"/>
  <p:tag name="KSO_WM_UNIT_HIGHLIGHT" val="0"/>
  <p:tag name="KSO_WM_UNIT_COMPATIBLE" val="0"/>
  <p:tag name="KSO_WM_UNIT_DIAGRAM_ISNUMVISUAL" val="0"/>
  <p:tag name="KSO_WM_UNIT_DIAGRAM_ISREFERUNIT" val="0"/>
  <p:tag name="KSO_WM_UNIT_TYPE" val="f"/>
  <p:tag name="KSO_WM_UNIT_INDEX" val="1"/>
  <p:tag name="KSO_WM_UNIT_ID" val="diagram20198150_1*f*1"/>
  <p:tag name="KSO_WM_TEMPLATE_CATEGORY" val="diagram"/>
  <p:tag name="KSO_WM_TEMPLATE_INDEX" val="20198150"/>
  <p:tag name="KSO_WM_UNIT_LAYERLEVEL" val="1"/>
  <p:tag name="KSO_WM_TAG_VERSION" val="1.0"/>
  <p:tag name="KSO_WM_BEAUTIFY_FLAG" val="#wm#"/>
  <p:tag name="KSO_WM_UNIT_ADJUSTLAYOUT_ID" val="12"/>
</p:tagLst>
</file>

<file path=ppt/tags/tag7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8150_1*i*12"/>
  <p:tag name="KSO_WM_TEMPLATE_CATEGORY" val="diagram"/>
  <p:tag name="KSO_WM_TEMPLATE_INDEX" val="20198150"/>
  <p:tag name="KSO_WM_UNIT_LAYERLEVEL" val="1"/>
  <p:tag name="KSO_WM_TAG_VERSION" val="1.0"/>
  <p:tag name="KSO_WM_BEAUTIFY_FLAG" val="#wm#"/>
  <p:tag name="KSO_WM_UNIT_ADJUSTLAYOUT_ID" val="4"/>
</p:tagLst>
</file>

<file path=ppt/tags/tag726.xml><?xml version="1.0" encoding="utf-8"?>
<p:tagLst xmlns:p="http://schemas.openxmlformats.org/presentationml/2006/main">
  <p:tag name="KSO_WM_SLIDE_ID" val="diagram20198150_1"/>
  <p:tag name="KSO_WM_TEMPLATE_SUBCATEGORY" val="8"/>
  <p:tag name="KSO_WM_SLIDE_ITEM_CNT" val="0"/>
  <p:tag name="KSO_WM_SLIDE_INDEX" val="1"/>
  <p:tag name="KSO_WM_TAG_VERSION" val="1.0"/>
  <p:tag name="KSO_WM_BEAUTIFY_FLAG" val="#wm#"/>
  <p:tag name="KSO_WM_TEMPLATE_CATEGORY" val="diagram"/>
  <p:tag name="KSO_WM_TEMPLATE_INDEX" val="20198150"/>
  <p:tag name="KSO_WM_SLIDE_LAYOUT" val="a_d_f"/>
  <p:tag name="KSO_WM_SLIDE_LAYOUT_CNT" val="1_1_1"/>
  <p:tag name="KSO_WM_SLIDE_TYPE" val="text"/>
  <p:tag name="KSO_WM_SLIDE_SUBTYPE" val="picTxt"/>
  <p:tag name="KSO_WM_SLIDE_SIZE" val="964*540"/>
  <p:tag name="KSO_WM_SLIDE_POSITION" val="-19*0"/>
  <p:tag name="KSO_WM_SLIDE_CONSTRAINT" val="%7b%22slideConstraint%22%3a%7b%22seriesAreas%22%3a%5b%5d%2c%22singleAreas%22%3a%5b%7b%22shapes%22%3a%5b10%5d%2c%22serialConstraintIndex%22%3a-1%2c%22areatextmark%22%3a0%2c%22pictureprocessmark%22%3a0%7d%5d%7d%7d"/>
</p:tagLst>
</file>

<file path=ppt/tags/tag727.xml><?xml version="1.0" encoding="utf-8"?>
<p:tagLst xmlns:p="http://schemas.openxmlformats.org/presentationml/2006/main">
  <p:tag name="KSO_WM_UNIT_PRESET_TEXT" val="您的正文已经经简明扼要，字字珠玑，但信息却千丝万缕、错综复杂，需要用更多的文字来表述；但请您尽可能提炼思想的精髓，否则容易造成观者的阅读压力，适得其反。"/>
  <p:tag name="KSO_WM_UNIT_NOCLEAR" val="0"/>
  <p:tag name="KSO_WM_UNIT_VALUE" val="94"/>
  <p:tag name="KSO_WM_UNIT_HIGHLIGHT" val="0"/>
  <p:tag name="KSO_WM_UNIT_COMPATIBLE" val="0"/>
  <p:tag name="KSO_WM_UNIT_DIAGRAM_ISNUMVISUAL" val="0"/>
  <p:tag name="KSO_WM_UNIT_DIAGRAM_ISREFERUNIT" val="0"/>
  <p:tag name="KSO_WM_UNIT_TYPE" val="f"/>
  <p:tag name="KSO_WM_UNIT_INDEX" val="1"/>
  <p:tag name="KSO_WM_UNIT_ID" val="custom20203698_20*f*1"/>
  <p:tag name="KSO_WM_TEMPLATE_CATEGORY" val="custom"/>
  <p:tag name="KSO_WM_TEMPLATE_INDEX" val="20203698"/>
  <p:tag name="KSO_WM_UNIT_LAYERLEVEL" val="1"/>
  <p:tag name="KSO_WM_TAG_VERSION" val="1.0"/>
  <p:tag name="KSO_WM_BEAUTIFY_FLAG" val="#wm#"/>
  <p:tag name="KSO_WM_UNIT_DEFAULT_FONT" val="32;40;4"/>
  <p:tag name="KSO_WM_UNIT_BLOCK" val="0"/>
</p:tagLst>
</file>

<file path=ppt/tags/tag7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3698_20*i*2"/>
  <p:tag name="KSO_WM_TEMPLATE_CATEGORY" val="custom"/>
  <p:tag name="KSO_WM_TEMPLATE_INDEX" val="20203698"/>
  <p:tag name="KSO_WM_UNIT_LAYERLEVEL" val="1"/>
  <p:tag name="KSO_WM_TAG_VERSION" val="1.0"/>
  <p:tag name="KSO_WM_BEAUTIFY_FLAG" val="#wm#"/>
  <p:tag name="KSO_WM_UNIT_TYPE" val="i"/>
  <p:tag name="KSO_WM_UNIT_INDEX" val="2"/>
</p:tagLst>
</file>

<file path=ppt/tags/tag7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3698_20*i*1"/>
  <p:tag name="KSO_WM_TEMPLATE_CATEGORY" val="custom"/>
  <p:tag name="KSO_WM_TEMPLATE_INDEX" val="20203698"/>
  <p:tag name="KSO_WM_UNIT_LAYERLEVEL" val="1"/>
  <p:tag name="KSO_WM_TAG_VERSION" val="1.0"/>
  <p:tag name="KSO_WM_BEAUTIFY_FLAG" val="#wm#"/>
  <p:tag name="KSO_WM_UNIT_TYPE" val="i"/>
  <p:tag name="KSO_WM_UNIT_INDEX" val="1"/>
</p:tagLst>
</file>

<file path=ppt/tags/tag7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3698_20*i*3"/>
  <p:tag name="KSO_WM_TEMPLATE_CATEGORY" val="custom"/>
  <p:tag name="KSO_WM_TEMPLATE_INDEX" val="20203698"/>
  <p:tag name="KSO_WM_UNIT_LAYERLEVEL" val="1"/>
  <p:tag name="KSO_WM_TAG_VERSION" val="1.0"/>
  <p:tag name="KSO_WM_BEAUTIFY_FLAG" val="#wm#"/>
  <p:tag name="KSO_WM_UNIT_TYPE" val="i"/>
  <p:tag name="KSO_WM_UNIT_INDEX" val="3"/>
</p:tagLst>
</file>

<file path=ppt/tags/tag7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3698_20*i*4"/>
  <p:tag name="KSO_WM_TEMPLATE_CATEGORY" val="custom"/>
  <p:tag name="KSO_WM_TEMPLATE_INDEX" val="20203698"/>
  <p:tag name="KSO_WM_UNIT_LAYERLEVEL" val="1"/>
  <p:tag name="KSO_WM_TAG_VERSION" val="1.0"/>
  <p:tag name="KSO_WM_BEAUTIFY_FLAG" val="#wm#"/>
  <p:tag name="KSO_WM_UNIT_TYPE" val="i"/>
  <p:tag name="KSO_WM_UNIT_INDEX" val="4"/>
</p:tagLst>
</file>

<file path=ppt/tags/tag732.xml><?xml version="1.0" encoding="utf-8"?>
<p:tagLst xmlns:p="http://schemas.openxmlformats.org/presentationml/2006/main">
  <p:tag name="KSO_WM_BEAUTIFY_FLAG" val="#wm#"/>
  <p:tag name="KSO_WM_TEMPLATE_CATEGORY" val="custom"/>
  <p:tag name="KSO_WM_TEMPLATE_INDEX" val="20203698"/>
  <p:tag name="KSO_WM_SLIDE_LAYOUT_INFO" val="{&quot;direction&quot;:0,&quot;horizontalAlign&quot;:-1,&quot;verticalAlign&quot;:-1,&quot;type&quot;:1,&quot;diagramDirection&quot;:0,&quot;canSetOverLayout&quot;:0,&quot;isOverLayout&quot;:0,&quot;normalSize&quot;:{&quot;size1&quot;:63.5},&quot;minSize&quot;:{&quot;size1&quot;:47.9},&quot;maxSize&quot;:{&quot;size1&quot;:74.2},&quot;edge&quot;:{&quot;left&quot;:true,&quot;top&quot;:true,&quot;right&quot;:true,&quot;bottom&quot;:true},&quot;backgroundInfo&quot;:[{&quot;type&quot;:&quot;general&quot;,&quot;left&quot;:0.0,&quot;top&quot;:0.0,&quot;right&quot;:0.0,&quot;bottom&quot;:0.0},{&quot;type&quot;:&quot;frame&quot;,&quot;left&quot;:0.0,&quot;top&quot;:0.0,&quot;right&quot;:0.0,&quot;bottom&quot;:0.0}],&quot;subLayout&quot;:[{&quot;direction&quot;:0,&quot;horizontalAlign&quot;:-1,&quot;verticalAlign&quot;:-1,&quot;type&quot;:1,&quot;diagramDirection&quot;:0,&quot;canSetOverLayout&quot;:0,&quot;isOverLayout&quot;:0,&quot;margin&quot;:{&quot;left&quot;:1.69,&quot;top&quot;:1.69,&quot;right&quot;:1.69,&quot;bottom&quot;:0.824},&quot;edge&quot;:{&quot;left&quot;:true,&quot;top&quot;:true,&quot;right&quot;:true,&quot;bottom&quot;:false},&quot;backgroundInfo&quot;:[{&quot;type&quot;:&quot;topBottom&quot;,&quot;left&quot;:0.0,&quot;top&quot;:0.0,&quot;right&quot;:0.0,&quot;bottom&quot;:0.294726223}]},{&quot;direction&quot;:0,&quot;horizontalAlign&quot;:-1,&quot;verticalAlign&quot;:-1,&quot;type&quot;:0,&quot;diagramDirection&quot;:0,&quot;canSetOverLayout&quot;:0,&quot;isOverLayout&quot;:0,&quot;margin&quot;:{&quot;left&quot;:1.69,&quot;top&quot;:0.026,&quot;right&quot;:1.69,&quot;bottom&quot;:1.69},&quot;edge&quot;:{&quot;left&quot;:true,&quot;top&quot;:false,&quot;right&quot;:true,&quot;bottom&quot;:true}}]}"/>
  <p:tag name="KSO_WM_SLIDE_CAN_ADD_NAVIGATION" val="1"/>
  <p:tag name="KSO_WM_SLIDE_BACKGROUND" val="[&quot;general&quot;,&quot;frame&quot;,&quot;topBottom&quot;]"/>
  <p:tag name="KSO_WM_SLIDE_RATIO" val="1.777778"/>
  <p:tag name="KSO_WM_SLIDE_ID" val="custom20203698_20"/>
  <p:tag name="KSO_WM_TEMPLATE_SUBCATEGORY" val="0"/>
  <p:tag name="KSO_WM_SLIDE_ITEM_CNT" val="0"/>
  <p:tag name="KSO_WM_SLIDE_INDEX" val="20"/>
  <p:tag name="KSO_WM_TAG_VERSION" val="1.0"/>
  <p:tag name="KSO_WM_SLIDE_LAYOUT" val="a_d_f"/>
  <p:tag name="KSO_WM_SLIDE_LAYOUT_CNT" val="1_2_1"/>
  <p:tag name="KSO_WM_SLIDE_TYPE" val="text"/>
  <p:tag name="KSO_WM_SLIDE_SUBTYPE" val="picTxt"/>
  <p:tag name="KSO_WM_SLIDE_SIZE" val="961*539"/>
  <p:tag name="KSO_WM_SLIDE_POSITION" val="0*0"/>
  <p:tag name="KSO_WM_TEMPLATE_MASTER_TYPE" val="1"/>
  <p:tag name="KSO_WM_TEMPLATE_COLOR_TYPE" val="1"/>
</p:tagLst>
</file>

<file path=ppt/tags/tag733.xml><?xml version="1.0" encoding="utf-8"?>
<p:tagLst xmlns:p="http://schemas.openxmlformats.org/presentationml/2006/main">
  <p:tag name="KSO_WM_UNIT_TEXT_PART_ID_V2" val="b-3-1"/>
  <p:tag name="KSO_WM_UNIT_ADJUSTLAYOUT_ID" val="20"/>
  <p:tag name="KSO_WM_UNIT_NOCLEAR" val="0"/>
  <p:tag name="KSO_WM_UNIT_VALUE" val="351"/>
  <p:tag name="KSO_WM_UNIT_HIGHLIGHT" val="0"/>
  <p:tag name="KSO_WM_UNIT_COMPATIBLE" val="0"/>
  <p:tag name="KSO_WM_UNIT_DIAGRAM_ISNUMVISUAL" val="0"/>
  <p:tag name="KSO_WM_UNIT_DIAGRAM_ISREFERUNIT" val="0"/>
  <p:tag name="KSO_WM_UNIT_TYPE" val="f"/>
  <p:tag name="KSO_WM_UNIT_INDEX" val="1"/>
  <p:tag name="KSO_WM_UNIT_ID" val="diagram20198592_1*f*1"/>
  <p:tag name="KSO_WM_TEMPLATE_CATEGORY" val="diagram"/>
  <p:tag name="KSO_WM_TEMPLATE_INDEX" val="20198592"/>
  <p:tag name="KSO_WM_UNIT_LAYERLEVEL" val="1"/>
  <p:tag name="KSO_WM_TAG_VERSION" val="1.0"/>
  <p:tag name="KSO_WM_BEAUTIFY_FLAG" val="#wm#"/>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13;正如我们都希望改变世界，希望给别人带去光明，但更多时候我们只需要播下一颗种子，自然有微风吹拂，雨露滋养。恰如其分的表达观点，往往事半功倍。&#13;当您的正文内容到达这个限度时，或许已经不纯粹作用于演示，极大可能运用于阅读领域；无论是传播观点、知识分享还是汇报工作，内容的详尽固然重要，但请一定注意信息框架的清晰。"/>
  <p:tag name="KSO_WM_UNIT_SMARTLAYOUT_COMPRESS_INFO" val="{&#10;    &quot;id&quot;: &quot;2020-03-30T14:31:51&quot;,&#10;    &quot;max&quot;: 7.8377952755905369,&#10;    &quot;topChanged&quot;: 0&#10;}&#10;"/>
</p:tagLst>
</file>

<file path=ppt/tags/tag734.xml><?xml version="1.0" encoding="utf-8"?>
<p:tagLst xmlns:p="http://schemas.openxmlformats.org/presentationml/2006/main">
  <p:tag name="KSO_WM_UNIT_ADJUSTLAYOUT_ID" val="7"/>
  <p:tag name="KSO_WM_UNIT_HIGHLIGHT" val="0"/>
  <p:tag name="KSO_WM_UNIT_COMPATIBLE" val="0"/>
  <p:tag name="KSO_WM_UNIT_DIAGRAM_ISNUMVISUAL" val="0"/>
  <p:tag name="KSO_WM_UNIT_DIAGRAM_ISREFERUNIT" val="0"/>
  <p:tag name="KSO_WM_UNIT_TYPE" val="i"/>
  <p:tag name="KSO_WM_UNIT_INDEX" val="1"/>
  <p:tag name="KSO_WM_UNIT_ID" val="diagram20198592_1*i*1"/>
  <p:tag name="KSO_WM_TEMPLATE_CATEGORY" val="diagram"/>
  <p:tag name="KSO_WM_TEMPLATE_INDEX" val="20198592"/>
  <p:tag name="KSO_WM_UNIT_LAYERLEVEL" val="1"/>
  <p:tag name="KSO_WM_TAG_VERSION" val="1.0"/>
  <p:tag name="KSO_WM_BEAUTIFY_FLAG" val="#wm#"/>
</p:tagLst>
</file>

<file path=ppt/tags/tag735.xml><?xml version="1.0" encoding="utf-8"?>
<p:tagLst xmlns:p="http://schemas.openxmlformats.org/presentationml/2006/main">
  <p:tag name="KSO_WM_UNIT_TEXT_PART_ID_V2" val="b-3-1"/>
  <p:tag name="KSO_WM_UNIT_ADJUSTLAYOUT_ID" val="4"/>
  <p:tag name="KSO_WM_UNIT_ISCONTENTSTITLE" val="0"/>
  <p:tag name="KSO_WM_UNIT_NOCLEAR" val="0"/>
  <p:tag name="KSO_WM_UNIT_VALUE" val="44"/>
  <p:tag name="KSO_WM_UNIT_HIGHLIGHT" val="0"/>
  <p:tag name="KSO_WM_UNIT_COMPATIBLE" val="0"/>
  <p:tag name="KSO_WM_UNIT_DIAGRAM_ISNUMVISUAL" val="0"/>
  <p:tag name="KSO_WM_UNIT_DIAGRAM_ISREFERUNIT" val="0"/>
  <p:tag name="KSO_WM_UNIT_TYPE" val="a"/>
  <p:tag name="KSO_WM_UNIT_INDEX" val="1"/>
  <p:tag name="KSO_WM_UNIT_ID" val="diagram20198592_1*a*1"/>
  <p:tag name="KSO_WM_TEMPLATE_CATEGORY" val="diagram"/>
  <p:tag name="KSO_WM_TEMPLATE_INDEX" val="20198592"/>
  <p:tag name="KSO_WM_UNIT_LAYERLEVEL" val="1"/>
  <p:tag name="KSO_WM_TAG_VERSION" val="1.0"/>
  <p:tag name="KSO_WM_BEAUTIFY_FLAG" val="#wm#"/>
  <p:tag name="KSO_WM_UNIT_PRESET_TEXT" val="单击此处添加大标题"/>
</p:tagLst>
</file>

<file path=ppt/tags/tag7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3698_20*i*1"/>
  <p:tag name="KSO_WM_TEMPLATE_CATEGORY" val="custom"/>
  <p:tag name="KSO_WM_TEMPLATE_INDEX" val="20203698"/>
  <p:tag name="KSO_WM_UNIT_LAYERLEVEL" val="1"/>
  <p:tag name="KSO_WM_TAG_VERSION" val="1.0"/>
  <p:tag name="KSO_WM_BEAUTIFY_FLAG" val="#wm#"/>
  <p:tag name="KSO_WM_UNIT_TYPE" val="i"/>
  <p:tag name="KSO_WM_UNIT_INDEX" val="1"/>
</p:tagLst>
</file>

<file path=ppt/tags/tag7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3698_20*i*3"/>
  <p:tag name="KSO_WM_TEMPLATE_CATEGORY" val="custom"/>
  <p:tag name="KSO_WM_TEMPLATE_INDEX" val="20203698"/>
  <p:tag name="KSO_WM_UNIT_LAYERLEVEL" val="1"/>
  <p:tag name="KSO_WM_TAG_VERSION" val="1.0"/>
  <p:tag name="KSO_WM_BEAUTIFY_FLAG" val="#wm#"/>
  <p:tag name="KSO_WM_UNIT_TYPE" val="i"/>
  <p:tag name="KSO_WM_UNIT_INDEX" val="3"/>
</p:tagLst>
</file>

<file path=ppt/tags/tag7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3698_20*i*4"/>
  <p:tag name="KSO_WM_TEMPLATE_CATEGORY" val="custom"/>
  <p:tag name="KSO_WM_TEMPLATE_INDEX" val="20203698"/>
  <p:tag name="KSO_WM_UNIT_LAYERLEVEL" val="1"/>
  <p:tag name="KSO_WM_TAG_VERSION" val="1.0"/>
  <p:tag name="KSO_WM_BEAUTIFY_FLAG" val="#wm#"/>
  <p:tag name="KSO_WM_UNIT_TYPE" val="i"/>
  <p:tag name="KSO_WM_UNIT_INDEX" val="4"/>
</p:tagLst>
</file>

<file path=ppt/tags/tag739.xml><?xml version="1.0" encoding="utf-8"?>
<p:tagLst xmlns:p="http://schemas.openxmlformats.org/presentationml/2006/main">
  <p:tag name="KSO_WM_UNIT_TEXT_PART_ID_V2" val="b-3-1"/>
  <p:tag name="KSO_WM_UNIT_ADJUSTLAYOUT_ID" val="20"/>
  <p:tag name="KSO_WM_UNIT_NOCLEAR" val="0"/>
  <p:tag name="KSO_WM_UNIT_VALUE" val="351"/>
  <p:tag name="KSO_WM_UNIT_HIGHLIGHT" val="0"/>
  <p:tag name="KSO_WM_UNIT_COMPATIBLE" val="0"/>
  <p:tag name="KSO_WM_UNIT_DIAGRAM_ISNUMVISUAL" val="0"/>
  <p:tag name="KSO_WM_UNIT_DIAGRAM_ISREFERUNIT" val="0"/>
  <p:tag name="KSO_WM_UNIT_TYPE" val="f"/>
  <p:tag name="KSO_WM_UNIT_INDEX" val="1"/>
  <p:tag name="KSO_WM_UNIT_ID" val="diagram20198592_1*f*1"/>
  <p:tag name="KSO_WM_TEMPLATE_CATEGORY" val="diagram"/>
  <p:tag name="KSO_WM_TEMPLATE_INDEX" val="20198592"/>
  <p:tag name="KSO_WM_UNIT_LAYERLEVEL" val="1"/>
  <p:tag name="KSO_WM_TAG_VERSION" val="1.0"/>
  <p:tag name="KSO_WM_BEAUTIFY_FLAG" val="#wm#"/>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13;正如我们都希望改变世界，希望给别人带去光明，但更多时候我们只需要播下一颗种子，自然有微风吹拂，雨露滋养。恰如其分的表达观点，往往事半功倍。&#13;当您的正文内容到达这个限度时，或许已经不纯粹作用于演示，极大可能运用于阅读领域；无论是传播观点、知识分享还是汇报工作，内容的详尽固然重要，但请一定注意信息框架的清晰。"/>
  <p:tag name="KSO_WM_UNIT_SMARTLAYOUT_COMPRESS_INFO" val="{&#10;    &quot;id&quot;: &quot;2020-03-30T14:31:51&quot;,&#10;    &quot;max&quot;: 7.8377952755905369,&#10;    &quot;topChanged&quot;: 0&#10;}&#10;"/>
</p:tagLst>
</file>

<file path=ppt/tags/tag740.xml><?xml version="1.0" encoding="utf-8"?>
<p:tagLst xmlns:p="http://schemas.openxmlformats.org/presentationml/2006/main">
  <p:tag name="KSO_WM_BEAUTIFY_FLAG" val="#wm#"/>
  <p:tag name="KSO_WM_TEMPLATE_CATEGORY" val="diagram"/>
  <p:tag name="KSO_WM_TEMPLATE_INDEX" val="20198592"/>
  <p:tag name="KSO_WM_SLIDE_ID" val="diagram20198592_1"/>
  <p:tag name="KSO_WM_TEMPLATE_SUBCATEGORY" val="8"/>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960*460"/>
  <p:tag name="KSO_WM_SLIDE_POSITION" val="0*-1"/>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4:31:51&quot;,&#10;    &quot;maxSize&quot;: {&#10;        &quot;size1&quot;: 32.799999999999997&#10;    },&#10;    &quot;minSize&quot;: {&#10;        &quot;size1&quot;: 24.600000000000001&#10;    },&#10;    &quot;normalSize&quot;: {&#10;        &quot;size1&quot;: 25.054320987654325&#10;    },&#10;    &quot;subLayout&quot;: [&#10;        {&#10;            &quot;horizontalAlign&quot;: 0,&#10;            &quot;id&quot;: &quot;2020-03-30T14:31:51&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4:31:51&quot;,&#10;            &quot;maxSize&quot;: {&#10;                &quot;size1&quot;: 68.099999999999994&#10;            },&#10;            &quot;minSize&quot;: {&#10;                &quot;size1&quot;: 36.200000000000003&#10;            },&#10;            &quot;normalSize&quot;: {&#10;                &quot;size1&quot;: 64.245833333333337&#10;            },&#10;            &quot;subLayout&quot;: [&#10;                {&#10;                    &quot;horizontalAlign&quot;: 0,&#10;                    &quot;id&quot;: &quot;2020-03-30T14:31:51&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4:31:51&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 name="KSO_WM_SLIDE_CONSTRAINT" val="%7b%22slideConstraint%22%3a%7b%22seriesAreas%22%3a%5b%5d%2c%22singleAreas%22%3a%5b%7b%22shapes%22%3a%5b19%5d%2c%22serialConstraintIndex%22%3a-1%2c%22areatextmark%22%3a0%2c%22pictureprocessmark%22%3a0%7d%5d%7d%7d"/>
</p:tagLst>
</file>

<file path=ppt/tags/tag741.xml><?xml version="1.0" encoding="utf-8"?>
<p:tagLst xmlns:p="http://schemas.openxmlformats.org/presentationml/2006/main">
  <p:tag name="KSO_WM_UNIT_ADJUSTLAYOUT_ID" val="7"/>
  <p:tag name="KSO_WM_UNIT_HIGHLIGHT" val="0"/>
  <p:tag name="KSO_WM_UNIT_COMPATIBLE" val="0"/>
  <p:tag name="KSO_WM_UNIT_DIAGRAM_ISNUMVISUAL" val="0"/>
  <p:tag name="KSO_WM_UNIT_DIAGRAM_ISREFERUNIT" val="0"/>
  <p:tag name="KSO_WM_UNIT_TYPE" val="i"/>
  <p:tag name="KSO_WM_UNIT_INDEX" val="1"/>
  <p:tag name="KSO_WM_UNIT_ID" val="diagram20198592_1*i*1"/>
  <p:tag name="KSO_WM_TEMPLATE_CATEGORY" val="diagram"/>
  <p:tag name="KSO_WM_TEMPLATE_INDEX" val="20198592"/>
  <p:tag name="KSO_WM_UNIT_LAYERLEVEL" val="1"/>
  <p:tag name="KSO_WM_TAG_VERSION" val="1.0"/>
  <p:tag name="KSO_WM_BEAUTIFY_FLAG" val="#wm#"/>
</p:tagLst>
</file>

<file path=ppt/tags/tag742.xml><?xml version="1.0" encoding="utf-8"?>
<p:tagLst xmlns:p="http://schemas.openxmlformats.org/presentationml/2006/main">
  <p:tag name="KSO_WM_UNIT_TEXT_PART_ID_V2" val="b-3-1"/>
  <p:tag name="KSO_WM_UNIT_ADJUSTLAYOUT_ID" val="4"/>
  <p:tag name="KSO_WM_UNIT_ISCONTENTSTITLE" val="0"/>
  <p:tag name="KSO_WM_UNIT_NOCLEAR" val="0"/>
  <p:tag name="KSO_WM_UNIT_VALUE" val="44"/>
  <p:tag name="KSO_WM_UNIT_HIGHLIGHT" val="0"/>
  <p:tag name="KSO_WM_UNIT_COMPATIBLE" val="0"/>
  <p:tag name="KSO_WM_UNIT_DIAGRAM_ISNUMVISUAL" val="0"/>
  <p:tag name="KSO_WM_UNIT_DIAGRAM_ISREFERUNIT" val="0"/>
  <p:tag name="KSO_WM_UNIT_TYPE" val="a"/>
  <p:tag name="KSO_WM_UNIT_INDEX" val="1"/>
  <p:tag name="KSO_WM_UNIT_ID" val="diagram20198592_1*a*1"/>
  <p:tag name="KSO_WM_TEMPLATE_CATEGORY" val="diagram"/>
  <p:tag name="KSO_WM_TEMPLATE_INDEX" val="20198592"/>
  <p:tag name="KSO_WM_UNIT_LAYERLEVEL" val="1"/>
  <p:tag name="KSO_WM_TAG_VERSION" val="1.0"/>
  <p:tag name="KSO_WM_BEAUTIFY_FLAG" val="#wm#"/>
  <p:tag name="KSO_WM_UNIT_PRESET_TEXT" val="单击此处添加大标题"/>
</p:tagLst>
</file>

<file path=ppt/tags/tag7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3698_20*i*1"/>
  <p:tag name="KSO_WM_TEMPLATE_CATEGORY" val="custom"/>
  <p:tag name="KSO_WM_TEMPLATE_INDEX" val="20203698"/>
  <p:tag name="KSO_WM_UNIT_LAYERLEVEL" val="1"/>
  <p:tag name="KSO_WM_TAG_VERSION" val="1.0"/>
  <p:tag name="KSO_WM_BEAUTIFY_FLAG" val="#wm#"/>
  <p:tag name="KSO_WM_UNIT_TYPE" val="i"/>
  <p:tag name="KSO_WM_UNIT_INDEX" val="1"/>
</p:tagLst>
</file>

<file path=ppt/tags/tag7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3698_20*i*3"/>
  <p:tag name="KSO_WM_TEMPLATE_CATEGORY" val="custom"/>
  <p:tag name="KSO_WM_TEMPLATE_INDEX" val="20203698"/>
  <p:tag name="KSO_WM_UNIT_LAYERLEVEL" val="1"/>
  <p:tag name="KSO_WM_TAG_VERSION" val="1.0"/>
  <p:tag name="KSO_WM_BEAUTIFY_FLAG" val="#wm#"/>
  <p:tag name="KSO_WM_UNIT_TYPE" val="i"/>
  <p:tag name="KSO_WM_UNIT_INDEX" val="3"/>
</p:tagLst>
</file>

<file path=ppt/tags/tag7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3698_20*i*4"/>
  <p:tag name="KSO_WM_TEMPLATE_CATEGORY" val="custom"/>
  <p:tag name="KSO_WM_TEMPLATE_INDEX" val="20203698"/>
  <p:tag name="KSO_WM_UNIT_LAYERLEVEL" val="1"/>
  <p:tag name="KSO_WM_TAG_VERSION" val="1.0"/>
  <p:tag name="KSO_WM_BEAUTIFY_FLAG" val="#wm#"/>
  <p:tag name="KSO_WM_UNIT_TYPE" val="i"/>
  <p:tag name="KSO_WM_UNIT_INDEX" val="4"/>
</p:tagLst>
</file>

<file path=ppt/tags/tag746.xml><?xml version="1.0" encoding="utf-8"?>
<p:tagLst xmlns:p="http://schemas.openxmlformats.org/presentationml/2006/main">
  <p:tag name="KSO_WM_UNIT_TEXT_PART_ID_V2" val="b-3-1"/>
  <p:tag name="KSO_WM_UNIT_ADJUSTLAYOUT_ID" val="20"/>
  <p:tag name="KSO_WM_UNIT_NOCLEAR" val="0"/>
  <p:tag name="KSO_WM_UNIT_VALUE" val="351"/>
  <p:tag name="KSO_WM_UNIT_HIGHLIGHT" val="0"/>
  <p:tag name="KSO_WM_UNIT_COMPATIBLE" val="0"/>
  <p:tag name="KSO_WM_UNIT_DIAGRAM_ISNUMVISUAL" val="0"/>
  <p:tag name="KSO_WM_UNIT_DIAGRAM_ISREFERUNIT" val="0"/>
  <p:tag name="KSO_WM_UNIT_TYPE" val="f"/>
  <p:tag name="KSO_WM_UNIT_INDEX" val="1"/>
  <p:tag name="KSO_WM_UNIT_ID" val="diagram20198592_1*f*1"/>
  <p:tag name="KSO_WM_TEMPLATE_CATEGORY" val="diagram"/>
  <p:tag name="KSO_WM_TEMPLATE_INDEX" val="20198592"/>
  <p:tag name="KSO_WM_UNIT_LAYERLEVEL" val="1"/>
  <p:tag name="KSO_WM_TAG_VERSION" val="1.0"/>
  <p:tag name="KSO_WM_BEAUTIFY_FLAG" val="#wm#"/>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13;正如我们都希望改变世界，希望给别人带去光明，但更多时候我们只需要播下一颗种子，自然有微风吹拂，雨露滋养。恰如其分的表达观点，往往事半功倍。&#13;当您的正文内容到达这个限度时，或许已经不纯粹作用于演示，极大可能运用于阅读领域；无论是传播观点、知识分享还是汇报工作，内容的详尽固然重要，但请一定注意信息框架的清晰。"/>
  <p:tag name="KSO_WM_UNIT_SMARTLAYOUT_COMPRESS_INFO" val="{&#10;    &quot;id&quot;: &quot;2020-03-30T14:31:51&quot;,&#10;    &quot;max&quot;: 7.8377952755905369,&#10;    &quot;topChanged&quot;: 0&#10;}&#10;"/>
</p:tagLst>
</file>

<file path=ppt/tags/tag747.xml><?xml version="1.0" encoding="utf-8"?>
<p:tagLst xmlns:p="http://schemas.openxmlformats.org/presentationml/2006/main">
  <p:tag name="KSO_WM_BEAUTIFY_FLAG" val="#wm#"/>
  <p:tag name="KSO_WM_TEMPLATE_CATEGORY" val="diagram"/>
  <p:tag name="KSO_WM_TEMPLATE_INDEX" val="20198592"/>
  <p:tag name="KSO_WM_SLIDE_ID" val="diagram20198592_1"/>
  <p:tag name="KSO_WM_TEMPLATE_SUBCATEGORY" val="8"/>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960*460"/>
  <p:tag name="KSO_WM_SLIDE_POSITION" val="0*-1"/>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4:31:51&quot;,&#10;    &quot;maxSize&quot;: {&#10;        &quot;size1&quot;: 32.799999999999997&#10;    },&#10;    &quot;minSize&quot;: {&#10;        &quot;size1&quot;: 24.600000000000001&#10;    },&#10;    &quot;normalSize&quot;: {&#10;        &quot;size1&quot;: 25.054320987654325&#10;    },&#10;    &quot;subLayout&quot;: [&#10;        {&#10;            &quot;horizontalAlign&quot;: 0,&#10;            &quot;id&quot;: &quot;2020-03-30T14:31:51&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4:31:51&quot;,&#10;            &quot;maxSize&quot;: {&#10;                &quot;size1&quot;: 68.099999999999994&#10;            },&#10;            &quot;minSize&quot;: {&#10;                &quot;size1&quot;: 36.200000000000003&#10;            },&#10;            &quot;normalSize&quot;: {&#10;                &quot;size1&quot;: 64.245833333333337&#10;            },&#10;            &quot;subLayout&quot;: [&#10;                {&#10;                    &quot;horizontalAlign&quot;: 0,&#10;                    &quot;id&quot;: &quot;2020-03-30T14:31:51&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4:31:51&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 name="KSO_WM_SLIDE_CONSTRAINT" val="%7b%22slideConstraint%22%3a%7b%22seriesAreas%22%3a%5b%5d%2c%22singleAreas%22%3a%5b%7b%22shapes%22%3a%5b19%5d%2c%22serialConstraintIndex%22%3a-1%2c%22areatextmark%22%3a0%2c%22pictureprocessmark%22%3a0%7d%5d%7d%7d"/>
</p:tagLst>
</file>

<file path=ppt/tags/tag7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1355_1*i*2"/>
  <p:tag name="KSO_WM_TEMPLATE_CATEGORY" val="diagram"/>
  <p:tag name="KSO_WM_TEMPLATE_INDEX" val="20191355"/>
  <p:tag name="KSO_WM_UNIT_LAYERLEVEL" val="1"/>
  <p:tag name="KSO_WM_TAG_VERSION" val="1.0"/>
  <p:tag name="KSO_WM_BEAUTIFY_FLAG" val="#wm#"/>
  <p:tag name="KSO_WM_UNIT_TYPE" val="i"/>
  <p:tag name="KSO_WM_UNIT_INDEX" val="2"/>
  <p:tag name="KSO_WM_UNIT_ADJUSTLAYOUT_ID" val="22"/>
  <p:tag name="KSO_WM_UNIT_COLOR_SCHEME_SHAPE_ID" val="22"/>
  <p:tag name="KSO_WM_UNIT_COLOR_SCHEME_PARENT_PAGE" val="0_1"/>
  <p:tag name="KSO_WM_UNIT_FOIL_COLOR" val="1"/>
</p:tagLst>
</file>

<file path=ppt/tags/tag749.xml><?xml version="1.0" encoding="utf-8"?>
<p:tagLst xmlns:p="http://schemas.openxmlformats.org/presentationml/2006/main">
  <p:tag name="KSO_WM_UNIT_PRESET_TEXT" val="点击此处添加正文，文字是您思想的提炼，为了最终呈现发布的良好效果，请尽量言简意赅的阐述观点，并根据需要酌情增减文字。&#13;您的正文已经字字珠玑，但信息却错综复杂，需要更多的文字来表述；但请您尽量提炼思想的精髓，否则容易造成观者的阅读压力，适得其反。&#13;正如我们都希望改变世界，希望给别人带去光明，但更多的时候我们只需要播下一颗种子，自然有微风吹拂，阳光普照，雨露滋养。恰如其分的表达观点，往往可以事半功倍。&#13;为了能让您有更直观的字数感受，并进一步方便使用，我们为您标注了最适合的位置。您输入的文字到这里时，就是最佳视觉效果，请您务必注意。"/>
  <p:tag name="KSO_WM_UNIT_VALUE" val="390"/>
  <p:tag name="KSO_WM_UNIT_HIGHLIGHT" val="0"/>
  <p:tag name="KSO_WM_UNIT_COMPATIBLE" val="0"/>
  <p:tag name="KSO_WM_UNIT_DIAGRAM_ISNUMVISUAL" val="0"/>
  <p:tag name="KSO_WM_UNIT_DIAGRAM_ISREFERUNIT" val="0"/>
  <p:tag name="KSO_WM_UNIT_TYPE" val="f"/>
  <p:tag name="KSO_WM_UNIT_INDEX" val="1"/>
  <p:tag name="KSO_WM_UNIT_ID" val="diagram20191355_1*f*1"/>
  <p:tag name="KSO_WM_TEMPLATE_CATEGORY" val="diagram"/>
  <p:tag name="KSO_WM_TEMPLATE_INDEX" val="20191355"/>
  <p:tag name="KSO_WM_UNIT_LAYERLEVEL" val="1"/>
  <p:tag name="KSO_WM_TAG_VERSION" val="1.0"/>
  <p:tag name="KSO_WM_BEAUTIFY_FLAG" val="#wm#"/>
  <p:tag name="KSO_WM_UNIT_ADJUSTLAYOUT_ID" val="4"/>
  <p:tag name="KSO_WM_UNIT_COLOR_SCHEME_SHAPE_ID" val="4"/>
  <p:tag name="KSO_WM_UNIT_COLOR_SCHEME_PARENT_PAGE" val="0_1"/>
  <p:tag name="KSO_WM_UNIT_TEXT_PART_ID_V2" val="d-3-1"/>
  <p:tag name="KSO_WM_UNIT_NOCLEAR" val="0"/>
</p:tagLst>
</file>

<file path=ppt/tags/tag7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1355_1*i*3"/>
  <p:tag name="KSO_WM_TEMPLATE_CATEGORY" val="diagram"/>
  <p:tag name="KSO_WM_TEMPLATE_INDEX" val="20191355"/>
  <p:tag name="KSO_WM_UNIT_LAYERLEVEL" val="1"/>
  <p:tag name="KSO_WM_TAG_VERSION" val="1.0"/>
  <p:tag name="KSO_WM_BEAUTIFY_FLAG" val="#wm#"/>
  <p:tag name="KSO_WM_UNIT_TYPE" val="i"/>
  <p:tag name="KSO_WM_UNIT_INDEX" val="3"/>
  <p:tag name="KSO_WM_UNIT_ADJUSTLAYOUT_ID" val="20"/>
  <p:tag name="KSO_WM_UNIT_COLOR_SCHEME_SHAPE_ID" val="20"/>
  <p:tag name="KSO_WM_UNIT_COLOR_SCHEME_PARENT_PAGE" val="0_1"/>
</p:tagLst>
</file>

<file path=ppt/tags/tag7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1355_1*i*4"/>
  <p:tag name="KSO_WM_TEMPLATE_CATEGORY" val="diagram"/>
  <p:tag name="KSO_WM_TEMPLATE_INDEX" val="20191355"/>
  <p:tag name="KSO_WM_UNIT_LAYERLEVEL" val="1"/>
  <p:tag name="KSO_WM_TAG_VERSION" val="1.0"/>
  <p:tag name="KSO_WM_BEAUTIFY_FLAG" val="#wm#"/>
  <p:tag name="KSO_WM_UNIT_TYPE" val="i"/>
  <p:tag name="KSO_WM_UNIT_INDEX" val="4"/>
  <p:tag name="KSO_WM_UNIT_ADJUSTLAYOUT_ID" val="5"/>
  <p:tag name="KSO_WM_UNIT_COLOR_SCHEME_SHAPE_ID" val="5"/>
  <p:tag name="KSO_WM_UNIT_COLOR_SCHEME_PARENT_PAGE" val="0_1"/>
</p:tagLst>
</file>

<file path=ppt/tags/tag752.xml><?xml version="1.0" encoding="utf-8"?>
<p:tagLst xmlns:p="http://schemas.openxmlformats.org/presentationml/2006/main">
  <p:tag name="KSO_WM_UNIT_ISCONTENTSTITLE" val="0"/>
  <p:tag name="KSO_WM_UNIT_PRESET_TEXT" val="单击此处添加标题"/>
  <p:tag name="KSO_WM_UNIT_VALUE" val="17"/>
  <p:tag name="KSO_WM_UNIT_HIGHLIGHT" val="0"/>
  <p:tag name="KSO_WM_UNIT_COMPATIBLE" val="0"/>
  <p:tag name="KSO_WM_UNIT_DIAGRAM_ISNUMVISUAL" val="0"/>
  <p:tag name="KSO_WM_UNIT_DIAGRAM_ISREFERUNIT" val="0"/>
  <p:tag name="KSO_WM_UNIT_TYPE" val="a"/>
  <p:tag name="KSO_WM_UNIT_INDEX" val="1"/>
  <p:tag name="KSO_WM_UNIT_ID" val="diagram20191355_1*a*1"/>
  <p:tag name="KSO_WM_TEMPLATE_CATEGORY" val="diagram"/>
  <p:tag name="KSO_WM_TEMPLATE_INDEX" val="20191355"/>
  <p:tag name="KSO_WM_UNIT_LAYERLEVEL" val="1"/>
  <p:tag name="KSO_WM_TAG_VERSION" val="1.0"/>
  <p:tag name="KSO_WM_BEAUTIFY_FLAG" val="#wm#"/>
  <p:tag name="KSO_WM_UNIT_COLOR_SCHEME_SHAPE_ID" val="2"/>
  <p:tag name="KSO_WM_UNIT_COLOR_SCHEME_PARENT_PAGE" val="0_1"/>
  <p:tag name="KSO_WM_UNIT_NOCLEAR" val="0"/>
</p:tagLst>
</file>

<file path=ppt/tags/tag753.xml><?xml version="1.0" encoding="utf-8"?>
<p:tagLst xmlns:p="http://schemas.openxmlformats.org/presentationml/2006/main">
  <p:tag name="KSO_WM_UNIT_VALUE" val="1116*837"/>
  <p:tag name="KSO_WM_UNIT_HIGHLIGHT" val="0"/>
  <p:tag name="KSO_WM_UNIT_COMPATIBLE" val="0"/>
  <p:tag name="KSO_WM_UNIT_DIAGRAM_ISNUMVISUAL" val="0"/>
  <p:tag name="KSO_WM_UNIT_DIAGRAM_ISREFERUNIT" val="0"/>
  <p:tag name="KSO_WM_UNIT_TYPE" val="d"/>
  <p:tag name="KSO_WM_UNIT_INDEX" val="1"/>
  <p:tag name="KSO_WM_UNIT_ID" val="diagram20191355_1*d*1"/>
  <p:tag name="KSO_WM_TEMPLATE_CATEGORY" val="diagram"/>
  <p:tag name="KSO_WM_TEMPLATE_INDEX" val="20191355"/>
  <p:tag name="KSO_WM_UNIT_SUPPORT_UNIT_TYPE" val="[]"/>
  <p:tag name="KSO_WM_UNIT_LAYERLEVEL" val="1"/>
  <p:tag name="KSO_WM_TAG_VERSION" val="1.0"/>
  <p:tag name="KSO_WM_BEAUTIFY_FLAG" val="#wm#"/>
</p:tagLst>
</file>

<file path=ppt/tags/tag754.xml><?xml version="1.0" encoding="utf-8"?>
<p:tagLst xmlns:p="http://schemas.openxmlformats.org/presentationml/2006/main">
  <p:tag name="KSO_WM_SLIDE_ID" val="diagram20191355_1"/>
  <p:tag name="KSO_WM_SLIDE_ITEM_CNT" val="0"/>
  <p:tag name="KSO_WM_SLIDE_INDEX" val="1"/>
  <p:tag name="KSO_WM_TAG_VERSION" val="1.0"/>
  <p:tag name="KSO_WM_BEAUTIFY_FLAG" val="#wm#"/>
  <p:tag name="KSO_WM_TEMPLATE_CATEGORY" val="diagram"/>
  <p:tag name="KSO_WM_TEMPLATE_INDEX" val="20191355"/>
  <p:tag name="KSO_WM_SLIDE_LAYOUT" val="a_d_f"/>
  <p:tag name="KSO_WM_SLIDE_LAYOUT_CNT" val="1_1_1"/>
  <p:tag name="KSO_WM_SLIDE_TYPE" val="text"/>
  <p:tag name="KSO_WM_SLIDE_SUBTYPE" val="picTxt"/>
  <p:tag name="KSO_WM_SLIDE_SIZE" val="939*447"/>
  <p:tag name="KSO_WM_SLIDE_POSITION" val="8*59"/>
  <p:tag name="KSO_WM_SLIDE_CONSTRAINT" val="%7b%22slideConstraint%22%3a%7b%22seriesAreas%22%3a%5b%5d%2c%22singleAreas%22%3a%5b%7b%22shapes%22%3a%5b13%5d%2c%22serialConstraintIndex%22%3a-1%2c%22areatextmark%22%3a0%2c%22pictureprocessmark%22%3a0%7d%5d%7d%7d"/>
  <p:tag name="KSO_WM_SLIDE_COLORSCHEME_VERSION" val="3.2"/>
  <p:tag name="KSO_WM_TEMPLATE_SUBCATEGORY" val="0"/>
  <p:tag name="KSO_WM_TEMPLATE_MASTER_TYPE" val="0"/>
  <p:tag name="KSO_WM_TEMPLATE_COLOR_TYPE" val="1"/>
</p:tagLst>
</file>

<file path=ppt/tags/tag755.xml><?xml version="1.0" encoding="utf-8"?>
<p:tagLst xmlns:p="http://schemas.openxmlformats.org/presentationml/2006/main">
  <p:tag name="KSO_WM_TEMPLATE_CATEGORY" val="diagram"/>
  <p:tag name="KSO_WM_TEMPLATE_INDEX" val="20189652"/>
  <p:tag name="KSO_WM_TAG_VERSION" val="1.0"/>
  <p:tag name="KSO_WM_UNIT_TYPE" val="d"/>
  <p:tag name="KSO_WM_UNIT_INDEX" val="1"/>
  <p:tag name="KSO_WM_UNIT_ID" val="diagram20189652_1*d*1"/>
  <p:tag name="KSO_WM_UNIT_LAYERLEVEL" val="1"/>
  <p:tag name="KSO_WM_UNIT_VALUE" val="1032*1548"/>
  <p:tag name="KSO_WM_UNIT_HIGHLIGHT" val="0"/>
  <p:tag name="KSO_WM_UNIT_COMPATIBLE" val="0"/>
  <p:tag name="KSO_WM_UNIT_CLEAR" val="0"/>
  <p:tag name="KSO_WM_BEAUTIFY_FLAG" val="#wm#"/>
  <p:tag name="REFSHAPE" val="816184348"/>
  <p:tag name="KSO_WM_UNIT_PICTURE_CLIP_FLAG" val="0"/>
</p:tagLst>
</file>

<file path=ppt/tags/tag756.xml><?xml version="1.0" encoding="utf-8"?>
<p:tagLst xmlns:p="http://schemas.openxmlformats.org/presentationml/2006/main">
  <p:tag name="KSO_WM_TEMPLATE_CATEGORY" val="diagram"/>
  <p:tag name="KSO_WM_TEMPLATE_INDEX" val="20189652"/>
  <p:tag name="KSO_WM_TAG_VERSION" val="1.0"/>
  <p:tag name="KSO_WM_UNIT_TYPE" val="d"/>
  <p:tag name="KSO_WM_UNIT_INDEX" val="2"/>
  <p:tag name="KSO_WM_UNIT_ID" val="diagram20189652_1*d*2"/>
  <p:tag name="KSO_WM_UNIT_LAYERLEVEL" val="1"/>
  <p:tag name="KSO_WM_UNIT_VALUE" val="1124*1687"/>
  <p:tag name="KSO_WM_UNIT_HIGHLIGHT" val="0"/>
  <p:tag name="KSO_WM_UNIT_COMPATIBLE" val="0"/>
  <p:tag name="KSO_WM_UNIT_CLEAR" val="0"/>
  <p:tag name="KSO_WM_BEAUTIFY_FLAG" val="#wm#"/>
  <p:tag name="REFSHAPE" val="694889220"/>
  <p:tag name="KSO_WM_UNIT_PICTURE_CLIP_FLAG" val="0"/>
</p:tagLst>
</file>

<file path=ppt/tags/tag757.xml><?xml version="1.0" encoding="utf-8"?>
<p:tagLst xmlns:p="http://schemas.openxmlformats.org/presentationml/2006/main">
  <p:tag name="KSO_WM_TAG_VERSION" val="1.0"/>
  <p:tag name="KSO_WM_BEAUTIFY_FLAG" val="#wm#"/>
  <p:tag name="KSO_WM_UNIT_TYPE" val="i"/>
  <p:tag name="KSO_WM_UNIT_ID" val="diagram20189652_1*i*3"/>
  <p:tag name="KSO_WM_TEMPLATE_CATEGORY" val="diagram"/>
  <p:tag name="KSO_WM_TEMPLATE_INDEX" val="20189652"/>
  <p:tag name="KSO_WM_UNIT_INDEX" val="3"/>
</p:tagLst>
</file>

<file path=ppt/tags/tag758.xml><?xml version="1.0" encoding="utf-8"?>
<p:tagLst xmlns:p="http://schemas.openxmlformats.org/presentationml/2006/main">
  <p:tag name="KSO_WM_TAG_VERSION" val="1.0"/>
  <p:tag name="KSO_WM_BEAUTIFY_FLAG" val="#wm#"/>
  <p:tag name="KSO_WM_UNIT_TYPE" val="i"/>
  <p:tag name="KSO_WM_UNIT_ID" val="diagram20189652_1*i*4"/>
  <p:tag name="KSO_WM_TEMPLATE_CATEGORY" val="diagram"/>
  <p:tag name="KSO_WM_TEMPLATE_INDEX" val="20189652"/>
  <p:tag name="KSO_WM_UNIT_INDEX" val="4"/>
</p:tagLst>
</file>

<file path=ppt/tags/tag759.xml><?xml version="1.0" encoding="utf-8"?>
<p:tagLst xmlns:p="http://schemas.openxmlformats.org/presentationml/2006/main">
  <p:tag name="KSO_WM_TAG_VERSION" val="1.0"/>
  <p:tag name="KSO_WM_BEAUTIFY_FLAG" val="#wm#"/>
  <p:tag name="KSO_WM_UNIT_TYPE" val="i"/>
  <p:tag name="KSO_WM_UNIT_ID" val="diagram20189652_1*i*5"/>
  <p:tag name="KSO_WM_TEMPLATE_CATEGORY" val="diagram"/>
  <p:tag name="KSO_WM_TEMPLATE_INDEX" val="20189652"/>
  <p:tag name="KSO_WM_UNIT_INDEX" val="5"/>
</p:tagLst>
</file>

<file path=ppt/tags/tag760.xml><?xml version="1.0" encoding="utf-8"?>
<p:tagLst xmlns:p="http://schemas.openxmlformats.org/presentationml/2006/main">
  <p:tag name="KSO_WM_TAG_VERSION" val="1.0"/>
  <p:tag name="KSO_WM_BEAUTIFY_FLAG" val="#wm#"/>
  <p:tag name="KSO_WM_UNIT_TYPE" val="i"/>
  <p:tag name="KSO_WM_UNIT_ID" val="diagram20189652_1*i*6"/>
  <p:tag name="KSO_WM_TEMPLATE_CATEGORY" val="diagram"/>
  <p:tag name="KSO_WM_TEMPLATE_INDEX" val="20189652"/>
  <p:tag name="KSO_WM_UNIT_INDEX" val="6"/>
</p:tagLst>
</file>

<file path=ppt/tags/tag761.xml><?xml version="1.0" encoding="utf-8"?>
<p:tagLst xmlns:p="http://schemas.openxmlformats.org/presentationml/2006/main">
  <p:tag name="KSO_WM_TAG_VERSION" val="1.0"/>
  <p:tag name="KSO_WM_BEAUTIFY_FLAG" val="#wm#"/>
  <p:tag name="KSO_WM_UNIT_TYPE" val="i"/>
  <p:tag name="KSO_WM_UNIT_ID" val="diagram20189652_1*i*7"/>
  <p:tag name="KSO_WM_TEMPLATE_CATEGORY" val="diagram"/>
  <p:tag name="KSO_WM_TEMPLATE_INDEX" val="20189652"/>
  <p:tag name="KSO_WM_UNIT_INDEX" val="7"/>
</p:tagLst>
</file>

<file path=ppt/tags/tag762.xml><?xml version="1.0" encoding="utf-8"?>
<p:tagLst xmlns:p="http://schemas.openxmlformats.org/presentationml/2006/main">
  <p:tag name="KSO_WM_TAG_VERSION" val="1.0"/>
  <p:tag name="KSO_WM_BEAUTIFY_FLAG" val="#wm#"/>
  <p:tag name="KSO_WM_UNIT_TYPE" val="i"/>
  <p:tag name="KSO_WM_UNIT_ID" val="diagram20189652_1*i*8"/>
  <p:tag name="KSO_WM_TEMPLATE_CATEGORY" val="diagram"/>
  <p:tag name="KSO_WM_TEMPLATE_INDEX" val="20189652"/>
  <p:tag name="KSO_WM_UNIT_INDEX" val="8"/>
</p:tagLst>
</file>

<file path=ppt/tags/tag763.xml><?xml version="1.0" encoding="utf-8"?>
<p:tagLst xmlns:p="http://schemas.openxmlformats.org/presentationml/2006/main">
  <p:tag name="KSO_WM_TAG_VERSION" val="1.0"/>
  <p:tag name="KSO_WM_BEAUTIFY_FLAG" val="#wm#"/>
  <p:tag name="KSO_WM_UNIT_TYPE" val="i"/>
  <p:tag name="KSO_WM_UNIT_ID" val="diagram20189652_1*i*9"/>
  <p:tag name="KSO_WM_TEMPLATE_CATEGORY" val="diagram"/>
  <p:tag name="KSO_WM_TEMPLATE_INDEX" val="20189652"/>
  <p:tag name="KSO_WM_UNIT_INDEX" val="9"/>
</p:tagLst>
</file>

<file path=ppt/tags/tag764.xml><?xml version="1.0" encoding="utf-8"?>
<p:tagLst xmlns:p="http://schemas.openxmlformats.org/presentationml/2006/main">
  <p:tag name="KSO_WM_SLIDE_ID" val="diagram20189652_1"/>
  <p:tag name="KSO_WM_SLIDE_ITEM_CNT" val="2"/>
  <p:tag name="KSO_WM_SLIDE_INDEX" val="1"/>
  <p:tag name="KSO_WM_TAG_VERSION" val="1.0"/>
  <p:tag name="KSO_WM_BEAUTIFY_FLAG" val="#wm#"/>
  <p:tag name="KSO_WM_TEMPLATE_CATEGORY" val="diagram"/>
  <p:tag name="KSO_WM_TEMPLATE_INDEX" val="20189652"/>
  <p:tag name="KSO_WM_SLIDE_LAYOUT" val="a_d"/>
  <p:tag name="KSO_WM_SLIDE_LAYOUT_CNT" val="1_2"/>
  <p:tag name="KSO_WM_SLIDE_TYPE" val="text"/>
  <p:tag name="KSO_WM_SLIDE_SUBTYPE" val="picTxt"/>
  <p:tag name="KSO_WM_SLIDE_SIZE" val="882*386"/>
  <p:tag name="KSO_WM_SLIDE_POSITION" val="44*90"/>
  <p:tag name="KSO_WM_SLIDE_CONSTRAINT" val="%7b%22slideConstraint%22%3a%7b%22seriesAreas%22%3a%5b%5d%2c%22singleAreas%22%3a%5b%7b%22shapes%22%3a%5b13%5d%2c%22serialConstraintIndex%22%3a-1%2c%22areatextmark%22%3a0%2c%22pictureprocessmark%22%3a0%7d%5d%7d%7d"/>
  <p:tag name="KSO_WM_SLIDE_COLORSCHEME_VERSION" val="3.2"/>
  <p:tag name="KSO_WM_TEMPLATE_SUBCATEGORY" val="0"/>
  <p:tag name="KSO_WM_TEMPLATE_MASTER_TYPE" val="0"/>
  <p:tag name="KSO_WM_TEMPLATE_COLOR_TYPE" val="1"/>
</p:tagLst>
</file>

<file path=ppt/tags/tag765.xml><?xml version="1.0" encoding="utf-8"?>
<p:tagLst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0"/>
  <p:tag name="KSO_WM_UNIT_ID" val="_13*i*0"/>
  <p:tag name="KSO_WM_UNIT_BK_DARK_LIGHT" val="2"/>
  <p:tag name="KSO_WM_UNIT_LAYERLEVEL" val="1"/>
  <p:tag name="KSO_WM_TAG_VERSION" val="1.0"/>
  <p:tag name="KSO_WM_BEAUTIFY_FLAG" val="#wm#"/>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766.xml><?xml version="1.0" encoding="utf-8"?>
<p:tagLst xmlns:p="http://schemas.openxmlformats.org/presentationml/2006/main">
  <p:tag name="KSO_WM_UNIT_VALUE" val="767*1285"/>
  <p:tag name="KSO_WM_UNIT_HIGHLIGHT" val="0"/>
  <p:tag name="KSO_WM_UNIT_COMPATIBLE" val="0"/>
  <p:tag name="KSO_WM_UNIT_DIAGRAM_ISNUMVISUAL" val="0"/>
  <p:tag name="KSO_WM_UNIT_DIAGRAM_ISREFERUNIT" val="0"/>
  <p:tag name="KSO_WM_UNIT_TYPE" val="d"/>
  <p:tag name="KSO_WM_UNIT_INDEX" val="1"/>
  <p:tag name="KSO_WM_UNIT_ID" val="diagram20200814_1*d*1"/>
  <p:tag name="KSO_WM_TEMPLATE_CATEGORY" val="diagram"/>
  <p:tag name="KSO_WM_TEMPLATE_INDEX" val="20200814"/>
  <p:tag name="KSO_WM_UNIT_LAYERLEVEL" val="1"/>
  <p:tag name="KSO_WM_TAG_VERSION" val="1.0"/>
  <p:tag name="KSO_WM_BEAUTIFY_FLAG" val="#wm#"/>
  <p:tag name="KSO_WM_UNIT_PLACING_PICTURE_INFO" val="{&quot;full_picture&quot;:false,&quot;last_crop_picture&quot;:&quot;2-1&quot;,&quot;selected&quot;:&quot;2-1&quot;,&quot;spacing&quot;:6}"/>
  <p:tag name="KSO_WM_UNIT_SUPPORT_UNIT_TYPE" val="[&quot;d&quot;,&quot;α&quot;,&quot;β&quot;,&quot;η&quot;]"/>
  <p:tag name="KSO_WM_UNIT_BLOCK" val="0"/>
  <p:tag name="KSO_WM_UNIT_SM_LIMIT_TYPE" val="1"/>
  <p:tag name="REFSHAPE" val="497334620"/>
  <p:tag name="KSO_WM_UNIT_PICTURE_CLIP_FLAG" val="0"/>
</p:tagLst>
</file>

<file path=ppt/tags/tag767.xml><?xml version="1.0" encoding="utf-8"?>
<p:tagLst xmlns:p="http://schemas.openxmlformats.org/presentationml/2006/main">
  <p:tag name="KSO_WM_UNIT_TYPE" val="d"/>
  <p:tag name="KSO_WM_UNIT_PLACING_PICTURE_INFO" val="{&quot;full_picture&quot;:false,&quot;last_crop_picture&quot;:&quot;2-1&quot;,&quot;selected&quot;:&quot;2-1&quot;,&quot;spacing&quot;:6}"/>
  <p:tag name="KSO_WM_UNIT_HIGHLIGHT" val="0"/>
  <p:tag name="KSO_WM_UNIT_COMPATIBLE" val="0"/>
  <p:tag name="KSO_WM_UNIT_DIAGRAM_ISNUMVISUAL" val="0"/>
  <p:tag name="KSO_WM_UNIT_DIAGRAM_ISREFERUNIT" val="0"/>
  <p:tag name="KSO_WM_UNIT_INDEX" val="2"/>
  <p:tag name="KSO_WM_UNIT_ID" val="diagram20200814_1*d*2"/>
  <p:tag name="KSO_WM_TEMPLATE_CATEGORY" val="diagram"/>
  <p:tag name="KSO_WM_TEMPLATE_INDEX" val="20200814"/>
  <p:tag name="KSO_WM_UNIT_LAYERLEVEL" val="1"/>
  <p:tag name="KSO_WM_TAG_VERSION" val="1.0"/>
  <p:tag name="KSO_WM_BEAUTIFY_FLAG" val="#wm#"/>
  <p:tag name="KSO_WM_UNIT_VALUE" val="767*1285"/>
  <p:tag name="KSO_WM_UNIT_SUPPORT_UNIT_TYPE" val="[&quot;d&quot;,&quot;α&quot;,&quot;β&quot;,&quot;η&quot;]"/>
  <p:tag name="KSO_WM_UNIT_BLOCK" val="0"/>
  <p:tag name="REFSHAPE" val="899076900"/>
  <p:tag name="KSO_WM_UNIT_PICTURE_CLIP_FLAG" val="0"/>
</p:tagLst>
</file>

<file path=ppt/tags/tag768.xml><?xml version="1.0" encoding="utf-8"?>
<p:tagLst xmlns:p="http://schemas.openxmlformats.org/presentationml/2006/main">
  <p:tag name="KSO_WM_UNIT_ISCONTENTSTITLE" val="0"/>
  <p:tag name="KSO_WM_UNIT_PRESET_TEXT" val="点击输入大标题"/>
  <p:tag name="KSO_WM_UNIT_NOCLEAR" val="0"/>
  <p:tag name="KSO_WM_UNIT_SHOW_EDIT_AREA_INDICATION" val="1"/>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diagram20200814_1*a*1"/>
  <p:tag name="KSO_WM_TEMPLATE_CATEGORY" val="diagram"/>
  <p:tag name="KSO_WM_TEMPLATE_INDEX" val="20200814"/>
  <p:tag name="KSO_WM_UNIT_LAYERLEVEL" val="1"/>
  <p:tag name="KSO_WM_TAG_VERSION" val="1.0"/>
  <p:tag name="KSO_WM_BEAUTIFY_FLAG" val="#wm#"/>
  <p:tag name="KSO_WM_UNIT_DEFAULT_FONT" val="32;36;4"/>
  <p:tag name="KSO_WM_UNIT_BLOCK" val="0"/>
  <p:tag name="KSO_WM_UNIT_SM_LIMIT_TYPE" val="1"/>
  <p:tag name="KSO_WM_UNIT_SMARTLAYOUT_COMPRESS_INFO" val="{&#10;    &quot;id&quot;: &quot;2020-04-23T14:31:30&quot;,&#10;    &quot;max&quot;: 3.577952755905514,&#10;    &quot;topChanged&quot;: 1.1356931860065462&#10;}&#10;"/>
  <p:tag name="KSO_WM_UNIT_TEXT_FILL_FORE_SCHEMECOLOR_INDEX_BRIGHTNESS" val="0.15"/>
  <p:tag name="KSO_WM_UNIT_TEXT_FILL_FORE_SCHEMECOLOR_INDEX" val="13"/>
  <p:tag name="KSO_WM_UNIT_TEXT_FILL_TYPE" val="1"/>
</p:tagLst>
</file>

<file path=ppt/tags/tag769.xml><?xml version="1.0" encoding="utf-8"?>
<p:tagLst xmlns:p="http://schemas.openxmlformats.org/presentationml/2006/main">
  <p:tag name="KSO_WM_UNIT_PRESET_TEXT" val="点击输入正文"/>
  <p:tag name="KSO_WM_UNIT_NOCLEAR" val="0"/>
  <p:tag name="KSO_WM_UNIT_SHOW_EDIT_AREA_INDICATION" val="1"/>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200814_1*f*1"/>
  <p:tag name="KSO_WM_TEMPLATE_CATEGORY" val="diagram"/>
  <p:tag name="KSO_WM_TEMPLATE_INDEX" val="20200814"/>
  <p:tag name="KSO_WM_UNIT_LAYERLEVEL" val="1"/>
  <p:tag name="KSO_WM_TAG_VERSION" val="1.0"/>
  <p:tag name="KSO_WM_BEAUTIFY_FLAG" val="#wm#"/>
  <p:tag name="KSO_WM_UNIT_DEFAULT_FONT" val="14;18;2"/>
  <p:tag name="KSO_WM_UNIT_BLOCK" val="0"/>
  <p:tag name="KSO_WM_UNIT_SM_LIMIT_TYPE" val="1"/>
  <p:tag name="KSO_WM_UNIT_TEXT_FILL_FORE_SCHEMECOLOR_INDEX_BRIGHTNESS" val="0.15"/>
  <p:tag name="KSO_WM_UNIT_TEXT_FILL_FORE_SCHEMECOLOR_INDEX" val="13"/>
  <p:tag name="KSO_WM_UNIT_TEXT_FILL_TYPE" val="1"/>
</p:tagLst>
</file>

<file path=ppt/tags/tag7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0814_1*i*1"/>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7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814_1*i*2"/>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LINE_FORE_SCHEMECOLOR_INDEX_BRIGHTNESS" val="0.4"/>
  <p:tag name="KSO_WM_UNIT_LINE_FORE_SCHEMECOLOR_INDEX" val="5"/>
  <p:tag name="KSO_WM_UNIT_LINE_FILL_TYPE" val="2"/>
</p:tagLst>
</file>

<file path=ppt/tags/tag7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0814_1*i*4"/>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0814_1*i*5"/>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774.xml><?xml version="1.0" encoding="utf-8"?>
<p:tagLst xmlns:p="http://schemas.openxmlformats.org/presentationml/2006/main">
  <p:tag name="KSO_WM_SLIDE_ID" val="diagram20200814_1"/>
  <p:tag name="KSO_WM_SLIDE_ITEM_CNT" val="0"/>
  <p:tag name="KSO_WM_SLIDE_INDEX" val="1"/>
  <p:tag name="KSO_WM_TAG_VERSION" val="1.0"/>
  <p:tag name="KSO_WM_BEAUTIFY_FLAG" val="#wm#"/>
  <p:tag name="KSO_WM_TEMPLATE_CATEGORY" val="diagram"/>
  <p:tag name="KSO_WM_TEMPLATE_INDEX" val="20200814"/>
  <p:tag name="KSO_WM_SLIDE_LAYOUT" val="a_d_f"/>
  <p:tag name="KSO_WM_SLIDE_LAYOUT_CNT" val="1_2_1"/>
  <p:tag name="KSO_WM_SLIDE_TYPE" val="text"/>
  <p:tag name="KSO_WM_SLIDE_SUBTYPE" val="picTxt"/>
  <p:tag name="KSO_WM_SLIDE_SIZE" val="896*444"/>
  <p:tag name="KSO_WM_SLIDE_POSITION" val="15*47"/>
  <p:tag name="KSO_WM_SLIDE_CONSTRAINT" val="%7b%22slideConstraint%22%3a%7b%22seriesAreas%22%3a%5b%5d%2c%22singleAreas%22%3a%5b%7b%22shapes%22%3a%5b13%5d%2c%22serialConstraintIndex%22%3a-1%2c%22areatextmark%22%3a0%2c%22pictureprocessmark%22%3a0%7d%5d%7d%7d"/>
  <p:tag name="KSO_WM_SLIDE_COLORSCHEME_VERSION" val="3.2"/>
  <p:tag name="KSO_WM_TEMPLATE_SUBCATEGORY" val="11"/>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4-23T14:31:30&quot;,&#10;    &quot;maxSize&quot;: {&#10;        &quot;size1&quot;: 57&#10;    },&#10;    &quot;minSize&quot;: {&#10;        &quot;size1&quot;: 57&#10;    },&#10;    &quot;normalSize&quot;: {&#10;        &quot;size1&quot;: 57&#10;    },&#10;    &quot;subLayout&quot;: [&#10;        {&#10;            &quot;id&quot;: &quot;2020-04-23T14:31:30&quot;,&#10;            &quot;margin&quot;: {&#10;                &quot;bottom&quot;: 1.690000057220459,&#10;                &quot;left&quot;: 2.5399999618530273,&#10;                &quot;right&quot;: 1.6770000457763672,&#10;                &quot;top&quot;: 1.690000057220459&#10;            },&#10;            &quot;type&quot;: 0&#10;        },&#10;        {&#10;            &quot;id&quot;: &quot;2020-04-23T14:31:30&quot;,&#10;            &quot;maxSize&quot;: {&#10;                &quot;size1&quot;: 57.399999999999999&#10;            },&#10;            &quot;minSize&quot;: {&#10;                &quot;size1&quot;: 44.299999999999997&#10;            },&#10;            &quot;normalSize&quot;: {&#10;                &quot;size1&quot;: 50.700000000000003&#10;            },&#10;            &quot;subLayout&quot;: [&#10;                {&#10;                    &quot;id&quot;: &quot;2020-04-23T14:31:30&quot;,&#10;                    &quot;margin&quot;: {&#10;                        &quot;bottom&quot;: 0.29100000858306885,&#10;                        &quot;left&quot;: 0.026000002399086952,&#10;                        &quot;right&quot;: 1.690000057220459,&#10;                        &quot;top&quot;: 1.690000057220459&#10;                    },&#10;                    &quot;type&quot;: 0&#10;                },&#10;                {&#10;                    &quot;id&quot;: &quot;2020-04-23T14:31:30&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Lst>
</file>

<file path=ppt/tags/tag775.xml><?xml version="1.0" encoding="utf-8"?>
<p:tagLst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0"/>
  <p:tag name="KSO_WM_UNIT_ID" val="_14*i*0"/>
  <p:tag name="KSO_WM_UNIT_BK_DARK_LIGHT" val="2"/>
  <p:tag name="KSO_WM_UNIT_LAYERLEVEL" val="1"/>
  <p:tag name="KSO_WM_TAG_VERSION" val="1.0"/>
  <p:tag name="KSO_WM_BEAUTIFY_FLAG" val="#wm#"/>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776.xml><?xml version="1.0" encoding="utf-8"?>
<p:tagLst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0"/>
  <p:tag name="KSO_WM_UNIT_ID" val="_14*i*0"/>
  <p:tag name="KSO_WM_UNIT_BK_DARK_LIGHT" val="2"/>
  <p:tag name="KSO_WM_UNIT_LAYERLEVEL" val="1"/>
  <p:tag name="KSO_WM_TAG_VERSION" val="1.0"/>
  <p:tag name="KSO_WM_BEAUTIFY_FLAG" val="#wm#"/>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7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401_1*i*1"/>
  <p:tag name="KSO_WM_TEMPLATE_CATEGORY" val="diagram"/>
  <p:tag name="KSO_WM_TEMPLATE_INDEX" val="20203401"/>
  <p:tag name="KSO_WM_UNIT_LAYERLEVEL" val="1"/>
  <p:tag name="KSO_WM_TAG_VERSION" val="1.0"/>
  <p:tag name="KSO_WM_BEAUTIFY_FLAG" val="#wm#"/>
  <p:tag name="KSO_WM_UNIT_BLOCK" val="0"/>
  <p:tag name="KSO_WM_UNIT_SM_LIMIT_TYPE" val="1"/>
  <p:tag name="KSO_WM_UNIT_FILL_FORE_SCHEMECOLOR_INDEX_BRIGHTNESS" val="0"/>
  <p:tag name="KSO_WM_UNIT_FILL_FORE_SCHEMECOLOR_INDEX" val="5"/>
  <p:tag name="KSO_WM_UNIT_FILL_TYPE" val="1"/>
  <p:tag name="KSO_WM_UNIT_TEXT_FILL_TYPE" val="1"/>
</p:tagLst>
</file>

<file path=ppt/tags/tag77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diagram20203401_1*i*5"/>
  <p:tag name="KSO_WM_TEMPLATE_CATEGORY" val="diagram"/>
  <p:tag name="KSO_WM_TEMPLATE_INDEX" val="20203401"/>
  <p:tag name="KSO_WM_UNIT_LAYERLEVEL" val="1"/>
  <p:tag name="KSO_WM_TAG_VERSION" val="1.0"/>
  <p:tag name="KSO_WM_BEAUTIFY_FLAG" val="#wm#"/>
  <p:tag name="KSO_WM_UNIT_BLOCK" val="0"/>
  <p:tag name="KSO_WM_UNIT_SM_LIMIT_TYPE" val="1"/>
  <p:tag name="KSO_WM_UNIT_TEXT_FILL_FORE_SCHEMECOLOR_INDEX_BRIGHTNESS" val="0"/>
  <p:tag name="KSO_WM_UNIT_TEXT_FILL_FORE_SCHEMECOLOR_INDEX" val="14"/>
  <p:tag name="KSO_WM_UNIT_TEXT_FILL_TYPE" val="1"/>
</p:tagLst>
</file>

<file path=ppt/tags/tag7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3401_1*i*3"/>
  <p:tag name="KSO_WM_TEMPLATE_CATEGORY" val="diagram"/>
  <p:tag name="KSO_WM_TEMPLATE_INDEX" val="20203401"/>
  <p:tag name="KSO_WM_UNIT_LAYERLEVEL" val="1"/>
  <p:tag name="KSO_WM_TAG_VERSION" val="1.0"/>
  <p:tag name="KSO_WM_BEAUTIFY_FLAG" val="#wm#"/>
  <p:tag name="KSO_WM_UNIT_DEFAULT_FONT" val="14;16;2"/>
  <p:tag name="KSO_WM_UNIT_BLOCK" val="0"/>
  <p:tag name="KSO_WM_UNIT_SM_LIMIT_TYPE" val="1"/>
  <p:tag name="KSO_WM_UNIT_DECORATE_INFO" val="{&quot;DecorateInfoX&quot;:{&quot;IsLeft&quot;:true,&quot;IsRight&quot;:false,&quot;IsAbs&quot;:true},&quot;DecorateInfoY&quot;:{&quot;IsTop&quot;:true,&quot;IsBottom&quot;:false,&quot;IsAbs&quot;:true}}"/>
  <p:tag name="KSO_WM_UNIT_TEXT_FILL_FORE_SCHEMECOLOR_INDEX_BRIGHTNESS" val="0"/>
  <p:tag name="KSO_WM_UNIT_TEXT_FILL_FORE_SCHEMECOLOR_INDEX" val="5"/>
  <p:tag name="KSO_WM_UNIT_TEXT_FILL_TYPE" val="1"/>
</p:tagLst>
</file>

<file path=ppt/tags/tag780.xml><?xml version="1.0" encoding="utf-8"?>
<p:tagLst xmlns:p="http://schemas.openxmlformats.org/presentationml/2006/main">
  <p:tag name="KSO_WM_UNIT_ISCONTENTSTITLE" val="0"/>
  <p:tag name="KSO_WM_UNIT_PRESET_TEXT" val="点击此处添加大标题"/>
  <p:tag name="KSO_WM_UNIT_NOCLEAR" val="0"/>
  <p:tag name="KSO_WM_UNIT_VALUE" val="16"/>
  <p:tag name="KSO_WM_UNIT_HIGHLIGHT" val="0"/>
  <p:tag name="KSO_WM_UNIT_COMPATIBLE" val="0"/>
  <p:tag name="KSO_WM_UNIT_DIAGRAM_ISNUMVISUAL" val="0"/>
  <p:tag name="KSO_WM_UNIT_DIAGRAM_ISREFERUNIT" val="0"/>
  <p:tag name="KSO_WM_UNIT_TYPE" val="a"/>
  <p:tag name="KSO_WM_UNIT_INDEX" val="1"/>
  <p:tag name="KSO_WM_UNIT_ID" val="diagram20203401_1*a*1"/>
  <p:tag name="KSO_WM_TEMPLATE_CATEGORY" val="diagram"/>
  <p:tag name="KSO_WM_TEMPLATE_INDEX" val="20203401"/>
  <p:tag name="KSO_WM_UNIT_LAYERLEVEL" val="1"/>
  <p:tag name="KSO_WM_TAG_VERSION" val="1.0"/>
  <p:tag name="KSO_WM_BEAUTIFY_FLAG" val="#wm#"/>
  <p:tag name="KSO_WM_UNIT_DEFAULT_FONT" val="36;44;4"/>
  <p:tag name="KSO_WM_UNIT_BLOCK" val="0"/>
  <p:tag name="KSO_WM_UNIT_SMARTLAYOUT_COMPRESS_INFO" val="{&#10;    &quot;id&quot;: &quot;2020-04-23T14:33:43&quot;,&#10;    &quot;max&quot;: 0,&#10;    &quot;topChanged&quot;: 0&#10;}&#10;"/>
  <p:tag name="KSO_WM_UNIT_TEXT_FILL_FORE_SCHEMECOLOR_INDEX_BRIGHTNESS" val="0"/>
  <p:tag name="KSO_WM_UNIT_TEXT_FILL_FORE_SCHEMECOLOR_INDEX" val="14"/>
  <p:tag name="KSO_WM_UNIT_TEXT_FILL_TYPE" val="1"/>
</p:tagLst>
</file>

<file path=ppt/tags/tag781.xml><?xml version="1.0" encoding="utf-8"?>
<p:tagLst xmlns:p="http://schemas.openxmlformats.org/presentationml/2006/main">
  <p:tag name="KSO_WM_UNIT_ISCONTENTSTITLE" val="0"/>
  <p:tag name="KSO_WM_UNIT_PRESET_TEXT" val="单击此处输入你的正文，文字是您思想的提炼，为了最终演示发布的良好效果……"/>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diagram20203401_1*f*1"/>
  <p:tag name="KSO_WM_TEMPLATE_CATEGORY" val="diagram"/>
  <p:tag name="KSO_WM_TEMPLATE_INDEX" val="20203401"/>
  <p:tag name="KSO_WM_UNIT_LAYERLEVEL" val="1"/>
  <p:tag name="KSO_WM_TAG_VERSION" val="1.0"/>
  <p:tag name="KSO_WM_BEAUTIFY_FLAG" val="#wm#"/>
  <p:tag name="KSO_WM_UNIT_BLOCK" val="0"/>
  <p:tag name="KSO_WM_UNIT_SM_LIMIT_TYPE" val="1"/>
  <p:tag name="KSO_WM_UNIT_SMARTLAYOUT_COMPRESS_INFO" val="{&#10;    &quot;id&quot;: &quot;2020-04-23T14:33:43&quot;,&#10;    &quot;max&quot;: 0,&#10;    &quot;topChanged&quot;: 0&#10;}&#10;"/>
  <p:tag name="KSO_WM_UNIT_TEXT_FILL_FORE_SCHEMECOLOR_INDEX_BRIGHTNESS" val="-0.05"/>
  <p:tag name="KSO_WM_UNIT_TEXT_FILL_FORE_SCHEMECOLOR_INDEX" val="14"/>
  <p:tag name="KSO_WM_UNIT_TEXT_FILL_TYPE" val="1"/>
</p:tagLst>
</file>

<file path=ppt/tags/tag7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3401_1*i*4"/>
  <p:tag name="KSO_WM_TEMPLATE_CATEGORY" val="diagram"/>
  <p:tag name="KSO_WM_TEMPLATE_INDEX" val="20203401"/>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FILL_FORE_SCHEMECOLOR_INDEX_BRIGHTNESS" val="0"/>
  <p:tag name="KSO_WM_UNIT_FILL_FORE_SCHEMECOLOR_INDEX" val="16"/>
  <p:tag name="KSO_WM_UNIT_FILL_TYPE" val="1"/>
  <p:tag name="KSO_WM_UNIT_SHADOW_SCHEMECOLOR_INDEX_BRIGHTNESS" val="0.05"/>
  <p:tag name="KSO_WM_UNIT_SHADOW_SCHEMECOLOR_INDEX" val="13"/>
  <p:tag name="KSO_WM_UNIT_TEXT_FILL_TYPE" val="1"/>
</p:tagLst>
</file>

<file path=ppt/tags/tag783.xml><?xml version="1.0" encoding="utf-8"?>
<p:tagLst xmlns:p="http://schemas.openxmlformats.org/presentationml/2006/main">
  <p:tag name="KSO_WM_UNIT_VALUE" val="1394*1794"/>
  <p:tag name="KSO_WM_UNIT_HIGHLIGHT" val="0"/>
  <p:tag name="KSO_WM_UNIT_COMPATIBLE" val="0"/>
  <p:tag name="KSO_WM_UNIT_DIAGRAM_ISNUMVISUAL" val="0"/>
  <p:tag name="KSO_WM_UNIT_DIAGRAM_ISREFERUNIT" val="0"/>
  <p:tag name="KSO_WM_UNIT_TYPE" val="d"/>
  <p:tag name="KSO_WM_UNIT_INDEX" val="1"/>
  <p:tag name="KSO_WM_UNIT_ID" val="diagram20203401_1*d*1"/>
  <p:tag name="KSO_WM_TEMPLATE_CATEGORY" val="diagram"/>
  <p:tag name="KSO_WM_TEMPLATE_INDEX" val="20203401"/>
  <p:tag name="KSO_WM_UNIT_SUPPORT_UNIT_TYPE" val="[&quot;all&quot;]"/>
  <p:tag name="KSO_WM_UNIT_LAYERLEVEL" val="1"/>
  <p:tag name="KSO_WM_TAG_VERSION" val="1.0"/>
  <p:tag name="KSO_WM_BEAUTIFY_FLAG" val="#wm#"/>
  <p:tag name="KSO_WM_UNIT_BLOCK" val="0"/>
  <p:tag name="KSO_WM_UNIT_SM_LIMIT_TYPE" val="1"/>
  <p:tag name="KSO_WM_UNIT_PLACING_PICTURE_USER_VIEWPORT" val="{&quot;height&quot;:7911.4456692913382,&quot;width&quot;:10186.629921259842}"/>
  <p:tag name="KSO_WM_UNIT_PLACING_PICTURE_USER_RELATIVERECTANGLE" val="{&quot;bottom&quot;:0,&quot;left&quot;:0,&quot;right&quot;:0,&quot;top&quot;:0}"/>
  <p:tag name="KSO_WM_UNIT_PLACING_PICTURE_COLLAGE_RELATIVERECTANGLE" val="{&quot;bottom&quot;:0,&quot;left&quot;:5.580198682016893e-17,&quot;right&quot;:5.580198682016893e-17,&quot;top&quot;:0}"/>
  <p:tag name="KSO_WM_UNIT_PLACING_PICTURE_COLLAGE_VIEWPORT" val="{&quot;height&quot;:7911.4456692913382,&quot;width&quot;:10186.629921259842}"/>
  <p:tag name="KSO_WM_UNIT_PLACING_PICTURE_INFO" val="{&quot;code&quot;:&quot;&quot;,&quot;full_picture&quot;:true,&quot;last_crop_picture&quot;:&quot;[1]&quot;,&quot;margin&quot;:{&quot;right&quot;:0.38419707210158549},&quot;scheme&quot;:&quot;1-1&quot;,&quot;spacing&quot;:5}"/>
  <p:tag name="KSO_WM_UNIT_PLACING_PICTURE" val="151000.466"/>
  <p:tag name="REFSHAPE" val="906823148"/>
  <p:tag name="KSO_WM_UNIT_PICTURE_CLIP_FLAG" val="0"/>
</p:tagLst>
</file>

<file path=ppt/tags/tag7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UNIT_TYPE" val="i"/>
</p:tagLst>
</file>

<file path=ppt/tags/tag785.xml><?xml version="1.0" encoding="utf-8"?>
<p:tagLst xmlns:p="http://schemas.openxmlformats.org/presentationml/2006/main">
  <p:tag name="KSO_WM_TEMPLATE_CATEGORY" val="diagram"/>
  <p:tag name="KSO_WM_TEMPLATE_INDEX" val="20203401"/>
  <p:tag name="KSO_WM_TAG_VERSION" val="1.0"/>
  <p:tag name="KSO_WM_SLIDE_ID" val="diagram20203401_1"/>
  <p:tag name="KSO_WM_SLIDE_INDEX" val="1"/>
  <p:tag name="KSO_WM_SLIDE_ITEM_CNT" val="0"/>
  <p:tag name="KSO_WM_SLIDE_LAYOUT" val="a_d_f_i"/>
  <p:tag name="KSO_WM_SLIDE_LAYOUT_CNT" val="1_1_1_1"/>
  <p:tag name="KSO_WM_SLIDE_TYPE" val="text"/>
  <p:tag name="KSO_WM_BEAUTIFY_FLAG" val="#wm#"/>
  <p:tag name="KSO_WM_SLIDE_POSITION" val="0*0"/>
  <p:tag name="KSO_WM_SLIDE_SIZE" val="898*540"/>
  <p:tag name="KSO_WM_SLIDE_SUBTYPE" val="picTxt"/>
  <p:tag name="KSO_WM_TEMPLATE_SUBCATEGORY" val="11"/>
  <p:tag name="KSO_WM_TEMPLATE_MASTER_TYPE" val="0"/>
  <p:tag name="KSO_WM_TEMPLATE_COLOR_TYPE"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4-23T14:33:43&quot;,&#10;    &quot;maxSize&quot;: {&#10;        &quot;size1&quot;: 33.399999999999999&#10;    },&#10;    &quot;minSize&quot;: {&#10;        &quot;size1&quot;: 33.399999999999999&#10;    },&#10;    &quot;normalSize&quot;: {&#10;        &quot;size1&quot;: 33.399999999999999&#10;    },&#10;    &quot;subLayout&quot;: [&#10;        {&#10;            &quot;backgroundInfo&quot;: [&#10;                {&#10;                    &quot;bottom&quot;: 0,&#10;                    &quot;bottomAbs&quot;: false,&#10;                    &quot;left&quot;: 0,&#10;                    &quot;leftAbs&quot;: false,&#10;                    &quot;right&quot;: 0,&#10;                    &quot;rightAbs&quot;: false,&#10;                    &quot;top&quot;: 0,&#10;                    &quot;topAbs&quot;: false,&#10;                    &quot;type&quot;: &quot;leftRight&quot;&#10;                }&#10;            ],&#10;            &quot;id&quot;: &quot;2020-04-23T14:33:43&quot;,&#10;            &quot;margin&quot;: {&#10;                &quot;bottom&quot;: 2.9300000667572021,&#10;                &quot;left&quot;: 2.119999885559082,&#10;                &quot;right&quot;: 1.690000057220459,&#10;                &quot;top&quot;: 3.2699997425079346&#10;            },&#10;            &quot;maxSize&quot;: {&#10;                &quot;size1&quot;: 65.599999999999994&#10;            },&#10;            &quot;minSize&quot;: {&#10;                &quot;size1&quot;: 39.299999999999997&#10;            },&#10;            &quot;normalSize&quot;: {&#10;                &quot;size1&quot;: 39.300000000000004&#10;            },&#10;            &quot;subLayout&quot;: [&#10;                {&#10;                    &quot;id&quot;: &quot;2020-04-23T14:33:43&quot;,&#10;                    &quot;margin&quot;: {&#10;                        &quot;bottom&quot;: 0.39399999380111694,&#10;                        &quot;left&quot;: 2.119999885559082,&#10;                        &quot;right&quot;: 1.690000057220459,&#10;                        &quot;top&quot;: 3.2699997425079346&#10;                    },&#10;                    &quot;type&quot;: 0&#10;                },&#10;                {&#10;                    &quot;id&quot;: &quot;2020-04-23T14:33:43&quot;,&#10;                    &quot;margin&quot;: {&#10;                        &quot;bottom&quot;: 2.9300000667572021,&#10;                        &quot;left&quot;: 2.119999885559082,&#10;                        &quot;right&quot;: 1.690000057220459,&#10;                        &quot;top&quot;: 0.026000002399086952&#10;                    },&#10;                    &quot;type&quot;: 0&#10;                }&#10;            ],&#10;            &quot;type&quot;: 0&#10;        },&#10;        {&#10;            &quot;id&quot;: &quot;2020-04-23T14:33:43&quot;,&#10;            &quot;margin&quot;: {&#10;                &quot;bottom&quot;: 2.5399999618530273,&#10;                &quot;left&quot;: 2.119999885559082,&#10;                &quot;right&quot;: 2.5399999618530273,&#10;                &quot;top&quot;: 2.5399999618530273&#10;            },&#10;            &quot;type&quot;: 0&#10;        }&#10;    ],&#10;    &quot;type&quot;: 0&#10;}&#10;"/>
  <p:tag name="KSO_WM_SLIDE_CAN_ADD_NAVIGATION" val="1"/>
  <p:tag name="KSO_WM_SLIDE_BACKGROUND" val="[&quot;general&quot;,&quot;frame&quot;,&quot;leftRight&quot;]"/>
  <p:tag name="KSO_WM_SLIDE_RATIO" val="1.777778"/>
  <p:tag name="KSO_WM_SLIDE_BK_DARK_LIGHT" val="2"/>
  <p:tag name="KSO_WM_SLIDE_BACKGROUND_TYPE" val="leftRight"/>
</p:tagLst>
</file>

<file path=ppt/tags/tag786.xml><?xml version="1.0" encoding="utf-8"?>
<p:tagLst xmlns:p="http://schemas.openxmlformats.org/presentationml/2006/main">
  <p:tag name="KSO_WM_UNIT_TEXT_PART_ID_V2" val="a-1-1"/>
  <p:tag name="KSO_WM_UNIT_ISCONTENTSTITLE" val="0"/>
  <p:tag name="KSO_WM_UNIT_ISNUMDGMTITLE" val="0"/>
  <p:tag name="KSO_WM_UNIT_NOCLEAR" val="0"/>
  <p:tag name="KSO_WM_UNIT_VALUE" val="8"/>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05126_1*a*1"/>
  <p:tag name="KSO_WM_TEMPLATE_CATEGORY" val="diagram"/>
  <p:tag name="KSO_WM_TEMPLATE_INDEX" val="20205126"/>
  <p:tag name="KSO_WM_UNIT_LAYERLEVEL" val="1"/>
  <p:tag name="KSO_WM_TAG_VERSION" val="1.0"/>
  <p:tag name="KSO_WM_BEAUTIFY_FLAG" val="#wm#"/>
  <p:tag name="KSO_WM_UNIT_PRESET_TEXT" val="单击此处添加大标题"/>
  <p:tag name="KSO_WM_UNIT_TEXT_FILL_FORE_SCHEMECOLOR_INDEX" val="14"/>
  <p:tag name="KSO_WM_UNIT_TEXT_FILL_TYPE" val="1"/>
  <p:tag name="KSO_WM_UNIT_USESOURCEFORMAT_APPLY" val="1"/>
</p:tagLst>
</file>

<file path=ppt/tags/tag7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05126_1*l_h_i*1_1_2"/>
  <p:tag name="KSO_WM_TEMPLATE_CATEGORY" val="diagram"/>
  <p:tag name="KSO_WM_TEMPLATE_INDEX" val="20205126"/>
  <p:tag name="KSO_WM_UNIT_LAYERLEVEL" val="1_1_1"/>
  <p:tag name="KSO_WM_TAG_VERSION" val="1.0"/>
  <p:tag name="KSO_WM_BEAUTIFY_FLAG" val="#wm#"/>
  <p:tag name="KSO_WM_UNIT_FILL_FORE_SCHEMECOLOR_INDEX" val="16"/>
  <p:tag name="KSO_WM_UNIT_FILL_TYPE" val="1"/>
  <p:tag name="KSO_WM_UNIT_TEXT_FILL_FORE_SCHEMECOLOR_INDEX" val="2"/>
  <p:tag name="KSO_WM_UNIT_TEXT_FILL_TYPE" val="1"/>
  <p:tag name="KSO_WM_UNIT_USESOURCEFORMAT_APPLY" val="1"/>
</p:tagLst>
</file>

<file path=ppt/tags/tag78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05126_1*l_h_f*1_1_1"/>
  <p:tag name="KSO_WM_TEMPLATE_CATEGORY" val="diagram"/>
  <p:tag name="KSO_WM_TEMPLATE_INDEX" val="20205126"/>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
  <p:tag name="KSO_WM_UNIT_TEXT_FILL_FORE_SCHEMECOLOR_INDEX" val="13"/>
  <p:tag name="KSO_WM_UNIT_TEXT_FILL_TYPE" val="1"/>
  <p:tag name="KSO_WM_UNIT_USESOURCEFORMAT_APPLY" val="1"/>
</p:tagLst>
</file>

<file path=ppt/tags/tag7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05126_1*l_h_i*1_1_1"/>
  <p:tag name="KSO_WM_TEMPLATE_CATEGORY" val="diagram"/>
  <p:tag name="KSO_WM_TEMPLATE_INDEX" val="20205126"/>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7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05126_1*l_h_i*1_2_2"/>
  <p:tag name="KSO_WM_TEMPLATE_CATEGORY" val="diagram"/>
  <p:tag name="KSO_WM_TEMPLATE_INDEX" val="20205126"/>
  <p:tag name="KSO_WM_UNIT_LAYERLEVEL" val="1_1_1"/>
  <p:tag name="KSO_WM_TAG_VERSION" val="1.0"/>
  <p:tag name="KSO_WM_BEAUTIFY_FLAG" val="#wm#"/>
  <p:tag name="KSO_WM_UNIT_FILL_FORE_SCHEMECOLOR_INDEX" val="16"/>
  <p:tag name="KSO_WM_UNIT_FILL_TYPE" val="1"/>
  <p:tag name="KSO_WM_UNIT_TEXT_FILL_FORE_SCHEMECOLOR_INDEX" val="2"/>
  <p:tag name="KSO_WM_UNIT_TEXT_FILL_TYPE" val="1"/>
  <p:tag name="KSO_WM_UNIT_USESOURCEFORMAT_APPLY" val="1"/>
</p:tagLst>
</file>

<file path=ppt/tags/tag79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05126_1*l_h_f*1_2_1"/>
  <p:tag name="KSO_WM_TEMPLATE_CATEGORY" val="diagram"/>
  <p:tag name="KSO_WM_TEMPLATE_INDEX" val="20205126"/>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
  <p:tag name="KSO_WM_UNIT_TEXT_FILL_FORE_SCHEMECOLOR_INDEX" val="13"/>
  <p:tag name="KSO_WM_UNIT_TEXT_FILL_TYPE" val="1"/>
  <p:tag name="KSO_WM_UNIT_USESOURCEFORMAT_APPLY" val="1"/>
</p:tagLst>
</file>

<file path=ppt/tags/tag7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05126_1*l_h_i*1_2_1"/>
  <p:tag name="KSO_WM_TEMPLATE_CATEGORY" val="diagram"/>
  <p:tag name="KSO_WM_TEMPLATE_INDEX" val="20205126"/>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7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05126_1*l_h_i*1_3_2"/>
  <p:tag name="KSO_WM_TEMPLATE_CATEGORY" val="diagram"/>
  <p:tag name="KSO_WM_TEMPLATE_INDEX" val="20205126"/>
  <p:tag name="KSO_WM_UNIT_LAYERLEVEL" val="1_1_1"/>
  <p:tag name="KSO_WM_TAG_VERSION" val="1.0"/>
  <p:tag name="KSO_WM_BEAUTIFY_FLAG" val="#wm#"/>
  <p:tag name="KSO_WM_UNIT_FILL_FORE_SCHEMECOLOR_INDEX" val="16"/>
  <p:tag name="KSO_WM_UNIT_FILL_TYPE" val="1"/>
  <p:tag name="KSO_WM_UNIT_TEXT_FILL_FORE_SCHEMECOLOR_INDEX" val="2"/>
  <p:tag name="KSO_WM_UNIT_TEXT_FILL_TYPE" val="1"/>
  <p:tag name="KSO_WM_UNIT_USESOURCEFORMAT_APPLY" val="1"/>
</p:tagLst>
</file>

<file path=ppt/tags/tag79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05126_1*l_h_f*1_3_1"/>
  <p:tag name="KSO_WM_TEMPLATE_CATEGORY" val="diagram"/>
  <p:tag name="KSO_WM_TEMPLATE_INDEX" val="20205126"/>
  <p:tag name="KSO_WM_UNIT_LAYERLEVEL" val="1_1_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
  <p:tag name="KSO_WM_UNIT_TEXT_FILL_FORE_SCHEMECOLOR_INDEX" val="13"/>
  <p:tag name="KSO_WM_UNIT_TEXT_FILL_TYPE" val="1"/>
  <p:tag name="KSO_WM_UNIT_USESOURCEFORMAT_APPLY" val="1"/>
</p:tagLst>
</file>

<file path=ppt/tags/tag7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05126_1*l_h_i*1_3_1"/>
  <p:tag name="KSO_WM_TEMPLATE_CATEGORY" val="diagram"/>
  <p:tag name="KSO_WM_TEMPLATE_INDEX" val="20205126"/>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7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205126_1*i*1"/>
  <p:tag name="KSO_WM_TEMPLATE_CATEGORY" val="diagram"/>
  <p:tag name="KSO_WM_TEMPLATE_INDEX" val="20205126"/>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7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205126_1*i*2"/>
  <p:tag name="KSO_WM_TEMPLATE_CATEGORY" val="diagram"/>
  <p:tag name="KSO_WM_TEMPLATE_INDEX" val="20205126"/>
  <p:tag name="KSO_WM_UNIT_LAYERLEVEL" val="1"/>
  <p:tag name="KSO_WM_TAG_VERSION" val="1.0"/>
  <p:tag name="KSO_WM_BEAUTIFY_FLAG" val="#wm#"/>
  <p:tag name="KSO_WM_UNIT_FILL_FORE_SCHEMECOLOR_INDEX" val="5"/>
  <p:tag name="KSO_WM_UNIT_FILL_TYPE" val="1"/>
  <p:tag name="KSO_WM_UNIT_TEXT_FILL_FORE_SCHEMECOLOR_INDEX" val="14"/>
  <p:tag name="KSO_WM_UNIT_TEXT_FILL_TYPE" val="1"/>
  <p:tag name="KSO_WM_UNIT_USESOURCEFORMAT_APPLY" val="1"/>
</p:tagLst>
</file>

<file path=ppt/tags/tag798.xml><?xml version="1.0" encoding="utf-8"?>
<p:tagLst xmlns:p="http://schemas.openxmlformats.org/presentationml/2006/main">
  <p:tag name="KSO_WM_BEAUTIFY_FLAG" val="#wm#"/>
  <p:tag name="KSO_WM_TEMPLATE_CATEGORY" val="diagram"/>
  <p:tag name="KSO_WM_TEMPLATE_INDEX" val="20205126"/>
  <p:tag name="KSO_WM_SLIDE_ID" val="diagram20205126_1"/>
  <p:tag name="KSO_WM_TEMPLATE_SUBCATEGORY" val="0"/>
  <p:tag name="KSO_WM_TEMPLATE_MASTER_TYPE" val="0"/>
  <p:tag name="KSO_WM_TEMPLATE_COLOR_TYPE" val="1"/>
  <p:tag name="KSO_WM_SLIDE_TYPE" val="text"/>
  <p:tag name="KSO_WM_SLIDE_SUBTYPE" val="diag"/>
  <p:tag name="KSO_WM_SLIDE_ITEM_CNT" val="3"/>
  <p:tag name="KSO_WM_SLIDE_INDEX" val="1"/>
  <p:tag name="KSO_WM_SLIDE_SIZE" val="852.464*362.574"/>
  <p:tag name="KSO_WM_SLIDE_POSITION" val="53.7679*136.468"/>
  <p:tag name="KSO_WM_DIAGRAM_GROUP_CODE" val="l1-1"/>
  <p:tag name="KSO_WM_SLIDE_DIAGTYPE" val="l"/>
  <p:tag name="KSO_WM_TAG_VERSION" val="1.0"/>
  <p:tag name="KSO_WM_SLIDE_LAYOUT" val="a_l"/>
  <p:tag name="KSO_WM_SLIDE_LAYOUT_CNT" val="1_1"/>
  <p:tag name="KSO_WM_SLIDE_BK_DARK_LIGHT" val="2"/>
  <p:tag name="KSO_WM_SLIDE_BACKGROUND_TYPE" val="general"/>
</p:tagLst>
</file>

<file path=ppt/tags/tag799.xml><?xml version="1.0" encoding="utf-8"?>
<p:tagLst xmlns:p="http://schemas.openxmlformats.org/presentationml/2006/main">
  <p:tag name="KSO_WM_UNIT_ISCONTENTSTITLE" val="0"/>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diagram20185375_1*a*1"/>
  <p:tag name="KSO_WM_TEMPLATE_CATEGORY" val="diagram"/>
  <p:tag name="KSO_WM_TEMPLATE_INDEX" val="20185375"/>
  <p:tag name="KSO_WM_UNIT_LAYERLEVEL" val="1"/>
  <p:tag name="KSO_WM_TAG_VERSION" val="1.0"/>
  <p:tag name="KSO_WM_BEAUTIFY_FLAG" val="#wm#"/>
  <p:tag name="KSO_WM_UNIT_PRESET_TEXT" val="点击此处添加标题"/>
</p:tagLst>
</file>

<file path=ppt/tags/tag8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85375_1*i*4"/>
  <p:tag name="KSO_WM_TEMPLATE_CATEGORY" val="diagram"/>
  <p:tag name="KSO_WM_TEMPLATE_INDEX" val="20185375"/>
  <p:tag name="KSO_WM_UNIT_LAYERLEVEL" val="1"/>
  <p:tag name="KSO_WM_TAG_VERSION" val="1.0"/>
  <p:tag name="KSO_WM_BEAUTIFY_FLAG" val="#wm#"/>
</p:tagLst>
</file>

<file path=ppt/tags/tag8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85375_1*i*1"/>
  <p:tag name="KSO_WM_TEMPLATE_CATEGORY" val="diagram"/>
  <p:tag name="KSO_WM_TEMPLATE_INDEX" val="20185375"/>
  <p:tag name="KSO_WM_UNIT_LAYERLEVEL" val="1"/>
  <p:tag name="KSO_WM_TAG_VERSION" val="1.0"/>
  <p:tag name="KSO_WM_BEAUTIFY_FLAG" val="#wm#"/>
</p:tagLst>
</file>

<file path=ppt/tags/tag8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85375_1*i*2"/>
  <p:tag name="KSO_WM_TEMPLATE_CATEGORY" val="diagram"/>
  <p:tag name="KSO_WM_TEMPLATE_INDEX" val="20185375"/>
  <p:tag name="KSO_WM_UNIT_LAYERLEVEL" val="1"/>
  <p:tag name="KSO_WM_TAG_VERSION" val="1.0"/>
  <p:tag name="KSO_WM_BEAUTIFY_FLAG" val="#wm#"/>
</p:tagLst>
</file>

<file path=ppt/tags/tag8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85375_1*i*3"/>
  <p:tag name="KSO_WM_TEMPLATE_CATEGORY" val="diagram"/>
  <p:tag name="KSO_WM_TEMPLATE_INDEX" val="20185375"/>
  <p:tag name="KSO_WM_UNIT_LAYERLEVEL" val="1"/>
  <p:tag name="KSO_WM_TAG_VERSION" val="1.0"/>
  <p:tag name="KSO_WM_BEAUTIFY_FLAG" val="#wm#"/>
</p:tagLst>
</file>

<file path=ppt/tags/tag8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85375_1*i*5"/>
  <p:tag name="KSO_WM_TEMPLATE_CATEGORY" val="diagram"/>
  <p:tag name="KSO_WM_TEMPLATE_INDEX" val="20185375"/>
  <p:tag name="KSO_WM_UNIT_LAYERLEVEL" val="1"/>
  <p:tag name="KSO_WM_TAG_VERSION" val="1.0"/>
  <p:tag name="KSO_WM_BEAUTIFY_FLAG" val="#wm#"/>
  <p:tag name="KSO_WM_UNIT_SUPPORT_UNIT_TYPE" val="[]"/>
</p:tagLst>
</file>

<file path=ppt/tags/tag805.xml><?xml version="1.0" encoding="utf-8"?>
<p:tagLst xmlns:p="http://schemas.openxmlformats.org/presentationml/2006/main">
  <p:tag name="KSO_WM_UNIT_NOCLEAR" val="0"/>
  <p:tag name="KSO_WM_UNIT_VALUE" val="128"/>
  <p:tag name="KSO_WM_UNIT_HIGHLIGHT" val="0"/>
  <p:tag name="KSO_WM_UNIT_COMPATIBLE" val="0"/>
  <p:tag name="KSO_WM_UNIT_DIAGRAM_ISNUMVISUAL" val="0"/>
  <p:tag name="KSO_WM_UNIT_DIAGRAM_ISREFERUNIT" val="0"/>
  <p:tag name="KSO_WM_UNIT_TYPE" val="f"/>
  <p:tag name="KSO_WM_UNIT_INDEX" val="1"/>
  <p:tag name="KSO_WM_UNIT_ID" val="diagram20185375_1*f*1"/>
  <p:tag name="KSO_WM_TEMPLATE_CATEGORY" val="diagram"/>
  <p:tag name="KSO_WM_TEMPLATE_INDEX" val="20185375"/>
  <p:tag name="KSO_WM_UNIT_LAYERLEVEL" val="1"/>
  <p:tag name="KSO_WM_TAG_VERSION" val="1.0"/>
  <p:tag name="KSO_WM_BEAUTIFY_FLAG" val="#wm#"/>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Lst>
</file>

<file path=ppt/tags/tag8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85375_1*i*1"/>
  <p:tag name="KSO_WM_TEMPLATE_CATEGORY" val="diagram"/>
  <p:tag name="KSO_WM_TEMPLATE_INDEX" val="20185375"/>
  <p:tag name="KSO_WM_UNIT_LAYERLEVEL" val="1"/>
  <p:tag name="KSO_WM_TAG_VERSION" val="1.0"/>
  <p:tag name="KSO_WM_BEAUTIFY_FLAG" val="#wm#"/>
</p:tagLst>
</file>

<file path=ppt/tags/tag8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85375_1*i*3"/>
  <p:tag name="KSO_WM_TEMPLATE_CATEGORY" val="diagram"/>
  <p:tag name="KSO_WM_TEMPLATE_INDEX" val="20185375"/>
  <p:tag name="KSO_WM_UNIT_LAYERLEVEL" val="1"/>
  <p:tag name="KSO_WM_TAG_VERSION" val="1.0"/>
  <p:tag name="KSO_WM_BEAUTIFY_FLAG" val="#wm#"/>
</p:tagLst>
</file>

<file path=ppt/tags/tag808.xml><?xml version="1.0" encoding="utf-8"?>
<p:tagLst xmlns:p="http://schemas.openxmlformats.org/presentationml/2006/main">
  <p:tag name="KSO_WM_SLIDE_ID" val="diagram2018537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40"/>
  <p:tag name="KSO_WM_SLIDE_POSITION" val="0*0"/>
  <p:tag name="KSO_WM_TAG_VERSION" val="1.0"/>
  <p:tag name="KSO_WM_BEAUTIFY_FLAG" val="#wm#"/>
  <p:tag name="KSO_WM_TEMPLATE_CATEGORY" val="diagram"/>
  <p:tag name="KSO_WM_TEMPLATE_INDEX" val="20185375"/>
  <p:tag name="KSO_WM_SLIDE_LAYOUT" val="a_f"/>
  <p:tag name="KSO_WM_SLIDE_LAYOUT_CNT" val="1_1"/>
</p:tagLst>
</file>

<file path=ppt/tags/tag809.xml><?xml version="1.0" encoding="utf-8"?>
<p:tagLst xmlns:p="http://schemas.openxmlformats.org/presentationml/2006/main">
  <p:tag name="KSO_WM_TEMPLATE_CATEGORY" val="diagram"/>
  <p:tag name="KSO_WM_TEMPLATE_INDEX" val="20185377"/>
  <p:tag name="KSO_WM_TAG_VERSION" val="1.0"/>
  <p:tag name="KSO_WM_UNIT_TYPE" val="a"/>
  <p:tag name="KSO_WM_UNIT_INDEX" val="1"/>
  <p:tag name="KSO_WM_UNIT_ID" val="diagram20185377_2*a*1"/>
  <p:tag name="KSO_WM_UNIT_LAYERLEVEL" val="1"/>
  <p:tag name="KSO_WM_UNIT_VALUE" val="18"/>
  <p:tag name="KSO_WM_UNIT_ISCONTENTSTITLE" val="0"/>
  <p:tag name="KSO_WM_UNIT_HIGHLIGHT" val="0"/>
  <p:tag name="KSO_WM_UNIT_COMPATIBLE" val="0"/>
  <p:tag name="KSO_WM_UNIT_CLEAR" val="0"/>
  <p:tag name="KSO_WM_BEAUTIFY_FLAG" val="#wm#"/>
  <p:tag name="KSO_WM_UNIT_PRESET_TEXT" val="CREATIVE&#13;PLACEHOLDER"/>
</p:tagLst>
</file>

<file path=ppt/tags/tag810.xml><?xml version="1.0" encoding="utf-8"?>
<p:tagLst xmlns:p="http://schemas.openxmlformats.org/presentationml/2006/main">
  <p:tag name="KSO_WM_TAG_VERSION" val="1.0"/>
  <p:tag name="KSO_WM_BEAUTIFY_FLAG" val="#wm#"/>
  <p:tag name="KSO_WM_UNIT_TYPE" val="i"/>
  <p:tag name="KSO_WM_UNIT_ID" val="diagram20185377_2*i*1"/>
  <p:tag name="KSO_WM_TEMPLATE_CATEGORY" val="diagram"/>
  <p:tag name="KSO_WM_TEMPLATE_INDEX" val="20185377"/>
  <p:tag name="KSO_WM_UNIT_INDEX" val="1"/>
</p:tagLst>
</file>

<file path=ppt/tags/tag811.xml><?xml version="1.0" encoding="utf-8"?>
<p:tagLst xmlns:p="http://schemas.openxmlformats.org/presentationml/2006/main">
  <p:tag name="KSO_WM_TEMPLATE_CATEGORY" val="diagram"/>
  <p:tag name="KSO_WM_TEMPLATE_INDEX" val="20185377"/>
  <p:tag name="KSO_WM_TAG_VERSION" val="1.0"/>
  <p:tag name="KSO_WM_UNIT_TYPE" val="d"/>
  <p:tag name="KSO_WM_UNIT_INDEX" val="1"/>
  <p:tag name="KSO_WM_UNIT_ID" val="diagram20185377_2*d*1"/>
  <p:tag name="KSO_WM_UNIT_LAYERLEVEL" val="1"/>
  <p:tag name="KSO_WM_UNIT_VALUE" val="722*1199"/>
  <p:tag name="KSO_WM_UNIT_HIGHLIGHT" val="0"/>
  <p:tag name="KSO_WM_UNIT_COMPATIBLE" val="0"/>
  <p:tag name="KSO_WM_UNIT_CLEAR" val="0"/>
  <p:tag name="KSO_WM_BEAUTIFY_FLAG" val="#wm#"/>
  <p:tag name="REFSHAPE" val="909265892"/>
  <p:tag name="KSO_WM_UNIT_PICTURE_CLIP_FLAG" val="0"/>
</p:tagLst>
</file>

<file path=ppt/tags/tag812.xml><?xml version="1.0" encoding="utf-8"?>
<p:tagLst xmlns:p="http://schemas.openxmlformats.org/presentationml/2006/main">
  <p:tag name="KSO_WM_TEMPLATE_CATEGORY" val="diagram"/>
  <p:tag name="KSO_WM_TEMPLATE_INDEX" val="20185377"/>
  <p:tag name="KSO_WM_TAG_VERSION" val="1.0"/>
  <p:tag name="KSO_WM_UNIT_TYPE" val="d"/>
  <p:tag name="KSO_WM_UNIT_INDEX" val="2"/>
  <p:tag name="KSO_WM_UNIT_ID" val="diagram20185377_2*d*2"/>
  <p:tag name="KSO_WM_UNIT_LAYERLEVEL" val="1"/>
  <p:tag name="KSO_WM_UNIT_VALUE" val="566*1194"/>
  <p:tag name="KSO_WM_UNIT_HIGHLIGHT" val="0"/>
  <p:tag name="KSO_WM_UNIT_COMPATIBLE" val="0"/>
  <p:tag name="KSO_WM_UNIT_CLEAR" val="0"/>
  <p:tag name="KSO_WM_BEAUTIFY_FLAG" val="#wm#"/>
  <p:tag name="REFSHAPE" val="823614252"/>
  <p:tag name="KSO_WM_UNIT_PICTURE_CLIP_FLAG" val="0"/>
</p:tagLst>
</file>

<file path=ppt/tags/tag813.xml><?xml version="1.0" encoding="utf-8"?>
<p:tagLst xmlns:p="http://schemas.openxmlformats.org/presentationml/2006/main">
  <p:tag name="KSO_WM_TEMPLATE_CATEGORY" val="diagram"/>
  <p:tag name="KSO_WM_TEMPLATE_INDEX" val="20185377"/>
  <p:tag name="KSO_WM_TAG_VERSION" val="1.0"/>
  <p:tag name="KSO_WM_UNIT_TYPE" val="f"/>
  <p:tag name="KSO_WM_UNIT_INDEX" val="1"/>
  <p:tag name="KSO_WM_UNIT_ID" val="diagram20185377_2*f*1"/>
  <p:tag name="KSO_WM_UNIT_LAYERLEVEL" val="1"/>
  <p:tag name="KSO_WM_UNIT_VALUE" val="208"/>
  <p:tag name="KSO_WM_UNIT_HIGHLIGHT" val="0"/>
  <p:tag name="KSO_WM_UNIT_COMPATIBLE" val="0"/>
  <p:tag name="KSO_WM_UNIT_CLEAR" val="0"/>
  <p:tag name="KSO_WM_BEAUTIFY_FLAG" val="#wm#"/>
  <p:tag name="KSO_WM_UNIT_PRESET_TEXT" val="amet, consectetur adipisicing elit, sed do eiusmod tempor incididunt ut labore et dolore magna aliqua. Lorem ipsum dolor sit amet, consectetur Lorem ipsum dolor sit amet, consectetu radipisicing elit, sed do eiusmod tempor incididunt ut labore et dolore magna aliqua. Lorem ipsum dolor sit amet, consectetur&#13; consectetur adipisicing elit, sed do eiusmod tempor incididunt ut labore et dolore magna aliqua"/>
</p:tagLst>
</file>

<file path=ppt/tags/tag8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3763_1*i*1"/>
  <p:tag name="KSO_WM_TEMPLATE_CATEGORY" val="diagram"/>
  <p:tag name="KSO_WM_TEMPLATE_INDEX" val="20203763"/>
  <p:tag name="KSO_WM_UNIT_LAYERLEVEL" val="1"/>
  <p:tag name="KSO_WM_TAG_VERSION" val="1.0"/>
  <p:tag name="KSO_WM_BEAUTIFY_FLAG" val="#wm#"/>
</p:tagLst>
</file>

<file path=ppt/tags/tag8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3763_1*i*7"/>
  <p:tag name="KSO_WM_TEMPLATE_CATEGORY" val="diagram"/>
  <p:tag name="KSO_WM_TEMPLATE_INDEX" val="20203763"/>
  <p:tag name="KSO_WM_UNIT_LAYERLEVEL" val="1"/>
  <p:tag name="KSO_WM_TAG_VERSION" val="1.0"/>
  <p:tag name="KSO_WM_BEAUTIFY_FLAG" val="#wm#"/>
</p:tagLst>
</file>

<file path=ppt/tags/tag816.xml><?xml version="1.0" encoding="utf-8"?>
<p:tagLst xmlns:p="http://schemas.openxmlformats.org/presentationml/2006/main">
  <p:tag name="KSO_WM_SLIDE_ID" val="diagram20185377_2"/>
  <p:tag name="KSO_WM_SLIDE_ITEM_CNT" val="4"/>
  <p:tag name="KSO_WM_SLIDE_INDEX" val="2"/>
  <p:tag name="KSO_WM_TAG_VERSION" val="1.0"/>
  <p:tag name="KSO_WM_BEAUTIFY_FLAG" val="#wm#"/>
  <p:tag name="KSO_WM_TEMPLATE_CATEGORY" val="diagram"/>
  <p:tag name="KSO_WM_TEMPLATE_INDEX" val="20185377"/>
  <p:tag name="KSO_WM_SLIDE_LAYOUT" val="a_f_d"/>
  <p:tag name="KSO_WM_SLIDE_LAYOUT_CNT" val="1_1_2"/>
  <p:tag name="KSO_WM_SLIDE_TYPE" val="text"/>
  <p:tag name="KSO_WM_SLIDE_SUBTYPE" val="picTxt"/>
  <p:tag name="KSO_WM_SLIDE_SIZE" val="811*373"/>
  <p:tag name="KSO_WM_SLIDE_POSITION" val="77*65"/>
  <p:tag name="KSO_WM_SLIDE_CONSTRAINT" val="%7b%22slideConstraint%22%3a%7b%22seriesAreas%22%3a%5b%5d%2c%22singleAreas%22%3a%5b%7b%22shapes%22%3a%5b13%5d%2c%22serialConstraintIndex%22%3a-1%2c%22areatextmark%22%3a0%2c%22pictureprocessmark%22%3a0%7d%5d%7d%7d"/>
  <p:tag name="KSO_WM_SLIDE_COLORSCHEME_VERSION" val="3.2"/>
  <p:tag name="KSO_WM_TEMPLATE_SUBCATEGORY" val="0"/>
  <p:tag name="KSO_WM_TEMPLATE_MASTER_TYPE" val="0"/>
  <p:tag name="KSO_WM_TEMPLATE_COLOR_TYPE" val="1"/>
</p:tagLst>
</file>

<file path=ppt/tags/tag817.xml><?xml version="1.0" encoding="utf-8"?>
<p:tagLst xmlns:p="http://schemas.openxmlformats.org/presentationml/2006/main">
  <p:tag name="KSO_WM_UNIT_ISCONTENTSTITLE" val="0"/>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68780_2*a*1"/>
  <p:tag name="KSO_WM_TEMPLATE_CATEGORY" val="diagram"/>
  <p:tag name="KSO_WM_TEMPLATE_INDEX" val="20168780"/>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 name="REFSHAPE" val="746851908"/>
</p:tagLst>
</file>

<file path=ppt/tags/tag8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68780_3*l_h_i*1_1_1"/>
  <p:tag name="KSO_WM_TEMPLATE_CATEGORY" val="diagram"/>
  <p:tag name="KSO_WM_TEMPLATE_INDEX" val="20168780"/>
  <p:tag name="KSO_WM_UNIT_LAYERLEVEL" val="1_1_1"/>
  <p:tag name="KSO_WM_TAG_VERSION" val="1.0"/>
  <p:tag name="KSO_WM_BEAUTIFY_FLAG" val="#wm#"/>
  <p:tag name="KSO_WM_UNIT_LINE_FORE_SCHEMECOLOR_INDEX" val="5"/>
  <p:tag name="KSO_WM_UNIT_LINE_FILL_TYPE" val="2"/>
  <p:tag name="KSO_WM_UNIT_TEXT_FILL_FORE_SCHEMECOLOR_INDEX" val="2"/>
  <p:tag name="KSO_WM_UNIT_TEXT_FILL_TYPE" val="1"/>
  <p:tag name="KSO_WM_UNIT_USESOURCEFORMAT_APPLY" val="1"/>
</p:tagLst>
</file>

<file path=ppt/tags/tag8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168780_3*l_h_i*1_1_2"/>
  <p:tag name="KSO_WM_TEMPLATE_CATEGORY" val="diagram"/>
  <p:tag name="KSO_WM_TEMPLATE_INDEX" val="20168780"/>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820.xml><?xml version="1.0" encoding="utf-8"?>
<p:tagLst xmlns:p="http://schemas.openxmlformats.org/presentationml/2006/main">
  <p:tag name="KSO_WM_UNIT_NOCLEAR" val="0"/>
  <p:tag name="KSO_WM_UNIT_VALUE" val="3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68780_3*l_h_f*1_1_1"/>
  <p:tag name="KSO_WM_TEMPLATE_CATEGORY" val="diagram"/>
  <p:tag name="KSO_WM_TEMPLATE_INDEX" val="20168780"/>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8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168780_3*l_h_i*1_3_1"/>
  <p:tag name="KSO_WM_TEMPLATE_CATEGORY" val="diagram"/>
  <p:tag name="KSO_WM_TEMPLATE_INDEX" val="20168780"/>
  <p:tag name="KSO_WM_UNIT_LAYERLEVEL" val="1_1_1"/>
  <p:tag name="KSO_WM_TAG_VERSION" val="1.0"/>
  <p:tag name="KSO_WM_BEAUTIFY_FLAG" val="#wm#"/>
  <p:tag name="KSO_WM_UNIT_LINE_FORE_SCHEMECOLOR_INDEX" val="7"/>
  <p:tag name="KSO_WM_UNIT_LINE_FILL_TYPE" val="2"/>
  <p:tag name="KSO_WM_UNIT_TEXT_FILL_FORE_SCHEMECOLOR_INDEX" val="2"/>
  <p:tag name="KSO_WM_UNIT_TEXT_FILL_TYPE" val="1"/>
  <p:tag name="KSO_WM_UNIT_USESOURCEFORMAT_APPLY" val="1"/>
</p:tagLst>
</file>

<file path=ppt/tags/tag8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168780_3*l_h_i*1_3_2"/>
  <p:tag name="KSO_WM_TEMPLATE_CATEGORY" val="diagram"/>
  <p:tag name="KSO_WM_TEMPLATE_INDEX" val="20168780"/>
  <p:tag name="KSO_WM_UNIT_LAYERLEVEL" val="1_1_1"/>
  <p:tag name="KSO_WM_TAG_VERSION" val="1.0"/>
  <p:tag name="KSO_WM_BEAUTIFY_FLAG" val="#wm#"/>
  <p:tag name="KSO_WM_UNIT_FILL_FORE_SCHEMECOLOR_INDEX" val="7"/>
  <p:tag name="KSO_WM_UNIT_FILL_TYPE" val="1"/>
  <p:tag name="KSO_WM_UNIT_TEXT_FILL_FORE_SCHEMECOLOR_INDEX" val="2"/>
  <p:tag name="KSO_WM_UNIT_TEXT_FILL_TYPE" val="1"/>
  <p:tag name="KSO_WM_UNIT_USESOURCEFORMAT_APPLY" val="1"/>
</p:tagLst>
</file>

<file path=ppt/tags/tag823.xml><?xml version="1.0" encoding="utf-8"?>
<p:tagLst xmlns:p="http://schemas.openxmlformats.org/presentationml/2006/main">
  <p:tag name="KSO_WM_UNIT_NOCLEAR" val="0"/>
  <p:tag name="KSO_WM_UNIT_VALUE" val="3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168780_3*l_h_f*1_3_1"/>
  <p:tag name="KSO_WM_TEMPLATE_CATEGORY" val="diagram"/>
  <p:tag name="KSO_WM_TEMPLATE_INDEX" val="20168780"/>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8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68780_3*l_h_i*1_2_1"/>
  <p:tag name="KSO_WM_TEMPLATE_CATEGORY" val="diagram"/>
  <p:tag name="KSO_WM_TEMPLATE_INDEX" val="20168780"/>
  <p:tag name="KSO_WM_UNIT_LAYERLEVEL" val="1_1_1"/>
  <p:tag name="KSO_WM_TAG_VERSION" val="1.0"/>
  <p:tag name="KSO_WM_BEAUTIFY_FLAG" val="#wm#"/>
  <p:tag name="KSO_WM_UNIT_LINE_FORE_SCHEMECOLOR_INDEX" val="6"/>
  <p:tag name="KSO_WM_UNIT_LINE_FILL_TYPE" val="2"/>
  <p:tag name="KSO_WM_UNIT_TEXT_FILL_FORE_SCHEMECOLOR_INDEX" val="2"/>
  <p:tag name="KSO_WM_UNIT_TEXT_FILL_TYPE" val="1"/>
  <p:tag name="KSO_WM_UNIT_USESOURCEFORMAT_APPLY" val="1"/>
</p:tagLst>
</file>

<file path=ppt/tags/tag8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68780_3*l_h_i*1_2_2"/>
  <p:tag name="KSO_WM_TEMPLATE_CATEGORY" val="diagram"/>
  <p:tag name="KSO_WM_TEMPLATE_INDEX" val="20168780"/>
  <p:tag name="KSO_WM_UNIT_LAYERLEVEL" val="1_1_1"/>
  <p:tag name="KSO_WM_TAG_VERSION" val="1.0"/>
  <p:tag name="KSO_WM_BEAUTIFY_FLAG" val="#wm#"/>
  <p:tag name="KSO_WM_UNIT_FILL_FORE_SCHEMECOLOR_INDEX" val="6"/>
  <p:tag name="KSO_WM_UNIT_FILL_TYPE" val="1"/>
  <p:tag name="KSO_WM_UNIT_TEXT_FILL_FORE_SCHEMECOLOR_INDEX" val="2"/>
  <p:tag name="KSO_WM_UNIT_TEXT_FILL_TYPE" val="1"/>
  <p:tag name="KSO_WM_UNIT_USESOURCEFORMAT_APPLY" val="1"/>
</p:tagLst>
</file>

<file path=ppt/tags/tag826.xml><?xml version="1.0" encoding="utf-8"?>
<p:tagLst xmlns:p="http://schemas.openxmlformats.org/presentationml/2006/main">
  <p:tag name="KSO_WM_UNIT_NOCLEAR" val="0"/>
  <p:tag name="KSO_WM_UNIT_VALUE" val="3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68780_3*l_h_f*1_2_1"/>
  <p:tag name="KSO_WM_TEMPLATE_CATEGORY" val="diagram"/>
  <p:tag name="KSO_WM_TEMPLATE_INDEX" val="20168780"/>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827.xml><?xml version="1.0" encoding="utf-8"?>
<p:tagLst xmlns:p="http://schemas.openxmlformats.org/presentationml/2006/main">
  <p:tag name="KSO_WM_BEAUTIFY_FLAG" val="#wm#"/>
  <p:tag name="KSO_WM_TEMPLATE_CATEGORY" val="diagram"/>
  <p:tag name="KSO_WM_TEMPLATE_INDEX" val="20168780"/>
  <p:tag name="KSO_WM_SLIDE_ID" val="diagram20168780_2"/>
  <p:tag name="KSO_WM_TEMPLATE_SUBCATEGORY" val="0"/>
  <p:tag name="KSO_WM_TEMPLATE_MASTER_TYPE" val="0"/>
  <p:tag name="KSO_WM_TEMPLATE_COLOR_TYPE" val="1"/>
  <p:tag name="KSO_WM_SLIDE_TYPE" val="text"/>
  <p:tag name="KSO_WM_SLIDE_SUBTYPE" val="diag"/>
  <p:tag name="KSO_WM_SLIDE_ITEM_CNT" val="3"/>
  <p:tag name="KSO_WM_SLIDE_INDEX" val="2"/>
  <p:tag name="KSO_WM_SLIDE_SIZE" val="467.17*250.463"/>
  <p:tag name="KSO_WM_SLIDE_POSITION" val="103.921*180.844"/>
  <p:tag name="KSO_WM_DIAGRAM_GROUP_CODE" val="l1-1"/>
  <p:tag name="KSO_WM_SLIDE_DIAGTYPE" val="l"/>
  <p:tag name="KSO_WM_TAG_VERSION" val="1.0"/>
  <p:tag name="KSO_WM_SLIDE_LAYOUT" val="a_d_l"/>
  <p:tag name="KSO_WM_SLIDE_LAYOUT_CNT" val="1_1_1"/>
  <p:tag name="KSO_WM_SLIDE_BK_DARK_LIGHT" val="2"/>
  <p:tag name="KSO_WM_SLIDE_BACKGROUND_TYPE" val="general"/>
</p:tagLst>
</file>

<file path=ppt/tags/tag8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1"/>
  <p:tag name="KSO_WM_UNIT_ID" val="diagram20200857_1*i*111"/>
  <p:tag name="KSO_WM_TEMPLATE_CATEGORY" val="diagram"/>
  <p:tag name="KSO_WM_TEMPLATE_INDEX" val="20200857"/>
  <p:tag name="KSO_WM_UNIT_LAYERLEVEL" val="1"/>
  <p:tag name="KSO_WM_TAG_VERSION" val="1.0"/>
  <p:tag name="KSO_WM_BEAUTIFY_FLAG" val="#wm#"/>
</p:tagLst>
</file>

<file path=ppt/tags/tag8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6"/>
  <p:tag name="KSO_WM_UNIT_ID" val="diagram20200857_1*i*156"/>
  <p:tag name="KSO_WM_TEMPLATE_CATEGORY" val="diagram"/>
  <p:tag name="KSO_WM_TEMPLATE_INDEX" val="20200857"/>
  <p:tag name="KSO_WM_UNIT_LAYERLEVEL" val="1"/>
  <p:tag name="KSO_WM_TAG_VERSION" val="1.0"/>
  <p:tag name="KSO_WM_BEAUTIFY_FLAG" val="#wm#"/>
</p:tagLst>
</file>

<file path=ppt/tags/tag8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7"/>
  <p:tag name="KSO_WM_UNIT_ID" val="diagram20200857_1*i*167"/>
  <p:tag name="KSO_WM_TEMPLATE_CATEGORY" val="diagram"/>
  <p:tag name="KSO_WM_TEMPLATE_INDEX" val="20200857"/>
  <p:tag name="KSO_WM_UNIT_LAYERLEVEL" val="1"/>
  <p:tag name="KSO_WM_TAG_VERSION" val="1.0"/>
  <p:tag name="KSO_WM_BEAUTIFY_FLAG" val="#wm#"/>
</p:tagLst>
</file>

<file path=ppt/tags/tag8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8"/>
  <p:tag name="KSO_WM_UNIT_ID" val="diagram20200857_1*i*178"/>
  <p:tag name="KSO_WM_TEMPLATE_CATEGORY" val="diagram"/>
  <p:tag name="KSO_WM_TEMPLATE_INDEX" val="20200857"/>
  <p:tag name="KSO_WM_UNIT_LAYERLEVEL" val="1"/>
  <p:tag name="KSO_WM_TAG_VERSION" val="1.0"/>
  <p:tag name="KSO_WM_BEAUTIFY_FLAG" val="#wm#"/>
</p:tagLst>
</file>

<file path=ppt/tags/tag8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9"/>
  <p:tag name="KSO_WM_UNIT_ID" val="diagram20200857_1*i*189"/>
  <p:tag name="KSO_WM_TEMPLATE_CATEGORY" val="diagram"/>
  <p:tag name="KSO_WM_TEMPLATE_INDEX" val="20200857"/>
  <p:tag name="KSO_WM_UNIT_LAYERLEVEL" val="1"/>
  <p:tag name="KSO_WM_TAG_VERSION" val="1.0"/>
  <p:tag name="KSO_WM_BEAUTIFY_FLAG" val="#wm#"/>
</p:tagLst>
</file>

<file path=ppt/tags/tag8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0"/>
  <p:tag name="KSO_WM_UNIT_ID" val="diagram20200857_1*i*200"/>
  <p:tag name="KSO_WM_TEMPLATE_CATEGORY" val="diagram"/>
  <p:tag name="KSO_WM_TEMPLATE_INDEX" val="20200857"/>
  <p:tag name="KSO_WM_UNIT_LAYERLEVEL" val="1"/>
  <p:tag name="KSO_WM_TAG_VERSION" val="1.0"/>
  <p:tag name="KSO_WM_BEAUTIFY_FLAG" val="#wm#"/>
</p:tagLst>
</file>

<file path=ppt/tags/tag8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1"/>
  <p:tag name="KSO_WM_UNIT_ID" val="diagram20200857_1*i*211"/>
  <p:tag name="KSO_WM_TEMPLATE_CATEGORY" val="diagram"/>
  <p:tag name="KSO_WM_TEMPLATE_INDEX" val="20200857"/>
  <p:tag name="KSO_WM_UNIT_LAYERLEVEL" val="1"/>
  <p:tag name="KSO_WM_TAG_VERSION" val="1.0"/>
  <p:tag name="KSO_WM_BEAUTIFY_FLAG" val="#wm#"/>
</p:tagLst>
</file>

<file path=ppt/tags/tag8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2"/>
  <p:tag name="KSO_WM_UNIT_ID" val="diagram20200857_1*i*222"/>
  <p:tag name="KSO_WM_TEMPLATE_CATEGORY" val="diagram"/>
  <p:tag name="KSO_WM_TEMPLATE_INDEX" val="20200857"/>
  <p:tag name="KSO_WM_UNIT_LAYERLEVEL" val="1"/>
  <p:tag name="KSO_WM_TAG_VERSION" val="1.0"/>
  <p:tag name="KSO_WM_BEAUTIFY_FLAG" val="#wm#"/>
</p:tagLst>
</file>

<file path=ppt/tags/tag8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0857_1*i*1"/>
  <p:tag name="KSO_WM_TEMPLATE_CATEGORY" val="diagram"/>
  <p:tag name="KSO_WM_TEMPLATE_INDEX" val="20200857"/>
  <p:tag name="KSO_WM_UNIT_LAYERLEVEL" val="1"/>
  <p:tag name="KSO_WM_TAG_VERSION" val="1.0"/>
  <p:tag name="KSO_WM_BEAUTIFY_FLAG" val="#wm#"/>
</p:tagLst>
</file>

<file path=ppt/tags/tag8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200857_1*i*12"/>
  <p:tag name="KSO_WM_TEMPLATE_CATEGORY" val="diagram"/>
  <p:tag name="KSO_WM_TEMPLATE_INDEX" val="20200857"/>
  <p:tag name="KSO_WM_UNIT_LAYERLEVEL" val="1"/>
  <p:tag name="KSO_WM_TAG_VERSION" val="1.0"/>
  <p:tag name="KSO_WM_BEAUTIFY_FLAG" val="#wm#"/>
</p:tagLst>
</file>

<file path=ppt/tags/tag8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diagram20200857_1*i*23"/>
  <p:tag name="KSO_WM_TEMPLATE_CATEGORY" val="diagram"/>
  <p:tag name="KSO_WM_TEMPLATE_INDEX" val="20200857"/>
  <p:tag name="KSO_WM_UNIT_LAYERLEVEL" val="1"/>
  <p:tag name="KSO_WM_TAG_VERSION" val="1.0"/>
  <p:tag name="KSO_WM_BEAUTIFY_FLAG" val="#wm#"/>
</p:tagLst>
</file>

<file path=ppt/tags/tag8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4"/>
  <p:tag name="KSO_WM_UNIT_ID" val="diagram20200857_1*i*34"/>
  <p:tag name="KSO_WM_TEMPLATE_CATEGORY" val="diagram"/>
  <p:tag name="KSO_WM_TEMPLATE_INDEX" val="20200857"/>
  <p:tag name="KSO_WM_UNIT_LAYERLEVEL" val="1"/>
  <p:tag name="KSO_WM_TAG_VERSION" val="1.0"/>
  <p:tag name="KSO_WM_BEAUTIFY_FLAG" val="#wm#"/>
</p:tagLst>
</file>

<file path=ppt/tags/tag8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5"/>
  <p:tag name="KSO_WM_UNIT_ID" val="diagram20200857_1*i*45"/>
  <p:tag name="KSO_WM_TEMPLATE_CATEGORY" val="diagram"/>
  <p:tag name="KSO_WM_TEMPLATE_INDEX" val="20200857"/>
  <p:tag name="KSO_WM_UNIT_LAYERLEVEL" val="1"/>
  <p:tag name="KSO_WM_TAG_VERSION" val="1.0"/>
  <p:tag name="KSO_WM_BEAUTIFY_FLAG" val="#wm#"/>
</p:tagLst>
</file>

<file path=ppt/tags/tag8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6"/>
  <p:tag name="KSO_WM_UNIT_ID" val="diagram20200857_1*i*56"/>
  <p:tag name="KSO_WM_TEMPLATE_CATEGORY" val="diagram"/>
  <p:tag name="KSO_WM_TEMPLATE_INDEX" val="20200857"/>
  <p:tag name="KSO_WM_UNIT_LAYERLEVEL" val="1"/>
  <p:tag name="KSO_WM_TAG_VERSION" val="1.0"/>
  <p:tag name="KSO_WM_BEAUTIFY_FLAG" val="#wm#"/>
</p:tagLst>
</file>

<file path=ppt/tags/tag8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7"/>
  <p:tag name="KSO_WM_UNIT_ID" val="diagram20200857_1*i*67"/>
  <p:tag name="KSO_WM_TEMPLATE_CATEGORY" val="diagram"/>
  <p:tag name="KSO_WM_TEMPLATE_INDEX" val="20200857"/>
  <p:tag name="KSO_WM_UNIT_LAYERLEVEL" val="1"/>
  <p:tag name="KSO_WM_TAG_VERSION" val="1.0"/>
  <p:tag name="KSO_WM_BEAUTIFY_FLAG" val="#wm#"/>
</p:tagLst>
</file>

<file path=ppt/tags/tag8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8"/>
  <p:tag name="KSO_WM_UNIT_ID" val="diagram20200857_1*i*78"/>
  <p:tag name="KSO_WM_TEMPLATE_CATEGORY" val="diagram"/>
  <p:tag name="KSO_WM_TEMPLATE_INDEX" val="20200857"/>
  <p:tag name="KSO_WM_UNIT_LAYERLEVEL" val="1"/>
  <p:tag name="KSO_WM_TAG_VERSION" val="1.0"/>
  <p:tag name="KSO_WM_BEAUTIFY_FLAG" val="#wm#"/>
</p:tagLst>
</file>

<file path=ppt/tags/tag8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9"/>
  <p:tag name="KSO_WM_UNIT_ID" val="diagram20200857_1*i*89"/>
  <p:tag name="KSO_WM_TEMPLATE_CATEGORY" val="diagram"/>
  <p:tag name="KSO_WM_TEMPLATE_INDEX" val="20200857"/>
  <p:tag name="KSO_WM_UNIT_LAYERLEVEL" val="1"/>
  <p:tag name="KSO_WM_TAG_VERSION" val="1.0"/>
  <p:tag name="KSO_WM_BEAUTIFY_FLAG" val="#wm#"/>
</p:tagLst>
</file>

<file path=ppt/tags/tag8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0"/>
  <p:tag name="KSO_WM_UNIT_ID" val="diagram20200857_1*i*100"/>
  <p:tag name="KSO_WM_TEMPLATE_CATEGORY" val="diagram"/>
  <p:tag name="KSO_WM_TEMPLATE_INDEX" val="20200857"/>
  <p:tag name="KSO_WM_UNIT_LAYERLEVEL" val="1"/>
  <p:tag name="KSO_WM_TAG_VERSION" val="1.0"/>
  <p:tag name="KSO_WM_BEAUTIFY_FLAG" val="#wm#"/>
</p:tagLst>
</file>

<file path=ppt/tags/tag8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2"/>
  <p:tag name="KSO_WM_UNIT_ID" val="diagram20200857_1*i*112"/>
  <p:tag name="KSO_WM_TEMPLATE_CATEGORY" val="diagram"/>
  <p:tag name="KSO_WM_TEMPLATE_INDEX" val="20200857"/>
  <p:tag name="KSO_WM_UNIT_LAYERLEVEL" val="1"/>
  <p:tag name="KSO_WM_TAG_VERSION" val="1.0"/>
  <p:tag name="KSO_WM_BEAUTIFY_FLAG" val="#wm#"/>
</p:tagLst>
</file>

<file path=ppt/tags/tag8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3"/>
  <p:tag name="KSO_WM_UNIT_ID" val="diagram20200857_1*i*123"/>
  <p:tag name="KSO_WM_TEMPLATE_CATEGORY" val="diagram"/>
  <p:tag name="KSO_WM_TEMPLATE_INDEX" val="20200857"/>
  <p:tag name="KSO_WM_UNIT_LAYERLEVEL" val="1"/>
  <p:tag name="KSO_WM_TAG_VERSION" val="1.0"/>
  <p:tag name="KSO_WM_BEAUTIFY_FLAG" val="#wm#"/>
</p:tagLst>
</file>

<file path=ppt/tags/tag8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4"/>
  <p:tag name="KSO_WM_UNIT_ID" val="diagram20200857_1*i*134"/>
  <p:tag name="KSO_WM_TEMPLATE_CATEGORY" val="diagram"/>
  <p:tag name="KSO_WM_TEMPLATE_INDEX" val="20200857"/>
  <p:tag name="KSO_WM_UNIT_LAYERLEVEL" val="1"/>
  <p:tag name="KSO_WM_TAG_VERSION" val="1.0"/>
  <p:tag name="KSO_WM_BEAUTIFY_FLAG" val="#wm#"/>
</p:tagLst>
</file>

<file path=ppt/tags/tag8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5"/>
  <p:tag name="KSO_WM_UNIT_ID" val="diagram20200857_1*i*145"/>
  <p:tag name="KSO_WM_TEMPLATE_CATEGORY" val="diagram"/>
  <p:tag name="KSO_WM_TEMPLATE_INDEX" val="20200857"/>
  <p:tag name="KSO_WM_UNIT_LAYERLEVEL" val="1"/>
  <p:tag name="KSO_WM_TAG_VERSION" val="1.0"/>
  <p:tag name="KSO_WM_BEAUTIFY_FLAG" val="#wm#"/>
</p:tagLst>
</file>

<file path=ppt/tags/tag8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0"/>
  <p:tag name="KSO_WM_UNIT_ID" val="diagram20200857_1*i*150"/>
  <p:tag name="KSO_WM_TEMPLATE_CATEGORY" val="diagram"/>
  <p:tag name="KSO_WM_TEMPLATE_INDEX" val="20200857"/>
  <p:tag name="KSO_WM_UNIT_LAYERLEVEL" val="1"/>
  <p:tag name="KSO_WM_TAG_VERSION" val="1.0"/>
  <p:tag name="KSO_WM_BEAUTIFY_FLAG" val="#wm#"/>
</p:tagLst>
</file>

<file path=ppt/tags/tag8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1"/>
  <p:tag name="KSO_WM_UNIT_ID" val="diagram20200857_1*i*151"/>
  <p:tag name="KSO_WM_TEMPLATE_CATEGORY" val="diagram"/>
  <p:tag name="KSO_WM_TEMPLATE_INDEX" val="20200857"/>
  <p:tag name="KSO_WM_UNIT_LAYERLEVEL" val="1"/>
  <p:tag name="KSO_WM_TAG_VERSION" val="1.0"/>
  <p:tag name="KSO_WM_BEAUTIFY_FLAG" val="#wm#"/>
</p:tagLst>
</file>

<file path=ppt/tags/tag8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2"/>
  <p:tag name="KSO_WM_UNIT_ID" val="diagram20200857_1*i*152"/>
  <p:tag name="KSO_WM_TEMPLATE_CATEGORY" val="diagram"/>
  <p:tag name="KSO_WM_TEMPLATE_INDEX" val="20200857"/>
  <p:tag name="KSO_WM_UNIT_LAYERLEVEL" val="1"/>
  <p:tag name="KSO_WM_TAG_VERSION" val="1.0"/>
  <p:tag name="KSO_WM_BEAUTIFY_FLAG" val="#wm#"/>
</p:tagLst>
</file>

<file path=ppt/tags/tag8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3"/>
  <p:tag name="KSO_WM_UNIT_ID" val="diagram20200857_1*i*153"/>
  <p:tag name="KSO_WM_TEMPLATE_CATEGORY" val="diagram"/>
  <p:tag name="KSO_WM_TEMPLATE_INDEX" val="20200857"/>
  <p:tag name="KSO_WM_UNIT_LAYERLEVEL" val="1"/>
  <p:tag name="KSO_WM_TAG_VERSION" val="1.0"/>
  <p:tag name="KSO_WM_BEAUTIFY_FLAG" val="#wm#"/>
</p:tagLst>
</file>

<file path=ppt/tags/tag8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4"/>
  <p:tag name="KSO_WM_UNIT_ID" val="diagram20200857_1*i*154"/>
  <p:tag name="KSO_WM_TEMPLATE_CATEGORY" val="diagram"/>
  <p:tag name="KSO_WM_TEMPLATE_INDEX" val="20200857"/>
  <p:tag name="KSO_WM_UNIT_LAYERLEVEL" val="1"/>
  <p:tag name="KSO_WM_TAG_VERSION" val="1.0"/>
  <p:tag name="KSO_WM_BEAUTIFY_FLAG" val="#wm#"/>
</p:tagLst>
</file>

<file path=ppt/tags/tag8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5"/>
  <p:tag name="KSO_WM_UNIT_ID" val="diagram20200857_1*i*155"/>
  <p:tag name="KSO_WM_TEMPLATE_CATEGORY" val="diagram"/>
  <p:tag name="KSO_WM_TEMPLATE_INDEX" val="20200857"/>
  <p:tag name="KSO_WM_UNIT_LAYERLEVEL" val="1"/>
  <p:tag name="KSO_WM_TAG_VERSION" val="1.0"/>
  <p:tag name="KSO_WM_BEAUTIFY_FLAG" val="#wm#"/>
</p:tagLst>
</file>

<file path=ppt/tags/tag8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7"/>
  <p:tag name="KSO_WM_UNIT_ID" val="diagram20200857_1*i*157"/>
  <p:tag name="KSO_WM_TEMPLATE_CATEGORY" val="diagram"/>
  <p:tag name="KSO_WM_TEMPLATE_INDEX" val="20200857"/>
  <p:tag name="KSO_WM_UNIT_LAYERLEVEL" val="1"/>
  <p:tag name="KSO_WM_TAG_VERSION" val="1.0"/>
  <p:tag name="KSO_WM_BEAUTIFY_FLAG" val="#wm#"/>
</p:tagLst>
</file>

<file path=ppt/tags/tag8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8"/>
  <p:tag name="KSO_WM_UNIT_ID" val="diagram20200857_1*i*158"/>
  <p:tag name="KSO_WM_TEMPLATE_CATEGORY" val="diagram"/>
  <p:tag name="KSO_WM_TEMPLATE_INDEX" val="20200857"/>
  <p:tag name="KSO_WM_UNIT_LAYERLEVEL" val="1"/>
  <p:tag name="KSO_WM_TAG_VERSION" val="1.0"/>
  <p:tag name="KSO_WM_BEAUTIFY_FLAG" val="#wm#"/>
</p:tagLst>
</file>

<file path=ppt/tags/tag8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9"/>
  <p:tag name="KSO_WM_UNIT_ID" val="diagram20200857_1*i*159"/>
  <p:tag name="KSO_WM_TEMPLATE_CATEGORY" val="diagram"/>
  <p:tag name="KSO_WM_TEMPLATE_INDEX" val="20200857"/>
  <p:tag name="KSO_WM_UNIT_LAYERLEVEL" val="1"/>
  <p:tag name="KSO_WM_TAG_VERSION" val="1.0"/>
  <p:tag name="KSO_WM_BEAUTIFY_FLAG" val="#wm#"/>
</p:tagLst>
</file>

<file path=ppt/tags/tag8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0"/>
  <p:tag name="KSO_WM_UNIT_ID" val="diagram20200857_1*i*160"/>
  <p:tag name="KSO_WM_TEMPLATE_CATEGORY" val="diagram"/>
  <p:tag name="KSO_WM_TEMPLATE_INDEX" val="20200857"/>
  <p:tag name="KSO_WM_UNIT_LAYERLEVEL" val="1"/>
  <p:tag name="KSO_WM_TAG_VERSION" val="1.0"/>
  <p:tag name="KSO_WM_BEAUTIFY_FLAG" val="#wm#"/>
</p:tagLst>
</file>

<file path=ppt/tags/tag8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1"/>
  <p:tag name="KSO_WM_UNIT_ID" val="diagram20200857_1*i*161"/>
  <p:tag name="KSO_WM_TEMPLATE_CATEGORY" val="diagram"/>
  <p:tag name="KSO_WM_TEMPLATE_INDEX" val="20200857"/>
  <p:tag name="KSO_WM_UNIT_LAYERLEVEL" val="1"/>
  <p:tag name="KSO_WM_TAG_VERSION" val="1.0"/>
  <p:tag name="KSO_WM_BEAUTIFY_FLAG" val="#wm#"/>
</p:tagLst>
</file>

<file path=ppt/tags/tag8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2"/>
  <p:tag name="KSO_WM_UNIT_ID" val="diagram20200857_1*i*162"/>
  <p:tag name="KSO_WM_TEMPLATE_CATEGORY" val="diagram"/>
  <p:tag name="KSO_WM_TEMPLATE_INDEX" val="20200857"/>
  <p:tag name="KSO_WM_UNIT_LAYERLEVEL" val="1"/>
  <p:tag name="KSO_WM_TAG_VERSION" val="1.0"/>
  <p:tag name="KSO_WM_BEAUTIFY_FLAG" val="#wm#"/>
</p:tagLst>
</file>

<file path=ppt/tags/tag8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3"/>
  <p:tag name="KSO_WM_UNIT_ID" val="diagram20200857_1*i*163"/>
  <p:tag name="KSO_WM_TEMPLATE_CATEGORY" val="diagram"/>
  <p:tag name="KSO_WM_TEMPLATE_INDEX" val="20200857"/>
  <p:tag name="KSO_WM_UNIT_LAYERLEVEL" val="1"/>
  <p:tag name="KSO_WM_TAG_VERSION" val="1.0"/>
  <p:tag name="KSO_WM_BEAUTIFY_FLAG" val="#wm#"/>
</p:tagLst>
</file>

<file path=ppt/tags/tag8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4"/>
  <p:tag name="KSO_WM_UNIT_ID" val="diagram20200857_1*i*164"/>
  <p:tag name="KSO_WM_TEMPLATE_CATEGORY" val="diagram"/>
  <p:tag name="KSO_WM_TEMPLATE_INDEX" val="20200857"/>
  <p:tag name="KSO_WM_UNIT_LAYERLEVEL" val="1"/>
  <p:tag name="KSO_WM_TAG_VERSION" val="1.0"/>
  <p:tag name="KSO_WM_BEAUTIFY_FLAG" val="#wm#"/>
</p:tagLst>
</file>

<file path=ppt/tags/tag8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5"/>
  <p:tag name="KSO_WM_UNIT_ID" val="diagram20200857_1*i*165"/>
  <p:tag name="KSO_WM_TEMPLATE_CATEGORY" val="diagram"/>
  <p:tag name="KSO_WM_TEMPLATE_INDEX" val="20200857"/>
  <p:tag name="KSO_WM_UNIT_LAYERLEVEL" val="1"/>
  <p:tag name="KSO_WM_TAG_VERSION" val="1.0"/>
  <p:tag name="KSO_WM_BEAUTIFY_FLAG" val="#wm#"/>
</p:tagLst>
</file>

<file path=ppt/tags/tag8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6"/>
  <p:tag name="KSO_WM_UNIT_ID" val="diagram20200857_1*i*166"/>
  <p:tag name="KSO_WM_TEMPLATE_CATEGORY" val="diagram"/>
  <p:tag name="KSO_WM_TEMPLATE_INDEX" val="20200857"/>
  <p:tag name="KSO_WM_UNIT_LAYERLEVEL" val="1"/>
  <p:tag name="KSO_WM_TAG_VERSION" val="1.0"/>
  <p:tag name="KSO_WM_BEAUTIFY_FLAG" val="#wm#"/>
</p:tagLst>
</file>

<file path=ppt/tags/tag8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8"/>
  <p:tag name="KSO_WM_UNIT_ID" val="diagram20200857_1*i*168"/>
  <p:tag name="KSO_WM_TEMPLATE_CATEGORY" val="diagram"/>
  <p:tag name="KSO_WM_TEMPLATE_INDEX" val="20200857"/>
  <p:tag name="KSO_WM_UNIT_LAYERLEVEL" val="1"/>
  <p:tag name="KSO_WM_TAG_VERSION" val="1.0"/>
  <p:tag name="KSO_WM_BEAUTIFY_FLAG" val="#wm#"/>
</p:tagLst>
</file>

<file path=ppt/tags/tag8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9"/>
  <p:tag name="KSO_WM_UNIT_ID" val="diagram20200857_1*i*169"/>
  <p:tag name="KSO_WM_TEMPLATE_CATEGORY" val="diagram"/>
  <p:tag name="KSO_WM_TEMPLATE_INDEX" val="20200857"/>
  <p:tag name="KSO_WM_UNIT_LAYERLEVEL" val="1"/>
  <p:tag name="KSO_WM_TAG_VERSION" val="1.0"/>
  <p:tag name="KSO_WM_BEAUTIFY_FLAG" val="#wm#"/>
</p:tagLst>
</file>

<file path=ppt/tags/tag8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0"/>
  <p:tag name="KSO_WM_UNIT_ID" val="diagram20200857_1*i*170"/>
  <p:tag name="KSO_WM_TEMPLATE_CATEGORY" val="diagram"/>
  <p:tag name="KSO_WM_TEMPLATE_INDEX" val="20200857"/>
  <p:tag name="KSO_WM_UNIT_LAYERLEVEL" val="1"/>
  <p:tag name="KSO_WM_TAG_VERSION" val="1.0"/>
  <p:tag name="KSO_WM_BEAUTIFY_FLAG" val="#wm#"/>
</p:tagLst>
</file>

<file path=ppt/tags/tag8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1"/>
  <p:tag name="KSO_WM_UNIT_ID" val="diagram20200857_1*i*171"/>
  <p:tag name="KSO_WM_TEMPLATE_CATEGORY" val="diagram"/>
  <p:tag name="KSO_WM_TEMPLATE_INDEX" val="20200857"/>
  <p:tag name="KSO_WM_UNIT_LAYERLEVEL" val="1"/>
  <p:tag name="KSO_WM_TAG_VERSION" val="1.0"/>
  <p:tag name="KSO_WM_BEAUTIFY_FLAG" val="#wm#"/>
</p:tagLst>
</file>

<file path=ppt/tags/tag8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2"/>
  <p:tag name="KSO_WM_UNIT_ID" val="diagram20200857_1*i*172"/>
  <p:tag name="KSO_WM_TEMPLATE_CATEGORY" val="diagram"/>
  <p:tag name="KSO_WM_TEMPLATE_INDEX" val="20200857"/>
  <p:tag name="KSO_WM_UNIT_LAYERLEVEL" val="1"/>
  <p:tag name="KSO_WM_TAG_VERSION" val="1.0"/>
  <p:tag name="KSO_WM_BEAUTIFY_FLAG" val="#wm#"/>
</p:tagLst>
</file>

<file path=ppt/tags/tag8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3"/>
  <p:tag name="KSO_WM_UNIT_ID" val="diagram20200857_1*i*173"/>
  <p:tag name="KSO_WM_TEMPLATE_CATEGORY" val="diagram"/>
  <p:tag name="KSO_WM_TEMPLATE_INDEX" val="20200857"/>
  <p:tag name="KSO_WM_UNIT_LAYERLEVEL" val="1"/>
  <p:tag name="KSO_WM_TAG_VERSION" val="1.0"/>
  <p:tag name="KSO_WM_BEAUTIFY_FLAG" val="#wm#"/>
</p:tagLst>
</file>

<file path=ppt/tags/tag8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4"/>
  <p:tag name="KSO_WM_UNIT_ID" val="diagram20200857_1*i*174"/>
  <p:tag name="KSO_WM_TEMPLATE_CATEGORY" val="diagram"/>
  <p:tag name="KSO_WM_TEMPLATE_INDEX" val="20200857"/>
  <p:tag name="KSO_WM_UNIT_LAYERLEVEL" val="1"/>
  <p:tag name="KSO_WM_TAG_VERSION" val="1.0"/>
  <p:tag name="KSO_WM_BEAUTIFY_FLAG" val="#wm#"/>
</p:tagLst>
</file>

<file path=ppt/tags/tag8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5"/>
  <p:tag name="KSO_WM_UNIT_ID" val="diagram20200857_1*i*175"/>
  <p:tag name="KSO_WM_TEMPLATE_CATEGORY" val="diagram"/>
  <p:tag name="KSO_WM_TEMPLATE_INDEX" val="20200857"/>
  <p:tag name="KSO_WM_UNIT_LAYERLEVEL" val="1"/>
  <p:tag name="KSO_WM_TAG_VERSION" val="1.0"/>
  <p:tag name="KSO_WM_BEAUTIFY_FLAG" val="#wm#"/>
</p:tagLst>
</file>

<file path=ppt/tags/tag8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6"/>
  <p:tag name="KSO_WM_UNIT_ID" val="diagram20200857_1*i*176"/>
  <p:tag name="KSO_WM_TEMPLATE_CATEGORY" val="diagram"/>
  <p:tag name="KSO_WM_TEMPLATE_INDEX" val="20200857"/>
  <p:tag name="KSO_WM_UNIT_LAYERLEVEL" val="1"/>
  <p:tag name="KSO_WM_TAG_VERSION" val="1.0"/>
  <p:tag name="KSO_WM_BEAUTIFY_FLAG" val="#wm#"/>
</p:tagLst>
</file>

<file path=ppt/tags/tag8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7"/>
  <p:tag name="KSO_WM_UNIT_ID" val="diagram20200857_1*i*177"/>
  <p:tag name="KSO_WM_TEMPLATE_CATEGORY" val="diagram"/>
  <p:tag name="KSO_WM_TEMPLATE_INDEX" val="20200857"/>
  <p:tag name="KSO_WM_UNIT_LAYERLEVEL" val="1"/>
  <p:tag name="KSO_WM_TAG_VERSION" val="1.0"/>
  <p:tag name="KSO_WM_BEAUTIFY_FLAG" val="#wm#"/>
</p:tagLst>
</file>

<file path=ppt/tags/tag8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9"/>
  <p:tag name="KSO_WM_UNIT_ID" val="diagram20200857_1*i*179"/>
  <p:tag name="KSO_WM_TEMPLATE_CATEGORY" val="diagram"/>
  <p:tag name="KSO_WM_TEMPLATE_INDEX" val="20200857"/>
  <p:tag name="KSO_WM_UNIT_LAYERLEVEL" val="1"/>
  <p:tag name="KSO_WM_TAG_VERSION" val="1.0"/>
  <p:tag name="KSO_WM_BEAUTIFY_FLAG" val="#wm#"/>
</p:tagLst>
</file>

<file path=ppt/tags/tag8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0"/>
  <p:tag name="KSO_WM_UNIT_ID" val="diagram20200857_1*i*180"/>
  <p:tag name="KSO_WM_TEMPLATE_CATEGORY" val="diagram"/>
  <p:tag name="KSO_WM_TEMPLATE_INDEX" val="20200857"/>
  <p:tag name="KSO_WM_UNIT_LAYERLEVEL" val="1"/>
  <p:tag name="KSO_WM_TAG_VERSION" val="1.0"/>
  <p:tag name="KSO_WM_BEAUTIFY_FLAG" val="#wm#"/>
</p:tagLst>
</file>

<file path=ppt/tags/tag8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1"/>
  <p:tag name="KSO_WM_UNIT_ID" val="diagram20200857_1*i*181"/>
  <p:tag name="KSO_WM_TEMPLATE_CATEGORY" val="diagram"/>
  <p:tag name="KSO_WM_TEMPLATE_INDEX" val="20200857"/>
  <p:tag name="KSO_WM_UNIT_LAYERLEVEL" val="1"/>
  <p:tag name="KSO_WM_TAG_VERSION" val="1.0"/>
  <p:tag name="KSO_WM_BEAUTIFY_FLAG" val="#wm#"/>
</p:tagLst>
</file>

<file path=ppt/tags/tag8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2"/>
  <p:tag name="KSO_WM_UNIT_ID" val="diagram20200857_1*i*182"/>
  <p:tag name="KSO_WM_TEMPLATE_CATEGORY" val="diagram"/>
  <p:tag name="KSO_WM_TEMPLATE_INDEX" val="20200857"/>
  <p:tag name="KSO_WM_UNIT_LAYERLEVEL" val="1"/>
  <p:tag name="KSO_WM_TAG_VERSION" val="1.0"/>
  <p:tag name="KSO_WM_BEAUTIFY_FLAG" val="#wm#"/>
</p:tagLst>
</file>

<file path=ppt/tags/tag8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3"/>
  <p:tag name="KSO_WM_UNIT_ID" val="diagram20200857_1*i*183"/>
  <p:tag name="KSO_WM_TEMPLATE_CATEGORY" val="diagram"/>
  <p:tag name="KSO_WM_TEMPLATE_INDEX" val="20200857"/>
  <p:tag name="KSO_WM_UNIT_LAYERLEVEL" val="1"/>
  <p:tag name="KSO_WM_TAG_VERSION" val="1.0"/>
  <p:tag name="KSO_WM_BEAUTIFY_FLAG" val="#wm#"/>
</p:tagLst>
</file>

<file path=ppt/tags/tag8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4"/>
  <p:tag name="KSO_WM_UNIT_ID" val="diagram20200857_1*i*184"/>
  <p:tag name="KSO_WM_TEMPLATE_CATEGORY" val="diagram"/>
  <p:tag name="KSO_WM_TEMPLATE_INDEX" val="20200857"/>
  <p:tag name="KSO_WM_UNIT_LAYERLEVEL" val="1"/>
  <p:tag name="KSO_WM_TAG_VERSION" val="1.0"/>
  <p:tag name="KSO_WM_BEAUTIFY_FLAG" val="#wm#"/>
</p:tagLst>
</file>

<file path=ppt/tags/tag8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5"/>
  <p:tag name="KSO_WM_UNIT_ID" val="diagram20200857_1*i*185"/>
  <p:tag name="KSO_WM_TEMPLATE_CATEGORY" val="diagram"/>
  <p:tag name="KSO_WM_TEMPLATE_INDEX" val="20200857"/>
  <p:tag name="KSO_WM_UNIT_LAYERLEVEL" val="1"/>
  <p:tag name="KSO_WM_TAG_VERSION" val="1.0"/>
  <p:tag name="KSO_WM_BEAUTIFY_FLAG" val="#wm#"/>
</p:tagLst>
</file>

<file path=ppt/tags/tag8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6"/>
  <p:tag name="KSO_WM_UNIT_ID" val="diagram20200857_1*i*186"/>
  <p:tag name="KSO_WM_TEMPLATE_CATEGORY" val="diagram"/>
  <p:tag name="KSO_WM_TEMPLATE_INDEX" val="20200857"/>
  <p:tag name="KSO_WM_UNIT_LAYERLEVEL" val="1"/>
  <p:tag name="KSO_WM_TAG_VERSION" val="1.0"/>
  <p:tag name="KSO_WM_BEAUTIFY_FLAG" val="#wm#"/>
</p:tagLst>
</file>

<file path=ppt/tags/tag8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7"/>
  <p:tag name="KSO_WM_UNIT_ID" val="diagram20200857_1*i*187"/>
  <p:tag name="KSO_WM_TEMPLATE_CATEGORY" val="diagram"/>
  <p:tag name="KSO_WM_TEMPLATE_INDEX" val="20200857"/>
  <p:tag name="KSO_WM_UNIT_LAYERLEVEL" val="1"/>
  <p:tag name="KSO_WM_TAG_VERSION" val="1.0"/>
  <p:tag name="KSO_WM_BEAUTIFY_FLAG" val="#wm#"/>
</p:tagLst>
</file>

<file path=ppt/tags/tag8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8"/>
  <p:tag name="KSO_WM_UNIT_ID" val="diagram20200857_1*i*188"/>
  <p:tag name="KSO_WM_TEMPLATE_CATEGORY" val="diagram"/>
  <p:tag name="KSO_WM_TEMPLATE_INDEX" val="20200857"/>
  <p:tag name="KSO_WM_UNIT_LAYERLEVEL" val="1"/>
  <p:tag name="KSO_WM_TAG_VERSION" val="1.0"/>
  <p:tag name="KSO_WM_BEAUTIFY_FLAG" val="#wm#"/>
</p:tagLst>
</file>

<file path=ppt/tags/tag8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0"/>
  <p:tag name="KSO_WM_UNIT_ID" val="diagram20200857_1*i*190"/>
  <p:tag name="KSO_WM_TEMPLATE_CATEGORY" val="diagram"/>
  <p:tag name="KSO_WM_TEMPLATE_INDEX" val="20200857"/>
  <p:tag name="KSO_WM_UNIT_LAYERLEVEL" val="1"/>
  <p:tag name="KSO_WM_TAG_VERSION" val="1.0"/>
  <p:tag name="KSO_WM_BEAUTIFY_FLAG" val="#wm#"/>
</p:tagLst>
</file>

<file path=ppt/tags/tag8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1"/>
  <p:tag name="KSO_WM_UNIT_ID" val="diagram20200857_1*i*191"/>
  <p:tag name="KSO_WM_TEMPLATE_CATEGORY" val="diagram"/>
  <p:tag name="KSO_WM_TEMPLATE_INDEX" val="20200857"/>
  <p:tag name="KSO_WM_UNIT_LAYERLEVEL" val="1"/>
  <p:tag name="KSO_WM_TAG_VERSION" val="1.0"/>
  <p:tag name="KSO_WM_BEAUTIFY_FLAG" val="#wm#"/>
</p:tagLst>
</file>

<file path=ppt/tags/tag8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2"/>
  <p:tag name="KSO_WM_UNIT_ID" val="diagram20200857_1*i*192"/>
  <p:tag name="KSO_WM_TEMPLATE_CATEGORY" val="diagram"/>
  <p:tag name="KSO_WM_TEMPLATE_INDEX" val="20200857"/>
  <p:tag name="KSO_WM_UNIT_LAYERLEVEL" val="1"/>
  <p:tag name="KSO_WM_TAG_VERSION" val="1.0"/>
  <p:tag name="KSO_WM_BEAUTIFY_FLAG" val="#wm#"/>
</p:tagLst>
</file>

<file path=ppt/tags/tag8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3"/>
  <p:tag name="KSO_WM_UNIT_ID" val="diagram20200857_1*i*193"/>
  <p:tag name="KSO_WM_TEMPLATE_CATEGORY" val="diagram"/>
  <p:tag name="KSO_WM_TEMPLATE_INDEX" val="20200857"/>
  <p:tag name="KSO_WM_UNIT_LAYERLEVEL" val="1"/>
  <p:tag name="KSO_WM_TAG_VERSION" val="1.0"/>
  <p:tag name="KSO_WM_BEAUTIFY_FLAG" val="#wm#"/>
</p:tagLst>
</file>

<file path=ppt/tags/tag8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4"/>
  <p:tag name="KSO_WM_UNIT_ID" val="diagram20200857_1*i*194"/>
  <p:tag name="KSO_WM_TEMPLATE_CATEGORY" val="diagram"/>
  <p:tag name="KSO_WM_TEMPLATE_INDEX" val="20200857"/>
  <p:tag name="KSO_WM_UNIT_LAYERLEVEL" val="1"/>
  <p:tag name="KSO_WM_TAG_VERSION" val="1.0"/>
  <p:tag name="KSO_WM_BEAUTIFY_FLAG" val="#wm#"/>
</p:tagLst>
</file>

<file path=ppt/tags/tag8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5"/>
  <p:tag name="KSO_WM_UNIT_ID" val="diagram20200857_1*i*195"/>
  <p:tag name="KSO_WM_TEMPLATE_CATEGORY" val="diagram"/>
  <p:tag name="KSO_WM_TEMPLATE_INDEX" val="20200857"/>
  <p:tag name="KSO_WM_UNIT_LAYERLEVEL" val="1"/>
  <p:tag name="KSO_WM_TAG_VERSION" val="1.0"/>
  <p:tag name="KSO_WM_BEAUTIFY_FLAG" val="#wm#"/>
</p:tagLst>
</file>

<file path=ppt/tags/tag8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6"/>
  <p:tag name="KSO_WM_UNIT_ID" val="diagram20200857_1*i*196"/>
  <p:tag name="KSO_WM_TEMPLATE_CATEGORY" val="diagram"/>
  <p:tag name="KSO_WM_TEMPLATE_INDEX" val="20200857"/>
  <p:tag name="KSO_WM_UNIT_LAYERLEVEL" val="1"/>
  <p:tag name="KSO_WM_TAG_VERSION" val="1.0"/>
  <p:tag name="KSO_WM_BEAUTIFY_FLAG" val="#wm#"/>
</p:tagLst>
</file>

<file path=ppt/tags/tag8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7"/>
  <p:tag name="KSO_WM_UNIT_ID" val="diagram20200857_1*i*197"/>
  <p:tag name="KSO_WM_TEMPLATE_CATEGORY" val="diagram"/>
  <p:tag name="KSO_WM_TEMPLATE_INDEX" val="20200857"/>
  <p:tag name="KSO_WM_UNIT_LAYERLEVEL" val="1"/>
  <p:tag name="KSO_WM_TAG_VERSION" val="1.0"/>
  <p:tag name="KSO_WM_BEAUTIFY_FLAG" val="#wm#"/>
</p:tagLst>
</file>

<file path=ppt/tags/tag8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8"/>
  <p:tag name="KSO_WM_UNIT_ID" val="diagram20200857_1*i*198"/>
  <p:tag name="KSO_WM_TEMPLATE_CATEGORY" val="diagram"/>
  <p:tag name="KSO_WM_TEMPLATE_INDEX" val="20200857"/>
  <p:tag name="KSO_WM_UNIT_LAYERLEVEL" val="1"/>
  <p:tag name="KSO_WM_TAG_VERSION" val="1.0"/>
  <p:tag name="KSO_WM_BEAUTIFY_FLAG" val="#wm#"/>
</p:tagLst>
</file>

<file path=ppt/tags/tag8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9"/>
  <p:tag name="KSO_WM_UNIT_ID" val="diagram20200857_1*i*199"/>
  <p:tag name="KSO_WM_TEMPLATE_CATEGORY" val="diagram"/>
  <p:tag name="KSO_WM_TEMPLATE_INDEX" val="20200857"/>
  <p:tag name="KSO_WM_UNIT_LAYERLEVEL" val="1"/>
  <p:tag name="KSO_WM_TAG_VERSION" val="1.0"/>
  <p:tag name="KSO_WM_BEAUTIFY_FLAG" val="#wm#"/>
</p:tagLst>
</file>

<file path=ppt/tags/tag8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1"/>
  <p:tag name="KSO_WM_UNIT_ID" val="diagram20200857_1*i*201"/>
  <p:tag name="KSO_WM_TEMPLATE_CATEGORY" val="diagram"/>
  <p:tag name="KSO_WM_TEMPLATE_INDEX" val="20200857"/>
  <p:tag name="KSO_WM_UNIT_LAYERLEVEL" val="1"/>
  <p:tag name="KSO_WM_TAG_VERSION" val="1.0"/>
  <p:tag name="KSO_WM_BEAUTIFY_FLAG" val="#wm#"/>
</p:tagLst>
</file>

<file path=ppt/tags/tag8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2"/>
  <p:tag name="KSO_WM_UNIT_ID" val="diagram20200857_1*i*202"/>
  <p:tag name="KSO_WM_TEMPLATE_CATEGORY" val="diagram"/>
  <p:tag name="KSO_WM_TEMPLATE_INDEX" val="20200857"/>
  <p:tag name="KSO_WM_UNIT_LAYERLEVEL" val="1"/>
  <p:tag name="KSO_WM_TAG_VERSION" val="1.0"/>
  <p:tag name="KSO_WM_BEAUTIFY_FLAG" val="#wm#"/>
</p:tagLst>
</file>

<file path=ppt/tags/tag8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3"/>
  <p:tag name="KSO_WM_UNIT_ID" val="diagram20200857_1*i*203"/>
  <p:tag name="KSO_WM_TEMPLATE_CATEGORY" val="diagram"/>
  <p:tag name="KSO_WM_TEMPLATE_INDEX" val="20200857"/>
  <p:tag name="KSO_WM_UNIT_LAYERLEVEL" val="1"/>
  <p:tag name="KSO_WM_TAG_VERSION" val="1.0"/>
  <p:tag name="KSO_WM_BEAUTIFY_FLAG" val="#wm#"/>
</p:tagLst>
</file>

<file path=ppt/tags/tag8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4"/>
  <p:tag name="KSO_WM_UNIT_ID" val="diagram20200857_1*i*204"/>
  <p:tag name="KSO_WM_TEMPLATE_CATEGORY" val="diagram"/>
  <p:tag name="KSO_WM_TEMPLATE_INDEX" val="20200857"/>
  <p:tag name="KSO_WM_UNIT_LAYERLEVEL" val="1"/>
  <p:tag name="KSO_WM_TAG_VERSION" val="1.0"/>
  <p:tag name="KSO_WM_BEAUTIFY_FLAG" val="#wm#"/>
</p:tagLst>
</file>

<file path=ppt/tags/tag9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5"/>
  <p:tag name="KSO_WM_UNIT_ID" val="diagram20200857_1*i*205"/>
  <p:tag name="KSO_WM_TEMPLATE_CATEGORY" val="diagram"/>
  <p:tag name="KSO_WM_TEMPLATE_INDEX" val="20200857"/>
  <p:tag name="KSO_WM_UNIT_LAYERLEVEL" val="1"/>
  <p:tag name="KSO_WM_TAG_VERSION" val="1.0"/>
  <p:tag name="KSO_WM_BEAUTIFY_FLAG" val="#wm#"/>
</p:tagLst>
</file>

<file path=ppt/tags/tag9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6"/>
  <p:tag name="KSO_WM_UNIT_ID" val="diagram20200857_1*i*206"/>
  <p:tag name="KSO_WM_TEMPLATE_CATEGORY" val="diagram"/>
  <p:tag name="KSO_WM_TEMPLATE_INDEX" val="20200857"/>
  <p:tag name="KSO_WM_UNIT_LAYERLEVEL" val="1"/>
  <p:tag name="KSO_WM_TAG_VERSION" val="1.0"/>
  <p:tag name="KSO_WM_BEAUTIFY_FLAG" val="#wm#"/>
</p:tagLst>
</file>

<file path=ppt/tags/tag9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7"/>
  <p:tag name="KSO_WM_UNIT_ID" val="diagram20200857_1*i*207"/>
  <p:tag name="KSO_WM_TEMPLATE_CATEGORY" val="diagram"/>
  <p:tag name="KSO_WM_TEMPLATE_INDEX" val="20200857"/>
  <p:tag name="KSO_WM_UNIT_LAYERLEVEL" val="1"/>
  <p:tag name="KSO_WM_TAG_VERSION" val="1.0"/>
  <p:tag name="KSO_WM_BEAUTIFY_FLAG" val="#wm#"/>
</p:tagLst>
</file>

<file path=ppt/tags/tag9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8"/>
  <p:tag name="KSO_WM_UNIT_ID" val="diagram20200857_1*i*208"/>
  <p:tag name="KSO_WM_TEMPLATE_CATEGORY" val="diagram"/>
  <p:tag name="KSO_WM_TEMPLATE_INDEX" val="20200857"/>
  <p:tag name="KSO_WM_UNIT_LAYERLEVEL" val="1"/>
  <p:tag name="KSO_WM_TAG_VERSION" val="1.0"/>
  <p:tag name="KSO_WM_BEAUTIFY_FLAG" val="#wm#"/>
</p:tagLst>
</file>

<file path=ppt/tags/tag9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9"/>
  <p:tag name="KSO_WM_UNIT_ID" val="diagram20200857_1*i*209"/>
  <p:tag name="KSO_WM_TEMPLATE_CATEGORY" val="diagram"/>
  <p:tag name="KSO_WM_TEMPLATE_INDEX" val="20200857"/>
  <p:tag name="KSO_WM_UNIT_LAYERLEVEL" val="1"/>
  <p:tag name="KSO_WM_TAG_VERSION" val="1.0"/>
  <p:tag name="KSO_WM_BEAUTIFY_FLAG" val="#wm#"/>
</p:tagLst>
</file>

<file path=ppt/tags/tag9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0"/>
  <p:tag name="KSO_WM_UNIT_ID" val="diagram20200857_1*i*210"/>
  <p:tag name="KSO_WM_TEMPLATE_CATEGORY" val="diagram"/>
  <p:tag name="KSO_WM_TEMPLATE_INDEX" val="20200857"/>
  <p:tag name="KSO_WM_UNIT_LAYERLEVEL" val="1"/>
  <p:tag name="KSO_WM_TAG_VERSION" val="1.0"/>
  <p:tag name="KSO_WM_BEAUTIFY_FLAG" val="#wm#"/>
</p:tagLst>
</file>

<file path=ppt/tags/tag9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2"/>
  <p:tag name="KSO_WM_UNIT_ID" val="diagram20200857_1*i*212"/>
  <p:tag name="KSO_WM_TEMPLATE_CATEGORY" val="diagram"/>
  <p:tag name="KSO_WM_TEMPLATE_INDEX" val="20200857"/>
  <p:tag name="KSO_WM_UNIT_LAYERLEVEL" val="1"/>
  <p:tag name="KSO_WM_TAG_VERSION" val="1.0"/>
  <p:tag name="KSO_WM_BEAUTIFY_FLAG" val="#wm#"/>
</p:tagLst>
</file>

<file path=ppt/tags/tag9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3"/>
  <p:tag name="KSO_WM_UNIT_ID" val="diagram20200857_1*i*213"/>
  <p:tag name="KSO_WM_TEMPLATE_CATEGORY" val="diagram"/>
  <p:tag name="KSO_WM_TEMPLATE_INDEX" val="20200857"/>
  <p:tag name="KSO_WM_UNIT_LAYERLEVEL" val="1"/>
  <p:tag name="KSO_WM_TAG_VERSION" val="1.0"/>
  <p:tag name="KSO_WM_BEAUTIFY_FLAG" val="#wm#"/>
</p:tagLst>
</file>

<file path=ppt/tags/tag9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4"/>
  <p:tag name="KSO_WM_UNIT_ID" val="diagram20200857_1*i*214"/>
  <p:tag name="KSO_WM_TEMPLATE_CATEGORY" val="diagram"/>
  <p:tag name="KSO_WM_TEMPLATE_INDEX" val="20200857"/>
  <p:tag name="KSO_WM_UNIT_LAYERLEVEL" val="1"/>
  <p:tag name="KSO_WM_TAG_VERSION" val="1.0"/>
  <p:tag name="KSO_WM_BEAUTIFY_FLAG" val="#wm#"/>
</p:tagLst>
</file>

<file path=ppt/tags/tag9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5"/>
  <p:tag name="KSO_WM_UNIT_ID" val="diagram20200857_1*i*215"/>
  <p:tag name="KSO_WM_TEMPLATE_CATEGORY" val="diagram"/>
  <p:tag name="KSO_WM_TEMPLATE_INDEX" val="20200857"/>
  <p:tag name="KSO_WM_UNIT_LAYERLEVEL" val="1"/>
  <p:tag name="KSO_WM_TAG_VERSION" val="1.0"/>
  <p:tag name="KSO_WM_BEAUTIFY_FLAG" val="#wm#"/>
</p:tagLst>
</file>

<file path=ppt/tags/tag9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6"/>
  <p:tag name="KSO_WM_UNIT_ID" val="diagram20200857_1*i*216"/>
  <p:tag name="KSO_WM_TEMPLATE_CATEGORY" val="diagram"/>
  <p:tag name="KSO_WM_TEMPLATE_INDEX" val="20200857"/>
  <p:tag name="KSO_WM_UNIT_LAYERLEVEL" val="1"/>
  <p:tag name="KSO_WM_TAG_VERSION" val="1.0"/>
  <p:tag name="KSO_WM_BEAUTIFY_FLAG" val="#wm#"/>
</p:tagLst>
</file>

<file path=ppt/tags/tag9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7"/>
  <p:tag name="KSO_WM_UNIT_ID" val="diagram20200857_1*i*217"/>
  <p:tag name="KSO_WM_TEMPLATE_CATEGORY" val="diagram"/>
  <p:tag name="KSO_WM_TEMPLATE_INDEX" val="20200857"/>
  <p:tag name="KSO_WM_UNIT_LAYERLEVEL" val="1"/>
  <p:tag name="KSO_WM_TAG_VERSION" val="1.0"/>
  <p:tag name="KSO_WM_BEAUTIFY_FLAG" val="#wm#"/>
</p:tagLst>
</file>

<file path=ppt/tags/tag9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8"/>
  <p:tag name="KSO_WM_UNIT_ID" val="diagram20200857_1*i*218"/>
  <p:tag name="KSO_WM_TEMPLATE_CATEGORY" val="diagram"/>
  <p:tag name="KSO_WM_TEMPLATE_INDEX" val="20200857"/>
  <p:tag name="KSO_WM_UNIT_LAYERLEVEL" val="1"/>
  <p:tag name="KSO_WM_TAG_VERSION" val="1.0"/>
  <p:tag name="KSO_WM_BEAUTIFY_FLAG" val="#wm#"/>
</p:tagLst>
</file>

<file path=ppt/tags/tag9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9"/>
  <p:tag name="KSO_WM_UNIT_ID" val="diagram20200857_1*i*219"/>
  <p:tag name="KSO_WM_TEMPLATE_CATEGORY" val="diagram"/>
  <p:tag name="KSO_WM_TEMPLATE_INDEX" val="20200857"/>
  <p:tag name="KSO_WM_UNIT_LAYERLEVEL" val="1"/>
  <p:tag name="KSO_WM_TAG_VERSION" val="1.0"/>
  <p:tag name="KSO_WM_BEAUTIFY_FLAG" val="#wm#"/>
</p:tagLst>
</file>

<file path=ppt/tags/tag9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0"/>
  <p:tag name="KSO_WM_UNIT_ID" val="diagram20200857_1*i*220"/>
  <p:tag name="KSO_WM_TEMPLATE_CATEGORY" val="diagram"/>
  <p:tag name="KSO_WM_TEMPLATE_INDEX" val="20200857"/>
  <p:tag name="KSO_WM_UNIT_LAYERLEVEL" val="1"/>
  <p:tag name="KSO_WM_TAG_VERSION" val="1.0"/>
  <p:tag name="KSO_WM_BEAUTIFY_FLAG" val="#wm#"/>
</p:tagLst>
</file>

<file path=ppt/tags/tag9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1"/>
  <p:tag name="KSO_WM_UNIT_ID" val="diagram20200857_1*i*221"/>
  <p:tag name="KSO_WM_TEMPLATE_CATEGORY" val="diagram"/>
  <p:tag name="KSO_WM_TEMPLATE_INDEX" val="20200857"/>
  <p:tag name="KSO_WM_UNIT_LAYERLEVEL" val="1"/>
  <p:tag name="KSO_WM_TAG_VERSION" val="1.0"/>
  <p:tag name="KSO_WM_BEAUTIFY_FLAG" val="#wm#"/>
</p:tagLst>
</file>

<file path=ppt/tags/tag9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3"/>
  <p:tag name="KSO_WM_UNIT_ID" val="diagram20200857_1*i*223"/>
  <p:tag name="KSO_WM_TEMPLATE_CATEGORY" val="diagram"/>
  <p:tag name="KSO_WM_TEMPLATE_INDEX" val="20200857"/>
  <p:tag name="KSO_WM_UNIT_LAYERLEVEL" val="1"/>
  <p:tag name="KSO_WM_TAG_VERSION" val="1.0"/>
  <p:tag name="KSO_WM_BEAUTIFY_FLAG" val="#wm#"/>
</p:tagLst>
</file>

<file path=ppt/tags/tag9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4"/>
  <p:tag name="KSO_WM_UNIT_ID" val="diagram20200857_1*i*224"/>
  <p:tag name="KSO_WM_TEMPLATE_CATEGORY" val="diagram"/>
  <p:tag name="KSO_WM_TEMPLATE_INDEX" val="20200857"/>
  <p:tag name="KSO_WM_UNIT_LAYERLEVEL" val="1"/>
  <p:tag name="KSO_WM_TAG_VERSION" val="1.0"/>
  <p:tag name="KSO_WM_BEAUTIFY_FLAG" val="#wm#"/>
</p:tagLst>
</file>

<file path=ppt/tags/tag9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5"/>
  <p:tag name="KSO_WM_UNIT_ID" val="diagram20200857_1*i*225"/>
  <p:tag name="KSO_WM_TEMPLATE_CATEGORY" val="diagram"/>
  <p:tag name="KSO_WM_TEMPLATE_INDEX" val="20200857"/>
  <p:tag name="KSO_WM_UNIT_LAYERLEVEL" val="1"/>
  <p:tag name="KSO_WM_TAG_VERSION" val="1.0"/>
  <p:tag name="KSO_WM_BEAUTIFY_FLAG" val="#wm#"/>
</p:tagLst>
</file>

<file path=ppt/tags/tag9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6"/>
  <p:tag name="KSO_WM_UNIT_ID" val="diagram20200857_1*i*226"/>
  <p:tag name="KSO_WM_TEMPLATE_CATEGORY" val="diagram"/>
  <p:tag name="KSO_WM_TEMPLATE_INDEX" val="20200857"/>
  <p:tag name="KSO_WM_UNIT_LAYERLEVEL" val="1"/>
  <p:tag name="KSO_WM_TAG_VERSION" val="1.0"/>
  <p:tag name="KSO_WM_BEAUTIFY_FLAG" val="#wm#"/>
</p:tagLst>
</file>

<file path=ppt/tags/tag9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7"/>
  <p:tag name="KSO_WM_UNIT_ID" val="diagram20200857_1*i*227"/>
  <p:tag name="KSO_WM_TEMPLATE_CATEGORY" val="diagram"/>
  <p:tag name="KSO_WM_TEMPLATE_INDEX" val="20200857"/>
  <p:tag name="KSO_WM_UNIT_LAYERLEVEL" val="1"/>
  <p:tag name="KSO_WM_TAG_VERSION" val="1.0"/>
  <p:tag name="KSO_WM_BEAUTIFY_FLAG" val="#wm#"/>
</p:tagLst>
</file>

<file path=ppt/tags/tag9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8"/>
  <p:tag name="KSO_WM_UNIT_ID" val="diagram20200857_1*i*228"/>
  <p:tag name="KSO_WM_TEMPLATE_CATEGORY" val="diagram"/>
  <p:tag name="KSO_WM_TEMPLATE_INDEX" val="20200857"/>
  <p:tag name="KSO_WM_UNIT_LAYERLEVEL" val="1"/>
  <p:tag name="KSO_WM_TAG_VERSION" val="1.0"/>
  <p:tag name="KSO_WM_BEAUTIFY_FLAG" val="#wm#"/>
</p:tagLst>
</file>

<file path=ppt/tags/tag9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9"/>
  <p:tag name="KSO_WM_UNIT_ID" val="diagram20200857_1*i*229"/>
  <p:tag name="KSO_WM_TEMPLATE_CATEGORY" val="diagram"/>
  <p:tag name="KSO_WM_TEMPLATE_INDEX" val="20200857"/>
  <p:tag name="KSO_WM_UNIT_LAYERLEVEL" val="1"/>
  <p:tag name="KSO_WM_TAG_VERSION" val="1.0"/>
  <p:tag name="KSO_WM_BEAUTIFY_FLAG" val="#wm#"/>
</p:tagLst>
</file>

<file path=ppt/tags/tag9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0"/>
  <p:tag name="KSO_WM_UNIT_ID" val="diagram20200857_1*i*230"/>
  <p:tag name="KSO_WM_TEMPLATE_CATEGORY" val="diagram"/>
  <p:tag name="KSO_WM_TEMPLATE_INDEX" val="20200857"/>
  <p:tag name="KSO_WM_UNIT_LAYERLEVEL" val="1"/>
  <p:tag name="KSO_WM_TAG_VERSION" val="1.0"/>
  <p:tag name="KSO_WM_BEAUTIFY_FLAG" val="#wm#"/>
</p:tagLst>
</file>

<file path=ppt/tags/tag9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1"/>
  <p:tag name="KSO_WM_UNIT_ID" val="diagram20200857_1*i*231"/>
  <p:tag name="KSO_WM_TEMPLATE_CATEGORY" val="diagram"/>
  <p:tag name="KSO_WM_TEMPLATE_INDEX" val="20200857"/>
  <p:tag name="KSO_WM_UNIT_LAYERLEVEL" val="1"/>
  <p:tag name="KSO_WM_TAG_VERSION" val="1.0"/>
  <p:tag name="KSO_WM_BEAUTIFY_FLAG" val="#wm#"/>
</p:tagLst>
</file>

<file path=ppt/tags/tag9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2"/>
  <p:tag name="KSO_WM_UNIT_ID" val="diagram20200857_1*i*232"/>
  <p:tag name="KSO_WM_TEMPLATE_CATEGORY" val="diagram"/>
  <p:tag name="KSO_WM_TEMPLATE_INDEX" val="20200857"/>
  <p:tag name="KSO_WM_UNIT_LAYERLEVEL" val="1"/>
  <p:tag name="KSO_WM_TAG_VERSION" val="1.0"/>
  <p:tag name="KSO_WM_BEAUTIFY_FLAG" val="#wm#"/>
</p:tagLst>
</file>

<file path=ppt/tags/tag9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857_1*i*2"/>
  <p:tag name="KSO_WM_TEMPLATE_CATEGORY" val="diagram"/>
  <p:tag name="KSO_WM_TEMPLATE_INDEX" val="20200857"/>
  <p:tag name="KSO_WM_UNIT_LAYERLEVEL" val="1"/>
  <p:tag name="KSO_WM_TAG_VERSION" val="1.0"/>
  <p:tag name="KSO_WM_BEAUTIFY_FLAG" val="#wm#"/>
</p:tagLst>
</file>

<file path=ppt/tags/tag9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857_1*i*3"/>
  <p:tag name="KSO_WM_TEMPLATE_CATEGORY" val="diagram"/>
  <p:tag name="KSO_WM_TEMPLATE_INDEX" val="20200857"/>
  <p:tag name="KSO_WM_UNIT_LAYERLEVEL" val="1"/>
  <p:tag name="KSO_WM_TAG_VERSION" val="1.0"/>
  <p:tag name="KSO_WM_BEAUTIFY_FLAG" val="#wm#"/>
</p:tagLst>
</file>

<file path=ppt/tags/tag9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0857_1*i*4"/>
  <p:tag name="KSO_WM_TEMPLATE_CATEGORY" val="diagram"/>
  <p:tag name="KSO_WM_TEMPLATE_INDEX" val="20200857"/>
  <p:tag name="KSO_WM_UNIT_LAYERLEVEL" val="1"/>
  <p:tag name="KSO_WM_TAG_VERSION" val="1.0"/>
  <p:tag name="KSO_WM_BEAUTIFY_FLAG" val="#wm#"/>
</p:tagLst>
</file>

<file path=ppt/tags/tag9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0857_1*i*5"/>
  <p:tag name="KSO_WM_TEMPLATE_CATEGORY" val="diagram"/>
  <p:tag name="KSO_WM_TEMPLATE_INDEX" val="20200857"/>
  <p:tag name="KSO_WM_UNIT_LAYERLEVEL" val="1"/>
  <p:tag name="KSO_WM_TAG_VERSION" val="1.0"/>
  <p:tag name="KSO_WM_BEAUTIFY_FLAG" val="#wm#"/>
</p:tagLst>
</file>

<file path=ppt/tags/tag9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0857_1*i*6"/>
  <p:tag name="KSO_WM_TEMPLATE_CATEGORY" val="diagram"/>
  <p:tag name="KSO_WM_TEMPLATE_INDEX" val="20200857"/>
  <p:tag name="KSO_WM_UNIT_LAYERLEVEL" val="1"/>
  <p:tag name="KSO_WM_TAG_VERSION" val="1.0"/>
  <p:tag name="KSO_WM_BEAUTIFY_FLAG" val="#wm#"/>
</p:tagLst>
</file>

<file path=ppt/tags/tag9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0857_1*i*7"/>
  <p:tag name="KSO_WM_TEMPLATE_CATEGORY" val="diagram"/>
  <p:tag name="KSO_WM_TEMPLATE_INDEX" val="20200857"/>
  <p:tag name="KSO_WM_UNIT_LAYERLEVEL" val="1"/>
  <p:tag name="KSO_WM_TAG_VERSION" val="1.0"/>
  <p:tag name="KSO_WM_BEAUTIFY_FLAG" val="#wm#"/>
</p:tagLst>
</file>

<file path=ppt/tags/tag9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0857_1*i*8"/>
  <p:tag name="KSO_WM_TEMPLATE_CATEGORY" val="diagram"/>
  <p:tag name="KSO_WM_TEMPLATE_INDEX" val="20200857"/>
  <p:tag name="KSO_WM_UNIT_LAYERLEVEL" val="1"/>
  <p:tag name="KSO_WM_TAG_VERSION" val="1.0"/>
  <p:tag name="KSO_WM_BEAUTIFY_FLAG" val="#wm#"/>
</p:tagLst>
</file>

<file path=ppt/tags/tag9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200857_1*i*9"/>
  <p:tag name="KSO_WM_TEMPLATE_CATEGORY" val="diagram"/>
  <p:tag name="KSO_WM_TEMPLATE_INDEX" val="20200857"/>
  <p:tag name="KSO_WM_UNIT_LAYERLEVEL" val="1"/>
  <p:tag name="KSO_WM_TAG_VERSION" val="1.0"/>
  <p:tag name="KSO_WM_BEAUTIFY_FLAG" val="#wm#"/>
</p:tagLst>
</file>

<file path=ppt/tags/tag9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200857_1*i*10"/>
  <p:tag name="KSO_WM_TEMPLATE_CATEGORY" val="diagram"/>
  <p:tag name="KSO_WM_TEMPLATE_INDEX" val="20200857"/>
  <p:tag name="KSO_WM_UNIT_LAYERLEVEL" val="1"/>
  <p:tag name="KSO_WM_TAG_VERSION" val="1.0"/>
  <p:tag name="KSO_WM_BEAUTIFY_FLAG" val="#wm#"/>
</p:tagLst>
</file>

<file path=ppt/tags/tag9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200857_1*i*11"/>
  <p:tag name="KSO_WM_TEMPLATE_CATEGORY" val="diagram"/>
  <p:tag name="KSO_WM_TEMPLATE_INDEX" val="20200857"/>
  <p:tag name="KSO_WM_UNIT_LAYERLEVEL" val="1"/>
  <p:tag name="KSO_WM_TAG_VERSION" val="1.0"/>
  <p:tag name="KSO_WM_BEAUTIFY_FLAG" val="#wm#"/>
</p:tagLst>
</file>

<file path=ppt/tags/tag9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200857_1*i*13"/>
  <p:tag name="KSO_WM_TEMPLATE_CATEGORY" val="diagram"/>
  <p:tag name="KSO_WM_TEMPLATE_INDEX" val="20200857"/>
  <p:tag name="KSO_WM_UNIT_LAYERLEVEL" val="1"/>
  <p:tag name="KSO_WM_TAG_VERSION" val="1.0"/>
  <p:tag name="KSO_WM_BEAUTIFY_FLAG" val="#wm#"/>
</p:tagLst>
</file>

<file path=ppt/tags/tag9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diagram20200857_1*i*14"/>
  <p:tag name="KSO_WM_TEMPLATE_CATEGORY" val="diagram"/>
  <p:tag name="KSO_WM_TEMPLATE_INDEX" val="20200857"/>
  <p:tag name="KSO_WM_UNIT_LAYERLEVEL" val="1"/>
  <p:tag name="KSO_WM_TAG_VERSION" val="1.0"/>
  <p:tag name="KSO_WM_BEAUTIFY_FLAG" val="#wm#"/>
</p:tagLst>
</file>

<file path=ppt/tags/tag9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diagram20200857_1*i*15"/>
  <p:tag name="KSO_WM_TEMPLATE_CATEGORY" val="diagram"/>
  <p:tag name="KSO_WM_TEMPLATE_INDEX" val="20200857"/>
  <p:tag name="KSO_WM_UNIT_LAYERLEVEL" val="1"/>
  <p:tag name="KSO_WM_TAG_VERSION" val="1.0"/>
  <p:tag name="KSO_WM_BEAUTIFY_FLAG" val="#wm#"/>
</p:tagLst>
</file>

<file path=ppt/tags/tag9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diagram20200857_1*i*16"/>
  <p:tag name="KSO_WM_TEMPLATE_CATEGORY" val="diagram"/>
  <p:tag name="KSO_WM_TEMPLATE_INDEX" val="20200857"/>
  <p:tag name="KSO_WM_UNIT_LAYERLEVEL" val="1"/>
  <p:tag name="KSO_WM_TAG_VERSION" val="1.0"/>
  <p:tag name="KSO_WM_BEAUTIFY_FLAG" val="#wm#"/>
</p:tagLst>
</file>

<file path=ppt/tags/tag9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diagram20200857_1*i*17"/>
  <p:tag name="KSO_WM_TEMPLATE_CATEGORY" val="diagram"/>
  <p:tag name="KSO_WM_TEMPLATE_INDEX" val="20200857"/>
  <p:tag name="KSO_WM_UNIT_LAYERLEVEL" val="1"/>
  <p:tag name="KSO_WM_TAG_VERSION" val="1.0"/>
  <p:tag name="KSO_WM_BEAUTIFY_FLAG" val="#wm#"/>
</p:tagLst>
</file>

<file path=ppt/tags/tag9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diagram20200857_1*i*18"/>
  <p:tag name="KSO_WM_TEMPLATE_CATEGORY" val="diagram"/>
  <p:tag name="KSO_WM_TEMPLATE_INDEX" val="20200857"/>
  <p:tag name="KSO_WM_UNIT_LAYERLEVEL" val="1"/>
  <p:tag name="KSO_WM_TAG_VERSION" val="1.0"/>
  <p:tag name="KSO_WM_BEAUTIFY_FLAG" val="#wm#"/>
</p:tagLst>
</file>

<file path=ppt/tags/tag9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diagram20200857_1*i*19"/>
  <p:tag name="KSO_WM_TEMPLATE_CATEGORY" val="diagram"/>
  <p:tag name="KSO_WM_TEMPLATE_INDEX" val="20200857"/>
  <p:tag name="KSO_WM_UNIT_LAYERLEVEL" val="1"/>
  <p:tag name="KSO_WM_TAG_VERSION" val="1.0"/>
  <p:tag name="KSO_WM_BEAUTIFY_FLAG" val="#wm#"/>
</p:tagLst>
</file>

<file path=ppt/tags/tag9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diagram20200857_1*i*20"/>
  <p:tag name="KSO_WM_TEMPLATE_CATEGORY" val="diagram"/>
  <p:tag name="KSO_WM_TEMPLATE_INDEX" val="20200857"/>
  <p:tag name="KSO_WM_UNIT_LAYERLEVEL" val="1"/>
  <p:tag name="KSO_WM_TAG_VERSION" val="1.0"/>
  <p:tag name="KSO_WM_BEAUTIFY_FLAG" val="#wm#"/>
</p:tagLst>
</file>

<file path=ppt/tags/tag9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diagram20200857_1*i*21"/>
  <p:tag name="KSO_WM_TEMPLATE_CATEGORY" val="diagram"/>
  <p:tag name="KSO_WM_TEMPLATE_INDEX" val="20200857"/>
  <p:tag name="KSO_WM_UNIT_LAYERLEVEL" val="1"/>
  <p:tag name="KSO_WM_TAG_VERSION" val="1.0"/>
  <p:tag name="KSO_WM_BEAUTIFY_FLAG" val="#wm#"/>
</p:tagLst>
</file>

<file path=ppt/tags/tag9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diagram20200857_1*i*22"/>
  <p:tag name="KSO_WM_TEMPLATE_CATEGORY" val="diagram"/>
  <p:tag name="KSO_WM_TEMPLATE_INDEX" val="20200857"/>
  <p:tag name="KSO_WM_UNIT_LAYERLEVEL" val="1"/>
  <p:tag name="KSO_WM_TAG_VERSION" val="1.0"/>
  <p:tag name="KSO_WM_BEAUTIFY_FLAG" val="#wm#"/>
</p:tagLst>
</file>

<file path=ppt/tags/tag9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diagram20200857_1*i*24"/>
  <p:tag name="KSO_WM_TEMPLATE_CATEGORY" val="diagram"/>
  <p:tag name="KSO_WM_TEMPLATE_INDEX" val="20200857"/>
  <p:tag name="KSO_WM_UNIT_LAYERLEVEL" val="1"/>
  <p:tag name="KSO_WM_TAG_VERSION" val="1.0"/>
  <p:tag name="KSO_WM_BEAUTIFY_FLAG" val="#wm#"/>
</p:tagLst>
</file>

<file path=ppt/tags/tag9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5"/>
  <p:tag name="KSO_WM_UNIT_ID" val="diagram20200857_1*i*25"/>
  <p:tag name="KSO_WM_TEMPLATE_CATEGORY" val="diagram"/>
  <p:tag name="KSO_WM_TEMPLATE_INDEX" val="20200857"/>
  <p:tag name="KSO_WM_UNIT_LAYERLEVEL" val="1"/>
  <p:tag name="KSO_WM_TAG_VERSION" val="1.0"/>
  <p:tag name="KSO_WM_BEAUTIFY_FLAG" val="#wm#"/>
</p:tagLst>
</file>

<file path=ppt/tags/tag9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6"/>
  <p:tag name="KSO_WM_UNIT_ID" val="diagram20200857_1*i*26"/>
  <p:tag name="KSO_WM_TEMPLATE_CATEGORY" val="diagram"/>
  <p:tag name="KSO_WM_TEMPLATE_INDEX" val="20200857"/>
  <p:tag name="KSO_WM_UNIT_LAYERLEVEL" val="1"/>
  <p:tag name="KSO_WM_TAG_VERSION" val="1.0"/>
  <p:tag name="KSO_WM_BEAUTIFY_FLAG" val="#wm#"/>
</p:tagLst>
</file>

<file path=ppt/tags/tag9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diagram20200857_1*i*27"/>
  <p:tag name="KSO_WM_TEMPLATE_CATEGORY" val="diagram"/>
  <p:tag name="KSO_WM_TEMPLATE_INDEX" val="20200857"/>
  <p:tag name="KSO_WM_UNIT_LAYERLEVEL" val="1"/>
  <p:tag name="KSO_WM_TAG_VERSION" val="1.0"/>
  <p:tag name="KSO_WM_BEAUTIFY_FLAG" val="#wm#"/>
</p:tagLst>
</file>

<file path=ppt/tags/tag9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diagram20200857_1*i*28"/>
  <p:tag name="KSO_WM_TEMPLATE_CATEGORY" val="diagram"/>
  <p:tag name="KSO_WM_TEMPLATE_INDEX" val="20200857"/>
  <p:tag name="KSO_WM_UNIT_LAYERLEVEL" val="1"/>
  <p:tag name="KSO_WM_TAG_VERSION" val="1.0"/>
  <p:tag name="KSO_WM_BEAUTIFY_FLAG" val="#wm#"/>
</p:tagLst>
</file>

<file path=ppt/tags/tag9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9"/>
  <p:tag name="KSO_WM_UNIT_ID" val="diagram20200857_1*i*29"/>
  <p:tag name="KSO_WM_TEMPLATE_CATEGORY" val="diagram"/>
  <p:tag name="KSO_WM_TEMPLATE_INDEX" val="20200857"/>
  <p:tag name="KSO_WM_UNIT_LAYERLEVEL" val="1"/>
  <p:tag name="KSO_WM_TAG_VERSION" val="1.0"/>
  <p:tag name="KSO_WM_BEAUTIFY_FLAG" val="#wm#"/>
</p:tagLst>
</file>

<file path=ppt/tags/tag9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0"/>
  <p:tag name="KSO_WM_UNIT_ID" val="diagram20200857_1*i*30"/>
  <p:tag name="KSO_WM_TEMPLATE_CATEGORY" val="diagram"/>
  <p:tag name="KSO_WM_TEMPLATE_INDEX" val="20200857"/>
  <p:tag name="KSO_WM_UNIT_LAYERLEVEL" val="1"/>
  <p:tag name="KSO_WM_TAG_VERSION" val="1.0"/>
  <p:tag name="KSO_WM_BEAUTIFY_FLAG" val="#wm#"/>
</p:tagLst>
</file>

<file path=ppt/tags/tag9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1"/>
  <p:tag name="KSO_WM_UNIT_ID" val="diagram20200857_1*i*31"/>
  <p:tag name="KSO_WM_TEMPLATE_CATEGORY" val="diagram"/>
  <p:tag name="KSO_WM_TEMPLATE_INDEX" val="20200857"/>
  <p:tag name="KSO_WM_UNIT_LAYERLEVEL" val="1"/>
  <p:tag name="KSO_WM_TAG_VERSION" val="1.0"/>
  <p:tag name="KSO_WM_BEAUTIFY_FLAG" val="#wm#"/>
</p:tagLst>
</file>

<file path=ppt/tags/tag9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2"/>
  <p:tag name="KSO_WM_UNIT_ID" val="diagram20200857_1*i*32"/>
  <p:tag name="KSO_WM_TEMPLATE_CATEGORY" val="diagram"/>
  <p:tag name="KSO_WM_TEMPLATE_INDEX" val="20200857"/>
  <p:tag name="KSO_WM_UNIT_LAYERLEVEL" val="1"/>
  <p:tag name="KSO_WM_TAG_VERSION" val="1.0"/>
  <p:tag name="KSO_WM_BEAUTIFY_FLAG" val="#wm#"/>
</p:tagLst>
</file>

<file path=ppt/tags/tag9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3"/>
  <p:tag name="KSO_WM_UNIT_ID" val="diagram20200857_1*i*33"/>
  <p:tag name="KSO_WM_TEMPLATE_CATEGORY" val="diagram"/>
  <p:tag name="KSO_WM_TEMPLATE_INDEX" val="20200857"/>
  <p:tag name="KSO_WM_UNIT_LAYERLEVEL" val="1"/>
  <p:tag name="KSO_WM_TAG_VERSION" val="1.0"/>
  <p:tag name="KSO_WM_BEAUTIFY_FLAG" val="#wm#"/>
</p:tagLst>
</file>

<file path=ppt/tags/tag9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5"/>
  <p:tag name="KSO_WM_UNIT_ID" val="diagram20200857_1*i*35"/>
  <p:tag name="KSO_WM_TEMPLATE_CATEGORY" val="diagram"/>
  <p:tag name="KSO_WM_TEMPLATE_INDEX" val="20200857"/>
  <p:tag name="KSO_WM_UNIT_LAYERLEVEL" val="1"/>
  <p:tag name="KSO_WM_TAG_VERSION" val="1.0"/>
  <p:tag name="KSO_WM_BEAUTIFY_FLAG" val="#wm#"/>
</p:tagLst>
</file>

<file path=ppt/tags/tag9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6"/>
  <p:tag name="KSO_WM_UNIT_ID" val="diagram20200857_1*i*36"/>
  <p:tag name="KSO_WM_TEMPLATE_CATEGORY" val="diagram"/>
  <p:tag name="KSO_WM_TEMPLATE_INDEX" val="20200857"/>
  <p:tag name="KSO_WM_UNIT_LAYERLEVEL" val="1"/>
  <p:tag name="KSO_WM_TAG_VERSION" val="1.0"/>
  <p:tag name="KSO_WM_BEAUTIFY_FLAG" val="#wm#"/>
</p:tagLst>
</file>

<file path=ppt/tags/tag9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7"/>
  <p:tag name="KSO_WM_UNIT_ID" val="diagram20200857_1*i*37"/>
  <p:tag name="KSO_WM_TEMPLATE_CATEGORY" val="diagram"/>
  <p:tag name="KSO_WM_TEMPLATE_INDEX" val="20200857"/>
  <p:tag name="KSO_WM_UNIT_LAYERLEVEL" val="1"/>
  <p:tag name="KSO_WM_TAG_VERSION" val="1.0"/>
  <p:tag name="KSO_WM_BEAUTIFY_FLAG" val="#wm#"/>
</p:tagLst>
</file>

<file path=ppt/tags/tag9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8"/>
  <p:tag name="KSO_WM_UNIT_ID" val="diagram20200857_1*i*38"/>
  <p:tag name="KSO_WM_TEMPLATE_CATEGORY" val="diagram"/>
  <p:tag name="KSO_WM_TEMPLATE_INDEX" val="20200857"/>
  <p:tag name="KSO_WM_UNIT_LAYERLEVEL" val="1"/>
  <p:tag name="KSO_WM_TAG_VERSION" val="1.0"/>
  <p:tag name="KSO_WM_BEAUTIFY_FLAG" val="#wm#"/>
</p:tagLst>
</file>

<file path=ppt/tags/tag9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9"/>
  <p:tag name="KSO_WM_UNIT_ID" val="diagram20200857_1*i*39"/>
  <p:tag name="KSO_WM_TEMPLATE_CATEGORY" val="diagram"/>
  <p:tag name="KSO_WM_TEMPLATE_INDEX" val="20200857"/>
  <p:tag name="KSO_WM_UNIT_LAYERLEVEL" val="1"/>
  <p:tag name="KSO_WM_TAG_VERSION" val="1.0"/>
  <p:tag name="KSO_WM_BEAUTIFY_FLAG" val="#wm#"/>
</p:tagLst>
</file>

<file path=ppt/tags/tag9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0"/>
  <p:tag name="KSO_WM_UNIT_ID" val="diagram20200857_1*i*40"/>
  <p:tag name="KSO_WM_TEMPLATE_CATEGORY" val="diagram"/>
  <p:tag name="KSO_WM_TEMPLATE_INDEX" val="20200857"/>
  <p:tag name="KSO_WM_UNIT_LAYERLEVEL" val="1"/>
  <p:tag name="KSO_WM_TAG_VERSION" val="1.0"/>
  <p:tag name="KSO_WM_BEAUTIFY_FLAG" val="#wm#"/>
</p:tagLst>
</file>

<file path=ppt/tags/tag9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1"/>
  <p:tag name="KSO_WM_UNIT_ID" val="diagram20200857_1*i*41"/>
  <p:tag name="KSO_WM_TEMPLATE_CATEGORY" val="diagram"/>
  <p:tag name="KSO_WM_TEMPLATE_INDEX" val="20200857"/>
  <p:tag name="KSO_WM_UNIT_LAYERLEVEL" val="1"/>
  <p:tag name="KSO_WM_TAG_VERSION" val="1.0"/>
  <p:tag name="KSO_WM_BEAUTIFY_FLAG" val="#wm#"/>
</p:tagLst>
</file>

<file path=ppt/tags/tag9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2"/>
  <p:tag name="KSO_WM_UNIT_ID" val="diagram20200857_1*i*42"/>
  <p:tag name="KSO_WM_TEMPLATE_CATEGORY" val="diagram"/>
  <p:tag name="KSO_WM_TEMPLATE_INDEX" val="20200857"/>
  <p:tag name="KSO_WM_UNIT_LAYERLEVEL" val="1"/>
  <p:tag name="KSO_WM_TAG_VERSION" val="1.0"/>
  <p:tag name="KSO_WM_BEAUTIFY_FLAG" val="#wm#"/>
</p:tagLst>
</file>

<file path=ppt/tags/tag9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3"/>
  <p:tag name="KSO_WM_UNIT_ID" val="diagram20200857_1*i*43"/>
  <p:tag name="KSO_WM_TEMPLATE_CATEGORY" val="diagram"/>
  <p:tag name="KSO_WM_TEMPLATE_INDEX" val="20200857"/>
  <p:tag name="KSO_WM_UNIT_LAYERLEVEL" val="1"/>
  <p:tag name="KSO_WM_TAG_VERSION" val="1.0"/>
  <p:tag name="KSO_WM_BEAUTIFY_FLAG" val="#wm#"/>
</p:tagLst>
</file>

<file path=ppt/tags/tag9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4"/>
  <p:tag name="KSO_WM_UNIT_ID" val="diagram20200857_1*i*44"/>
  <p:tag name="KSO_WM_TEMPLATE_CATEGORY" val="diagram"/>
  <p:tag name="KSO_WM_TEMPLATE_INDEX" val="20200857"/>
  <p:tag name="KSO_WM_UNIT_LAYERLEVEL" val="1"/>
  <p:tag name="KSO_WM_TAG_VERSION" val="1.0"/>
  <p:tag name="KSO_WM_BEAUTIFY_FLAG" val="#wm#"/>
</p:tagLst>
</file>

<file path=ppt/tags/tag9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6"/>
  <p:tag name="KSO_WM_UNIT_ID" val="diagram20200857_1*i*46"/>
  <p:tag name="KSO_WM_TEMPLATE_CATEGORY" val="diagram"/>
  <p:tag name="KSO_WM_TEMPLATE_INDEX" val="20200857"/>
  <p:tag name="KSO_WM_UNIT_LAYERLEVEL" val="1"/>
  <p:tag name="KSO_WM_TAG_VERSION" val="1.0"/>
  <p:tag name="KSO_WM_BEAUTIFY_FLAG" val="#wm#"/>
</p:tagLst>
</file>

<file path=ppt/tags/tag9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7"/>
  <p:tag name="KSO_WM_UNIT_ID" val="diagram20200857_1*i*47"/>
  <p:tag name="KSO_WM_TEMPLATE_CATEGORY" val="diagram"/>
  <p:tag name="KSO_WM_TEMPLATE_INDEX" val="20200857"/>
  <p:tag name="KSO_WM_UNIT_LAYERLEVEL" val="1"/>
  <p:tag name="KSO_WM_TAG_VERSION" val="1.0"/>
  <p:tag name="KSO_WM_BEAUTIFY_FLAG" val="#wm#"/>
</p:tagLst>
</file>

<file path=ppt/tags/tag9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8"/>
  <p:tag name="KSO_WM_UNIT_ID" val="diagram20200857_1*i*48"/>
  <p:tag name="KSO_WM_TEMPLATE_CATEGORY" val="diagram"/>
  <p:tag name="KSO_WM_TEMPLATE_INDEX" val="20200857"/>
  <p:tag name="KSO_WM_UNIT_LAYERLEVEL" val="1"/>
  <p:tag name="KSO_WM_TAG_VERSION" val="1.0"/>
  <p:tag name="KSO_WM_BEAUTIFY_FLAG" val="#wm#"/>
</p:tagLst>
</file>

<file path=ppt/tags/tag9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9"/>
  <p:tag name="KSO_WM_UNIT_ID" val="diagram20200857_1*i*49"/>
  <p:tag name="KSO_WM_TEMPLATE_CATEGORY" val="diagram"/>
  <p:tag name="KSO_WM_TEMPLATE_INDEX" val="20200857"/>
  <p:tag name="KSO_WM_UNIT_LAYERLEVEL" val="1"/>
  <p:tag name="KSO_WM_TAG_VERSION" val="1.0"/>
  <p:tag name="KSO_WM_BEAUTIFY_FLAG" val="#wm#"/>
</p:tagLst>
</file>

<file path=ppt/tags/tag9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0"/>
  <p:tag name="KSO_WM_UNIT_ID" val="diagram20200857_1*i*50"/>
  <p:tag name="KSO_WM_TEMPLATE_CATEGORY" val="diagram"/>
  <p:tag name="KSO_WM_TEMPLATE_INDEX" val="20200857"/>
  <p:tag name="KSO_WM_UNIT_LAYERLEVEL" val="1"/>
  <p:tag name="KSO_WM_TAG_VERSION" val="1.0"/>
  <p:tag name="KSO_WM_BEAUTIFY_FLAG" val="#wm#"/>
</p:tagLst>
</file>

<file path=ppt/tags/tag9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1"/>
  <p:tag name="KSO_WM_UNIT_ID" val="diagram20200857_1*i*51"/>
  <p:tag name="KSO_WM_TEMPLATE_CATEGORY" val="diagram"/>
  <p:tag name="KSO_WM_TEMPLATE_INDEX" val="20200857"/>
  <p:tag name="KSO_WM_UNIT_LAYERLEVEL" val="1"/>
  <p:tag name="KSO_WM_TAG_VERSION" val="1.0"/>
  <p:tag name="KSO_WM_BEAUTIFY_FLAG" val="#wm#"/>
</p:tagLst>
</file>

<file path=ppt/tags/tag9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2"/>
  <p:tag name="KSO_WM_UNIT_ID" val="diagram20200857_1*i*52"/>
  <p:tag name="KSO_WM_TEMPLATE_CATEGORY" val="diagram"/>
  <p:tag name="KSO_WM_TEMPLATE_INDEX" val="20200857"/>
  <p:tag name="KSO_WM_UNIT_LAYERLEVEL" val="1"/>
  <p:tag name="KSO_WM_TAG_VERSION" val="1.0"/>
  <p:tag name="KSO_WM_BEAUTIFY_FLAG" val="#wm#"/>
</p:tagLst>
</file>

<file path=ppt/tags/tag9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3"/>
  <p:tag name="KSO_WM_UNIT_ID" val="diagram20200857_1*i*53"/>
  <p:tag name="KSO_WM_TEMPLATE_CATEGORY" val="diagram"/>
  <p:tag name="KSO_WM_TEMPLATE_INDEX" val="20200857"/>
  <p:tag name="KSO_WM_UNIT_LAYERLEVEL" val="1"/>
  <p:tag name="KSO_WM_TAG_VERSION" val="1.0"/>
  <p:tag name="KSO_WM_BEAUTIFY_FLAG" val="#wm#"/>
</p:tagLst>
</file>

<file path=ppt/tags/tag9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4"/>
  <p:tag name="KSO_WM_UNIT_ID" val="diagram20200857_1*i*54"/>
  <p:tag name="KSO_WM_TEMPLATE_CATEGORY" val="diagram"/>
  <p:tag name="KSO_WM_TEMPLATE_INDEX" val="20200857"/>
  <p:tag name="KSO_WM_UNIT_LAYERLEVEL" val="1"/>
  <p:tag name="KSO_WM_TAG_VERSION" val="1.0"/>
  <p:tag name="KSO_WM_BEAUTIFY_FLAG" val="#wm#"/>
</p:tagLst>
</file>

<file path=ppt/tags/tag9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5"/>
  <p:tag name="KSO_WM_UNIT_ID" val="diagram20200857_1*i*55"/>
  <p:tag name="KSO_WM_TEMPLATE_CATEGORY" val="diagram"/>
  <p:tag name="KSO_WM_TEMPLATE_INDEX" val="20200857"/>
  <p:tag name="KSO_WM_UNIT_LAYERLEVEL" val="1"/>
  <p:tag name="KSO_WM_TAG_VERSION" val="1.0"/>
  <p:tag name="KSO_WM_BEAUTIFY_FLAG" val="#wm#"/>
</p:tagLst>
</file>

<file path=ppt/tags/tag9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7"/>
  <p:tag name="KSO_WM_UNIT_ID" val="diagram20200857_1*i*57"/>
  <p:tag name="KSO_WM_TEMPLATE_CATEGORY" val="diagram"/>
  <p:tag name="KSO_WM_TEMPLATE_INDEX" val="20200857"/>
  <p:tag name="KSO_WM_UNIT_LAYERLEVEL" val="1"/>
  <p:tag name="KSO_WM_TAG_VERSION" val="1.0"/>
  <p:tag name="KSO_WM_BEAUTIFY_FLAG" val="#wm#"/>
</p:tagLst>
</file>

<file path=ppt/tags/tag9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8"/>
  <p:tag name="KSO_WM_UNIT_ID" val="diagram20200857_1*i*58"/>
  <p:tag name="KSO_WM_TEMPLATE_CATEGORY" val="diagram"/>
  <p:tag name="KSO_WM_TEMPLATE_INDEX" val="20200857"/>
  <p:tag name="KSO_WM_UNIT_LAYERLEVEL" val="1"/>
  <p:tag name="KSO_WM_TAG_VERSION" val="1.0"/>
  <p:tag name="KSO_WM_BEAUTIFY_FLAG" val="#wm#"/>
</p:tagLst>
</file>

<file path=ppt/tags/tag9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9"/>
  <p:tag name="KSO_WM_UNIT_ID" val="diagram20200857_1*i*59"/>
  <p:tag name="KSO_WM_TEMPLATE_CATEGORY" val="diagram"/>
  <p:tag name="KSO_WM_TEMPLATE_INDEX" val="20200857"/>
  <p:tag name="KSO_WM_UNIT_LAYERLEVEL" val="1"/>
  <p:tag name="KSO_WM_TAG_VERSION" val="1.0"/>
  <p:tag name="KSO_WM_BEAUTIFY_FLAG" val="#wm#"/>
</p:tagLst>
</file>

<file path=ppt/tags/tag9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0"/>
  <p:tag name="KSO_WM_UNIT_ID" val="diagram20200857_1*i*60"/>
  <p:tag name="KSO_WM_TEMPLATE_CATEGORY" val="diagram"/>
  <p:tag name="KSO_WM_TEMPLATE_INDEX" val="20200857"/>
  <p:tag name="KSO_WM_UNIT_LAYERLEVEL" val="1"/>
  <p:tag name="KSO_WM_TAG_VERSION" val="1.0"/>
  <p:tag name="KSO_WM_BEAUTIFY_FLAG" val="#wm#"/>
</p:tagLst>
</file>

<file path=ppt/tags/tag9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1"/>
  <p:tag name="KSO_WM_UNIT_ID" val="diagram20200857_1*i*61"/>
  <p:tag name="KSO_WM_TEMPLATE_CATEGORY" val="diagram"/>
  <p:tag name="KSO_WM_TEMPLATE_INDEX" val="20200857"/>
  <p:tag name="KSO_WM_UNIT_LAYERLEVEL" val="1"/>
  <p:tag name="KSO_WM_TAG_VERSION" val="1.0"/>
  <p:tag name="KSO_WM_BEAUTIFY_FLAG" val="#wm#"/>
</p:tagLst>
</file>

<file path=ppt/tags/tag9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2"/>
  <p:tag name="KSO_WM_UNIT_ID" val="diagram20200857_1*i*62"/>
  <p:tag name="KSO_WM_TEMPLATE_CATEGORY" val="diagram"/>
  <p:tag name="KSO_WM_TEMPLATE_INDEX" val="20200857"/>
  <p:tag name="KSO_WM_UNIT_LAYERLEVEL" val="1"/>
  <p:tag name="KSO_WM_TAG_VERSION" val="1.0"/>
  <p:tag name="KSO_WM_BEAUTIFY_FLAG" val="#wm#"/>
</p:tagLst>
</file>

<file path=ppt/tags/tag9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3"/>
  <p:tag name="KSO_WM_UNIT_ID" val="diagram20200857_1*i*63"/>
  <p:tag name="KSO_WM_TEMPLATE_CATEGORY" val="diagram"/>
  <p:tag name="KSO_WM_TEMPLATE_INDEX" val="20200857"/>
  <p:tag name="KSO_WM_UNIT_LAYERLEVEL" val="1"/>
  <p:tag name="KSO_WM_TAG_VERSION" val="1.0"/>
  <p:tag name="KSO_WM_BEAUTIFY_FLAG" val="#wm#"/>
</p:tagLst>
</file>

<file path=ppt/tags/tag9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4"/>
  <p:tag name="KSO_WM_UNIT_ID" val="diagram20200857_1*i*64"/>
  <p:tag name="KSO_WM_TEMPLATE_CATEGORY" val="diagram"/>
  <p:tag name="KSO_WM_TEMPLATE_INDEX" val="20200857"/>
  <p:tag name="KSO_WM_UNIT_LAYERLEVEL" val="1"/>
  <p:tag name="KSO_WM_TAG_VERSION" val="1.0"/>
  <p:tag name="KSO_WM_BEAUTIFY_FLAG" val="#wm#"/>
</p:tagLst>
</file>

<file path=ppt/tags/tag9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5"/>
  <p:tag name="KSO_WM_UNIT_ID" val="diagram20200857_1*i*65"/>
  <p:tag name="KSO_WM_TEMPLATE_CATEGORY" val="diagram"/>
  <p:tag name="KSO_WM_TEMPLATE_INDEX" val="20200857"/>
  <p:tag name="KSO_WM_UNIT_LAYERLEVEL" val="1"/>
  <p:tag name="KSO_WM_TAG_VERSION" val="1.0"/>
  <p:tag name="KSO_WM_BEAUTIFY_FLAG" val="#wm#"/>
</p:tagLst>
</file>

<file path=ppt/tags/tag9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6"/>
  <p:tag name="KSO_WM_UNIT_ID" val="diagram20200857_1*i*66"/>
  <p:tag name="KSO_WM_TEMPLATE_CATEGORY" val="diagram"/>
  <p:tag name="KSO_WM_TEMPLATE_INDEX" val="20200857"/>
  <p:tag name="KSO_WM_UNIT_LAYERLEVEL" val="1"/>
  <p:tag name="KSO_WM_TAG_VERSION" val="1.0"/>
  <p:tag name="KSO_WM_BEAUTIFY_FLAG" val="#wm#"/>
</p:tagLst>
</file>

<file path=ppt/tags/tag9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8"/>
  <p:tag name="KSO_WM_UNIT_ID" val="diagram20200857_1*i*68"/>
  <p:tag name="KSO_WM_TEMPLATE_CATEGORY" val="diagram"/>
  <p:tag name="KSO_WM_TEMPLATE_INDEX" val="20200857"/>
  <p:tag name="KSO_WM_UNIT_LAYERLEVEL" val="1"/>
  <p:tag name="KSO_WM_TAG_VERSION" val="1.0"/>
  <p:tag name="KSO_WM_BEAUTIFY_FLAG" val="#wm#"/>
</p:tagLst>
</file>

<file path=ppt/tags/tag9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9"/>
  <p:tag name="KSO_WM_UNIT_ID" val="diagram20200857_1*i*69"/>
  <p:tag name="KSO_WM_TEMPLATE_CATEGORY" val="diagram"/>
  <p:tag name="KSO_WM_TEMPLATE_INDEX" val="20200857"/>
  <p:tag name="KSO_WM_UNIT_LAYERLEVEL" val="1"/>
  <p:tag name="KSO_WM_TAG_VERSION" val="1.0"/>
  <p:tag name="KSO_WM_BEAUTIFY_FLAG" val="#wm#"/>
</p:tagLst>
</file>

<file path=ppt/tags/tag9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0"/>
  <p:tag name="KSO_WM_UNIT_ID" val="diagram20200857_1*i*70"/>
  <p:tag name="KSO_WM_TEMPLATE_CATEGORY" val="diagram"/>
  <p:tag name="KSO_WM_TEMPLATE_INDEX" val="20200857"/>
  <p:tag name="KSO_WM_UNIT_LAYERLEVEL" val="1"/>
  <p:tag name="KSO_WM_TAG_VERSION" val="1.0"/>
  <p:tag name="KSO_WM_BEAUTIFY_FLAG" val="#wm#"/>
</p:tagLst>
</file>

<file path=ppt/tags/tag9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1"/>
  <p:tag name="KSO_WM_UNIT_ID" val="diagram20200857_1*i*71"/>
  <p:tag name="KSO_WM_TEMPLATE_CATEGORY" val="diagram"/>
  <p:tag name="KSO_WM_TEMPLATE_INDEX" val="20200857"/>
  <p:tag name="KSO_WM_UNIT_LAYERLEVEL" val="1"/>
  <p:tag name="KSO_WM_TAG_VERSION" val="1.0"/>
  <p:tag name="KSO_WM_BEAUTIFY_FLAG" val="#wm#"/>
</p:tagLst>
</file>

<file path=ppt/tags/tag9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2"/>
  <p:tag name="KSO_WM_UNIT_ID" val="diagram20200857_1*i*72"/>
  <p:tag name="KSO_WM_TEMPLATE_CATEGORY" val="diagram"/>
  <p:tag name="KSO_WM_TEMPLATE_INDEX" val="20200857"/>
  <p:tag name="KSO_WM_UNIT_LAYERLEVEL" val="1"/>
  <p:tag name="KSO_WM_TAG_VERSION" val="1.0"/>
  <p:tag name="KSO_WM_BEAUTIFY_FLAG" val="#wm#"/>
</p:tagLst>
</file>

<file path=ppt/tags/tag9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3"/>
  <p:tag name="KSO_WM_UNIT_ID" val="diagram20200857_1*i*73"/>
  <p:tag name="KSO_WM_TEMPLATE_CATEGORY" val="diagram"/>
  <p:tag name="KSO_WM_TEMPLATE_INDEX" val="20200857"/>
  <p:tag name="KSO_WM_UNIT_LAYERLEVEL" val="1"/>
  <p:tag name="KSO_WM_TAG_VERSION" val="1.0"/>
  <p:tag name="KSO_WM_BEAUTIFY_FLAG" val="#wm#"/>
</p:tagLst>
</file>

<file path=ppt/tags/tag9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4"/>
  <p:tag name="KSO_WM_UNIT_ID" val="diagram20200857_1*i*74"/>
  <p:tag name="KSO_WM_TEMPLATE_CATEGORY" val="diagram"/>
  <p:tag name="KSO_WM_TEMPLATE_INDEX" val="20200857"/>
  <p:tag name="KSO_WM_UNIT_LAYERLEVEL" val="1"/>
  <p:tag name="KSO_WM_TAG_VERSION" val="1.0"/>
  <p:tag name="KSO_WM_BEAUTIFY_FLAG" val="#wm#"/>
</p:tagLst>
</file>

<file path=ppt/tags/tag9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5"/>
  <p:tag name="KSO_WM_UNIT_ID" val="diagram20200857_1*i*75"/>
  <p:tag name="KSO_WM_TEMPLATE_CATEGORY" val="diagram"/>
  <p:tag name="KSO_WM_TEMPLATE_INDEX" val="20200857"/>
  <p:tag name="KSO_WM_UNIT_LAYERLEVEL" val="1"/>
  <p:tag name="KSO_WM_TAG_VERSION" val="1.0"/>
  <p:tag name="KSO_WM_BEAUTIFY_FLAG" val="#wm#"/>
</p:tagLst>
</file>

<file path=ppt/tags/tag9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6"/>
  <p:tag name="KSO_WM_UNIT_ID" val="diagram20200857_1*i*76"/>
  <p:tag name="KSO_WM_TEMPLATE_CATEGORY" val="diagram"/>
  <p:tag name="KSO_WM_TEMPLATE_INDEX" val="20200857"/>
  <p:tag name="KSO_WM_UNIT_LAYERLEVEL" val="1"/>
  <p:tag name="KSO_WM_TAG_VERSION" val="1.0"/>
  <p:tag name="KSO_WM_BEAUTIFY_FLAG" val="#wm#"/>
</p:tagLst>
</file>

<file path=ppt/tags/tag9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7"/>
  <p:tag name="KSO_WM_UNIT_ID" val="diagram20200857_1*i*77"/>
  <p:tag name="KSO_WM_TEMPLATE_CATEGORY" val="diagram"/>
  <p:tag name="KSO_WM_TEMPLATE_INDEX" val="20200857"/>
  <p:tag name="KSO_WM_UNIT_LAYERLEVEL" val="1"/>
  <p:tag name="KSO_WM_TAG_VERSION" val="1.0"/>
  <p:tag name="KSO_WM_BEAUTIFY_FLAG" val="#wm#"/>
</p:tagLst>
</file>

<file path=ppt/tags/tag9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9"/>
  <p:tag name="KSO_WM_UNIT_ID" val="diagram20200857_1*i*79"/>
  <p:tag name="KSO_WM_TEMPLATE_CATEGORY" val="diagram"/>
  <p:tag name="KSO_WM_TEMPLATE_INDEX" val="20200857"/>
  <p:tag name="KSO_WM_UNIT_LAYERLEVEL" val="1"/>
  <p:tag name="KSO_WM_TAG_VERSION" val="1.0"/>
  <p:tag name="KSO_WM_BEAUTIFY_FLAG" val="#wm#"/>
</p:tagLst>
</file>

<file path=ppt/tags/tag9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0"/>
  <p:tag name="KSO_WM_UNIT_ID" val="diagram20200857_1*i*80"/>
  <p:tag name="KSO_WM_TEMPLATE_CATEGORY" val="diagram"/>
  <p:tag name="KSO_WM_TEMPLATE_INDEX" val="20200857"/>
  <p:tag name="KSO_WM_UNIT_LAYERLEVEL" val="1"/>
  <p:tag name="KSO_WM_TAG_VERSION" val="1.0"/>
  <p:tag name="KSO_WM_BEAUTIFY_FLAG" val="#wm#"/>
</p:tagLst>
</file>

<file path=ppt/tags/tag9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1"/>
  <p:tag name="KSO_WM_UNIT_ID" val="diagram20200857_1*i*81"/>
  <p:tag name="KSO_WM_TEMPLATE_CATEGORY" val="diagram"/>
  <p:tag name="KSO_WM_TEMPLATE_INDEX" val="20200857"/>
  <p:tag name="KSO_WM_UNIT_LAYERLEVEL" val="1"/>
  <p:tag name="KSO_WM_TAG_VERSION" val="1.0"/>
  <p:tag name="KSO_WM_BEAUTIFY_FLAG" val="#wm#"/>
</p:tagLst>
</file>

<file path=ppt/tags/tag9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2"/>
  <p:tag name="KSO_WM_UNIT_ID" val="diagram20200857_1*i*82"/>
  <p:tag name="KSO_WM_TEMPLATE_CATEGORY" val="diagram"/>
  <p:tag name="KSO_WM_TEMPLATE_INDEX" val="20200857"/>
  <p:tag name="KSO_WM_UNIT_LAYERLEVEL" val="1"/>
  <p:tag name="KSO_WM_TAG_VERSION" val="1.0"/>
  <p:tag name="KSO_WM_BEAUTIFY_FLAG" val="#wm#"/>
</p:tagLst>
</file>

<file path=ppt/tags/tag10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3"/>
  <p:tag name="KSO_WM_UNIT_ID" val="diagram20200857_1*i*83"/>
  <p:tag name="KSO_WM_TEMPLATE_CATEGORY" val="diagram"/>
  <p:tag name="KSO_WM_TEMPLATE_INDEX" val="20200857"/>
  <p:tag name="KSO_WM_UNIT_LAYERLEVEL" val="1"/>
  <p:tag name="KSO_WM_TAG_VERSION" val="1.0"/>
  <p:tag name="KSO_WM_BEAUTIFY_FLAG" val="#wm#"/>
</p:tagLst>
</file>

<file path=ppt/tags/tag10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4"/>
  <p:tag name="KSO_WM_UNIT_ID" val="diagram20200857_1*i*84"/>
  <p:tag name="KSO_WM_TEMPLATE_CATEGORY" val="diagram"/>
  <p:tag name="KSO_WM_TEMPLATE_INDEX" val="20200857"/>
  <p:tag name="KSO_WM_UNIT_LAYERLEVEL" val="1"/>
  <p:tag name="KSO_WM_TAG_VERSION" val="1.0"/>
  <p:tag name="KSO_WM_BEAUTIFY_FLAG" val="#wm#"/>
</p:tagLst>
</file>

<file path=ppt/tags/tag10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5"/>
  <p:tag name="KSO_WM_UNIT_ID" val="diagram20200857_1*i*85"/>
  <p:tag name="KSO_WM_TEMPLATE_CATEGORY" val="diagram"/>
  <p:tag name="KSO_WM_TEMPLATE_INDEX" val="20200857"/>
  <p:tag name="KSO_WM_UNIT_LAYERLEVEL" val="1"/>
  <p:tag name="KSO_WM_TAG_VERSION" val="1.0"/>
  <p:tag name="KSO_WM_BEAUTIFY_FLAG" val="#wm#"/>
</p:tagLst>
</file>

<file path=ppt/tags/tag10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6"/>
  <p:tag name="KSO_WM_UNIT_ID" val="diagram20200857_1*i*86"/>
  <p:tag name="KSO_WM_TEMPLATE_CATEGORY" val="diagram"/>
  <p:tag name="KSO_WM_TEMPLATE_INDEX" val="20200857"/>
  <p:tag name="KSO_WM_UNIT_LAYERLEVEL" val="1"/>
  <p:tag name="KSO_WM_TAG_VERSION" val="1.0"/>
  <p:tag name="KSO_WM_BEAUTIFY_FLAG" val="#wm#"/>
</p:tagLst>
</file>

<file path=ppt/tags/tag10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7"/>
  <p:tag name="KSO_WM_UNIT_ID" val="diagram20200857_1*i*87"/>
  <p:tag name="KSO_WM_TEMPLATE_CATEGORY" val="diagram"/>
  <p:tag name="KSO_WM_TEMPLATE_INDEX" val="20200857"/>
  <p:tag name="KSO_WM_UNIT_LAYERLEVEL" val="1"/>
  <p:tag name="KSO_WM_TAG_VERSION" val="1.0"/>
  <p:tag name="KSO_WM_BEAUTIFY_FLAG" val="#wm#"/>
</p:tagLst>
</file>

<file path=ppt/tags/tag10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8"/>
  <p:tag name="KSO_WM_UNIT_ID" val="diagram20200857_1*i*88"/>
  <p:tag name="KSO_WM_TEMPLATE_CATEGORY" val="diagram"/>
  <p:tag name="KSO_WM_TEMPLATE_INDEX" val="20200857"/>
  <p:tag name="KSO_WM_UNIT_LAYERLEVEL" val="1"/>
  <p:tag name="KSO_WM_TAG_VERSION" val="1.0"/>
  <p:tag name="KSO_WM_BEAUTIFY_FLAG" val="#wm#"/>
</p:tagLst>
</file>

<file path=ppt/tags/tag10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0"/>
  <p:tag name="KSO_WM_UNIT_ID" val="diagram20200857_1*i*90"/>
  <p:tag name="KSO_WM_TEMPLATE_CATEGORY" val="diagram"/>
  <p:tag name="KSO_WM_TEMPLATE_INDEX" val="20200857"/>
  <p:tag name="KSO_WM_UNIT_LAYERLEVEL" val="1"/>
  <p:tag name="KSO_WM_TAG_VERSION" val="1.0"/>
  <p:tag name="KSO_WM_BEAUTIFY_FLAG" val="#wm#"/>
</p:tagLst>
</file>

<file path=ppt/tags/tag10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1"/>
  <p:tag name="KSO_WM_UNIT_ID" val="diagram20200857_1*i*91"/>
  <p:tag name="KSO_WM_TEMPLATE_CATEGORY" val="diagram"/>
  <p:tag name="KSO_WM_TEMPLATE_INDEX" val="20200857"/>
  <p:tag name="KSO_WM_UNIT_LAYERLEVEL" val="1"/>
  <p:tag name="KSO_WM_TAG_VERSION" val="1.0"/>
  <p:tag name="KSO_WM_BEAUTIFY_FLAG" val="#wm#"/>
</p:tagLst>
</file>

<file path=ppt/tags/tag10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2"/>
  <p:tag name="KSO_WM_UNIT_ID" val="diagram20200857_1*i*92"/>
  <p:tag name="KSO_WM_TEMPLATE_CATEGORY" val="diagram"/>
  <p:tag name="KSO_WM_TEMPLATE_INDEX" val="20200857"/>
  <p:tag name="KSO_WM_UNIT_LAYERLEVEL" val="1"/>
  <p:tag name="KSO_WM_TAG_VERSION" val="1.0"/>
  <p:tag name="KSO_WM_BEAUTIFY_FLAG" val="#wm#"/>
</p:tagLst>
</file>

<file path=ppt/tags/tag10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3"/>
  <p:tag name="KSO_WM_UNIT_ID" val="diagram20200857_1*i*93"/>
  <p:tag name="KSO_WM_TEMPLATE_CATEGORY" val="diagram"/>
  <p:tag name="KSO_WM_TEMPLATE_INDEX" val="20200857"/>
  <p:tag name="KSO_WM_UNIT_LAYERLEVEL" val="1"/>
  <p:tag name="KSO_WM_TAG_VERSION" val="1.0"/>
  <p:tag name="KSO_WM_BEAUTIFY_FLAG" val="#wm#"/>
</p:tagLst>
</file>

<file path=ppt/tags/tag10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4"/>
  <p:tag name="KSO_WM_UNIT_ID" val="diagram20200857_1*i*94"/>
  <p:tag name="KSO_WM_TEMPLATE_CATEGORY" val="diagram"/>
  <p:tag name="KSO_WM_TEMPLATE_INDEX" val="20200857"/>
  <p:tag name="KSO_WM_UNIT_LAYERLEVEL" val="1"/>
  <p:tag name="KSO_WM_TAG_VERSION" val="1.0"/>
  <p:tag name="KSO_WM_BEAUTIFY_FLAG" val="#wm#"/>
</p:tagLst>
</file>

<file path=ppt/tags/tag10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5"/>
  <p:tag name="KSO_WM_UNIT_ID" val="diagram20200857_1*i*95"/>
  <p:tag name="KSO_WM_TEMPLATE_CATEGORY" val="diagram"/>
  <p:tag name="KSO_WM_TEMPLATE_INDEX" val="20200857"/>
  <p:tag name="KSO_WM_UNIT_LAYERLEVEL" val="1"/>
  <p:tag name="KSO_WM_TAG_VERSION" val="1.0"/>
  <p:tag name="KSO_WM_BEAUTIFY_FLAG" val="#wm#"/>
</p:tagLst>
</file>

<file path=ppt/tags/tag10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6"/>
  <p:tag name="KSO_WM_UNIT_ID" val="diagram20200857_1*i*96"/>
  <p:tag name="KSO_WM_TEMPLATE_CATEGORY" val="diagram"/>
  <p:tag name="KSO_WM_TEMPLATE_INDEX" val="20200857"/>
  <p:tag name="KSO_WM_UNIT_LAYERLEVEL" val="1"/>
  <p:tag name="KSO_WM_TAG_VERSION" val="1.0"/>
  <p:tag name="KSO_WM_BEAUTIFY_FLAG" val="#wm#"/>
</p:tagLst>
</file>

<file path=ppt/tags/tag10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7"/>
  <p:tag name="KSO_WM_UNIT_ID" val="diagram20200857_1*i*97"/>
  <p:tag name="KSO_WM_TEMPLATE_CATEGORY" val="diagram"/>
  <p:tag name="KSO_WM_TEMPLATE_INDEX" val="20200857"/>
  <p:tag name="KSO_WM_UNIT_LAYERLEVEL" val="1"/>
  <p:tag name="KSO_WM_TAG_VERSION" val="1.0"/>
  <p:tag name="KSO_WM_BEAUTIFY_FLAG" val="#wm#"/>
</p:tagLst>
</file>

<file path=ppt/tags/tag10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8"/>
  <p:tag name="KSO_WM_UNIT_ID" val="diagram20200857_1*i*98"/>
  <p:tag name="KSO_WM_TEMPLATE_CATEGORY" val="diagram"/>
  <p:tag name="KSO_WM_TEMPLATE_INDEX" val="20200857"/>
  <p:tag name="KSO_WM_UNIT_LAYERLEVEL" val="1"/>
  <p:tag name="KSO_WM_TAG_VERSION" val="1.0"/>
  <p:tag name="KSO_WM_BEAUTIFY_FLAG" val="#wm#"/>
</p:tagLst>
</file>

<file path=ppt/tags/tag10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9"/>
  <p:tag name="KSO_WM_UNIT_ID" val="diagram20200857_1*i*99"/>
  <p:tag name="KSO_WM_TEMPLATE_CATEGORY" val="diagram"/>
  <p:tag name="KSO_WM_TEMPLATE_INDEX" val="20200857"/>
  <p:tag name="KSO_WM_UNIT_LAYERLEVEL" val="1"/>
  <p:tag name="KSO_WM_TAG_VERSION" val="1.0"/>
  <p:tag name="KSO_WM_BEAUTIFY_FLAG" val="#wm#"/>
</p:tagLst>
</file>

<file path=ppt/tags/tag10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1"/>
  <p:tag name="KSO_WM_UNIT_ID" val="diagram20200857_1*i*101"/>
  <p:tag name="KSO_WM_TEMPLATE_CATEGORY" val="diagram"/>
  <p:tag name="KSO_WM_TEMPLATE_INDEX" val="20200857"/>
  <p:tag name="KSO_WM_UNIT_LAYERLEVEL" val="1"/>
  <p:tag name="KSO_WM_TAG_VERSION" val="1.0"/>
  <p:tag name="KSO_WM_BEAUTIFY_FLAG" val="#wm#"/>
</p:tagLst>
</file>

<file path=ppt/tags/tag10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2"/>
  <p:tag name="KSO_WM_UNIT_ID" val="diagram20200857_1*i*102"/>
  <p:tag name="KSO_WM_TEMPLATE_CATEGORY" val="diagram"/>
  <p:tag name="KSO_WM_TEMPLATE_INDEX" val="20200857"/>
  <p:tag name="KSO_WM_UNIT_LAYERLEVEL" val="1"/>
  <p:tag name="KSO_WM_TAG_VERSION" val="1.0"/>
  <p:tag name="KSO_WM_BEAUTIFY_FLAG" val="#wm#"/>
</p:tagLst>
</file>

<file path=ppt/tags/tag10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3"/>
  <p:tag name="KSO_WM_UNIT_ID" val="diagram20200857_1*i*103"/>
  <p:tag name="KSO_WM_TEMPLATE_CATEGORY" val="diagram"/>
  <p:tag name="KSO_WM_TEMPLATE_INDEX" val="20200857"/>
  <p:tag name="KSO_WM_UNIT_LAYERLEVEL" val="1"/>
  <p:tag name="KSO_WM_TAG_VERSION" val="1.0"/>
  <p:tag name="KSO_WM_BEAUTIFY_FLAG" val="#wm#"/>
</p:tagLst>
</file>

<file path=ppt/tags/tag10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4"/>
  <p:tag name="KSO_WM_UNIT_ID" val="diagram20200857_1*i*104"/>
  <p:tag name="KSO_WM_TEMPLATE_CATEGORY" val="diagram"/>
  <p:tag name="KSO_WM_TEMPLATE_INDEX" val="20200857"/>
  <p:tag name="KSO_WM_UNIT_LAYERLEVEL" val="1"/>
  <p:tag name="KSO_WM_TAG_VERSION" val="1.0"/>
  <p:tag name="KSO_WM_BEAUTIFY_FLAG" val="#wm#"/>
</p:tagLst>
</file>

<file path=ppt/tags/tag10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5"/>
  <p:tag name="KSO_WM_UNIT_ID" val="diagram20200857_1*i*105"/>
  <p:tag name="KSO_WM_TEMPLATE_CATEGORY" val="diagram"/>
  <p:tag name="KSO_WM_TEMPLATE_INDEX" val="20200857"/>
  <p:tag name="KSO_WM_UNIT_LAYERLEVEL" val="1"/>
  <p:tag name="KSO_WM_TAG_VERSION" val="1.0"/>
  <p:tag name="KSO_WM_BEAUTIFY_FLAG" val="#wm#"/>
</p:tagLst>
</file>

<file path=ppt/tags/tag10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6"/>
  <p:tag name="KSO_WM_UNIT_ID" val="diagram20200857_1*i*106"/>
  <p:tag name="KSO_WM_TEMPLATE_CATEGORY" val="diagram"/>
  <p:tag name="KSO_WM_TEMPLATE_INDEX" val="20200857"/>
  <p:tag name="KSO_WM_UNIT_LAYERLEVEL" val="1"/>
  <p:tag name="KSO_WM_TAG_VERSION" val="1.0"/>
  <p:tag name="KSO_WM_BEAUTIFY_FLAG" val="#wm#"/>
</p:tagLst>
</file>

<file path=ppt/tags/tag10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7"/>
  <p:tag name="KSO_WM_UNIT_ID" val="diagram20200857_1*i*107"/>
  <p:tag name="KSO_WM_TEMPLATE_CATEGORY" val="diagram"/>
  <p:tag name="KSO_WM_TEMPLATE_INDEX" val="20200857"/>
  <p:tag name="KSO_WM_UNIT_LAYERLEVEL" val="1"/>
  <p:tag name="KSO_WM_TAG_VERSION" val="1.0"/>
  <p:tag name="KSO_WM_BEAUTIFY_FLAG" val="#wm#"/>
</p:tagLst>
</file>

<file path=ppt/tags/tag10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8"/>
  <p:tag name="KSO_WM_UNIT_ID" val="diagram20200857_1*i*108"/>
  <p:tag name="KSO_WM_TEMPLATE_CATEGORY" val="diagram"/>
  <p:tag name="KSO_WM_TEMPLATE_INDEX" val="20200857"/>
  <p:tag name="KSO_WM_UNIT_LAYERLEVEL" val="1"/>
  <p:tag name="KSO_WM_TAG_VERSION" val="1.0"/>
  <p:tag name="KSO_WM_BEAUTIFY_FLAG" val="#wm#"/>
</p:tagLst>
</file>

<file path=ppt/tags/tag10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9"/>
  <p:tag name="KSO_WM_UNIT_ID" val="diagram20200857_1*i*109"/>
  <p:tag name="KSO_WM_TEMPLATE_CATEGORY" val="diagram"/>
  <p:tag name="KSO_WM_TEMPLATE_INDEX" val="20200857"/>
  <p:tag name="KSO_WM_UNIT_LAYERLEVEL" val="1"/>
  <p:tag name="KSO_WM_TAG_VERSION" val="1.0"/>
  <p:tag name="KSO_WM_BEAUTIFY_FLAG" val="#wm#"/>
</p:tagLst>
</file>

<file path=ppt/tags/tag10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0"/>
  <p:tag name="KSO_WM_UNIT_ID" val="diagram20200857_1*i*110"/>
  <p:tag name="KSO_WM_TEMPLATE_CATEGORY" val="diagram"/>
  <p:tag name="KSO_WM_TEMPLATE_INDEX" val="20200857"/>
  <p:tag name="KSO_WM_UNIT_LAYERLEVEL" val="1"/>
  <p:tag name="KSO_WM_TAG_VERSION" val="1.0"/>
  <p:tag name="KSO_WM_BEAUTIFY_FLAG" val="#wm#"/>
</p:tagLst>
</file>

<file path=ppt/tags/tag10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3"/>
  <p:tag name="KSO_WM_UNIT_ID" val="diagram20200857_1*i*113"/>
  <p:tag name="KSO_WM_TEMPLATE_CATEGORY" val="diagram"/>
  <p:tag name="KSO_WM_TEMPLATE_INDEX" val="20200857"/>
  <p:tag name="KSO_WM_UNIT_LAYERLEVEL" val="1"/>
  <p:tag name="KSO_WM_TAG_VERSION" val="1.0"/>
  <p:tag name="KSO_WM_BEAUTIFY_FLAG" val="#wm#"/>
</p:tagLst>
</file>

<file path=ppt/tags/tag10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4"/>
  <p:tag name="KSO_WM_UNIT_ID" val="diagram20200857_1*i*114"/>
  <p:tag name="KSO_WM_TEMPLATE_CATEGORY" val="diagram"/>
  <p:tag name="KSO_WM_TEMPLATE_INDEX" val="20200857"/>
  <p:tag name="KSO_WM_UNIT_LAYERLEVEL" val="1"/>
  <p:tag name="KSO_WM_TAG_VERSION" val="1.0"/>
  <p:tag name="KSO_WM_BEAUTIFY_FLAG" val="#wm#"/>
</p:tagLst>
</file>

<file path=ppt/tags/tag10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5"/>
  <p:tag name="KSO_WM_UNIT_ID" val="diagram20200857_1*i*115"/>
  <p:tag name="KSO_WM_TEMPLATE_CATEGORY" val="diagram"/>
  <p:tag name="KSO_WM_TEMPLATE_INDEX" val="20200857"/>
  <p:tag name="KSO_WM_UNIT_LAYERLEVEL" val="1"/>
  <p:tag name="KSO_WM_TAG_VERSION" val="1.0"/>
  <p:tag name="KSO_WM_BEAUTIFY_FLAG" val="#wm#"/>
</p:tagLst>
</file>

<file path=ppt/tags/tag10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6"/>
  <p:tag name="KSO_WM_UNIT_ID" val="diagram20200857_1*i*116"/>
  <p:tag name="KSO_WM_TEMPLATE_CATEGORY" val="diagram"/>
  <p:tag name="KSO_WM_TEMPLATE_INDEX" val="20200857"/>
  <p:tag name="KSO_WM_UNIT_LAYERLEVEL" val="1"/>
  <p:tag name="KSO_WM_TAG_VERSION" val="1.0"/>
  <p:tag name="KSO_WM_BEAUTIFY_FLAG" val="#wm#"/>
</p:tagLst>
</file>

<file path=ppt/tags/tag10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7"/>
  <p:tag name="KSO_WM_UNIT_ID" val="diagram20200857_1*i*117"/>
  <p:tag name="KSO_WM_TEMPLATE_CATEGORY" val="diagram"/>
  <p:tag name="KSO_WM_TEMPLATE_INDEX" val="20200857"/>
  <p:tag name="KSO_WM_UNIT_LAYERLEVEL" val="1"/>
  <p:tag name="KSO_WM_TAG_VERSION" val="1.0"/>
  <p:tag name="KSO_WM_BEAUTIFY_FLAG" val="#wm#"/>
</p:tagLst>
</file>

<file path=ppt/tags/tag10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8"/>
  <p:tag name="KSO_WM_UNIT_ID" val="diagram20200857_1*i*118"/>
  <p:tag name="KSO_WM_TEMPLATE_CATEGORY" val="diagram"/>
  <p:tag name="KSO_WM_TEMPLATE_INDEX" val="20200857"/>
  <p:tag name="KSO_WM_UNIT_LAYERLEVEL" val="1"/>
  <p:tag name="KSO_WM_TAG_VERSION" val="1.0"/>
  <p:tag name="KSO_WM_BEAUTIFY_FLAG" val="#wm#"/>
</p:tagLst>
</file>

<file path=ppt/tags/tag10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9"/>
  <p:tag name="KSO_WM_UNIT_ID" val="diagram20200857_1*i*119"/>
  <p:tag name="KSO_WM_TEMPLATE_CATEGORY" val="diagram"/>
  <p:tag name="KSO_WM_TEMPLATE_INDEX" val="20200857"/>
  <p:tag name="KSO_WM_UNIT_LAYERLEVEL" val="1"/>
  <p:tag name="KSO_WM_TAG_VERSION" val="1.0"/>
  <p:tag name="KSO_WM_BEAUTIFY_FLAG" val="#wm#"/>
</p:tagLst>
</file>

<file path=ppt/tags/tag10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0"/>
  <p:tag name="KSO_WM_UNIT_ID" val="diagram20200857_1*i*120"/>
  <p:tag name="KSO_WM_TEMPLATE_CATEGORY" val="diagram"/>
  <p:tag name="KSO_WM_TEMPLATE_INDEX" val="20200857"/>
  <p:tag name="KSO_WM_UNIT_LAYERLEVEL" val="1"/>
  <p:tag name="KSO_WM_TAG_VERSION" val="1.0"/>
  <p:tag name="KSO_WM_BEAUTIFY_FLAG" val="#wm#"/>
</p:tagLst>
</file>

<file path=ppt/tags/tag10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1"/>
  <p:tag name="KSO_WM_UNIT_ID" val="diagram20200857_1*i*121"/>
  <p:tag name="KSO_WM_TEMPLATE_CATEGORY" val="diagram"/>
  <p:tag name="KSO_WM_TEMPLATE_INDEX" val="20200857"/>
  <p:tag name="KSO_WM_UNIT_LAYERLEVEL" val="1"/>
  <p:tag name="KSO_WM_TAG_VERSION" val="1.0"/>
  <p:tag name="KSO_WM_BEAUTIFY_FLAG" val="#wm#"/>
</p:tagLst>
</file>

<file path=ppt/tags/tag10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2"/>
  <p:tag name="KSO_WM_UNIT_ID" val="diagram20200857_1*i*122"/>
  <p:tag name="KSO_WM_TEMPLATE_CATEGORY" val="diagram"/>
  <p:tag name="KSO_WM_TEMPLATE_INDEX" val="20200857"/>
  <p:tag name="KSO_WM_UNIT_LAYERLEVEL" val="1"/>
  <p:tag name="KSO_WM_TAG_VERSION" val="1.0"/>
  <p:tag name="KSO_WM_BEAUTIFY_FLAG" val="#wm#"/>
</p:tagLst>
</file>

<file path=ppt/tags/tag10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4"/>
  <p:tag name="KSO_WM_UNIT_ID" val="diagram20200857_1*i*124"/>
  <p:tag name="KSO_WM_TEMPLATE_CATEGORY" val="diagram"/>
  <p:tag name="KSO_WM_TEMPLATE_INDEX" val="20200857"/>
  <p:tag name="KSO_WM_UNIT_LAYERLEVEL" val="1"/>
  <p:tag name="KSO_WM_TAG_VERSION" val="1.0"/>
  <p:tag name="KSO_WM_BEAUTIFY_FLAG" val="#wm#"/>
</p:tagLst>
</file>

<file path=ppt/tags/tag10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5"/>
  <p:tag name="KSO_WM_UNIT_ID" val="diagram20200857_1*i*125"/>
  <p:tag name="KSO_WM_TEMPLATE_CATEGORY" val="diagram"/>
  <p:tag name="KSO_WM_TEMPLATE_INDEX" val="20200857"/>
  <p:tag name="KSO_WM_UNIT_LAYERLEVEL" val="1"/>
  <p:tag name="KSO_WM_TAG_VERSION" val="1.0"/>
  <p:tag name="KSO_WM_BEAUTIFY_FLAG" val="#wm#"/>
</p:tagLst>
</file>

<file path=ppt/tags/tag10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6"/>
  <p:tag name="KSO_WM_UNIT_ID" val="diagram20200857_1*i*126"/>
  <p:tag name="KSO_WM_TEMPLATE_CATEGORY" val="diagram"/>
  <p:tag name="KSO_WM_TEMPLATE_INDEX" val="20200857"/>
  <p:tag name="KSO_WM_UNIT_LAYERLEVEL" val="1"/>
  <p:tag name="KSO_WM_TAG_VERSION" val="1.0"/>
  <p:tag name="KSO_WM_BEAUTIFY_FLAG" val="#wm#"/>
</p:tagLst>
</file>

<file path=ppt/tags/tag10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7"/>
  <p:tag name="KSO_WM_UNIT_ID" val="diagram20200857_1*i*127"/>
  <p:tag name="KSO_WM_TEMPLATE_CATEGORY" val="diagram"/>
  <p:tag name="KSO_WM_TEMPLATE_INDEX" val="20200857"/>
  <p:tag name="KSO_WM_UNIT_LAYERLEVEL" val="1"/>
  <p:tag name="KSO_WM_TAG_VERSION" val="1.0"/>
  <p:tag name="KSO_WM_BEAUTIFY_FLAG" val="#wm#"/>
</p:tagLst>
</file>

<file path=ppt/tags/tag10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8"/>
  <p:tag name="KSO_WM_UNIT_ID" val="diagram20200857_1*i*128"/>
  <p:tag name="KSO_WM_TEMPLATE_CATEGORY" val="diagram"/>
  <p:tag name="KSO_WM_TEMPLATE_INDEX" val="20200857"/>
  <p:tag name="KSO_WM_UNIT_LAYERLEVEL" val="1"/>
  <p:tag name="KSO_WM_TAG_VERSION" val="1.0"/>
  <p:tag name="KSO_WM_BEAUTIFY_FLAG" val="#wm#"/>
</p:tagLst>
</file>

<file path=ppt/tags/tag10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9"/>
  <p:tag name="KSO_WM_UNIT_ID" val="diagram20200857_1*i*129"/>
  <p:tag name="KSO_WM_TEMPLATE_CATEGORY" val="diagram"/>
  <p:tag name="KSO_WM_TEMPLATE_INDEX" val="20200857"/>
  <p:tag name="KSO_WM_UNIT_LAYERLEVEL" val="1"/>
  <p:tag name="KSO_WM_TAG_VERSION" val="1.0"/>
  <p:tag name="KSO_WM_BEAUTIFY_FLAG" val="#wm#"/>
</p:tagLst>
</file>

<file path=ppt/tags/tag10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0"/>
  <p:tag name="KSO_WM_UNIT_ID" val="diagram20200857_1*i*130"/>
  <p:tag name="KSO_WM_TEMPLATE_CATEGORY" val="diagram"/>
  <p:tag name="KSO_WM_TEMPLATE_INDEX" val="20200857"/>
  <p:tag name="KSO_WM_UNIT_LAYERLEVEL" val="1"/>
  <p:tag name="KSO_WM_TAG_VERSION" val="1.0"/>
  <p:tag name="KSO_WM_BEAUTIFY_FLAG" val="#wm#"/>
</p:tagLst>
</file>

<file path=ppt/tags/tag10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1"/>
  <p:tag name="KSO_WM_UNIT_ID" val="diagram20200857_1*i*131"/>
  <p:tag name="KSO_WM_TEMPLATE_CATEGORY" val="diagram"/>
  <p:tag name="KSO_WM_TEMPLATE_INDEX" val="20200857"/>
  <p:tag name="KSO_WM_UNIT_LAYERLEVEL" val="1"/>
  <p:tag name="KSO_WM_TAG_VERSION" val="1.0"/>
  <p:tag name="KSO_WM_BEAUTIFY_FLAG" val="#wm#"/>
</p:tagLst>
</file>

<file path=ppt/tags/tag10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2"/>
  <p:tag name="KSO_WM_UNIT_ID" val="diagram20200857_1*i*132"/>
  <p:tag name="KSO_WM_TEMPLATE_CATEGORY" val="diagram"/>
  <p:tag name="KSO_WM_TEMPLATE_INDEX" val="20200857"/>
  <p:tag name="KSO_WM_UNIT_LAYERLEVEL" val="1"/>
  <p:tag name="KSO_WM_TAG_VERSION" val="1.0"/>
  <p:tag name="KSO_WM_BEAUTIFY_FLAG" val="#wm#"/>
</p:tagLst>
</file>

<file path=ppt/tags/tag10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3"/>
  <p:tag name="KSO_WM_UNIT_ID" val="diagram20200857_1*i*133"/>
  <p:tag name="KSO_WM_TEMPLATE_CATEGORY" val="diagram"/>
  <p:tag name="KSO_WM_TEMPLATE_INDEX" val="20200857"/>
  <p:tag name="KSO_WM_UNIT_LAYERLEVEL" val="1"/>
  <p:tag name="KSO_WM_TAG_VERSION" val="1.0"/>
  <p:tag name="KSO_WM_BEAUTIFY_FLAG" val="#wm#"/>
</p:tagLst>
</file>

<file path=ppt/tags/tag10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5"/>
  <p:tag name="KSO_WM_UNIT_ID" val="diagram20200857_1*i*135"/>
  <p:tag name="KSO_WM_TEMPLATE_CATEGORY" val="diagram"/>
  <p:tag name="KSO_WM_TEMPLATE_INDEX" val="20200857"/>
  <p:tag name="KSO_WM_UNIT_LAYERLEVEL" val="1"/>
  <p:tag name="KSO_WM_TAG_VERSION" val="1.0"/>
  <p:tag name="KSO_WM_BEAUTIFY_FLAG" val="#wm#"/>
</p:tagLst>
</file>

<file path=ppt/tags/tag1047.xml><?xml version="1.0" encoding="utf-8"?>
<p:tagLst xmlns:p="http://schemas.openxmlformats.org/presentationml/2006/main">
  <p:tag name="KSO_WM_UNIT_ISCONTENTSTITLE" val="0"/>
  <p:tag name="KSO_WM_UNIT_PRESET_TEXT" val="添加标题"/>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diagram20200857_1*a*1"/>
  <p:tag name="KSO_WM_TEMPLATE_CATEGORY" val="diagram"/>
  <p:tag name="KSO_WM_TEMPLATE_INDEX" val="20200857"/>
  <p:tag name="KSO_WM_UNIT_LAYERLEVEL" val="1"/>
  <p:tag name="KSO_WM_TAG_VERSION" val="1.0"/>
  <p:tag name="KSO_WM_BEAUTIFY_FLAG" val="#wm#"/>
</p:tagLst>
</file>

<file path=ppt/tags/tag10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7"/>
  <p:tag name="KSO_WM_UNIT_ID" val="diagram20200857_1*i*137"/>
  <p:tag name="KSO_WM_TEMPLATE_CATEGORY" val="diagram"/>
  <p:tag name="KSO_WM_TEMPLATE_INDEX" val="20200857"/>
  <p:tag name="KSO_WM_UNIT_LAYERLEVEL" val="1"/>
  <p:tag name="KSO_WM_TAG_VERSION" val="1.0"/>
  <p:tag name="KSO_WM_BEAUTIFY_FLAG" val="#wm#"/>
</p:tagLst>
</file>

<file path=ppt/tags/tag10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8"/>
  <p:tag name="KSO_WM_UNIT_ID" val="diagram20200857_1*i*138"/>
  <p:tag name="KSO_WM_TEMPLATE_CATEGORY" val="diagram"/>
  <p:tag name="KSO_WM_TEMPLATE_INDEX" val="20200857"/>
  <p:tag name="KSO_WM_UNIT_LAYERLEVEL" val="1"/>
  <p:tag name="KSO_WM_TAG_VERSION" val="1.0"/>
  <p:tag name="KSO_WM_BEAUTIFY_FLAG" val="#wm#"/>
</p:tagLst>
</file>

<file path=ppt/tags/tag10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9"/>
  <p:tag name="KSO_WM_UNIT_ID" val="diagram20200857_1*i*139"/>
  <p:tag name="KSO_WM_TEMPLATE_CATEGORY" val="diagram"/>
  <p:tag name="KSO_WM_TEMPLATE_INDEX" val="20200857"/>
  <p:tag name="KSO_WM_UNIT_LAYERLEVEL" val="1"/>
  <p:tag name="KSO_WM_TAG_VERSION" val="1.0"/>
  <p:tag name="KSO_WM_BEAUTIFY_FLAG" val="#wm#"/>
</p:tagLst>
</file>

<file path=ppt/tags/tag10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0"/>
  <p:tag name="KSO_WM_UNIT_ID" val="diagram20200857_1*i*140"/>
  <p:tag name="KSO_WM_TEMPLATE_CATEGORY" val="diagram"/>
  <p:tag name="KSO_WM_TEMPLATE_INDEX" val="20200857"/>
  <p:tag name="KSO_WM_UNIT_LAYERLEVEL" val="1"/>
  <p:tag name="KSO_WM_TAG_VERSION" val="1.0"/>
  <p:tag name="KSO_WM_BEAUTIFY_FLAG" val="#wm#"/>
</p:tagLst>
</file>

<file path=ppt/tags/tag10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2"/>
  <p:tag name="KSO_WM_UNIT_ID" val="diagram20200857_1*i*142"/>
  <p:tag name="KSO_WM_TEMPLATE_CATEGORY" val="diagram"/>
  <p:tag name="KSO_WM_TEMPLATE_INDEX" val="20200857"/>
  <p:tag name="KSO_WM_UNIT_LAYERLEVEL" val="1"/>
  <p:tag name="KSO_WM_TAG_VERSION" val="1.0"/>
  <p:tag name="KSO_WM_BEAUTIFY_FLAG" val="#wm#"/>
</p:tagLst>
</file>

<file path=ppt/tags/tag10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3"/>
  <p:tag name="KSO_WM_UNIT_ID" val="diagram20200857_1*i*143"/>
  <p:tag name="KSO_WM_TEMPLATE_CATEGORY" val="diagram"/>
  <p:tag name="KSO_WM_TEMPLATE_INDEX" val="20200857"/>
  <p:tag name="KSO_WM_UNIT_LAYERLEVEL" val="1"/>
  <p:tag name="KSO_WM_TAG_VERSION" val="1.0"/>
  <p:tag name="KSO_WM_BEAUTIFY_FLAG" val="#wm#"/>
</p:tagLst>
</file>

<file path=ppt/tags/tag10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4"/>
  <p:tag name="KSO_WM_UNIT_ID" val="diagram20200857_1*i*144"/>
  <p:tag name="KSO_WM_TEMPLATE_CATEGORY" val="diagram"/>
  <p:tag name="KSO_WM_TEMPLATE_INDEX" val="20200857"/>
  <p:tag name="KSO_WM_UNIT_LAYERLEVEL" val="1"/>
  <p:tag name="KSO_WM_TAG_VERSION" val="1.0"/>
  <p:tag name="KSO_WM_BEAUTIFY_FLAG" val="#wm#"/>
</p:tagLst>
</file>

<file path=ppt/tags/tag10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7"/>
  <p:tag name="KSO_WM_UNIT_ID" val="diagram20200857_1*i*147"/>
  <p:tag name="KSO_WM_TEMPLATE_CATEGORY" val="diagram"/>
  <p:tag name="KSO_WM_TEMPLATE_INDEX" val="20200857"/>
  <p:tag name="KSO_WM_UNIT_LAYERLEVEL" val="1"/>
  <p:tag name="KSO_WM_TAG_VERSION" val="1.0"/>
  <p:tag name="KSO_WM_BEAUTIFY_FLAG" val="#wm#"/>
</p:tagLst>
</file>

<file path=ppt/tags/tag1056.xml><?xml version="1.0" encoding="utf-8"?>
<p:tagLst xmlns:p="http://schemas.openxmlformats.org/presentationml/2006/main">
  <p:tag name="KSO_WM_UNIT_PRESET_TEXT" val="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单击此处添加文本具体内容，简明扼要的阐述您的观点。根据需要可酌情增减文字，以便观者准确的理解您传达的思想。"/>
  <p:tag name="KSO_WM_UNIT_NOCLEAR" val="0"/>
  <p:tag name="KSO_WM_UNIT_VALUE" val="504"/>
  <p:tag name="KSO_WM_UNIT_HIGHLIGHT" val="0"/>
  <p:tag name="KSO_WM_UNIT_COMPATIBLE" val="0"/>
  <p:tag name="KSO_WM_UNIT_DIAGRAM_ISNUMVISUAL" val="0"/>
  <p:tag name="KSO_WM_UNIT_DIAGRAM_ISREFERUNIT" val="0"/>
  <p:tag name="KSO_WM_UNIT_TYPE" val="f"/>
  <p:tag name="KSO_WM_UNIT_INDEX" val="1"/>
  <p:tag name="KSO_WM_UNIT_ID" val="diagram20200857_1*f*1"/>
  <p:tag name="KSO_WM_TEMPLATE_CATEGORY" val="diagram"/>
  <p:tag name="KSO_WM_TEMPLATE_INDEX" val="20200857"/>
  <p:tag name="KSO_WM_UNIT_LAYERLEVEL" val="1"/>
  <p:tag name="KSO_WM_TAG_VERSION" val="1.0"/>
  <p:tag name="KSO_WM_BEAUTIFY_FLAG" val="#wm#"/>
</p:tagLst>
</file>

<file path=ppt/tags/tag1057.xml><?xml version="1.0" encoding="utf-8"?>
<p:tagLst xmlns:p="http://schemas.openxmlformats.org/presentationml/2006/main">
  <p:tag name="KSO_WM_SLIDE_ID" val="diagram20200857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TEMPLATE_MASTER_THUMB_INDEX" val="0"/>
  <p:tag name="KSO_WM_UNIT_SHOW_EDIT_AREA_INDICATION" val="0"/>
  <p:tag name="KSO_WM_SLIDE_SIZE" val="896*540"/>
  <p:tag name="KSO_WM_SLIDE_POSITION" val="0*0"/>
  <p:tag name="KSO_WM_TAG_VERSION" val="1.0"/>
  <p:tag name="KSO_WM_BEAUTIFY_FLAG" val="#wm#"/>
  <p:tag name="KSO_WM_TEMPLATE_CATEGORY" val="diagram"/>
  <p:tag name="KSO_WM_TEMPLATE_INDEX" val="20200857"/>
  <p:tag name="KSO_WM_SLIDE_LAYOUT" val="a_d_f"/>
  <p:tag name="KSO_WM_SLIDE_LAYOUT_CNT" val="1_1_1"/>
</p:tagLst>
</file>

<file path=ppt/tags/tag1058.xml><?xml version="1.0" encoding="utf-8"?>
<p:tagLst xmlns:p="http://schemas.openxmlformats.org/presentationml/2006/main">
  <p:tag name="KSO_WM_UNIT_ISCONTENTSTITLE" val="0"/>
  <p:tag name="KSO_WM_UNIT_PRESET_TEXT" val="单击此处添加标题"/>
  <p:tag name="KSO_WM_UNIT_NOCLEAR" val="0"/>
  <p:tag name="KSO_WM_UNIT_VALUE" val="18"/>
  <p:tag name="KSO_WM_UNIT_HIGHLIGHT" val="0"/>
  <p:tag name="KSO_WM_UNIT_COMPATIBLE" val="0"/>
  <p:tag name="KSO_WM_UNIT_DIAGRAM_ISNUMVISUAL" val="0"/>
  <p:tag name="KSO_WM_UNIT_DIAGRAM_ISREFERUNIT" val="0"/>
  <p:tag name="KSO_WM_UNIT_TYPE" val="a"/>
  <p:tag name="KSO_WM_UNIT_INDEX" val="1"/>
  <p:tag name="KSO_WM_UNIT_ID" val="diagram20204025_1*a*1"/>
  <p:tag name="KSO_WM_TEMPLATE_CATEGORY" val="diagram"/>
  <p:tag name="KSO_WM_TEMPLATE_INDEX" val="20204025"/>
  <p:tag name="KSO_WM_UNIT_LAYERLEVEL" val="1"/>
  <p:tag name="KSO_WM_TAG_VERSION" val="1.0"/>
  <p:tag name="KSO_WM_BEAUTIFY_FLAG" val="#wm#"/>
</p:tagLst>
</file>

<file path=ppt/tags/tag1059.xml><?xml version="1.0" encoding="utf-8"?>
<p:tagLst xmlns:p="http://schemas.openxmlformats.org/presentationml/2006/main">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22"/>
  <p:tag name="KSO_WM_UNIT_HIGHLIGHT" val="0"/>
  <p:tag name="KSO_WM_UNIT_COMPATIBLE" val="0"/>
  <p:tag name="KSO_WM_UNIT_DIAGRAM_ISNUMVISUAL" val="0"/>
  <p:tag name="KSO_WM_UNIT_DIAGRAM_ISREFERUNIT" val="0"/>
  <p:tag name="KSO_WM_UNIT_TYPE" val="f"/>
  <p:tag name="KSO_WM_UNIT_INDEX" val="1"/>
  <p:tag name="KSO_WM_UNIT_ID" val="diagram20204025_1*f*1"/>
  <p:tag name="KSO_WM_TEMPLATE_CATEGORY" val="diagram"/>
  <p:tag name="KSO_WM_TEMPLATE_INDEX" val="20204025"/>
  <p:tag name="KSO_WM_UNIT_LAYERLEVEL" val="1"/>
  <p:tag name="KSO_WM_TAG_VERSION" val="1.0"/>
  <p:tag name="KSO_WM_BEAUTIFY_FLAG" val="#wm#"/>
</p:tagLst>
</file>

<file path=ppt/tags/tag10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025_1*i*1"/>
  <p:tag name="KSO_WM_TEMPLATE_CATEGORY" val="diagram"/>
  <p:tag name="KSO_WM_TEMPLATE_INDEX" val="20204025"/>
  <p:tag name="KSO_WM_UNIT_LAYERLEVEL" val="1"/>
  <p:tag name="KSO_WM_TAG_VERSION" val="1.0"/>
  <p:tag name="KSO_WM_BEAUTIFY_FLAG" val="#wm#"/>
</p:tagLst>
</file>

<file path=ppt/tags/tag10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025_1*i*2"/>
  <p:tag name="KSO_WM_TEMPLATE_CATEGORY" val="diagram"/>
  <p:tag name="KSO_WM_TEMPLATE_INDEX" val="20204025"/>
  <p:tag name="KSO_WM_UNIT_LAYERLEVEL" val="1"/>
  <p:tag name="KSO_WM_TAG_VERSION" val="1.0"/>
  <p:tag name="KSO_WM_BEAUTIFY_FLAG" val="#wm#"/>
</p:tagLst>
</file>

<file path=ppt/tags/tag1062.xml><?xml version="1.0" encoding="utf-8"?>
<p:tagLst xmlns:p="http://schemas.openxmlformats.org/presentationml/2006/main">
  <p:tag name="KSO_WM_SLIDE_ID" val="diagram20204025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60*539"/>
  <p:tag name="KSO_WM_SLIDE_POSITION" val="0*0"/>
  <p:tag name="KSO_WM_TAG_VERSION" val="1.0"/>
  <p:tag name="KSO_WM_BEAUTIFY_FLAG" val="#wm#"/>
  <p:tag name="KSO_WM_TEMPLATE_CATEGORY" val="diagram"/>
  <p:tag name="KSO_WM_TEMPLATE_INDEX" val="20204025"/>
  <p:tag name="KSO_WM_SLIDE_LAYOUT" val="a_f"/>
  <p:tag name="KSO_WM_SLIDE_LAYOUT_CNT" val="1_1"/>
</p:tagLst>
</file>

<file path=ppt/tags/tag1063.xml><?xml version="1.0" encoding="utf-8"?>
<p:tagLst xmlns:p="http://schemas.openxmlformats.org/presentationml/2006/main">
  <p:tag name="KSO_WM_UNIT_ISCONTENTSTITLE" val="0"/>
  <p:tag name="KSO_WM_UNIT_NOCLEAR" val="0"/>
  <p:tag name="KSO_WM_UNIT_VALUE" val="2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68780_2*a*1"/>
  <p:tag name="KSO_WM_TEMPLATE_CATEGORY" val="diagram"/>
  <p:tag name="KSO_WM_TEMPLATE_INDEX" val="20168780"/>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 name="REFSHAPE" val="1082763156"/>
</p:tagLst>
</file>

<file path=ppt/tags/tag1064.xml><?xml version="1.0" encoding="utf-8"?>
<p:tagLst xmlns:p="http://schemas.openxmlformats.org/presentationml/2006/main">
  <p:tag name="KSO_WM_TAG_VERSION" val="1.0"/>
  <p:tag name="KSO_WM_BEAUTIFY_FLAG" val="#wm#"/>
  <p:tag name="KSO_WM_UNIT_TYPE" val="i"/>
  <p:tag name="KSO_WM_UNIT_ID" val="diagram160279_4*i*1"/>
  <p:tag name="KSO_WM_TEMPLATE_CATEGORY" val="diagram"/>
  <p:tag name="KSO_WM_TEMPLATE_INDEX" val="160279"/>
  <p:tag name="KSO_WM_UNIT_INDEX" val="1"/>
</p:tagLst>
</file>

<file path=ppt/tags/tag1065.xml><?xml version="1.0" encoding="utf-8"?>
<p:tagLst xmlns:p="http://schemas.openxmlformats.org/presentationml/2006/main">
  <p:tag name="KSO_WM_TAG_VERSION" val="1.0"/>
  <p:tag name="KSO_WM_TEMPLATE_CATEGORY" val="diagram"/>
  <p:tag name="KSO_WM_TEMPLATE_INDEX" val="160279"/>
  <p:tag name="KSO_WM_UNIT_TYPE" val="l_i"/>
  <p:tag name="KSO_WM_UNIT_INDEX" val="1_1"/>
  <p:tag name="KSO_WM_UNIT_ID" val="259*l_i*1_1"/>
  <p:tag name="KSO_WM_UNIT_CLEAR" val="1"/>
  <p:tag name="KSO_WM_UNIT_LAYERLEVEL" val="1_1"/>
  <p:tag name="KSO_WM_BEAUTIFY_FLAG" val="#wm#"/>
  <p:tag name="KSO_WM_DIAGRAM_GROUP_CODE" val="l1-1"/>
  <p:tag name="KSO_WM_UNIT_LINE_FORE_SCHEMECOLOR_INDEX" val="5"/>
  <p:tag name="KSO_WM_UNIT_LINE_FILL_TYPE" val="2"/>
  <p:tag name="KSO_WM_UNIT_USESOURCEFORMAT_APPLY" val="1"/>
</p:tagLst>
</file>

<file path=ppt/tags/tag1066.xml><?xml version="1.0" encoding="utf-8"?>
<p:tagLst xmlns:p="http://schemas.openxmlformats.org/presentationml/2006/main">
  <p:tag name="KSO_WM_TAG_VERSION" val="1.0"/>
  <p:tag name="KSO_WM_TEMPLATE_CATEGORY" val="diagram"/>
  <p:tag name="KSO_WM_TEMPLATE_INDEX" val="160279"/>
  <p:tag name="KSO_WM_UNIT_TYPE" val="l_i"/>
  <p:tag name="KSO_WM_UNIT_INDEX" val="1_2"/>
  <p:tag name="KSO_WM_UNIT_ID" val="259*l_i*1_2"/>
  <p:tag name="KSO_WM_UNIT_CLEAR" val="1"/>
  <p:tag name="KSO_WM_UNIT_LAYERLEVEL" val="1_1"/>
  <p:tag name="KSO_WM_BEAUTIFY_FLAG" val="#wm#"/>
  <p:tag name="KSO_WM_DIAGRAM_GROUP_CODE" val="l1-1"/>
  <p:tag name="KSO_WM_UNIT_LINE_FORE_SCHEMECOLOR_INDEX" val="5"/>
  <p:tag name="KSO_WM_UNIT_LINE_FILL_TYPE" val="2"/>
  <p:tag name="KSO_WM_UNIT_USESOURCEFORMAT_APPLY" val="1"/>
</p:tagLst>
</file>

<file path=ppt/tags/tag1067.xml><?xml version="1.0" encoding="utf-8"?>
<p:tagLst xmlns:p="http://schemas.openxmlformats.org/presentationml/2006/main">
  <p:tag name="KSO_WM_TAG_VERSION" val="1.0"/>
  <p:tag name="KSO_WM_TEMPLATE_CATEGORY" val="diagram"/>
  <p:tag name="KSO_WM_TEMPLATE_INDEX" val="160279"/>
  <p:tag name="KSO_WM_UNIT_TYPE" val="l_h_f"/>
  <p:tag name="KSO_WM_UNIT_INDEX" val="1_1_1"/>
  <p:tag name="KSO_WM_UNIT_ID" val="259*l_h_f*1_1_1"/>
  <p:tag name="KSO_WM_UNIT_CLEAR" val="1"/>
  <p:tag name="KSO_WM_UNIT_LAYERLEVEL" val="1_1_1"/>
  <p:tag name="KSO_WM_UNIT_VALUE" val="54"/>
  <p:tag name="KSO_WM_UNIT_HIGHLIGHT" val="0"/>
  <p:tag name="KSO_WM_UNIT_COMPATIBLE" val="0"/>
  <p:tag name="KSO_WM_UNIT_PRESET_TEXT" val="LOREM IPSUM"/>
  <p:tag name="KSO_WM_BEAUTIFY_FLAG" val="#wm#"/>
  <p:tag name="KSO_WM_DIAGRAM_GROUP_CODE" val="l1-1"/>
  <p:tag name="KSO_WM_UNIT_FILL_FORE_SCHEMECOLOR_INDEX" val="5"/>
  <p:tag name="KSO_WM_UNIT_FILL_TYPE" val="1"/>
  <p:tag name="KSO_WM_UNIT_TEXT_FILL_FORE_SCHEMECOLOR_INDEX" val="5"/>
  <p:tag name="KSO_WM_UNIT_TEXT_FILL_TYPE" val="1"/>
  <p:tag name="KSO_WM_UNIT_USESOURCEFORMAT_APPLY" val="1"/>
</p:tagLst>
</file>

<file path=ppt/tags/tag1068.xml><?xml version="1.0" encoding="utf-8"?>
<p:tagLst xmlns:p="http://schemas.openxmlformats.org/presentationml/2006/main">
  <p:tag name="KSO_WM_TAG_VERSION" val="1.0"/>
  <p:tag name="KSO_WM_BEAUTIFY_FLAG" val="#wm#"/>
  <p:tag name="KSO_WM_UNIT_TYPE" val="i"/>
  <p:tag name="KSO_WM_UNIT_ID" val="diagram160279_4*i*8"/>
  <p:tag name="KSO_WM_TEMPLATE_CATEGORY" val="diagram"/>
  <p:tag name="KSO_WM_TEMPLATE_INDEX" val="160279"/>
  <p:tag name="KSO_WM_UNIT_INDEX" val="8"/>
</p:tagLst>
</file>

<file path=ppt/tags/tag1069.xml><?xml version="1.0" encoding="utf-8"?>
<p:tagLst xmlns:p="http://schemas.openxmlformats.org/presentationml/2006/main">
  <p:tag name="KSO_WM_TAG_VERSION" val="1.0"/>
  <p:tag name="KSO_WM_TEMPLATE_CATEGORY" val="diagram"/>
  <p:tag name="KSO_WM_TEMPLATE_INDEX" val="160279"/>
  <p:tag name="KSO_WM_UNIT_TYPE" val="l_i"/>
  <p:tag name="KSO_WM_UNIT_INDEX" val="1_3"/>
  <p:tag name="KSO_WM_UNIT_ID" val="259*l_i*1_3"/>
  <p:tag name="KSO_WM_UNIT_CLEAR" val="1"/>
  <p:tag name="KSO_WM_UNIT_LAYERLEVEL" val="1_1"/>
  <p:tag name="KSO_WM_BEAUTIFY_FLAG" val="#wm#"/>
  <p:tag name="KSO_WM_DIAGRAM_GROUP_CODE" val="l1-1"/>
  <p:tag name="KSO_WM_UNIT_LINE_FORE_SCHEMECOLOR_INDEX" val="6"/>
  <p:tag name="KSO_WM_UNIT_LINE_FILL_TYPE" val="2"/>
  <p:tag name="KSO_WM_UNIT_USESOURCEFORMAT_APPLY" val="1"/>
</p:tagLst>
</file>

<file path=ppt/tags/tag1070.xml><?xml version="1.0" encoding="utf-8"?>
<p:tagLst xmlns:p="http://schemas.openxmlformats.org/presentationml/2006/main">
  <p:tag name="KSO_WM_TAG_VERSION" val="1.0"/>
  <p:tag name="KSO_WM_TEMPLATE_CATEGORY" val="diagram"/>
  <p:tag name="KSO_WM_TEMPLATE_INDEX" val="160279"/>
  <p:tag name="KSO_WM_UNIT_TYPE" val="l_i"/>
  <p:tag name="KSO_WM_UNIT_INDEX" val="1_4"/>
  <p:tag name="KSO_WM_UNIT_ID" val="259*l_i*1_4"/>
  <p:tag name="KSO_WM_UNIT_CLEAR" val="1"/>
  <p:tag name="KSO_WM_UNIT_LAYERLEVEL" val="1_1"/>
  <p:tag name="KSO_WM_BEAUTIFY_FLAG" val="#wm#"/>
  <p:tag name="KSO_WM_DIAGRAM_GROUP_CODE" val="l1-1"/>
  <p:tag name="KSO_WM_UNIT_LINE_FORE_SCHEMECOLOR_INDEX" val="6"/>
  <p:tag name="KSO_WM_UNIT_LINE_FILL_TYPE" val="2"/>
  <p:tag name="KSO_WM_UNIT_USESOURCEFORMAT_APPLY" val="1"/>
</p:tagLst>
</file>

<file path=ppt/tags/tag1071.xml><?xml version="1.0" encoding="utf-8"?>
<p:tagLst xmlns:p="http://schemas.openxmlformats.org/presentationml/2006/main">
  <p:tag name="KSO_WM_TAG_VERSION" val="1.0"/>
  <p:tag name="KSO_WM_TEMPLATE_CATEGORY" val="diagram"/>
  <p:tag name="KSO_WM_TEMPLATE_INDEX" val="160279"/>
  <p:tag name="KSO_WM_UNIT_TYPE" val="l_h_f"/>
  <p:tag name="KSO_WM_UNIT_INDEX" val="1_2_1"/>
  <p:tag name="KSO_WM_UNIT_ID" val="259*l_h_f*1_2_1"/>
  <p:tag name="KSO_WM_UNIT_CLEAR" val="1"/>
  <p:tag name="KSO_WM_UNIT_LAYERLEVEL" val="1_1_1"/>
  <p:tag name="KSO_WM_UNIT_VALUE" val="54"/>
  <p:tag name="KSO_WM_UNIT_HIGHLIGHT" val="0"/>
  <p:tag name="KSO_WM_UNIT_COMPATIBLE" val="0"/>
  <p:tag name="KSO_WM_UNIT_PRESET_TEXT" val="LOREM IPSUM"/>
  <p:tag name="KSO_WM_BEAUTIFY_FLAG" val="#wm#"/>
  <p:tag name="KSO_WM_DIAGRAM_GROUP_CODE" val="l1-1"/>
  <p:tag name="KSO_WM_UNIT_FILL_FORE_SCHEMECOLOR_INDEX" val="6"/>
  <p:tag name="KSO_WM_UNIT_FILL_TYPE" val="1"/>
  <p:tag name="KSO_WM_UNIT_TEXT_FILL_FORE_SCHEMECOLOR_INDEX" val="6"/>
  <p:tag name="KSO_WM_UNIT_TEXT_FILL_TYPE" val="1"/>
  <p:tag name="KSO_WM_UNIT_USESOURCEFORMAT_APPLY" val="1"/>
</p:tagLst>
</file>

<file path=ppt/tags/tag1072.xml><?xml version="1.0" encoding="utf-8"?>
<p:tagLst xmlns:p="http://schemas.openxmlformats.org/presentationml/2006/main">
  <p:tag name="KSO_WM_TAG_VERSION" val="1.0"/>
  <p:tag name="KSO_WM_BEAUTIFY_FLAG" val="#wm#"/>
  <p:tag name="KSO_WM_UNIT_TYPE" val="i"/>
  <p:tag name="KSO_WM_UNIT_ID" val="diagram160279_4*i*15"/>
  <p:tag name="KSO_WM_TEMPLATE_CATEGORY" val="diagram"/>
  <p:tag name="KSO_WM_TEMPLATE_INDEX" val="160279"/>
  <p:tag name="KSO_WM_UNIT_INDEX" val="15"/>
</p:tagLst>
</file>

<file path=ppt/tags/tag1073.xml><?xml version="1.0" encoding="utf-8"?>
<p:tagLst xmlns:p="http://schemas.openxmlformats.org/presentationml/2006/main">
  <p:tag name="KSO_WM_TAG_VERSION" val="1.0"/>
  <p:tag name="KSO_WM_TEMPLATE_CATEGORY" val="diagram"/>
  <p:tag name="KSO_WM_TEMPLATE_INDEX" val="160279"/>
  <p:tag name="KSO_WM_UNIT_TYPE" val="l_i"/>
  <p:tag name="KSO_WM_UNIT_INDEX" val="1_5"/>
  <p:tag name="KSO_WM_UNIT_ID" val="259*l_i*1_5"/>
  <p:tag name="KSO_WM_UNIT_CLEAR" val="1"/>
  <p:tag name="KSO_WM_UNIT_LAYERLEVEL" val="1_1"/>
  <p:tag name="KSO_WM_BEAUTIFY_FLAG" val="#wm#"/>
  <p:tag name="KSO_WM_DIAGRAM_GROUP_CODE" val="l1-1"/>
  <p:tag name="KSO_WM_UNIT_LINE_FORE_SCHEMECOLOR_INDEX" val="7"/>
  <p:tag name="KSO_WM_UNIT_LINE_FILL_TYPE" val="2"/>
  <p:tag name="KSO_WM_UNIT_USESOURCEFORMAT_APPLY" val="1"/>
</p:tagLst>
</file>

<file path=ppt/tags/tag1074.xml><?xml version="1.0" encoding="utf-8"?>
<p:tagLst xmlns:p="http://schemas.openxmlformats.org/presentationml/2006/main">
  <p:tag name="KSO_WM_TAG_VERSION" val="1.0"/>
  <p:tag name="KSO_WM_TEMPLATE_CATEGORY" val="diagram"/>
  <p:tag name="KSO_WM_TEMPLATE_INDEX" val="160279"/>
  <p:tag name="KSO_WM_UNIT_TYPE" val="l_i"/>
  <p:tag name="KSO_WM_UNIT_INDEX" val="1_6"/>
  <p:tag name="KSO_WM_UNIT_ID" val="259*l_i*1_6"/>
  <p:tag name="KSO_WM_UNIT_CLEAR" val="1"/>
  <p:tag name="KSO_WM_UNIT_LAYERLEVEL" val="1_1"/>
  <p:tag name="KSO_WM_BEAUTIFY_FLAG" val="#wm#"/>
  <p:tag name="KSO_WM_DIAGRAM_GROUP_CODE" val="l1-1"/>
  <p:tag name="KSO_WM_UNIT_LINE_FORE_SCHEMECOLOR_INDEX" val="7"/>
  <p:tag name="KSO_WM_UNIT_LINE_FILL_TYPE" val="2"/>
  <p:tag name="KSO_WM_UNIT_USESOURCEFORMAT_APPLY" val="1"/>
</p:tagLst>
</file>

<file path=ppt/tags/tag1075.xml><?xml version="1.0" encoding="utf-8"?>
<p:tagLst xmlns:p="http://schemas.openxmlformats.org/presentationml/2006/main">
  <p:tag name="KSO_WM_TAG_VERSION" val="1.0"/>
  <p:tag name="KSO_WM_TEMPLATE_CATEGORY" val="diagram"/>
  <p:tag name="KSO_WM_TEMPLATE_INDEX" val="160279"/>
  <p:tag name="KSO_WM_UNIT_TYPE" val="l_h_f"/>
  <p:tag name="KSO_WM_UNIT_INDEX" val="1_3_1"/>
  <p:tag name="KSO_WM_UNIT_ID" val="259*l_h_f*1_3_1"/>
  <p:tag name="KSO_WM_UNIT_CLEAR" val="1"/>
  <p:tag name="KSO_WM_UNIT_LAYERLEVEL" val="1_1_1"/>
  <p:tag name="KSO_WM_UNIT_VALUE" val="54"/>
  <p:tag name="KSO_WM_UNIT_HIGHLIGHT" val="0"/>
  <p:tag name="KSO_WM_UNIT_COMPATIBLE" val="0"/>
  <p:tag name="KSO_WM_UNIT_PRESET_TEXT" val="LOREM IPSUM"/>
  <p:tag name="KSO_WM_BEAUTIFY_FLAG" val="#wm#"/>
  <p:tag name="KSO_WM_DIAGRAM_GROUP_CODE" val="l1-1"/>
  <p:tag name="KSO_WM_UNIT_FILL_FORE_SCHEMECOLOR_INDEX" val="7"/>
  <p:tag name="KSO_WM_UNIT_FILL_TYPE" val="1"/>
  <p:tag name="KSO_WM_UNIT_TEXT_FILL_FORE_SCHEMECOLOR_INDEX" val="7"/>
  <p:tag name="KSO_WM_UNIT_TEXT_FILL_TYPE" val="1"/>
  <p:tag name="KSO_WM_UNIT_USESOURCEFORMAT_APPLY" val="1"/>
</p:tagLst>
</file>

<file path=ppt/tags/tag1076.xml><?xml version="1.0" encoding="utf-8"?>
<p:tagLst xmlns:p="http://schemas.openxmlformats.org/presentationml/2006/main">
  <p:tag name="KSO_WM_BEAUTIFY_FLAG" val="#wm#"/>
  <p:tag name="KSO_WM_TEMPLATE_CATEGORY" val="diagram"/>
  <p:tag name="KSO_WM_TEMPLATE_INDEX" val="20168780"/>
  <p:tag name="KSO_WM_SLIDE_ID" val="diagram20168780_2"/>
  <p:tag name="KSO_WM_TEMPLATE_SUBCATEGORY" val="0"/>
  <p:tag name="KSO_WM_TEMPLATE_MASTER_TYPE" val="0"/>
  <p:tag name="KSO_WM_TEMPLATE_COLOR_TYPE" val="1"/>
  <p:tag name="KSO_WM_SLIDE_TYPE" val="text"/>
  <p:tag name="KSO_WM_SLIDE_SUBTYPE" val="diag"/>
  <p:tag name="KSO_WM_SLIDE_ITEM_CNT" val="3"/>
  <p:tag name="KSO_WM_SLIDE_INDEX" val="2"/>
  <p:tag name="KSO_WM_SLIDE_SIZE" val="467.17*250.463"/>
  <p:tag name="KSO_WM_SLIDE_POSITION" val="103.921*180.844"/>
  <p:tag name="KSO_WM_DIAGRAM_GROUP_CODE" val="l1-1"/>
  <p:tag name="KSO_WM_SLIDE_DIAGTYPE" val="l"/>
  <p:tag name="KSO_WM_TAG_VERSION" val="1.0"/>
  <p:tag name="KSO_WM_SLIDE_LAYOUT" val="a_d_l"/>
  <p:tag name="KSO_WM_SLIDE_LAYOUT_CNT" val="1_1_1"/>
  <p:tag name="KSO_WM_SLIDE_BK_DARK_LIGHT" val="2"/>
  <p:tag name="KSO_WM_SLIDE_BACKGROUND_TYPE" val="general"/>
</p:tagLst>
</file>

<file path=ppt/tags/tag1077.xml><?xml version="1.0" encoding="utf-8"?>
<p:tagLst xmlns:p="http://schemas.openxmlformats.org/presentationml/2006/main">
  <p:tag name="REFSHAPE" val="1082568404"/>
</p:tagLst>
</file>

<file path=ppt/tags/tag1078.xml><?xml version="1.0" encoding="utf-8"?>
<p:tagLst xmlns:p="http://schemas.openxmlformats.org/presentationml/2006/main">
  <p:tag name="KSO_WM_TAG_VERSION" val="1.0"/>
  <p:tag name="KSO_WM_BEAUTIFY_FLAG" val="#wm#"/>
  <p:tag name="KSO_WM_UNIT_TYPE" val="i"/>
  <p:tag name="KSO_WM_UNIT_ID" val="diagram728_6*i*1"/>
  <p:tag name="KSO_WM_TEMPLATE_CATEGORY" val="diagram"/>
  <p:tag name="KSO_WM_TEMPLATE_INDEX" val="728"/>
  <p:tag name="KSO_WM_UNIT_INDEX" val="1"/>
</p:tagLst>
</file>

<file path=ppt/tags/tag1079.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1"/>
  <p:tag name="KSO_WM_UNIT_TYPE" val="l_i"/>
  <p:tag name="KSO_WM_UNIT_INDEX" val="1_1"/>
  <p:tag name="KSO_WM_UNIT_CLEAR" val="1"/>
  <p:tag name="KSO_WM_UNIT_LAYERLEVEL" val="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1080.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h_f*1_1_1"/>
  <p:tag name="KSO_WM_UNIT_TYPE" val="l_h_f"/>
  <p:tag name="KSO_WM_UNIT_INDEX" val="1_1_1"/>
  <p:tag name="KSO_WM_UNIT_CLEAR" val="1"/>
  <p:tag name="KSO_WM_UNIT_LAYERLEVEL" val="1_1_1"/>
  <p:tag name="KSO_WM_UNIT_VALUE" val="30"/>
  <p:tag name="KSO_WM_UNIT_HIGHLIGHT" val="0"/>
  <p:tag name="KSO_WM_UNIT_COMPATIBLE" val="0"/>
  <p:tag name="KSO_WM_DIAGRAM_GROUP_CODE" val="l1-1"/>
  <p:tag name="KSO_WM_UNIT_PRESET_TEXT" val="Lorem ipsum dolor sit amet, consectetur adipisicing elit."/>
  <p:tag name="KSO_WM_UNIT_FILL_FORE_SCHEMECOLOR_INDEX" val="5"/>
  <p:tag name="KSO_WM_UNIT_FILL_TYPE" val="1"/>
  <p:tag name="KSO_WM_UNIT_TEXT_FILL_FORE_SCHEMECOLOR_INDEX" val="5"/>
  <p:tag name="KSO_WM_UNIT_TEXT_FILL_TYPE" val="1"/>
  <p:tag name="KSO_WM_UNIT_USESOURCEFORMAT_APPLY" val="1"/>
</p:tagLst>
</file>

<file path=ppt/tags/tag1081.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2"/>
  <p:tag name="KSO_WM_UNIT_TYPE" val="l_i"/>
  <p:tag name="KSO_WM_UNIT_INDEX" val="1_2"/>
  <p:tag name="KSO_WM_UNIT_CLEAR" val="1"/>
  <p:tag name="KSO_WM_UNIT_LAYERLEVEL" val="1_1"/>
  <p:tag name="KSO_WM_DIAGRAM_GROUP_CODE" val="l1-1"/>
  <p:tag name="KSO_WM_UNIT_FILL_FORE_SCHEMECOLOR_INDEX" val="7"/>
  <p:tag name="KSO_WM_UNIT_FILL_TYPE" val="1"/>
  <p:tag name="KSO_WM_UNIT_TEXT_FILL_FORE_SCHEMECOLOR_INDEX" val="2"/>
  <p:tag name="KSO_WM_UNIT_TEXT_FILL_TYPE" val="1"/>
  <p:tag name="KSO_WM_UNIT_USESOURCEFORMAT_APPLY" val="1"/>
</p:tagLst>
</file>

<file path=ppt/tags/tag1082.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3"/>
  <p:tag name="KSO_WM_UNIT_TYPE" val="l_i"/>
  <p:tag name="KSO_WM_UNIT_INDEX" val="1_3"/>
  <p:tag name="KSO_WM_UNIT_CLEAR" val="1"/>
  <p:tag name="KSO_WM_UNIT_LAYERLEVEL" val="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1083.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4"/>
  <p:tag name="KSO_WM_UNIT_TYPE" val="l_i"/>
  <p:tag name="KSO_WM_UNIT_INDEX" val="1_4"/>
  <p:tag name="KSO_WM_UNIT_CLEAR" val="1"/>
  <p:tag name="KSO_WM_UNIT_LAYERLEVEL" val="1_1"/>
  <p:tag name="KSO_WM_DIAGRAM_GROUP_CODE" val="l1-1"/>
  <p:tag name="KSO_WM_UNIT_FILL_FORE_SCHEMECOLOR_INDEX" val="6"/>
  <p:tag name="KSO_WM_UNIT_FILL_TYPE" val="1"/>
  <p:tag name="KSO_WM_UNIT_TEXT_FILL_FORE_SCHEMECOLOR_INDEX" val="2"/>
  <p:tag name="KSO_WM_UNIT_TEXT_FILL_TYPE" val="1"/>
  <p:tag name="KSO_WM_UNIT_USESOURCEFORMAT_APPLY" val="1"/>
</p:tagLst>
</file>

<file path=ppt/tags/tag1084.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5"/>
  <p:tag name="KSO_WM_UNIT_TYPE" val="l_i"/>
  <p:tag name="KSO_WM_UNIT_INDEX" val="1_5"/>
  <p:tag name="KSO_WM_UNIT_CLEAR" val="1"/>
  <p:tag name="KSO_WM_UNIT_LAYERLEVEL" val="1_1"/>
  <p:tag name="KSO_WM_DIAGRAM_GROUP_CODE" val="l1-1"/>
  <p:tag name="KSO_WM_UNIT_FILL_FORE_SCHEMECOLOR_INDEX" val="14"/>
  <p:tag name="KSO_WM_UNIT_FILL_TYPE" val="1"/>
  <p:tag name="KSO_WM_UNIT_TEXT_FILL_FORE_SCHEMECOLOR_INDEX" val="6"/>
  <p:tag name="KSO_WM_UNIT_TEXT_FILL_TYPE" val="1"/>
  <p:tag name="KSO_WM_UNIT_USESOURCEFORMAT_APPLY" val="1"/>
</p:tagLst>
</file>

<file path=ppt/tags/tag1085.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6"/>
  <p:tag name="KSO_WM_UNIT_TYPE" val="l_i"/>
  <p:tag name="KSO_WM_UNIT_INDEX" val="1_6"/>
  <p:tag name="KSO_WM_UNIT_CLEAR" val="1"/>
  <p:tag name="KSO_WM_UNIT_LAYERLEVEL" val="1_1"/>
  <p:tag name="KSO_WM_DIAGRAM_GROUP_CODE" val="l1-1"/>
  <p:tag name="KSO_WM_UNIT_LINE_FORE_SCHEMECOLOR_INDEX" val="6"/>
  <p:tag name="KSO_WM_UNIT_LINE_FILL_TYPE" val="2"/>
  <p:tag name="KSO_WM_UNIT_USESOURCEFORMAT_APPLY" val="1"/>
</p:tagLst>
</file>

<file path=ppt/tags/tag1086.xml><?xml version="1.0" encoding="utf-8"?>
<p:tagLst xmlns:p="http://schemas.openxmlformats.org/presentationml/2006/main">
  <p:tag name="KSO_WM_TAG_VERSION" val="1.0"/>
  <p:tag name="KSO_WM_BEAUTIFY_FLAG" val="#wm#"/>
  <p:tag name="KSO_WM_UNIT_TYPE" val="i"/>
  <p:tag name="KSO_WM_UNIT_ID" val="diagram728_6*i*16"/>
  <p:tag name="KSO_WM_TEMPLATE_CATEGORY" val="diagram"/>
  <p:tag name="KSO_WM_TEMPLATE_INDEX" val="728"/>
  <p:tag name="KSO_WM_UNIT_INDEX" val="16"/>
</p:tagLst>
</file>

<file path=ppt/tags/tag1087.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7"/>
  <p:tag name="KSO_WM_UNIT_TYPE" val="l_i"/>
  <p:tag name="KSO_WM_UNIT_INDEX" val="1_7"/>
  <p:tag name="KSO_WM_UNIT_CLEAR" val="1"/>
  <p:tag name="KSO_WM_UNIT_LAYERLEVEL" val="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1088.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h_f*1_2_1"/>
  <p:tag name="KSO_WM_UNIT_TYPE" val="l_h_f"/>
  <p:tag name="KSO_WM_UNIT_INDEX" val="1_2_1"/>
  <p:tag name="KSO_WM_UNIT_CLEAR" val="1"/>
  <p:tag name="KSO_WM_UNIT_LAYERLEVEL" val="1_1_1"/>
  <p:tag name="KSO_WM_UNIT_VALUE" val="30"/>
  <p:tag name="KSO_WM_UNIT_HIGHLIGHT" val="0"/>
  <p:tag name="KSO_WM_UNIT_COMPATIBLE" val="0"/>
  <p:tag name="KSO_WM_DIAGRAM_GROUP_CODE" val="l1-1"/>
  <p:tag name="KSO_WM_UNIT_PRESET_TEXT" val="Lorem ipsum dolor sit amet, consectetur adipisicing elit."/>
  <p:tag name="KSO_WM_UNIT_FILL_FORE_SCHEMECOLOR_INDEX" val="5"/>
  <p:tag name="KSO_WM_UNIT_FILL_TYPE" val="1"/>
  <p:tag name="KSO_WM_UNIT_TEXT_FILL_FORE_SCHEMECOLOR_INDEX" val="5"/>
  <p:tag name="KSO_WM_UNIT_TEXT_FILL_TYPE" val="1"/>
  <p:tag name="KSO_WM_UNIT_USESOURCEFORMAT_APPLY" val="1"/>
</p:tagLst>
</file>

<file path=ppt/tags/tag1089.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8"/>
  <p:tag name="KSO_WM_UNIT_TYPE" val="l_i"/>
  <p:tag name="KSO_WM_UNIT_INDEX" val="1_8"/>
  <p:tag name="KSO_WM_UNIT_CLEAR" val="1"/>
  <p:tag name="KSO_WM_UNIT_LAYERLEVEL" val="1_1"/>
  <p:tag name="KSO_WM_DIAGRAM_GROUP_CODE" val="l1-1"/>
  <p:tag name="KSO_WM_UNIT_FILL_FORE_SCHEMECOLOR_INDEX" val="7"/>
  <p:tag name="KSO_WM_UNIT_FILL_TYPE" val="1"/>
  <p:tag name="KSO_WM_UNIT_TEXT_FILL_FORE_SCHEMECOLOR_INDEX" val="2"/>
  <p:tag name="KSO_WM_UNIT_TEXT_FILL_TYPE" val="1"/>
  <p:tag name="KSO_WM_UNIT_USESOURCEFORMAT_APPLY" val="1"/>
</p:tagLst>
</file>

<file path=ppt/tags/tag1090.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9"/>
  <p:tag name="KSO_WM_UNIT_TYPE" val="l_i"/>
  <p:tag name="KSO_WM_UNIT_INDEX" val="1_9"/>
  <p:tag name="KSO_WM_UNIT_CLEAR" val="1"/>
  <p:tag name="KSO_WM_UNIT_LAYERLEVEL" val="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1091.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10"/>
  <p:tag name="KSO_WM_UNIT_TYPE" val="l_i"/>
  <p:tag name="KSO_WM_UNIT_INDEX" val="1_10"/>
  <p:tag name="KSO_WM_UNIT_CLEAR" val="1"/>
  <p:tag name="KSO_WM_UNIT_LAYERLEVEL" val="1_1"/>
  <p:tag name="KSO_WM_DIAGRAM_GROUP_CODE" val="l1-1"/>
  <p:tag name="KSO_WM_UNIT_FILL_FORE_SCHEMECOLOR_INDEX" val="6"/>
  <p:tag name="KSO_WM_UNIT_FILL_TYPE" val="1"/>
  <p:tag name="KSO_WM_UNIT_TEXT_FILL_FORE_SCHEMECOLOR_INDEX" val="2"/>
  <p:tag name="KSO_WM_UNIT_TEXT_FILL_TYPE" val="1"/>
  <p:tag name="KSO_WM_UNIT_USESOURCEFORMAT_APPLY" val="1"/>
</p:tagLst>
</file>

<file path=ppt/tags/tag1092.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11"/>
  <p:tag name="KSO_WM_UNIT_TYPE" val="l_i"/>
  <p:tag name="KSO_WM_UNIT_INDEX" val="1_11"/>
  <p:tag name="KSO_WM_UNIT_CLEAR" val="1"/>
  <p:tag name="KSO_WM_UNIT_LAYERLEVEL" val="1_1"/>
  <p:tag name="KSO_WM_DIAGRAM_GROUP_CODE" val="l1-1"/>
  <p:tag name="KSO_WM_UNIT_FILL_FORE_SCHEMECOLOR_INDEX" val="14"/>
  <p:tag name="KSO_WM_UNIT_FILL_TYPE" val="1"/>
  <p:tag name="KSO_WM_UNIT_TEXT_FILL_FORE_SCHEMECOLOR_INDEX" val="6"/>
  <p:tag name="KSO_WM_UNIT_TEXT_FILL_TYPE" val="1"/>
  <p:tag name="KSO_WM_UNIT_USESOURCEFORMAT_APPLY" val="1"/>
</p:tagLst>
</file>

<file path=ppt/tags/tag1093.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12"/>
  <p:tag name="KSO_WM_UNIT_TYPE" val="l_i"/>
  <p:tag name="KSO_WM_UNIT_INDEX" val="1_12"/>
  <p:tag name="KSO_WM_UNIT_CLEAR" val="1"/>
  <p:tag name="KSO_WM_UNIT_LAYERLEVEL" val="1_1"/>
  <p:tag name="KSO_WM_DIAGRAM_GROUP_CODE" val="l1-1"/>
  <p:tag name="KSO_WM_UNIT_LINE_FORE_SCHEMECOLOR_INDEX" val="6"/>
  <p:tag name="KSO_WM_UNIT_LINE_FILL_TYPE" val="2"/>
  <p:tag name="KSO_WM_UNIT_USESOURCEFORMAT_APPLY" val="1"/>
</p:tagLst>
</file>

<file path=ppt/tags/tag1094.xml><?xml version="1.0" encoding="utf-8"?>
<p:tagLst xmlns:p="http://schemas.openxmlformats.org/presentationml/2006/main">
  <p:tag name="KSO_WM_TAG_VERSION" val="1.0"/>
  <p:tag name="KSO_WM_BEAUTIFY_FLAG" val="#wm#"/>
  <p:tag name="KSO_WM_UNIT_TYPE" val="i"/>
  <p:tag name="KSO_WM_UNIT_ID" val="diagram728_6*i*31"/>
  <p:tag name="KSO_WM_TEMPLATE_CATEGORY" val="diagram"/>
  <p:tag name="KSO_WM_TEMPLATE_INDEX" val="728"/>
  <p:tag name="KSO_WM_UNIT_INDEX" val="31"/>
</p:tagLst>
</file>

<file path=ppt/tags/tag1095.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13"/>
  <p:tag name="KSO_WM_UNIT_TYPE" val="l_i"/>
  <p:tag name="KSO_WM_UNIT_INDEX" val="1_13"/>
  <p:tag name="KSO_WM_UNIT_CLEAR" val="1"/>
  <p:tag name="KSO_WM_UNIT_LAYERLEVEL" val="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1096.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h_f*1_3_1"/>
  <p:tag name="KSO_WM_UNIT_TYPE" val="l_h_f"/>
  <p:tag name="KSO_WM_UNIT_INDEX" val="1_3_1"/>
  <p:tag name="KSO_WM_UNIT_CLEAR" val="1"/>
  <p:tag name="KSO_WM_UNIT_LAYERLEVEL" val="1_1_1"/>
  <p:tag name="KSO_WM_UNIT_VALUE" val="30"/>
  <p:tag name="KSO_WM_UNIT_HIGHLIGHT" val="0"/>
  <p:tag name="KSO_WM_UNIT_COMPATIBLE" val="0"/>
  <p:tag name="KSO_WM_DIAGRAM_GROUP_CODE" val="l1-1"/>
  <p:tag name="KSO_WM_UNIT_PRESET_TEXT" val="Lorem ipsum dolor sit amet, consectetur adipisicing elit."/>
  <p:tag name="KSO_WM_UNIT_FILL_FORE_SCHEMECOLOR_INDEX" val="5"/>
  <p:tag name="KSO_WM_UNIT_FILL_TYPE" val="1"/>
  <p:tag name="KSO_WM_UNIT_TEXT_FILL_FORE_SCHEMECOLOR_INDEX" val="5"/>
  <p:tag name="KSO_WM_UNIT_TEXT_FILL_TYPE" val="1"/>
  <p:tag name="KSO_WM_UNIT_USESOURCEFORMAT_APPLY" val="1"/>
</p:tagLst>
</file>

<file path=ppt/tags/tag1097.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14"/>
  <p:tag name="KSO_WM_UNIT_TYPE" val="l_i"/>
  <p:tag name="KSO_WM_UNIT_INDEX" val="1_14"/>
  <p:tag name="KSO_WM_UNIT_CLEAR" val="1"/>
  <p:tag name="KSO_WM_UNIT_LAYERLEVEL" val="1_1"/>
  <p:tag name="KSO_WM_DIAGRAM_GROUP_CODE" val="l1-1"/>
  <p:tag name="KSO_WM_UNIT_FILL_FORE_SCHEMECOLOR_INDEX" val="7"/>
  <p:tag name="KSO_WM_UNIT_FILL_TYPE" val="1"/>
  <p:tag name="KSO_WM_UNIT_TEXT_FILL_FORE_SCHEMECOLOR_INDEX" val="2"/>
  <p:tag name="KSO_WM_UNIT_TEXT_FILL_TYPE" val="1"/>
  <p:tag name="KSO_WM_UNIT_USESOURCEFORMAT_APPLY" val="1"/>
</p:tagLst>
</file>

<file path=ppt/tags/tag1098.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15"/>
  <p:tag name="KSO_WM_UNIT_TYPE" val="l_i"/>
  <p:tag name="KSO_WM_UNIT_INDEX" val="1_15"/>
  <p:tag name="KSO_WM_UNIT_CLEAR" val="1"/>
  <p:tag name="KSO_WM_UNIT_LAYERLEVEL" val="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1099.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16"/>
  <p:tag name="KSO_WM_UNIT_TYPE" val="l_i"/>
  <p:tag name="KSO_WM_UNIT_INDEX" val="1_16"/>
  <p:tag name="KSO_WM_UNIT_CLEAR" val="1"/>
  <p:tag name="KSO_WM_UNIT_LAYERLEVEL" val="1_1"/>
  <p:tag name="KSO_WM_DIAGRAM_GROUP_CODE" val="l1-1"/>
  <p:tag name="KSO_WM_UNIT_FILL_FORE_SCHEMECOLOR_INDEX" val="6"/>
  <p:tag name="KSO_WM_UNIT_FILL_TYPE" val="1"/>
  <p:tag name="KSO_WM_UNIT_TEXT_FILL_FORE_SCHEMECOLOR_INDEX" val="2"/>
  <p:tag name="KSO_WM_UNIT_TEXT_FILL_TYPE" val="1"/>
  <p:tag name="KSO_WM_UNIT_USESOURCEFORMAT_APPLY" val="1"/>
</p:tagLst>
</file>

<file path=ppt/tags/tag1100.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17"/>
  <p:tag name="KSO_WM_UNIT_TYPE" val="l_i"/>
  <p:tag name="KSO_WM_UNIT_INDEX" val="1_17"/>
  <p:tag name="KSO_WM_UNIT_CLEAR" val="1"/>
  <p:tag name="KSO_WM_UNIT_LAYERLEVEL" val="1_1"/>
  <p:tag name="KSO_WM_DIAGRAM_GROUP_CODE" val="l1-1"/>
  <p:tag name="KSO_WM_UNIT_FILL_FORE_SCHEMECOLOR_INDEX" val="14"/>
  <p:tag name="KSO_WM_UNIT_FILL_TYPE" val="1"/>
  <p:tag name="KSO_WM_UNIT_TEXT_FILL_FORE_SCHEMECOLOR_INDEX" val="6"/>
  <p:tag name="KSO_WM_UNIT_TEXT_FILL_TYPE" val="1"/>
  <p:tag name="KSO_WM_UNIT_USESOURCEFORMAT_APPLY" val="1"/>
</p:tagLst>
</file>

<file path=ppt/tags/tag1101.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18"/>
  <p:tag name="KSO_WM_UNIT_TYPE" val="l_i"/>
  <p:tag name="KSO_WM_UNIT_INDEX" val="1_18"/>
  <p:tag name="KSO_WM_UNIT_CLEAR" val="1"/>
  <p:tag name="KSO_WM_UNIT_LAYERLEVEL" val="1_1"/>
  <p:tag name="KSO_WM_DIAGRAM_GROUP_CODE" val="l1-1"/>
  <p:tag name="KSO_WM_UNIT_LINE_FORE_SCHEMECOLOR_INDEX" val="6"/>
  <p:tag name="KSO_WM_UNIT_LINE_FILL_TYPE" val="2"/>
  <p:tag name="KSO_WM_UNIT_USESOURCEFORMAT_APPLY" val="1"/>
</p:tagLst>
</file>

<file path=ppt/tags/tag1102.xml><?xml version="1.0" encoding="utf-8"?>
<p:tagLst xmlns:p="http://schemas.openxmlformats.org/presentationml/2006/main">
  <p:tag name="KSO_WM_TAG_VERSION" val="1.0"/>
  <p:tag name="KSO_WM_BEAUTIFY_FLAG" val="#wm#"/>
  <p:tag name="KSO_WM_UNIT_TYPE" val="i"/>
  <p:tag name="KSO_WM_UNIT_ID" val="diagram728_6*i*46"/>
  <p:tag name="KSO_WM_TEMPLATE_CATEGORY" val="diagram"/>
  <p:tag name="KSO_WM_TEMPLATE_INDEX" val="728"/>
  <p:tag name="KSO_WM_UNIT_INDEX" val="46"/>
</p:tagLst>
</file>

<file path=ppt/tags/tag1103.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19"/>
  <p:tag name="KSO_WM_UNIT_TYPE" val="l_i"/>
  <p:tag name="KSO_WM_UNIT_INDEX" val="1_19"/>
  <p:tag name="KSO_WM_UNIT_CLEAR" val="1"/>
  <p:tag name="KSO_WM_UNIT_LAYERLEVEL" val="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1104.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h_f*1_4_1"/>
  <p:tag name="KSO_WM_UNIT_TYPE" val="l_h_f"/>
  <p:tag name="KSO_WM_UNIT_INDEX" val="1_4_1"/>
  <p:tag name="KSO_WM_UNIT_CLEAR" val="1"/>
  <p:tag name="KSO_WM_UNIT_LAYERLEVEL" val="1_1_1"/>
  <p:tag name="KSO_WM_UNIT_VALUE" val="30"/>
  <p:tag name="KSO_WM_UNIT_HIGHLIGHT" val="0"/>
  <p:tag name="KSO_WM_UNIT_COMPATIBLE" val="0"/>
  <p:tag name="KSO_WM_DIAGRAM_GROUP_CODE" val="l1-1"/>
  <p:tag name="KSO_WM_UNIT_PRESET_TEXT" val="Lorem ipsum dolor sit amet, consectetur adipisicing elit."/>
  <p:tag name="KSO_WM_UNIT_FILL_FORE_SCHEMECOLOR_INDEX" val="5"/>
  <p:tag name="KSO_WM_UNIT_FILL_TYPE" val="1"/>
  <p:tag name="KSO_WM_UNIT_TEXT_FILL_FORE_SCHEMECOLOR_INDEX" val="5"/>
  <p:tag name="KSO_WM_UNIT_TEXT_FILL_TYPE" val="1"/>
  <p:tag name="KSO_WM_UNIT_USESOURCEFORMAT_APPLY" val="1"/>
</p:tagLst>
</file>

<file path=ppt/tags/tag1105.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20"/>
  <p:tag name="KSO_WM_UNIT_TYPE" val="l_i"/>
  <p:tag name="KSO_WM_UNIT_INDEX" val="1_20"/>
  <p:tag name="KSO_WM_UNIT_CLEAR" val="1"/>
  <p:tag name="KSO_WM_UNIT_LAYERLEVEL" val="1_1"/>
  <p:tag name="KSO_WM_DIAGRAM_GROUP_CODE" val="l1-1"/>
  <p:tag name="KSO_WM_UNIT_FILL_FORE_SCHEMECOLOR_INDEX" val="7"/>
  <p:tag name="KSO_WM_UNIT_FILL_TYPE" val="1"/>
  <p:tag name="KSO_WM_UNIT_TEXT_FILL_FORE_SCHEMECOLOR_INDEX" val="2"/>
  <p:tag name="KSO_WM_UNIT_TEXT_FILL_TYPE" val="1"/>
  <p:tag name="KSO_WM_UNIT_USESOURCEFORMAT_APPLY" val="1"/>
</p:tagLst>
</file>

<file path=ppt/tags/tag1106.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21"/>
  <p:tag name="KSO_WM_UNIT_TYPE" val="l_i"/>
  <p:tag name="KSO_WM_UNIT_INDEX" val="1_21"/>
  <p:tag name="KSO_WM_UNIT_CLEAR" val="1"/>
  <p:tag name="KSO_WM_UNIT_LAYERLEVEL" val="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1107.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22"/>
  <p:tag name="KSO_WM_UNIT_TYPE" val="l_i"/>
  <p:tag name="KSO_WM_UNIT_INDEX" val="1_22"/>
  <p:tag name="KSO_WM_UNIT_CLEAR" val="1"/>
  <p:tag name="KSO_WM_UNIT_LAYERLEVEL" val="1_1"/>
  <p:tag name="KSO_WM_DIAGRAM_GROUP_CODE" val="l1-1"/>
  <p:tag name="KSO_WM_UNIT_FILL_FORE_SCHEMECOLOR_INDEX" val="6"/>
  <p:tag name="KSO_WM_UNIT_FILL_TYPE" val="1"/>
  <p:tag name="KSO_WM_UNIT_TEXT_FILL_FORE_SCHEMECOLOR_INDEX" val="2"/>
  <p:tag name="KSO_WM_UNIT_TEXT_FILL_TYPE" val="1"/>
  <p:tag name="KSO_WM_UNIT_USESOURCEFORMAT_APPLY" val="1"/>
</p:tagLst>
</file>

<file path=ppt/tags/tag1108.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23"/>
  <p:tag name="KSO_WM_UNIT_TYPE" val="l_i"/>
  <p:tag name="KSO_WM_UNIT_INDEX" val="1_23"/>
  <p:tag name="KSO_WM_UNIT_CLEAR" val="1"/>
  <p:tag name="KSO_WM_UNIT_LAYERLEVEL" val="1_1"/>
  <p:tag name="KSO_WM_DIAGRAM_GROUP_CODE" val="l1-1"/>
  <p:tag name="KSO_WM_UNIT_FILL_FORE_SCHEMECOLOR_INDEX" val="14"/>
  <p:tag name="KSO_WM_UNIT_FILL_TYPE" val="1"/>
  <p:tag name="KSO_WM_UNIT_TEXT_FILL_FORE_SCHEMECOLOR_INDEX" val="6"/>
  <p:tag name="KSO_WM_UNIT_TEXT_FILL_TYPE" val="1"/>
  <p:tag name="KSO_WM_UNIT_USESOURCEFORMAT_APPLY" val="1"/>
</p:tagLst>
</file>

<file path=ppt/tags/tag1109.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24"/>
  <p:tag name="KSO_WM_UNIT_TYPE" val="l_i"/>
  <p:tag name="KSO_WM_UNIT_INDEX" val="1_24"/>
  <p:tag name="KSO_WM_UNIT_CLEAR" val="1"/>
  <p:tag name="KSO_WM_UNIT_LAYERLEVEL" val="1_1"/>
  <p:tag name="KSO_WM_DIAGRAM_GROUP_CODE" val="l1-1"/>
  <p:tag name="KSO_WM_UNIT_LINE_FORE_SCHEMECOLOR_INDEX" val="6"/>
  <p:tag name="KSO_WM_UNIT_LINE_FILL_TYPE" val="2"/>
  <p:tag name="KSO_WM_UNIT_USESOURCEFORMAT_APPLY" val="1"/>
</p:tagLst>
</file>

<file path=ppt/tags/tag1110.xml><?xml version="1.0" encoding="utf-8"?>
<p:tagLst xmlns:p="http://schemas.openxmlformats.org/presentationml/2006/main">
  <p:tag name="KSO_WM_TAG_VERSION" val="1.0"/>
  <p:tag name="KSO_WM_BEAUTIFY_FLAG" val="#wm#"/>
  <p:tag name="KSO_WM_UNIT_TYPE" val="i"/>
  <p:tag name="KSO_WM_UNIT_ID" val="diagram728_6*i*61"/>
  <p:tag name="KSO_WM_TEMPLATE_CATEGORY" val="diagram"/>
  <p:tag name="KSO_WM_TEMPLATE_INDEX" val="728"/>
  <p:tag name="KSO_WM_UNIT_INDEX" val="61"/>
</p:tagLst>
</file>

<file path=ppt/tags/tag1111.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25"/>
  <p:tag name="KSO_WM_UNIT_TYPE" val="l_i"/>
  <p:tag name="KSO_WM_UNIT_INDEX" val="1_25"/>
  <p:tag name="KSO_WM_UNIT_CLEAR" val="1"/>
  <p:tag name="KSO_WM_UNIT_LAYERLEVEL" val="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1112.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h_f*1_5_1"/>
  <p:tag name="KSO_WM_UNIT_TYPE" val="l_h_f"/>
  <p:tag name="KSO_WM_UNIT_INDEX" val="1_5_1"/>
  <p:tag name="KSO_WM_UNIT_CLEAR" val="1"/>
  <p:tag name="KSO_WM_UNIT_LAYERLEVEL" val="1_1_1"/>
  <p:tag name="KSO_WM_UNIT_VALUE" val="30"/>
  <p:tag name="KSO_WM_UNIT_HIGHLIGHT" val="0"/>
  <p:tag name="KSO_WM_UNIT_COMPATIBLE" val="0"/>
  <p:tag name="KSO_WM_DIAGRAM_GROUP_CODE" val="l1-1"/>
  <p:tag name="KSO_WM_UNIT_PRESET_TEXT" val="Lorem ipsum dolor sit amet, consectetur adipisicing elit."/>
  <p:tag name="KSO_WM_UNIT_FILL_FORE_SCHEMECOLOR_INDEX" val="5"/>
  <p:tag name="KSO_WM_UNIT_FILL_TYPE" val="1"/>
  <p:tag name="KSO_WM_UNIT_TEXT_FILL_FORE_SCHEMECOLOR_INDEX" val="5"/>
  <p:tag name="KSO_WM_UNIT_TEXT_FILL_TYPE" val="1"/>
  <p:tag name="KSO_WM_UNIT_USESOURCEFORMAT_APPLY" val="1"/>
</p:tagLst>
</file>

<file path=ppt/tags/tag1113.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26"/>
  <p:tag name="KSO_WM_UNIT_TYPE" val="l_i"/>
  <p:tag name="KSO_WM_UNIT_INDEX" val="1_26"/>
  <p:tag name="KSO_WM_UNIT_CLEAR" val="1"/>
  <p:tag name="KSO_WM_UNIT_LAYERLEVEL" val="1_1"/>
  <p:tag name="KSO_WM_DIAGRAM_GROUP_CODE" val="l1-1"/>
  <p:tag name="KSO_WM_UNIT_FILL_FORE_SCHEMECOLOR_INDEX" val="7"/>
  <p:tag name="KSO_WM_UNIT_FILL_TYPE" val="1"/>
  <p:tag name="KSO_WM_UNIT_TEXT_FILL_FORE_SCHEMECOLOR_INDEX" val="2"/>
  <p:tag name="KSO_WM_UNIT_TEXT_FILL_TYPE" val="1"/>
  <p:tag name="KSO_WM_UNIT_USESOURCEFORMAT_APPLY" val="1"/>
</p:tagLst>
</file>

<file path=ppt/tags/tag1114.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27"/>
  <p:tag name="KSO_WM_UNIT_TYPE" val="l_i"/>
  <p:tag name="KSO_WM_UNIT_INDEX" val="1_27"/>
  <p:tag name="KSO_WM_UNIT_CLEAR" val="1"/>
  <p:tag name="KSO_WM_UNIT_LAYERLEVEL" val="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1115.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28"/>
  <p:tag name="KSO_WM_UNIT_TYPE" val="l_i"/>
  <p:tag name="KSO_WM_UNIT_INDEX" val="1_28"/>
  <p:tag name="KSO_WM_UNIT_CLEAR" val="1"/>
  <p:tag name="KSO_WM_UNIT_LAYERLEVEL" val="1_1"/>
  <p:tag name="KSO_WM_DIAGRAM_GROUP_CODE" val="l1-1"/>
  <p:tag name="KSO_WM_UNIT_FILL_FORE_SCHEMECOLOR_INDEX" val="6"/>
  <p:tag name="KSO_WM_UNIT_FILL_TYPE" val="1"/>
  <p:tag name="KSO_WM_UNIT_TEXT_FILL_FORE_SCHEMECOLOR_INDEX" val="2"/>
  <p:tag name="KSO_WM_UNIT_TEXT_FILL_TYPE" val="1"/>
  <p:tag name="KSO_WM_UNIT_USESOURCEFORMAT_APPLY" val="1"/>
</p:tagLst>
</file>

<file path=ppt/tags/tag1116.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29"/>
  <p:tag name="KSO_WM_UNIT_TYPE" val="l_i"/>
  <p:tag name="KSO_WM_UNIT_INDEX" val="1_29"/>
  <p:tag name="KSO_WM_UNIT_CLEAR" val="1"/>
  <p:tag name="KSO_WM_UNIT_LAYERLEVEL" val="1_1"/>
  <p:tag name="KSO_WM_DIAGRAM_GROUP_CODE" val="l1-1"/>
  <p:tag name="KSO_WM_UNIT_FILL_FORE_SCHEMECOLOR_INDEX" val="14"/>
  <p:tag name="KSO_WM_UNIT_FILL_TYPE" val="1"/>
  <p:tag name="KSO_WM_UNIT_TEXT_FILL_FORE_SCHEMECOLOR_INDEX" val="6"/>
  <p:tag name="KSO_WM_UNIT_TEXT_FILL_TYPE" val="1"/>
  <p:tag name="KSO_WM_UNIT_USESOURCEFORMAT_APPLY" val="1"/>
</p:tagLst>
</file>

<file path=ppt/tags/tag1117.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30"/>
  <p:tag name="KSO_WM_UNIT_TYPE" val="l_i"/>
  <p:tag name="KSO_WM_UNIT_INDEX" val="1_30"/>
  <p:tag name="KSO_WM_UNIT_CLEAR" val="1"/>
  <p:tag name="KSO_WM_UNIT_LAYERLEVEL" val="1_1"/>
  <p:tag name="KSO_WM_DIAGRAM_GROUP_CODE" val="l1-1"/>
  <p:tag name="KSO_WM_UNIT_LINE_FORE_SCHEMECOLOR_INDEX" val="6"/>
  <p:tag name="KSO_WM_UNIT_LINE_FILL_TYPE" val="2"/>
  <p:tag name="KSO_WM_UNIT_USESOURCEFORMAT_APPLY" val="1"/>
</p:tagLst>
</file>

<file path=ppt/tags/tag1118.xml><?xml version="1.0" encoding="utf-8"?>
<p:tagLst xmlns:p="http://schemas.openxmlformats.org/presentationml/2006/main">
  <p:tag name="KSO_WM_TAG_VERSION" val="1.0"/>
  <p:tag name="KSO_WM_BEAUTIFY_FLAG" val="#wm#"/>
  <p:tag name="KSO_WM_UNIT_TYPE" val="i"/>
  <p:tag name="KSO_WM_UNIT_ID" val="diagram728_6*i*76"/>
  <p:tag name="KSO_WM_TEMPLATE_CATEGORY" val="diagram"/>
  <p:tag name="KSO_WM_TEMPLATE_INDEX" val="728"/>
  <p:tag name="KSO_WM_UNIT_INDEX" val="76"/>
</p:tagLst>
</file>

<file path=ppt/tags/tag1119.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31"/>
  <p:tag name="KSO_WM_UNIT_TYPE" val="l_i"/>
  <p:tag name="KSO_WM_UNIT_INDEX" val="1_31"/>
  <p:tag name="KSO_WM_UNIT_CLEAR" val="1"/>
  <p:tag name="KSO_WM_UNIT_LAYERLEVEL" val="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1120.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h_f*1_6_1"/>
  <p:tag name="KSO_WM_UNIT_TYPE" val="l_h_f"/>
  <p:tag name="KSO_WM_UNIT_INDEX" val="1_6_1"/>
  <p:tag name="KSO_WM_UNIT_CLEAR" val="1"/>
  <p:tag name="KSO_WM_UNIT_LAYERLEVEL" val="1_1_1"/>
  <p:tag name="KSO_WM_UNIT_VALUE" val="30"/>
  <p:tag name="KSO_WM_UNIT_HIGHLIGHT" val="0"/>
  <p:tag name="KSO_WM_UNIT_COMPATIBLE" val="0"/>
  <p:tag name="KSO_WM_DIAGRAM_GROUP_CODE" val="l1-1"/>
  <p:tag name="KSO_WM_UNIT_PRESET_TEXT" val="Lorem ipsum dolor sit amet, consectetur adipisicing elit."/>
  <p:tag name="KSO_WM_UNIT_FILL_FORE_SCHEMECOLOR_INDEX" val="5"/>
  <p:tag name="KSO_WM_UNIT_FILL_TYPE" val="1"/>
  <p:tag name="KSO_WM_UNIT_TEXT_FILL_FORE_SCHEMECOLOR_INDEX" val="5"/>
  <p:tag name="KSO_WM_UNIT_TEXT_FILL_TYPE" val="1"/>
  <p:tag name="KSO_WM_UNIT_USESOURCEFORMAT_APPLY" val="1"/>
</p:tagLst>
</file>

<file path=ppt/tags/tag1121.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32"/>
  <p:tag name="KSO_WM_UNIT_TYPE" val="l_i"/>
  <p:tag name="KSO_WM_UNIT_INDEX" val="1_32"/>
  <p:tag name="KSO_WM_UNIT_CLEAR" val="1"/>
  <p:tag name="KSO_WM_UNIT_LAYERLEVEL" val="1_1"/>
  <p:tag name="KSO_WM_DIAGRAM_GROUP_CODE" val="l1-1"/>
  <p:tag name="KSO_WM_UNIT_FILL_FORE_SCHEMECOLOR_INDEX" val="7"/>
  <p:tag name="KSO_WM_UNIT_FILL_TYPE" val="1"/>
  <p:tag name="KSO_WM_UNIT_TEXT_FILL_FORE_SCHEMECOLOR_INDEX" val="2"/>
  <p:tag name="KSO_WM_UNIT_TEXT_FILL_TYPE" val="1"/>
  <p:tag name="KSO_WM_UNIT_USESOURCEFORMAT_APPLY" val="1"/>
</p:tagLst>
</file>

<file path=ppt/tags/tag1122.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33"/>
  <p:tag name="KSO_WM_UNIT_TYPE" val="l_i"/>
  <p:tag name="KSO_WM_UNIT_INDEX" val="1_33"/>
  <p:tag name="KSO_WM_UNIT_CLEAR" val="1"/>
  <p:tag name="KSO_WM_UNIT_LAYERLEVEL" val="1_1"/>
  <p:tag name="KSO_WM_DIAGRAM_GROUP_CODE" val="l1-1"/>
  <p:tag name="KSO_WM_UNIT_FILL_FORE_SCHEMECOLOR_INDEX" val="5"/>
  <p:tag name="KSO_WM_UNIT_FILL_TYPE" val="1"/>
  <p:tag name="KSO_WM_UNIT_TEXT_FILL_FORE_SCHEMECOLOR_INDEX" val="2"/>
  <p:tag name="KSO_WM_UNIT_TEXT_FILL_TYPE" val="1"/>
  <p:tag name="KSO_WM_UNIT_USESOURCEFORMAT_APPLY" val="1"/>
</p:tagLst>
</file>

<file path=ppt/tags/tag1123.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34"/>
  <p:tag name="KSO_WM_UNIT_TYPE" val="l_i"/>
  <p:tag name="KSO_WM_UNIT_INDEX" val="1_34"/>
  <p:tag name="KSO_WM_UNIT_CLEAR" val="1"/>
  <p:tag name="KSO_WM_UNIT_LAYERLEVEL" val="1_1"/>
  <p:tag name="KSO_WM_DIAGRAM_GROUP_CODE" val="l1-1"/>
  <p:tag name="KSO_WM_UNIT_FILL_FORE_SCHEMECOLOR_INDEX" val="6"/>
  <p:tag name="KSO_WM_UNIT_FILL_TYPE" val="1"/>
  <p:tag name="KSO_WM_UNIT_TEXT_FILL_FORE_SCHEMECOLOR_INDEX" val="2"/>
  <p:tag name="KSO_WM_UNIT_TEXT_FILL_TYPE" val="1"/>
  <p:tag name="KSO_WM_UNIT_USESOURCEFORMAT_APPLY" val="1"/>
</p:tagLst>
</file>

<file path=ppt/tags/tag1124.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35"/>
  <p:tag name="KSO_WM_UNIT_TYPE" val="l_i"/>
  <p:tag name="KSO_WM_UNIT_INDEX" val="1_35"/>
  <p:tag name="KSO_WM_UNIT_CLEAR" val="1"/>
  <p:tag name="KSO_WM_UNIT_LAYERLEVEL" val="1_1"/>
  <p:tag name="KSO_WM_DIAGRAM_GROUP_CODE" val="l1-1"/>
  <p:tag name="KSO_WM_UNIT_FILL_FORE_SCHEMECOLOR_INDEX" val="14"/>
  <p:tag name="KSO_WM_UNIT_FILL_TYPE" val="1"/>
  <p:tag name="KSO_WM_UNIT_TEXT_FILL_FORE_SCHEMECOLOR_INDEX" val="6"/>
  <p:tag name="KSO_WM_UNIT_TEXT_FILL_TYPE" val="1"/>
  <p:tag name="KSO_WM_UNIT_USESOURCEFORMAT_APPLY" val="1"/>
</p:tagLst>
</file>

<file path=ppt/tags/tag1125.xml><?xml version="1.0" encoding="utf-8"?>
<p:tagLst xmlns:p="http://schemas.openxmlformats.org/presentationml/2006/main">
  <p:tag name="KSO_WM_TAG_VERSION" val="1.0"/>
  <p:tag name="KSO_WM_BEAUTIFY_FLAG" val="#wm#"/>
  <p:tag name="KSO_WM_TEMPLATE_CATEGORY" val="diagram"/>
  <p:tag name="KSO_WM_TEMPLATE_INDEX" val="728"/>
  <p:tag name="KSO_WM_UNIT_ID" val="diagram728_6*l_i*1_36"/>
  <p:tag name="KSO_WM_UNIT_TYPE" val="l_i"/>
  <p:tag name="KSO_WM_UNIT_INDEX" val="1_36"/>
  <p:tag name="KSO_WM_UNIT_CLEAR" val="1"/>
  <p:tag name="KSO_WM_UNIT_LAYERLEVEL" val="1_1"/>
  <p:tag name="KSO_WM_DIAGRAM_GROUP_CODE" val="l1-1"/>
  <p:tag name="KSO_WM_UNIT_LINE_FORE_SCHEMECOLOR_INDEX" val="6"/>
  <p:tag name="KSO_WM_UNIT_LINE_FILL_TYPE" val="2"/>
  <p:tag name="KSO_WM_UNIT_USESOURCEFORMAT_APPLY" val="1"/>
</p:tagLst>
</file>

<file path=ppt/tags/tag1126.xml><?xml version="1.0" encoding="utf-8"?>
<p:tagLst xmlns:p="http://schemas.openxmlformats.org/presentationml/2006/main">
  <p:tag name="KSO_WM_BEAUTIFY_FLAG" val="#wm#"/>
  <p:tag name="KSO_WM_TEMPLATE_CATEGORY" val="diagram"/>
  <p:tag name="KSO_WM_TEMPLATE_INDEX" val="719"/>
  <p:tag name="KSO_WM_SLIDE_ID" val="diagram719_4"/>
  <p:tag name="KSO_WM_TEMPLATE_SUBCATEGORY" val="0"/>
  <p:tag name="KSO_WM_TEMPLATE_MASTER_TYPE" val="0"/>
  <p:tag name="KSO_WM_TEMPLATE_COLOR_TYPE" val="1"/>
  <p:tag name="KSO_WM_SLIDE_TYPE" val="text"/>
  <p:tag name="KSO_WM_SLIDE_SUBTYPE" val="diag"/>
  <p:tag name="KSO_WM_SLIDE_ITEM_CNT" val="6"/>
  <p:tag name="KSO_WM_SLIDE_INDEX" val="4"/>
  <p:tag name="KSO_WM_SLIDE_SIZE" val="774.99*259.5"/>
  <p:tag name="KSO_WM_SLIDE_POSITION" val="89.25*184.5"/>
  <p:tag name="KSO_WM_DIAGRAM_GROUP_CODE" val="l1-1"/>
  <p:tag name="KSO_WM_SLIDE_DIAGTYPE" val="l"/>
  <p:tag name="KSO_WM_TAG_VERSION" val="1.0"/>
  <p:tag name="KSO_WM_SLIDE_LAYOUT" val="a_l"/>
  <p:tag name="KSO_WM_SLIDE_LAYOUT_CNT" val="1_1"/>
</p:tagLst>
</file>

<file path=ppt/tags/tag1127.xml><?xml version="1.0" encoding="utf-8"?>
<p:tagLst xmlns:p="http://schemas.openxmlformats.org/presentationml/2006/main">
  <p:tag name="KSO_WM_UNIT_COLOR_SCHEME_SHAPE_ID" val="42"/>
  <p:tag name="KSO_WM_UNIT_COLOR_SCHEME_PARENT_PAGE" val="0_5"/>
  <p:tag name="KSO_WM_UNIT_NOCLEAR" val="0"/>
  <p:tag name="KSO_WM_UNIT_VALUE" val="20"/>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188024_5*f*1"/>
  <p:tag name="KSO_WM_TEMPLATE_CATEGORY" val="diagram"/>
  <p:tag name="KSO_WM_TEMPLATE_INDEX" val="20188024"/>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
  <p:tag name="KSO_WM_UNIT_TEXT_FILL_FORE_SCHEMECOLOR_INDEX" val="13"/>
  <p:tag name="KSO_WM_UNIT_TEXT_FILL_TYPE" val="1"/>
  <p:tag name="KSO_WM_UNIT_USESOURCEFORMAT_APPLY" val="1"/>
</p:tagLst>
</file>

<file path=ppt/tags/tag1128.xml><?xml version="1.0" encoding="utf-8"?>
<p:tagLst xmlns:p="http://schemas.openxmlformats.org/presentationml/2006/main">
  <p:tag name="KSO_WM_UNIT_COLOR_SCHEME_SHAPE_ID" val="43"/>
  <p:tag name="KSO_WM_UNIT_COLOR_SCHEME_PARENT_PAGE" val="0_5"/>
  <p:tag name="KSO_WM_UNIT_ISCONTENTS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88024_5*a*1"/>
  <p:tag name="KSO_WM_TEMPLATE_CATEGORY" val="diagram"/>
  <p:tag name="KSO_WM_TEMPLATE_INDEX" val="20188024"/>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1129.xml><?xml version="1.0" encoding="utf-8"?>
<p:tagLst xmlns:p="http://schemas.openxmlformats.org/presentationml/2006/main">
  <p:tag name="KSO_WM_TEMPLATE_CATEGORY" val="diagram"/>
  <p:tag name="KSO_WM_TEMPLATE_INDEX" val="20187900"/>
  <p:tag name="KSO_WM_UNIT_TYPE" val="q_i"/>
  <p:tag name="KSO_WM_UNIT_INDEX" val="1_10"/>
  <p:tag name="KSO_WM_UNIT_ID" val="diagram20187900_6*q_i*1_10"/>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5"/>
  <p:tag name="KSO_WM_UNIT_FILL_TYPE" val="1"/>
  <p:tag name="KSO_WM_UNIT_TEXT_FILL_FORE_SCHEMECOLOR_INDEX" val="2"/>
  <p:tag name="KSO_WM_UNIT_TEXT_FILL_TYPE" val="1"/>
  <p:tag name="KSO_WM_UNIT_USESOURCEFORMAT_APPLY" val="1"/>
</p:tagLst>
</file>

<file path=ppt/tags/tag1130.xml><?xml version="1.0" encoding="utf-8"?>
<p:tagLst xmlns:p="http://schemas.openxmlformats.org/presentationml/2006/main">
  <p:tag name="KSO_WM_TEMPLATE_CATEGORY" val="diagram"/>
  <p:tag name="KSO_WM_TEMPLATE_INDEX" val="20187900"/>
  <p:tag name="KSO_WM_UNIT_TYPE" val="q_i"/>
  <p:tag name="KSO_WM_UNIT_INDEX" val="1_4"/>
  <p:tag name="KSO_WM_UNIT_ID" val="diagram20187900_6*q_i*1_4"/>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5"/>
  <p:tag name="KSO_WM_UNIT_FILL_TYPE" val="1"/>
  <p:tag name="KSO_WM_UNIT_TEXT_FILL_FORE_SCHEMECOLOR_INDEX" val="2"/>
  <p:tag name="KSO_WM_UNIT_TEXT_FILL_TYPE" val="1"/>
  <p:tag name="KSO_WM_UNIT_USESOURCEFORMAT_APPLY" val="1"/>
</p:tagLst>
</file>

<file path=ppt/tags/tag1131.xml><?xml version="1.0" encoding="utf-8"?>
<p:tagLst xmlns:p="http://schemas.openxmlformats.org/presentationml/2006/main">
  <p:tag name="KSO_WM_TEMPLATE_CATEGORY" val="diagram"/>
  <p:tag name="KSO_WM_TEMPLATE_INDEX" val="20187900"/>
  <p:tag name="KSO_WM_UNIT_TYPE" val="q_i"/>
  <p:tag name="KSO_WM_UNIT_INDEX" val="1_3"/>
  <p:tag name="KSO_WM_UNIT_ID" val="diagram20187900_6*q_i*1_3"/>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LINE_FORE_SCHEMECOLOR_INDEX" val="15"/>
  <p:tag name="KSO_WM_UNIT_LINE_FILL_TYPE" val="2"/>
  <p:tag name="KSO_WM_UNIT_TEXT_FILL_FORE_SCHEMECOLOR_INDEX" val="2"/>
  <p:tag name="KSO_WM_UNIT_TEXT_FILL_TYPE" val="1"/>
  <p:tag name="KSO_WM_UNIT_USESOURCEFORMAT_APPLY" val="1"/>
</p:tagLst>
</file>

<file path=ppt/tags/tag1132.xml><?xml version="1.0" encoding="utf-8"?>
<p:tagLst xmlns:p="http://schemas.openxmlformats.org/presentationml/2006/main">
  <p:tag name="KSO_WM_TEMPLATE_CATEGORY" val="diagram"/>
  <p:tag name="KSO_WM_TEMPLATE_INDEX" val="20187900"/>
  <p:tag name="KSO_WM_UNIT_TYPE" val="q_i"/>
  <p:tag name="KSO_WM_UNIT_INDEX" val="1_2"/>
  <p:tag name="KSO_WM_UNIT_ID" val="diagram20187900_6*q_i*1_2"/>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2"/>
  <p:tag name="KSO_WM_UNIT_TEXT_FILL_TYPE" val="1"/>
  <p:tag name="KSO_WM_UNIT_USESOURCEFORMAT_APPLY" val="1"/>
</p:tagLst>
</file>

<file path=ppt/tags/tag1133.xml><?xml version="1.0" encoding="utf-8"?>
<p:tagLst xmlns:p="http://schemas.openxmlformats.org/presentationml/2006/main">
  <p:tag name="KSO_WM_TEMPLATE_CATEGORY" val="diagram"/>
  <p:tag name="KSO_WM_TEMPLATE_INDEX" val="20187900"/>
  <p:tag name="KSO_WM_UNIT_TYPE" val="q_i"/>
  <p:tag name="KSO_WM_UNIT_INDEX" val="1_1"/>
  <p:tag name="KSO_WM_UNIT_ID" val="diagram20187900_6*q_i*1_1"/>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134.xml><?xml version="1.0" encoding="utf-8"?>
<p:tagLst xmlns:p="http://schemas.openxmlformats.org/presentationml/2006/main">
  <p:tag name="KSO_WM_TEMPLATE_CATEGORY" val="diagram"/>
  <p:tag name="KSO_WM_TEMPLATE_INDEX" val="20187900"/>
  <p:tag name="KSO_WM_UNIT_TYPE" val="q_i"/>
  <p:tag name="KSO_WM_UNIT_INDEX" val="1_7"/>
  <p:tag name="KSO_WM_UNIT_ID" val="diagram20187900_6*q_i*1_7"/>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135.xml><?xml version="1.0" encoding="utf-8"?>
<p:tagLst xmlns:p="http://schemas.openxmlformats.org/presentationml/2006/main">
  <p:tag name="KSO_WM_TEMPLATE_CATEGORY" val="diagram"/>
  <p:tag name="KSO_WM_TEMPLATE_INDEX" val="20187900"/>
  <p:tag name="KSO_WM_UNIT_TYPE" val="q_i"/>
  <p:tag name="KSO_WM_UNIT_INDEX" val="1_6"/>
  <p:tag name="KSO_WM_UNIT_ID" val="diagram20187900_6*q_i*1_6"/>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136.xml><?xml version="1.0" encoding="utf-8"?>
<p:tagLst xmlns:p="http://schemas.openxmlformats.org/presentationml/2006/main">
  <p:tag name="KSO_WM_TEMPLATE_CATEGORY" val="diagram"/>
  <p:tag name="KSO_WM_TEMPLATE_INDEX" val="20187900"/>
  <p:tag name="KSO_WM_UNIT_TYPE" val="q_i"/>
  <p:tag name="KSO_WM_UNIT_INDEX" val="1_5"/>
  <p:tag name="KSO_WM_UNIT_ID" val="diagram20187900_6*q_i*1_5"/>
  <p:tag name="KSO_WM_UNIT_LAYERLEVEL" val="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137.xml><?xml version="1.0" encoding="utf-8"?>
<p:tagLst xmlns:p="http://schemas.openxmlformats.org/presentationml/2006/main">
  <p:tag name="KSO_WM_TEMPLATE_CATEGORY" val="diagram"/>
  <p:tag name="KSO_WM_TEMPLATE_INDEX" val="20187900"/>
  <p:tag name="KSO_WM_UNIT_TYPE" val="q_h_i"/>
  <p:tag name="KSO_WM_UNIT_INDEX" val="1_6_2"/>
  <p:tag name="KSO_WM_UNIT_ID" val="diagram20187900_6*q_h_i*1_6_2"/>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7"/>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138.xml><?xml version="1.0" encoding="utf-8"?>
<p:tagLst xmlns:p="http://schemas.openxmlformats.org/presentationml/2006/main">
  <p:tag name="KSO_WM_TEMPLATE_CATEGORY" val="diagram"/>
  <p:tag name="KSO_WM_TEMPLATE_INDEX" val="20187900"/>
  <p:tag name="KSO_WM_UNIT_TYPE" val="q_h_i"/>
  <p:tag name="KSO_WM_UNIT_INDEX" val="1_6_1"/>
  <p:tag name="KSO_WM_UNIT_ID" val="diagram20187900_6*q_h_i*1_6_1"/>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39.xml><?xml version="1.0" encoding="utf-8"?>
<p:tagLst xmlns:p="http://schemas.openxmlformats.org/presentationml/2006/main">
  <p:tag name="KSO_WM_TEMPLATE_CATEGORY" val="diagram"/>
  <p:tag name="KSO_WM_TEMPLATE_INDEX" val="20187900"/>
  <p:tag name="KSO_WM_UNIT_TYPE" val="q_h_f"/>
  <p:tag name="KSO_WM_UNIT_INDEX" val="1_6_1"/>
  <p:tag name="KSO_WM_UNIT_ID" val="diagram20187900_6*q_h_f*1_6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140.xml><?xml version="1.0" encoding="utf-8"?>
<p:tagLst xmlns:p="http://schemas.openxmlformats.org/presentationml/2006/main">
  <p:tag name="KSO_WM_TEMPLATE_CATEGORY" val="diagram"/>
  <p:tag name="KSO_WM_TEMPLATE_INDEX" val="20187900"/>
  <p:tag name="KSO_WM_UNIT_TYPE" val="q_h_i"/>
  <p:tag name="KSO_WM_UNIT_INDEX" val="1_5_2"/>
  <p:tag name="KSO_WM_UNIT_ID" val="diagram20187900_6*q_h_i*1_5_2"/>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6"/>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141.xml><?xml version="1.0" encoding="utf-8"?>
<p:tagLst xmlns:p="http://schemas.openxmlformats.org/presentationml/2006/main">
  <p:tag name="KSO_WM_TEMPLATE_CATEGORY" val="diagram"/>
  <p:tag name="KSO_WM_TEMPLATE_INDEX" val="20187900"/>
  <p:tag name="KSO_WM_UNIT_TYPE" val="q_h_i"/>
  <p:tag name="KSO_WM_UNIT_INDEX" val="1_5_1"/>
  <p:tag name="KSO_WM_UNIT_ID" val="diagram20187900_6*q_h_i*1_5_1"/>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42.xml><?xml version="1.0" encoding="utf-8"?>
<p:tagLst xmlns:p="http://schemas.openxmlformats.org/presentationml/2006/main">
  <p:tag name="KSO_WM_TEMPLATE_CATEGORY" val="diagram"/>
  <p:tag name="KSO_WM_TEMPLATE_INDEX" val="20187900"/>
  <p:tag name="KSO_WM_UNIT_TYPE" val="q_h_f"/>
  <p:tag name="KSO_WM_UNIT_INDEX" val="1_5_1"/>
  <p:tag name="KSO_WM_UNIT_ID" val="diagram20187900_6*q_h_f*1_5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143.xml><?xml version="1.0" encoding="utf-8"?>
<p:tagLst xmlns:p="http://schemas.openxmlformats.org/presentationml/2006/main">
  <p:tag name="KSO_WM_TEMPLATE_CATEGORY" val="diagram"/>
  <p:tag name="KSO_WM_TEMPLATE_INDEX" val="20187900"/>
  <p:tag name="KSO_WM_UNIT_TYPE" val="q_h_i"/>
  <p:tag name="KSO_WM_UNIT_INDEX" val="1_4_2"/>
  <p:tag name="KSO_WM_UNIT_ID" val="diagram20187900_6*q_h_i*1_4_2"/>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8"/>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144.xml><?xml version="1.0" encoding="utf-8"?>
<p:tagLst xmlns:p="http://schemas.openxmlformats.org/presentationml/2006/main">
  <p:tag name="KSO_WM_TEMPLATE_CATEGORY" val="diagram"/>
  <p:tag name="KSO_WM_TEMPLATE_INDEX" val="20187900"/>
  <p:tag name="KSO_WM_UNIT_TYPE" val="q_h_i"/>
  <p:tag name="KSO_WM_UNIT_INDEX" val="1_4_1"/>
  <p:tag name="KSO_WM_UNIT_ID" val="diagram20187900_6*q_h_i*1_4_1"/>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45.xml><?xml version="1.0" encoding="utf-8"?>
<p:tagLst xmlns:p="http://schemas.openxmlformats.org/presentationml/2006/main">
  <p:tag name="KSO_WM_TEMPLATE_CATEGORY" val="diagram"/>
  <p:tag name="KSO_WM_TEMPLATE_INDEX" val="20187900"/>
  <p:tag name="KSO_WM_UNIT_TYPE" val="q_h_f"/>
  <p:tag name="KSO_WM_UNIT_INDEX" val="1_4_1"/>
  <p:tag name="KSO_WM_UNIT_ID" val="diagram20187900_6*q_h_f*1_4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146.xml><?xml version="1.0" encoding="utf-8"?>
<p:tagLst xmlns:p="http://schemas.openxmlformats.org/presentationml/2006/main">
  <p:tag name="KSO_WM_TEMPLATE_CATEGORY" val="diagram"/>
  <p:tag name="KSO_WM_TEMPLATE_INDEX" val="20187900"/>
  <p:tag name="KSO_WM_UNIT_TYPE" val="q_h_i"/>
  <p:tag name="KSO_WM_UNIT_INDEX" val="1_3_2"/>
  <p:tag name="KSO_WM_UNIT_ID" val="diagram20187900_6*q_h_i*1_3_2"/>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5"/>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147.xml><?xml version="1.0" encoding="utf-8"?>
<p:tagLst xmlns:p="http://schemas.openxmlformats.org/presentationml/2006/main">
  <p:tag name="KSO_WM_TEMPLATE_CATEGORY" val="diagram"/>
  <p:tag name="KSO_WM_TEMPLATE_INDEX" val="20187900"/>
  <p:tag name="KSO_WM_UNIT_TYPE" val="q_h_i"/>
  <p:tag name="KSO_WM_UNIT_INDEX" val="1_3_1"/>
  <p:tag name="KSO_WM_UNIT_ID" val="diagram20187900_6*q_h_i*1_3_1"/>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48.xml><?xml version="1.0" encoding="utf-8"?>
<p:tagLst xmlns:p="http://schemas.openxmlformats.org/presentationml/2006/main">
  <p:tag name="KSO_WM_TEMPLATE_CATEGORY" val="diagram"/>
  <p:tag name="KSO_WM_TEMPLATE_INDEX" val="20187900"/>
  <p:tag name="KSO_WM_UNIT_TYPE" val="q_h_f"/>
  <p:tag name="KSO_WM_UNIT_INDEX" val="1_3_1"/>
  <p:tag name="KSO_WM_UNIT_ID" val="diagram20187900_6*q_h_f*1_3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149.xml><?xml version="1.0" encoding="utf-8"?>
<p:tagLst xmlns:p="http://schemas.openxmlformats.org/presentationml/2006/main">
  <p:tag name="KSO_WM_TEMPLATE_CATEGORY" val="diagram"/>
  <p:tag name="KSO_WM_TEMPLATE_INDEX" val="20187900"/>
  <p:tag name="KSO_WM_UNIT_TYPE" val="q_h_i"/>
  <p:tag name="KSO_WM_UNIT_INDEX" val="1_2_2"/>
  <p:tag name="KSO_WM_UNIT_ID" val="diagram20187900_6*q_h_i*1_2_2"/>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9"/>
  <p:tag name="KSO_WM_UNIT_FILL_TYPE" val="1"/>
  <p:tag name="KSO_WM_UNIT_LINE_FORE_SCHEMECOLOR_INDEX" val="14"/>
  <p:tag name="KSO_WM_UNIT_LINE_FILL_TYPE" val="2"/>
  <p:tag name="KSO_WM_UNIT_TEXT_FILL_FORE_SCHEMECOLOR_INDEX" val="2"/>
  <p:tag name="KSO_WM_UNIT_TEXT_FILL_TYPE" val="1"/>
  <p:tag name="KSO_WM_UNIT_USESOURCEFORMAT_APPLY" val="1"/>
</p:tagLst>
</file>

<file path=ppt/tags/tag1150.xml><?xml version="1.0" encoding="utf-8"?>
<p:tagLst xmlns:p="http://schemas.openxmlformats.org/presentationml/2006/main">
  <p:tag name="KSO_WM_TEMPLATE_CATEGORY" val="diagram"/>
  <p:tag name="KSO_WM_TEMPLATE_INDEX" val="20187900"/>
  <p:tag name="KSO_WM_UNIT_TYPE" val="q_h_i"/>
  <p:tag name="KSO_WM_UNIT_INDEX" val="1_2_1"/>
  <p:tag name="KSO_WM_UNIT_ID" val="diagram20187900_6*q_h_i*1_2_1"/>
  <p:tag name="KSO_WM_UNIT_LAYERLEVEL" val="1_1_1"/>
  <p:tag name="KSO_WM_BEAUTIFY_FLAG" val="#wm#"/>
  <p:tag name="KSO_WM_TAG_VERSION" val="1.0"/>
  <p:tag name="KSO_WM_DIAGRAM_GROUP_CODE" val="q1-1"/>
  <p:tag name="KSO_WM_UNIT_HIGHLIGHT" val="0"/>
  <p:tag name="KSO_WM_UNIT_COMPATIBLE" val="0"/>
  <p:tag name="KSO_WM_UNIT_DIAGRAM_ISNUMVISUAL" val="0"/>
  <p:tag name="KSO_WM_UNIT_DIAGRAM_ISREFERUNIT" val="0"/>
  <p:tag name="KSO_WM_UNIT_FILL_FORE_SCHEMECOLOR_INDEX" val="14"/>
  <p:tag name="KSO_WM_UNIT_FILL_TYPE" val="1"/>
  <p:tag name="KSO_WM_UNIT_TEXT_FILL_FORE_SCHEMECOLOR_INDEX" val="13"/>
  <p:tag name="KSO_WM_UNIT_TEXT_FILL_TYPE" val="1"/>
  <p:tag name="KSO_WM_UNIT_USESOURCEFORMAT_APPLY" val="1"/>
</p:tagLst>
</file>

<file path=ppt/tags/tag1151.xml><?xml version="1.0" encoding="utf-8"?>
<p:tagLst xmlns:p="http://schemas.openxmlformats.org/presentationml/2006/main">
  <p:tag name="KSO_WM_TEMPLATE_CATEGORY" val="diagram"/>
  <p:tag name="KSO_WM_TEMPLATE_INDEX" val="20187900"/>
  <p:tag name="KSO_WM_UNIT_TYPE" val="q_h_f"/>
  <p:tag name="KSO_WM_UNIT_INDEX" val="1_2_1"/>
  <p:tag name="KSO_WM_UNIT_ID" val="diagram20187900_6*q_h_f*1_2_1"/>
  <p:tag name="KSO_WM_UNIT_LAYERLEVEL" val="1_1_1"/>
  <p:tag name="KSO_WM_UNIT_VALUE" val="115"/>
  <p:tag name="KSO_WM_UNIT_HIGHLIGHT" val="0"/>
  <p:tag name="KSO_WM_UNIT_COMPATIBLE" val="0"/>
  <p:tag name="KSO_WM_BEAUTIFY_FLAG" val="#wm#"/>
  <p:tag name="KSO_WM_TAG_VERSION" val="1.0"/>
  <p:tag name="KSO_WM_DIAGRAM_GROUP_CODE" val="q1-1"/>
  <p:tag name="KSO_WM_UNIT_PRESET_TEXT" val="单击此处添加文本具体内容，简明扼要的阐述您的观点。"/>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152.xml><?xml version="1.0" encoding="utf-8"?>
<p:tagLst xmlns:p="http://schemas.openxmlformats.org/presentationml/2006/main">
  <p:tag name="KSO_WM_BEAUTIFY_FLAG" val="#wm#"/>
  <p:tag name="KSO_WM_TEMPLATE_CATEGORY" val="diagram"/>
  <p:tag name="KSO_WM_TEMPLATE_INDEX" val="20188024"/>
  <p:tag name="KSO_WM_SLIDE_COLORSCHEME_VERSION" val="3.2"/>
  <p:tag name="KSO_WM_SLIDE_ID" val="diagram20188024_5"/>
  <p:tag name="KSO_WM_TEMPLATE_SUBCATEGORY" val="0"/>
  <p:tag name="KSO_WM_TEMPLATE_MASTER_TYPE" val="0"/>
  <p:tag name="KSO_WM_TEMPLATE_COLOR_TYPE" val="1"/>
  <p:tag name="KSO_WM_SLIDE_TYPE" val="text"/>
  <p:tag name="KSO_WM_SLIDE_SUBTYPE" val="diag"/>
  <p:tag name="KSO_WM_SLIDE_ITEM_CNT" val="5"/>
  <p:tag name="KSO_WM_SLIDE_INDEX" val="5"/>
  <p:tag name="KSO_WM_SLIDE_SIZE" val="513.074*394.273"/>
  <p:tag name="KSO_WM_SLIDE_POSITION" val="0.61937*116.488"/>
  <p:tag name="KSO_WM_DIAGRAM_GROUP_CODE" val="l1-1"/>
  <p:tag name="KSO_WM_SLIDE_DIAGTYPE" val="l"/>
  <p:tag name="KSO_WM_TAG_VERSION" val="1.0"/>
  <p:tag name="KSO_WM_SLIDE_LAYOUT" val="a_f_l"/>
  <p:tag name="KSO_WM_SLIDE_LAYOUT_CNT" val="1_2_1"/>
</p:tagLst>
</file>

<file path=ppt/tags/tag1153.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
  <p:tag name="KSO_WM_UNIT_ID" val="diagram20200738_1*i*1"/>
  <p:tag name="KSO_WM_TEMPLATE_CATEGORY" val="diagram"/>
  <p:tag name="KSO_WM_TEMPLATE_INDEX" val="20200738"/>
  <p:tag name="KSO_WM_UNIT_LAYERLEVEL" val="1"/>
  <p:tag name="KSO_WM_TAG_VERSION" val="1.0"/>
  <p:tag name="KSO_WM_BEAUTIFY_FLAG" val="#wm#"/>
</p:tagLst>
</file>

<file path=ppt/tags/tag1154.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3"/>
  <p:tag name="KSO_WM_UNIT_ID" val="diagram20200738_1*i*3"/>
  <p:tag name="KSO_WM_TEMPLATE_CATEGORY" val="diagram"/>
  <p:tag name="KSO_WM_TEMPLATE_INDEX" val="20200738"/>
  <p:tag name="KSO_WM_UNIT_LAYERLEVEL" val="1"/>
  <p:tag name="KSO_WM_TAG_VERSION" val="1.0"/>
  <p:tag name="KSO_WM_BEAUTIFY_FLAG" val="#wm#"/>
</p:tagLst>
</file>

<file path=ppt/tags/tag1155.xml><?xml version="1.0" encoding="utf-8"?>
<p:tagLst xmlns:p="http://schemas.openxmlformats.org/presentationml/2006/main">
  <p:tag name="KSO_WM_UNIT_VALUE" val="772*1382"/>
  <p:tag name="KSO_WM_UNIT_HIGHLIGHT" val="0"/>
  <p:tag name="KSO_WM_UNIT_COMPATIBLE" val="0"/>
  <p:tag name="KSO_WM_UNIT_DIAGRAM_ISNUMVISUAL" val="0"/>
  <p:tag name="KSO_WM_UNIT_DIAGRAM_IS_NEED_ADD_PATH_ANIM" val="0"/>
  <p:tag name="KSO_WM_UNIT_DIAGRAM_ISREFERUNIT" val="0"/>
  <p:tag name="KSO_WM_UNIT_TYPE" val="d"/>
  <p:tag name="KSO_WM_UNIT_INDEX" val="1"/>
  <p:tag name="KSO_WM_UNIT_ID" val="diagram20200738_1*d*1"/>
  <p:tag name="KSO_WM_TEMPLATE_CATEGORY" val="diagram"/>
  <p:tag name="KSO_WM_TEMPLATE_INDEX" val="20200738"/>
  <p:tag name="KSO_WM_UNIT_SUPPORT_UNIT_TYPE" val="[]"/>
  <p:tag name="KSO_WM_UNIT_LAYERLEVEL" val="1"/>
  <p:tag name="KSO_WM_TAG_VERSION" val="1.0"/>
  <p:tag name="KSO_WM_BEAUTIFY_FLAG" val="#wm#"/>
</p:tagLst>
</file>

<file path=ppt/tags/tag1156.xml><?xml version="1.0" encoding="utf-8"?>
<p:tagLst xmlns:p="http://schemas.openxmlformats.org/presentationml/2006/main">
  <p:tag name="KSO_WM_UNIT_ISCONTENTSTITLE" val="0"/>
  <p:tag name="KSO_WM_UNIT_NOCLEAR" val="0"/>
  <p:tag name="KSO_WM_UNIT_SHOW_EDIT_AREA_INDICATION" val="0"/>
  <p:tag name="KSO_WM_UNIT_VALUE" val="20"/>
  <p:tag name="KSO_WM_UNIT_HIGHLIGHT" val="0"/>
  <p:tag name="KSO_WM_UNIT_COMPATIBLE" val="0"/>
  <p:tag name="KSO_WM_UNIT_DIAGRAM_ISNUMVISUAL" val="0"/>
  <p:tag name="KSO_WM_UNIT_DIAGRAM_IS_NEED_ADD_PATH_ANIM" val="0"/>
  <p:tag name="KSO_WM_UNIT_DIAGRAM_ISREFERUNIT" val="0"/>
  <p:tag name="KSO_WM_UNIT_TYPE" val="a"/>
  <p:tag name="KSO_WM_UNIT_INDEX" val="1"/>
  <p:tag name="KSO_WM_UNIT_ID" val="diagram20200738_1*a*1"/>
  <p:tag name="KSO_WM_TEMPLATE_CATEGORY" val="diagram"/>
  <p:tag name="KSO_WM_TEMPLATE_INDEX" val="20200738"/>
  <p:tag name="KSO_WM_UNIT_LAYERLEVEL" val="1"/>
  <p:tag name="KSO_WM_TAG_VERSION" val="1.0"/>
  <p:tag name="KSO_WM_BEAUTIFY_FLAG" val="#wm#"/>
  <p:tag name="KSO_WM_UNIT_PRESET_TEXT" val="基本&#13;功能介绍"/>
</p:tagLst>
</file>

<file path=ppt/tags/tag1157.xml><?xml version="1.0" encoding="utf-8"?>
<p:tagLst xmlns:p="http://schemas.openxmlformats.org/presentationml/2006/main">
  <p:tag name="KSO_WM_UNIT_NOCLEAR" val="0"/>
  <p:tag name="KSO_WM_UNIT_SHOW_EDIT_AREA_INDICATION" val="0"/>
  <p:tag name="KSO_WM_UNIT_VALUE" val="105"/>
  <p:tag name="KSO_WM_UNIT_HIGHLIGHT" val="0"/>
  <p:tag name="KSO_WM_UNIT_COMPATIBLE" val="0"/>
  <p:tag name="KSO_WM_UNIT_DIAGRAM_ISNUMVISUAL" val="0"/>
  <p:tag name="KSO_WM_UNIT_DIAGRAM_IS_NEED_ADD_PATH_ANIM" val="0"/>
  <p:tag name="KSO_WM_UNIT_DIAGRAM_ISREFERUNIT" val="0"/>
  <p:tag name="KSO_WM_UNIT_TYPE" val="f"/>
  <p:tag name="KSO_WM_UNIT_INDEX" val="1"/>
  <p:tag name="KSO_WM_UNIT_ID" val="diagram20200738_1*f*1"/>
  <p:tag name="KSO_WM_TEMPLATE_CATEGORY" val="diagram"/>
  <p:tag name="KSO_WM_TEMPLATE_INDEX" val="20200738"/>
  <p:tag name="KSO_WM_UNIT_LAYERLEVEL" val="1"/>
  <p:tag name="KSO_WM_TAG_VERSION" val="1.0"/>
  <p:tag name="KSO_WM_BEAUTIFY_FLAG" val="#wm#"/>
  <p:tag name="KSO_WM_UNIT_PRESET_TEXT" val="在日常运营中,怎么样的客户分类能够带来销售机会呢?不同的企业有不同销售业态,在客户的划分上有其行业特点,通过后台设置可以满足不同销售习惯的客户划分。在这里您还可以管理您所属的团队所有客户资料。"/>
</p:tagLst>
</file>

<file path=ppt/tags/tag1158.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4"/>
  <p:tag name="KSO_WM_UNIT_ID" val="diagram20200738_1*i*4"/>
  <p:tag name="KSO_WM_TEMPLATE_CATEGORY" val="diagram"/>
  <p:tag name="KSO_WM_TEMPLATE_INDEX" val="20200738"/>
  <p:tag name="KSO_WM_UNIT_LAYERLEVEL" val="1"/>
  <p:tag name="KSO_WM_TAG_VERSION" val="1.0"/>
  <p:tag name="KSO_WM_BEAUTIFY_FLAG" val="#wm#"/>
</p:tagLst>
</file>

<file path=ppt/tags/tag1159.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5"/>
  <p:tag name="KSO_WM_UNIT_ID" val="diagram20200738_1*i*5"/>
  <p:tag name="KSO_WM_TEMPLATE_CATEGORY" val="diagram"/>
  <p:tag name="KSO_WM_TEMPLATE_INDEX" val="20200738"/>
  <p:tag name="KSO_WM_UNIT_LAYERLEVEL" val="1"/>
  <p:tag name="KSO_WM_TAG_VERSION" val="1.0"/>
  <p:tag name="KSO_WM_BEAUTIFY_FLAG" val="#wm#"/>
</p:tagLst>
</file>

<file path=ppt/tags/tag1160.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6"/>
  <p:tag name="KSO_WM_UNIT_ID" val="diagram20200738_1*i*6"/>
  <p:tag name="KSO_WM_TEMPLATE_CATEGORY" val="diagram"/>
  <p:tag name="KSO_WM_TEMPLATE_INDEX" val="20200738"/>
  <p:tag name="KSO_WM_UNIT_LAYERLEVEL" val="1"/>
  <p:tag name="KSO_WM_TAG_VERSION" val="1.0"/>
  <p:tag name="KSO_WM_BEAUTIFY_FLAG" val="#wm#"/>
</p:tagLst>
</file>

<file path=ppt/tags/tag1161.xml><?xml version="1.0" encoding="utf-8"?>
<p:tagLst xmlns:p="http://schemas.openxmlformats.org/presentationml/2006/main">
  <p:tag name="KSO_WM_SLIDE_ID" val="diagram20200738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TEMPLATE_MASTER_THUMB_INDEX" val="0"/>
  <p:tag name="KSO_WM_UNIT_SHOW_EDIT_AREA_INDICATION" val="0"/>
  <p:tag name="KSO_WM_SLIDE_SIZE" val="873*497"/>
  <p:tag name="KSO_WM_SLIDE_POSITION" val="21*0"/>
  <p:tag name="KSO_WM_TAG_VERSION" val="1.0"/>
  <p:tag name="KSO_WM_BEAUTIFY_FLAG" val="#wm#"/>
  <p:tag name="KSO_WM_TEMPLATE_CATEGORY" val="diagram"/>
  <p:tag name="KSO_WM_TEMPLATE_INDEX" val="20200738"/>
  <p:tag name="KSO_WM_SLIDE_LAYOUT" val="a_d_f"/>
  <p:tag name="KSO_WM_SLIDE_LAYOUT_CNT" val="1_1_1"/>
</p:tagLst>
</file>

<file path=ppt/tags/tag11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187882_2*l_i*1_1"/>
  <p:tag name="KSO_WM_TEMPLATE_CATEGORY" val="diagram"/>
  <p:tag name="KSO_WM_TEMPLATE_INDEX" val="20187882"/>
  <p:tag name="KSO_WM_UNIT_LAYERLEVEL" val="1_1"/>
  <p:tag name="KSO_WM_TAG_VERSION" val="1.0"/>
  <p:tag name="KSO_WM_BEAUTIFY_FLAG" val="#wm#"/>
  <p:tag name="KSO_WM_UNIT_LINE_FORE_SCHEMECOLOR_INDEX" val="10"/>
  <p:tag name="KSO_WM_UNIT_LINE_FILL_TYPE" val="2"/>
  <p:tag name="KSO_WM_UNIT_TEXT_FILL_FORE_SCHEMECOLOR_INDEX" val="13"/>
  <p:tag name="KSO_WM_UNIT_TEXT_FILL_TYPE" val="1"/>
  <p:tag name="KSO_WM_UNIT_USESOURCEFORMAT_APPLY" val="1"/>
</p:tagLst>
</file>

<file path=ppt/tags/tag11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87882_2*i*1"/>
  <p:tag name="KSO_WM_TEMPLATE_CATEGORY" val="diagram"/>
  <p:tag name="KSO_WM_TEMPLATE_INDEX" val="20187882"/>
  <p:tag name="KSO_WM_UNIT_LAYERLEVEL" val="1"/>
  <p:tag name="KSO_WM_TAG_VERSION" val="1.0"/>
  <p:tag name="KSO_WM_BEAUTIFY_FLAG" val="#wm#"/>
  <p:tag name="KSO_WM_UNIT_FILL_FORE_SCHEMECOLOR_INDEX" val="10"/>
  <p:tag name="KSO_WM_UNIT_FILL_TYPE" val="1"/>
  <p:tag name="KSO_WM_UNIT_TEXT_FILL_FORE_SCHEMECOLOR_INDEX" val="13"/>
  <p:tag name="KSO_WM_UNIT_TEXT_FILL_TYPE" val="1"/>
  <p:tag name="KSO_WM_UNIT_USESOURCEFORMAT_APPLY" val="1"/>
</p:tagLst>
</file>

<file path=ppt/tags/tag1164.xml><?xml version="1.0" encoding="utf-8"?>
<p:tagLst xmlns:p="http://schemas.openxmlformats.org/presentationml/2006/main">
  <p:tag name="KSO_WM_UNIT_NOCLEAR" val="0"/>
  <p:tag name="KSO_WM_UNIT_VALUE" val="2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7882_2*l_h_f*1_1_1"/>
  <p:tag name="KSO_WM_TEMPLATE_CATEGORY" val="diagram"/>
  <p:tag name="KSO_WM_TEMPLATE_INDEX" val="20187882"/>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1165.xml><?xml version="1.0" encoding="utf-8"?>
<p:tagLst xmlns:p="http://schemas.openxmlformats.org/presentationml/2006/main">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87882_2*a*1"/>
  <p:tag name="KSO_WM_TEMPLATE_CATEGORY" val="diagram"/>
  <p:tag name="KSO_WM_TEMPLATE_INDEX" val="20187882"/>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1166.xml><?xml version="1.0" encoding="utf-8"?>
<p:tagLst xmlns:p="http://schemas.openxmlformats.org/presentationml/2006/main">
  <p:tag name="KSO_WM_UNIT_NOCLEAR" val="0"/>
  <p:tag name="KSO_WM_UNIT_VALUE" val="2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7882_2*l_h_f*1_1_1"/>
  <p:tag name="KSO_WM_TEMPLATE_CATEGORY" val="diagram"/>
  <p:tag name="KSO_WM_TEMPLATE_INDEX" val="20187882"/>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116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diagram20187882_2*l_i*1_1"/>
  <p:tag name="KSO_WM_TEMPLATE_CATEGORY" val="diagram"/>
  <p:tag name="KSO_WM_TEMPLATE_INDEX" val="20187882"/>
  <p:tag name="KSO_WM_UNIT_LAYERLEVEL" val="1_1"/>
  <p:tag name="KSO_WM_TAG_VERSION" val="1.0"/>
  <p:tag name="KSO_WM_BEAUTIFY_FLAG" val="#wm#"/>
  <p:tag name="KSO_WM_UNIT_LINE_FORE_SCHEMECOLOR_INDEX" val="10"/>
  <p:tag name="KSO_WM_UNIT_LINE_FILL_TYPE" val="2"/>
  <p:tag name="KSO_WM_UNIT_TEXT_FILL_FORE_SCHEMECOLOR_INDEX" val="13"/>
  <p:tag name="KSO_WM_UNIT_TEXT_FILL_TYPE" val="1"/>
  <p:tag name="KSO_WM_UNIT_USESOURCEFORMAT_APPLY" val="1"/>
</p:tagLst>
</file>

<file path=ppt/tags/tag11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diagram20187882_2*i*1"/>
  <p:tag name="KSO_WM_TEMPLATE_CATEGORY" val="diagram"/>
  <p:tag name="KSO_WM_TEMPLATE_INDEX" val="20187882"/>
  <p:tag name="KSO_WM_UNIT_LAYERLEVEL" val="1"/>
  <p:tag name="KSO_WM_TAG_VERSION" val="1.0"/>
  <p:tag name="KSO_WM_BEAUTIFY_FLAG" val="#wm#"/>
  <p:tag name="KSO_WM_UNIT_FILL_FORE_SCHEMECOLOR_INDEX" val="10"/>
  <p:tag name="KSO_WM_UNIT_FILL_TYPE" val="1"/>
  <p:tag name="KSO_WM_UNIT_TEXT_FILL_FORE_SCHEMECOLOR_INDEX" val="13"/>
  <p:tag name="KSO_WM_UNIT_TEXT_FILL_TYPE" val="1"/>
  <p:tag name="KSO_WM_UNIT_USESOURCEFORMAT_APPLY" val="1"/>
</p:tagLst>
</file>

<file path=ppt/tags/tag1169.xml><?xml version="1.0" encoding="utf-8"?>
<p:tagLst xmlns:p="http://schemas.openxmlformats.org/presentationml/2006/main">
  <p:tag name="KSO_WM_UNIT_NOCLEAR" val="0"/>
  <p:tag name="KSO_WM_UNIT_VALUE" val="25"/>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87882_2*l_h_f*1_1_1"/>
  <p:tag name="KSO_WM_TEMPLATE_CATEGORY" val="diagram"/>
  <p:tag name="KSO_WM_TEMPLATE_INDEX" val="20187882"/>
  <p:tag name="KSO_WM_UNIT_LAYERLEVEL" val="1_1_1"/>
  <p:tag name="KSO_WM_TAG_VERSION" val="1.0"/>
  <p:tag name="KSO_WM_BEAUTIFY_FLAG" val="#wm#"/>
  <p:tag name="KSO_WM_UNIT_PRESET_TEXT" val="单击此处添加文本具体内容，简明扼要的阐述您的观点。"/>
  <p:tag name="KSO_WM_UNIT_TEXT_FILL_FORE_SCHEMECOLOR_INDEX" val="13"/>
  <p:tag name="KSO_WM_UNIT_TEXT_FILL_TYPE" val="1"/>
  <p:tag name="KSO_WM_UNIT_USESOURCEFORMAT_APPLY" val="1"/>
</p:tagLst>
</file>

<file path=ppt/tags/tag1170.xml><?xml version="1.0" encoding="utf-8"?>
<p:tagLst xmlns:p="http://schemas.openxmlformats.org/presentationml/2006/main">
  <p:tag name="KSO_WM_UNIT_ISCONTENTS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87882_2*a*1"/>
  <p:tag name="KSO_WM_TEMPLATE_CATEGORY" val="diagram"/>
  <p:tag name="KSO_WM_TEMPLATE_INDEX" val="20187882"/>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1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 name="KSO_WM_SLIDE_BACKGROUND_TYPE" val="frame"/>
  <p:tag name="KSO_WM_SLIDE_BK_DARK_LIGHT" val="2"/>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2"/>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1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0814_1*i*1"/>
  <p:tag name="KSO_WM_TEMPLATE_CATEGORY" val="diagram"/>
  <p:tag name="KSO_WM_TEMPLATE_INDEX" val="20200814"/>
  <p:tag name="KSO_WM_UNIT_LAYERLEVEL" val="1"/>
  <p:tag name="KSO_WM_TAG_VERSION" val="1.0"/>
  <p:tag name="KSO_WM_BEAUTIFY_FLAG" val="#wm#"/>
  <p:tag name="KSO_WM_UNIT_BLOCK" val="0"/>
  <p:tag name="KSO_WM_UNIT_SM_LIMIT_TYPE" val="0"/>
  <p:tag name="KSO_WM_UNIT_DECORATE_INFO" val="{&quot;DecorateInfoX&quot;:{&quot;IsLeft&quot;:false,&quot;IsRight&quot;:true,&quot;IsAbs&quot;:true},&quot;DecorateInfoY&quot;:{&quot;IsTop&quot;:false,&quot;IsBottom&quot;:true,&quot;IsAbs&quot;:true}}"/>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0814_1*i*4"/>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0814_1*i*5"/>
  <p:tag name="KSO_WM_TEMPLATE_CATEGORY" val="diagram"/>
  <p:tag name="KSO_WM_TEMPLATE_INDEX" val="20200814"/>
  <p:tag name="KSO_WM_UNIT_LAYERLEVEL" val="1"/>
  <p:tag name="KSO_WM_TAG_VERSION" val="1.0"/>
  <p:tag name="KSO_WM_BEAUTIFY_FLAG" val="#wm#"/>
  <p:tag name="KSO_WM_UNIT_SM_LIMIT_TYPE" val="0"/>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1176.xml><?xml version="1.0" encoding="utf-8"?>
<p:tagLst xmlns:p="http://schemas.openxmlformats.org/presentationml/2006/main">
  <p:tag name="KSO_WM_UNIT_NOCLEAR" val="0"/>
  <p:tag name="KSO_WM_UNIT_VALUE" val="128"/>
  <p:tag name="KSO_WM_UNIT_HIGHLIGHT" val="0"/>
  <p:tag name="KSO_WM_UNIT_COMPATIBLE" val="0"/>
  <p:tag name="KSO_WM_UNIT_DIAGRAM_ISNUMVISUAL" val="0"/>
  <p:tag name="KSO_WM_UNIT_DIAGRAM_ISREFERUNIT" val="0"/>
  <p:tag name="KSO_WM_UNIT_TYPE" val="f"/>
  <p:tag name="KSO_WM_UNIT_INDEX" val="1"/>
  <p:tag name="KSO_WM_UNIT_ID" val="diagram20185375_1*f*1"/>
  <p:tag name="KSO_WM_TEMPLATE_CATEGORY" val="diagram"/>
  <p:tag name="KSO_WM_TEMPLATE_INDEX" val="20185375"/>
  <p:tag name="KSO_WM_UNIT_LAYERLEVEL" val="1"/>
  <p:tag name="KSO_WM_TAG_VERSION" val="1.0"/>
  <p:tag name="KSO_WM_BEAUTIFY_FLAG" val="#wm#"/>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Lst>
</file>

<file path=ppt/tags/tag1177.xml><?xml version="1.0" encoding="utf-8"?>
<p:tagLst xmlns:p="http://schemas.openxmlformats.org/presentationml/2006/main">
  <p:tag name="KSO_WM_UNIT_NOCLEAR" val="0"/>
  <p:tag name="KSO_WM_UNIT_VALUE" val="128"/>
  <p:tag name="KSO_WM_UNIT_HIGHLIGHT" val="0"/>
  <p:tag name="KSO_WM_UNIT_COMPATIBLE" val="0"/>
  <p:tag name="KSO_WM_UNIT_DIAGRAM_ISNUMVISUAL" val="0"/>
  <p:tag name="KSO_WM_UNIT_DIAGRAM_ISREFERUNIT" val="0"/>
  <p:tag name="KSO_WM_UNIT_TYPE" val="f"/>
  <p:tag name="KSO_WM_UNIT_INDEX" val="1"/>
  <p:tag name="KSO_WM_UNIT_ID" val="diagram20185375_1*f*1"/>
  <p:tag name="KSO_WM_TEMPLATE_CATEGORY" val="diagram"/>
  <p:tag name="KSO_WM_TEMPLATE_INDEX" val="20185375"/>
  <p:tag name="KSO_WM_UNIT_LAYERLEVEL" val="1"/>
  <p:tag name="KSO_WM_TAG_VERSION" val="1.0"/>
  <p:tag name="KSO_WM_BEAUTIFY_FLAG" val="#wm#"/>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Lst>
</file>

<file path=ppt/tags/tag1178.xml><?xml version="1.0" encoding="utf-8"?>
<p:tagLst xmlns:p="http://schemas.openxmlformats.org/presentationml/2006/main">
  <p:tag name="KSO_WM_UNIT_TEXT_PART_ID_V2" val="b-3-1"/>
  <p:tag name="KSO_WM_UNIT_HIGHLIGHT" val="0"/>
  <p:tag name="KSO_WM_UNIT_COMPATIBLE" val="0"/>
  <p:tag name="KSO_WM_UNIT_DIAGRAM_ISNUMVISUAL" val="0"/>
  <p:tag name="KSO_WM_UNIT_DIAGRAM_ISREFERUNIT" val="0"/>
  <p:tag name="KSO_WM_UNIT_ID" val="diagram20198104_1*a*1"/>
  <p:tag name="KSO_WM_TEMPLATE_CATEGORY" val="diagram"/>
  <p:tag name="KSO_WM_TEMPLATE_INDEX" val="20198104"/>
  <p:tag name="KSO_WM_UNIT_LAYERLEVEL" val="1"/>
  <p:tag name="KSO_WM_TAG_VERSION" val="1.0"/>
  <p:tag name="KSO_WM_BEAUTIFY_FLAG" val="#wm#"/>
  <p:tag name="KSO_WM_UNIT_ISCONTENTSTITLE" val="0"/>
  <p:tag name="KSO_WM_UNIT_NOCLEAR" val="0"/>
  <p:tag name="KSO_WM_UNIT_VALUE" val="29"/>
  <p:tag name="KSO_WM_UNIT_TYPE" val="a"/>
  <p:tag name="KSO_WM_UNIT_INDEX" val="1"/>
  <p:tag name="KSO_WM_UNIT_PRESET_TEXT" val="单击此处添加您的大标题"/>
  <p:tag name="KSO_WM_UNIT_ADJUSTLAYOUT_ID" val="7"/>
</p:tagLst>
</file>

<file path=ppt/tags/tag1179.xml><?xml version="1.0" encoding="utf-8"?>
<p:tagLst xmlns:p="http://schemas.openxmlformats.org/presentationml/2006/main">
  <p:tag name="KSO_WM_BEAUTIFY_FLAG" val="#wm#"/>
  <p:tag name="KSO_WM_TEMPLATE_CATEGORY" val="diagram"/>
  <p:tag name="KSO_WM_TEMPLATE_INDEX" val="20200814"/>
  <p:tag name="KSO_WM_SLIDE_ID" val="diagram20200814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UNIT_SHOW_EDIT_AREA_INDICATION" val="1"/>
  <p:tag name="KSO_WM_SLIDE_SIZE" val="896*444"/>
  <p:tag name="KSO_WM_SLIDE_POSITION" val="15*47"/>
  <p:tag name="KSO_WM_TAG_VERSION" val="1.0"/>
  <p:tag name="KSO_WM_SLIDE_LAYOUT" val="a_d_f"/>
  <p:tag name="KSO_WM_SLIDE_LAYOUT_CNT" val="1_2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Lst>
</file>

<file path=ppt/tags/tag1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6651_1*i*1"/>
  <p:tag name="KSO_WM_TEMPLATE_CATEGORY" val="diagram"/>
  <p:tag name="KSO_WM_TEMPLATE_INDEX" val="20196651"/>
  <p:tag name="KSO_WM_UNIT_LAYERLEVEL" val="1"/>
  <p:tag name="KSO_WM_TAG_VERSION" val="1.0"/>
  <p:tag name="KSO_WM_BEAUTIFY_FLAG" val="#wm#"/>
  <p:tag name="KSO_WM_UNIT_ADJUSTLAYOUT_ID" val="31"/>
  <p:tag name="KSO_WM_UNIT_COLOR_SCHEME_SHAPE_ID" val="31"/>
  <p:tag name="KSO_WM_UNIT_COLOR_SCHEME_PARENT_PAGE" val="0_1"/>
  <p:tag name="KSO_WM_UNIT_FOIL_COLOR" val="1"/>
</p:tagLst>
</file>

<file path=ppt/tags/tag1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6651_1*i*2"/>
  <p:tag name="KSO_WM_TEMPLATE_CATEGORY" val="diagram"/>
  <p:tag name="KSO_WM_TEMPLATE_INDEX" val="20196651"/>
  <p:tag name="KSO_WM_UNIT_LAYERLEVEL" val="1"/>
  <p:tag name="KSO_WM_TAG_VERSION" val="1.0"/>
  <p:tag name="KSO_WM_BEAUTIFY_FLAG" val="#wm#"/>
  <p:tag name="KSO_WM_UNIT_ADJUSTLAYOUT_ID" val="34"/>
  <p:tag name="KSO_WM_UNIT_COLOR_SCHEME_SHAPE_ID" val="34"/>
  <p:tag name="KSO_WM_UNIT_COLOR_SCHEME_PARENT_PAGE" val="0_1"/>
  <p:tag name="KSO_WM_UNIT_FOIL_COLOR" val="1"/>
</p:tagLst>
</file>

<file path=ppt/tags/tag1182.xml><?xml version="1.0" encoding="utf-8"?>
<p:tagLst xmlns:p="http://schemas.openxmlformats.org/presentationml/2006/main">
  <p:tag name="KSO_WM_UNIT_TEXT_PART_ID_V2" val="d-2-2"/>
  <p:tag name="KSO_WM_UNIT_NOCLEAR" val="1"/>
  <p:tag name="KSO_WM_UNIT_VALUE" val="312"/>
  <p:tag name="KSO_WM_UNIT_HIGHLIGHT" val="0"/>
  <p:tag name="KSO_WM_UNIT_COMPATIBLE" val="0"/>
  <p:tag name="KSO_WM_UNIT_DIAGRAM_ISNUMVISUAL" val="0"/>
  <p:tag name="KSO_WM_UNIT_DIAGRAM_ISREFERUNIT" val="0"/>
  <p:tag name="KSO_WM_UNIT_TYPE" val="f"/>
  <p:tag name="KSO_WM_UNIT_INDEX" val="1"/>
  <p:tag name="KSO_WM_UNIT_ID" val="diagram20196651_1*f*1"/>
  <p:tag name="KSO_WM_TEMPLATE_CATEGORY" val="diagram"/>
  <p:tag name="KSO_WM_TEMPLATE_INDEX" val="20196651"/>
  <p:tag name="KSO_WM_UNIT_LAYERLEVEL" val="1"/>
  <p:tag name="KSO_WM_TAG_VERSION" val="1.0"/>
  <p:tag name="KSO_WM_BEAUTIFY_FLAG" val="#wm#"/>
  <p:tag name="KSO_WM_UNIT_PRESET_TEXT" val="单击添加小标题：&#13;点击此处添加正文，文字是您思想的提炼。&#13;请言简意赅的阐述观点。&#13;点击此处添加正文，文字是您思想的提炼。&#13;以便观者可以理解您所传达的完整信息。&#13;您的正文已经字字珠玑，但信息却错综复杂。&#13;需要用更多的文字来表述,请您尽可能提炼。&#13;否则容易造成观者的阅读压力。&#13;您的正文已经字字珠玑，但信息却错综复杂。&#13;需要用更多的文字来表述,请您尽可能提炼。&#13;为了最终演示发布的良好效果。"/>
  <p:tag name="KSO_WM_UNIT_ADJUSTLAYOUT_ID" val="8"/>
  <p:tag name="KSO_WM_UNIT_COLOR_SCHEME_SHAPE_ID" val="8"/>
  <p:tag name="KSO_WM_UNIT_COLOR_SCHEME_PARENT_PAGE" val="0_1"/>
</p:tagLst>
</file>

<file path=ppt/tags/tag1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6651_1*i*3"/>
  <p:tag name="KSO_WM_TEMPLATE_CATEGORY" val="diagram"/>
  <p:tag name="KSO_WM_TEMPLATE_INDEX" val="20196651"/>
  <p:tag name="KSO_WM_UNIT_LAYERLEVEL" val="1"/>
  <p:tag name="KSO_WM_TAG_VERSION" val="1.0"/>
  <p:tag name="KSO_WM_BEAUTIFY_FLAG" val="#wm#"/>
  <p:tag name="KSO_WM_UNIT_ADJUSTLAYOUT_ID" val="2"/>
  <p:tag name="KSO_WM_UNIT_COLOR_SCHEME_SHAPE_ID" val="2"/>
  <p:tag name="KSO_WM_UNIT_COLOR_SCHEME_PARENT_PAGE" val="0_1"/>
</p:tagLst>
</file>

<file path=ppt/tags/tag1184.xml><?xml version="1.0" encoding="utf-8"?>
<p:tagLst xmlns:p="http://schemas.openxmlformats.org/presentationml/2006/main">
  <p:tag name="KSO_WM_UNIT_VALUE" val="1069*1425"/>
  <p:tag name="KSO_WM_UNIT_HIGHLIGHT" val="0"/>
  <p:tag name="KSO_WM_UNIT_COMPATIBLE" val="0"/>
  <p:tag name="KSO_WM_UNIT_DIAGRAM_ISNUMVISUAL" val="0"/>
  <p:tag name="KSO_WM_UNIT_DIAGRAM_ISREFERUNIT" val="0"/>
  <p:tag name="KSO_WM_UNIT_TYPE" val="d"/>
  <p:tag name="KSO_WM_UNIT_INDEX" val="1"/>
  <p:tag name="KSO_WM_UNIT_ID" val="diagram20196651_1*d*1"/>
  <p:tag name="KSO_WM_TEMPLATE_CATEGORY" val="diagram"/>
  <p:tag name="KSO_WM_TEMPLATE_INDEX" val="20196651"/>
  <p:tag name="KSO_WM_UNIT_LAYERLEVEL" val="1"/>
  <p:tag name="KSO_WM_TAG_VERSION" val="1.0"/>
  <p:tag name="KSO_WM_BEAUTIFY_FLAG" val="#wm#"/>
  <p:tag name="KSO_WM_UNIT_ADJUSTLAYOUT_ID" val="10"/>
  <p:tag name="KSO_WM_UNIT_PICTURE_CLIP_FLAG" val="0"/>
  <p:tag name="KSO_WM_UNIT_COLOR_SCHEME_SHAPE_ID" val="10"/>
  <p:tag name="KSO_WM_UNIT_COLOR_SCHEME_PARENT_PAGE" val="0_1"/>
  <p:tag name="REFSHAPE" val="886219316"/>
</p:tagLst>
</file>

<file path=ppt/tags/tag1185.xml><?xml version="1.0" encoding="utf-8"?>
<p:tagLst xmlns:p="http://schemas.openxmlformats.org/presentationml/2006/main">
  <p:tag name="KSO_WM_UNIT_TEXT_PART_ID_V2" val="a-3-2"/>
  <p:tag name="KSO_WM_UNIT_ISCONTENTSTITLE" val="0"/>
  <p:tag name="KSO_WM_UNIT_NOCLEAR" val="0"/>
  <p:tag name="KSO_WM_UNIT_VALUE" val="17"/>
  <p:tag name="KSO_WM_UNIT_HIGHLIGHT" val="0"/>
  <p:tag name="KSO_WM_UNIT_COMPATIBLE" val="0"/>
  <p:tag name="KSO_WM_UNIT_DIAGRAM_ISNUMVISUAL" val="0"/>
  <p:tag name="KSO_WM_UNIT_DIAGRAM_ISREFERUNIT" val="0"/>
  <p:tag name="KSO_WM_UNIT_TYPE" val="a"/>
  <p:tag name="KSO_WM_UNIT_INDEX" val="1"/>
  <p:tag name="KSO_WM_UNIT_ID" val="diagram20196651_1*a*1"/>
  <p:tag name="KSO_WM_TEMPLATE_CATEGORY" val="diagram"/>
  <p:tag name="KSO_WM_TEMPLATE_INDEX" val="20196651"/>
  <p:tag name="KSO_WM_UNIT_LAYERLEVEL" val="1"/>
  <p:tag name="KSO_WM_TAG_VERSION" val="1.0"/>
  <p:tag name="KSO_WM_BEAUTIFY_FLAG" val="#wm#"/>
  <p:tag name="KSO_WM_UNIT_PRESET_TEXT" val="单击此处可添加您的大标题内容"/>
  <p:tag name="KSO_WM_UNIT_ADJUSTLAYOUT_ID" val="35"/>
  <p:tag name="KSO_WM_UNIT_COLOR_SCHEME_SHAPE_ID" val="35"/>
  <p:tag name="KSO_WM_UNIT_COLOR_SCHEME_PARENT_PAGE" val="0_1"/>
</p:tagLst>
</file>

<file path=ppt/tags/tag1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6651_1*i*5"/>
  <p:tag name="KSO_WM_TEMPLATE_CATEGORY" val="diagram"/>
  <p:tag name="KSO_WM_TEMPLATE_INDEX" val="20196651"/>
  <p:tag name="KSO_WM_UNIT_LAYERLEVEL" val="1"/>
  <p:tag name="KSO_WM_TAG_VERSION" val="1.0"/>
  <p:tag name="KSO_WM_BEAUTIFY_FLAG" val="#wm#"/>
  <p:tag name="KSO_WM_UNIT_ADJUSTLAYOUT_ID" val="37"/>
  <p:tag name="KSO_WM_UNIT_COLOR_SCHEME_SHAPE_ID" val="37"/>
  <p:tag name="KSO_WM_UNIT_COLOR_SCHEME_PARENT_PAGE" val="0_1"/>
  <p:tag name="KSO_WM_UNIT_DECOLORIZATION" val="1"/>
</p:tagLst>
</file>

<file path=ppt/tags/tag1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6651_1*i*6"/>
  <p:tag name="KSO_WM_TEMPLATE_CATEGORY" val="diagram"/>
  <p:tag name="KSO_WM_TEMPLATE_INDEX" val="20196651"/>
  <p:tag name="KSO_WM_UNIT_LAYERLEVEL" val="1"/>
  <p:tag name="KSO_WM_TAG_VERSION" val="1.0"/>
  <p:tag name="KSO_WM_BEAUTIFY_FLAG" val="#wm#"/>
  <p:tag name="KSO_WM_UNIT_ADJUSTLAYOUT_ID" val="38"/>
  <p:tag name="KSO_WM_UNIT_COLOR_SCHEME_SHAPE_ID" val="38"/>
  <p:tag name="KSO_WM_UNIT_COLOR_SCHEME_PARENT_PAGE" val="0_1"/>
  <p:tag name="KSO_WM_UNIT_DECOLORIZATION" val="1"/>
</p:tagLst>
</file>

<file path=ppt/tags/tag1188.xml><?xml version="1.0" encoding="utf-8"?>
<p:tagLst xmlns:p="http://schemas.openxmlformats.org/presentationml/2006/main">
  <p:tag name="KSO_WM_BEAUTIFY_FLAG" val="#wm#"/>
  <p:tag name="KSO_WM_TEMPLATE_CATEGORY" val="diagram"/>
  <p:tag name="KSO_WM_TEMPLATE_INDEX" val="20196651"/>
  <p:tag name="KSO_WM_SLIDE_ID" val="diagram20196651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UNIT_SHOW_EDIT_AREA_INDICATION" val="1"/>
  <p:tag name="KSO_WM_SLIDE_SIZE" val="903*540"/>
  <p:tag name="KSO_WM_SLIDE_POSITION" val="0*0"/>
  <p:tag name="KSO_WM_TAG_VERSION" val="1.0"/>
  <p:tag name="KSO_WM_SLIDE_LAYOUT" val="a_d_f"/>
  <p:tag name="KSO_WM_SLIDE_LAYOUT_CNT" val="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 name="KSO_WM_SLIDE_CONSTRAINT" val="%7b%22slideConstraint%22%3a%7b%22seriesAreas%22%3a%5b%5d%2c%22singleAreas%22%3a%5b%7b%22shapes%22%3a%5b10%5d%2c%22serialConstraintIndex%22%3a-1%2c%22areatextmark%22%3a0%2c%22pictureprocessmark%22%3a0%7d%5d%7d%7d"/>
  <p:tag name="KSO_WM_SLIDE_COLORSCHEME_VERSION" val="3.2"/>
</p:tagLst>
</file>

<file path=ppt/tags/tag1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3926_1*i*1"/>
  <p:tag name="KSO_WM_TEMPLATE_CATEGORY" val="diagram"/>
  <p:tag name="KSO_WM_TEMPLATE_INDEX" val="20193926"/>
  <p:tag name="KSO_WM_UNIT_LAYERLEVEL" val="1"/>
  <p:tag name="KSO_WM_TAG_VERSION" val="1.0"/>
  <p:tag name="KSO_WM_BEAUTIFY_FLAG" val="#wm#"/>
  <p:tag name="KSO_WM_UNIT_ADJUSTLAYOUT_ID" val="8"/>
  <p:tag name="KSO_WM_UNIT_COLOR_SCHEME_SHAPE_ID" val="8"/>
  <p:tag name="KSO_WM_UNIT_COLOR_SCHEME_PARENT_PAGE" val="0_1"/>
</p:tagLst>
</file>

<file path=ppt/tags/tag1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3926_1*i*2"/>
  <p:tag name="KSO_WM_TEMPLATE_CATEGORY" val="diagram"/>
  <p:tag name="KSO_WM_TEMPLATE_INDEX" val="20193926"/>
  <p:tag name="KSO_WM_UNIT_LAYERLEVEL" val="1"/>
  <p:tag name="KSO_WM_TAG_VERSION" val="1.0"/>
  <p:tag name="KSO_WM_BEAUTIFY_FLAG" val="#wm#"/>
  <p:tag name="KSO_WM_UNIT_ADJUSTLAYOUT_ID" val="7"/>
  <p:tag name="KSO_WM_UNIT_COLOR_SCHEME_SHAPE_ID" val="7"/>
  <p:tag name="KSO_WM_UNIT_COLOR_SCHEME_PARENT_PAGE" val="0_1"/>
</p:tagLst>
</file>

<file path=ppt/tags/tag1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3926_1*i*4"/>
  <p:tag name="KSO_WM_TEMPLATE_CATEGORY" val="diagram"/>
  <p:tag name="KSO_WM_TEMPLATE_INDEX" val="20193926"/>
  <p:tag name="KSO_WM_UNIT_LAYERLEVEL" val="1"/>
  <p:tag name="KSO_WM_TAG_VERSION" val="1.0"/>
  <p:tag name="KSO_WM_BEAUTIFY_FLAG" val="#wm#"/>
  <p:tag name="KSO_WM_UNIT_ADJUSTLAYOUT_ID" val="12"/>
  <p:tag name="KSO_WM_UNIT_COLOR_SCHEME_SHAPE_ID" val="12"/>
  <p:tag name="KSO_WM_UNIT_COLOR_SCHEME_PARENT_PAGE" val="0_1"/>
  <p:tag name="KSO_WM_UNIT_DECOLORIZATION" val="1"/>
</p:tagLst>
</file>

<file path=ppt/tags/tag1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3926_1*i*5"/>
  <p:tag name="KSO_WM_TEMPLATE_CATEGORY" val="diagram"/>
  <p:tag name="KSO_WM_TEMPLATE_INDEX" val="20193926"/>
  <p:tag name="KSO_WM_UNIT_LAYERLEVEL" val="1"/>
  <p:tag name="KSO_WM_TAG_VERSION" val="1.0"/>
  <p:tag name="KSO_WM_BEAUTIFY_FLAG" val="#wm#"/>
  <p:tag name="KSO_WM_UNIT_ADJUSTLAYOUT_ID" val="13"/>
  <p:tag name="KSO_WM_UNIT_COLOR_SCHEME_SHAPE_ID" val="13"/>
  <p:tag name="KSO_WM_UNIT_COLOR_SCHEME_PARENT_PAGE" val="0_1"/>
  <p:tag name="KSO_WM_UNIT_DECOLORIZATION" val="1"/>
</p:tagLst>
</file>

<file path=ppt/tags/tag1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3926_1*i*6"/>
  <p:tag name="KSO_WM_TEMPLATE_CATEGORY" val="diagram"/>
  <p:tag name="KSO_WM_TEMPLATE_INDEX" val="20193926"/>
  <p:tag name="KSO_WM_UNIT_LAYERLEVEL" val="1"/>
  <p:tag name="KSO_WM_TAG_VERSION" val="1.0"/>
  <p:tag name="KSO_WM_BEAUTIFY_FLAG" val="#wm#"/>
  <p:tag name="KSO_WM_UNIT_ADJUSTLAYOUT_ID" val="14"/>
  <p:tag name="KSO_WM_UNIT_COLOR_SCHEME_SHAPE_ID" val="14"/>
  <p:tag name="KSO_WM_UNIT_COLOR_SCHEME_PARENT_PAGE" val="0_1"/>
  <p:tag name="KSO_WM_UNIT_DECOLORIZATION" val="1"/>
</p:tagLst>
</file>

<file path=ppt/tags/tag1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3926_1*i*7"/>
  <p:tag name="KSO_WM_TEMPLATE_CATEGORY" val="diagram"/>
  <p:tag name="KSO_WM_TEMPLATE_INDEX" val="20193926"/>
  <p:tag name="KSO_WM_UNIT_LAYERLEVEL" val="1"/>
  <p:tag name="KSO_WM_TAG_VERSION" val="1.0"/>
  <p:tag name="KSO_WM_BEAUTIFY_FLAG" val="#wm#"/>
  <p:tag name="KSO_WM_UNIT_ADJUSTLAYOUT_ID" val="15"/>
  <p:tag name="KSO_WM_UNIT_COLOR_SCHEME_SHAPE_ID" val="15"/>
  <p:tag name="KSO_WM_UNIT_COLOR_SCHEME_PARENT_PAGE" val="0_1"/>
  <p:tag name="KSO_WM_UNIT_DECOLORIZATION" val="1"/>
</p:tagLst>
</file>

<file path=ppt/tags/tag1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3926_1*i*8"/>
  <p:tag name="KSO_WM_TEMPLATE_CATEGORY" val="diagram"/>
  <p:tag name="KSO_WM_TEMPLATE_INDEX" val="20193926"/>
  <p:tag name="KSO_WM_UNIT_LAYERLEVEL" val="1"/>
  <p:tag name="KSO_WM_TAG_VERSION" val="1.0"/>
  <p:tag name="KSO_WM_BEAUTIFY_FLAG" val="#wm#"/>
  <p:tag name="KSO_WM_UNIT_ADJUSTLAYOUT_ID" val="16"/>
  <p:tag name="KSO_WM_UNIT_COLOR_SCHEME_SHAPE_ID" val="16"/>
  <p:tag name="KSO_WM_UNIT_COLOR_SCHEME_PARENT_PAGE" val="0_1"/>
  <p:tag name="KSO_WM_UNIT_DECOLORIZATION" val="1"/>
</p:tagLst>
</file>

<file path=ppt/tags/tag1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3926_1*i*9"/>
  <p:tag name="KSO_WM_TEMPLATE_CATEGORY" val="diagram"/>
  <p:tag name="KSO_WM_TEMPLATE_INDEX" val="20193926"/>
  <p:tag name="KSO_WM_UNIT_LAYERLEVEL" val="1"/>
  <p:tag name="KSO_WM_TAG_VERSION" val="1.0"/>
  <p:tag name="KSO_WM_BEAUTIFY_FLAG" val="#wm#"/>
  <p:tag name="KSO_WM_UNIT_ADJUSTLAYOUT_ID" val="17"/>
  <p:tag name="KSO_WM_UNIT_COLOR_SCHEME_SHAPE_ID" val="17"/>
  <p:tag name="KSO_WM_UNIT_COLOR_SCHEME_PARENT_PAGE" val="0_1"/>
  <p:tag name="KSO_WM_UNIT_DECOLORIZATION" val="1"/>
</p:tagLst>
</file>

<file path=ppt/tags/tag1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diagram20193926_1*i*10"/>
  <p:tag name="KSO_WM_TEMPLATE_CATEGORY" val="diagram"/>
  <p:tag name="KSO_WM_TEMPLATE_INDEX" val="20193926"/>
  <p:tag name="KSO_WM_UNIT_LAYERLEVEL" val="1"/>
  <p:tag name="KSO_WM_TAG_VERSION" val="1.0"/>
  <p:tag name="KSO_WM_BEAUTIFY_FLAG" val="#wm#"/>
  <p:tag name="KSO_WM_UNIT_ADJUSTLAYOUT_ID" val="18"/>
  <p:tag name="KSO_WM_UNIT_COLOR_SCHEME_SHAPE_ID" val="18"/>
  <p:tag name="KSO_WM_UNIT_COLOR_SCHEME_PARENT_PAGE" val="0_1"/>
  <p:tag name="KSO_WM_UNIT_DECOLORIZATION" val="1"/>
</p:tagLst>
</file>

<file path=ppt/tags/tag1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1"/>
  <p:tag name="KSO_WM_UNIT_ID" val="diagram20193926_1*i*11"/>
  <p:tag name="KSO_WM_TEMPLATE_CATEGORY" val="diagram"/>
  <p:tag name="KSO_WM_TEMPLATE_INDEX" val="20193926"/>
  <p:tag name="KSO_WM_UNIT_LAYERLEVEL" val="1"/>
  <p:tag name="KSO_WM_TAG_VERSION" val="1.0"/>
  <p:tag name="KSO_WM_BEAUTIFY_FLAG" val="#wm#"/>
  <p:tag name="KSO_WM_UNIT_ADJUSTLAYOUT_ID" val="19"/>
  <p:tag name="KSO_WM_UNIT_COLOR_SCHEME_SHAPE_ID" val="19"/>
  <p:tag name="KSO_WM_UNIT_COLOR_SCHEME_PARENT_PAGE" val="0_1"/>
  <p:tag name="KSO_WM_UNIT_DECOLORIZATION" val="1"/>
</p:tagLst>
</file>

<file path=ppt/tags/tag1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2"/>
  <p:tag name="KSO_WM_UNIT_ID" val="diagram20193926_1*i*12"/>
  <p:tag name="KSO_WM_TEMPLATE_CATEGORY" val="diagram"/>
  <p:tag name="KSO_WM_TEMPLATE_INDEX" val="20193926"/>
  <p:tag name="KSO_WM_UNIT_LAYERLEVEL" val="1"/>
  <p:tag name="KSO_WM_TAG_VERSION" val="1.0"/>
  <p:tag name="KSO_WM_BEAUTIFY_FLAG" val="#wm#"/>
  <p:tag name="KSO_WM_UNIT_ADJUSTLAYOUT_ID" val="20"/>
  <p:tag name="KSO_WM_UNIT_COLOR_SCHEME_SHAPE_ID" val="20"/>
  <p:tag name="KSO_WM_UNIT_COLOR_SCHEME_PARENT_PAGE" val="0_1"/>
  <p:tag name="KSO_WM_UNIT_DECOLORIZATION" val="1"/>
</p:tagLst>
</file>

<file path=ppt/tags/tag1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3926_1*i*13"/>
  <p:tag name="KSO_WM_TEMPLATE_CATEGORY" val="diagram"/>
  <p:tag name="KSO_WM_TEMPLATE_INDEX" val="20193926"/>
  <p:tag name="KSO_WM_UNIT_LAYERLEVEL" val="1"/>
  <p:tag name="KSO_WM_TAG_VERSION" val="1.0"/>
  <p:tag name="KSO_WM_BEAUTIFY_FLAG" val="#wm#"/>
  <p:tag name="KSO_WM_UNIT_ADJUSTLAYOUT_ID" val="21"/>
  <p:tag name="KSO_WM_UNIT_COLOR_SCHEME_SHAPE_ID" val="21"/>
  <p:tag name="KSO_WM_UNIT_COLOR_SCHEME_PARENT_PAGE" val="0_1"/>
  <p:tag name="KSO_WM_UNIT_DECOLORIZATION" val="1"/>
</p:tagLst>
</file>

<file path=ppt/tags/tag1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diagram20193926_1*i*14"/>
  <p:tag name="KSO_WM_TEMPLATE_CATEGORY" val="diagram"/>
  <p:tag name="KSO_WM_TEMPLATE_INDEX" val="20193926"/>
  <p:tag name="KSO_WM_UNIT_LAYERLEVEL" val="1"/>
  <p:tag name="KSO_WM_TAG_VERSION" val="1.0"/>
  <p:tag name="KSO_WM_BEAUTIFY_FLAG" val="#wm#"/>
  <p:tag name="KSO_WM_UNIT_ADJUSTLAYOUT_ID" val="22"/>
  <p:tag name="KSO_WM_UNIT_COLOR_SCHEME_SHAPE_ID" val="22"/>
  <p:tag name="KSO_WM_UNIT_COLOR_SCHEME_PARENT_PAGE" val="0_1"/>
  <p:tag name="KSO_WM_UNIT_DECOLORIZATION" val="1"/>
</p:tagLst>
</file>

<file path=ppt/tags/tag1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diagram20193926_1*i*15"/>
  <p:tag name="KSO_WM_TEMPLATE_CATEGORY" val="diagram"/>
  <p:tag name="KSO_WM_TEMPLATE_INDEX" val="20193926"/>
  <p:tag name="KSO_WM_UNIT_LAYERLEVEL" val="1"/>
  <p:tag name="KSO_WM_TAG_VERSION" val="1.0"/>
  <p:tag name="KSO_WM_BEAUTIFY_FLAG" val="#wm#"/>
  <p:tag name="KSO_WM_UNIT_ADJUSTLAYOUT_ID" val="23"/>
  <p:tag name="KSO_WM_UNIT_COLOR_SCHEME_SHAPE_ID" val="23"/>
  <p:tag name="KSO_WM_UNIT_COLOR_SCHEME_PARENT_PAGE" val="0_1"/>
  <p:tag name="KSO_WM_UNIT_DECOLORIZATION" val="1"/>
</p:tagLst>
</file>

<file path=ppt/tags/tag1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diagram20193926_1*i*16"/>
  <p:tag name="KSO_WM_TEMPLATE_CATEGORY" val="diagram"/>
  <p:tag name="KSO_WM_TEMPLATE_INDEX" val="20193926"/>
  <p:tag name="KSO_WM_UNIT_LAYERLEVEL" val="1"/>
  <p:tag name="KSO_WM_TAG_VERSION" val="1.0"/>
  <p:tag name="KSO_WM_BEAUTIFY_FLAG" val="#wm#"/>
  <p:tag name="KSO_WM_UNIT_ADJUSTLAYOUT_ID" val="24"/>
  <p:tag name="KSO_WM_UNIT_COLOR_SCHEME_SHAPE_ID" val="24"/>
  <p:tag name="KSO_WM_UNIT_COLOR_SCHEME_PARENT_PAGE" val="0_1"/>
  <p:tag name="KSO_WM_UNIT_DECOLORIZATION" val="1"/>
</p:tagLst>
</file>

<file path=ppt/tags/tag1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diagram20193926_1*i*17"/>
  <p:tag name="KSO_WM_TEMPLATE_CATEGORY" val="diagram"/>
  <p:tag name="KSO_WM_TEMPLATE_INDEX" val="20193926"/>
  <p:tag name="KSO_WM_UNIT_LAYERLEVEL" val="1"/>
  <p:tag name="KSO_WM_TAG_VERSION" val="1.0"/>
  <p:tag name="KSO_WM_BEAUTIFY_FLAG" val="#wm#"/>
  <p:tag name="KSO_WM_UNIT_ADJUSTLAYOUT_ID" val="25"/>
  <p:tag name="KSO_WM_UNIT_COLOR_SCHEME_SHAPE_ID" val="25"/>
  <p:tag name="KSO_WM_UNIT_COLOR_SCHEME_PARENT_PAGE" val="0_1"/>
  <p:tag name="KSO_WM_UNIT_DECOLORIZATION" val="1"/>
</p:tagLst>
</file>

<file path=ppt/tags/tag1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8"/>
  <p:tag name="KSO_WM_UNIT_ID" val="diagram20193926_1*i*18"/>
  <p:tag name="KSO_WM_TEMPLATE_CATEGORY" val="diagram"/>
  <p:tag name="KSO_WM_TEMPLATE_INDEX" val="20193926"/>
  <p:tag name="KSO_WM_UNIT_LAYERLEVEL" val="1"/>
  <p:tag name="KSO_WM_TAG_VERSION" val="1.0"/>
  <p:tag name="KSO_WM_BEAUTIFY_FLAG" val="#wm#"/>
  <p:tag name="KSO_WM_UNIT_ADJUSTLAYOUT_ID" val="26"/>
  <p:tag name="KSO_WM_UNIT_COLOR_SCHEME_SHAPE_ID" val="26"/>
  <p:tag name="KSO_WM_UNIT_COLOR_SCHEME_PARENT_PAGE" val="0_1"/>
  <p:tag name="KSO_WM_UNIT_DECOLORIZATION" val="1"/>
</p:tagLst>
</file>

<file path=ppt/tags/tag1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9"/>
  <p:tag name="KSO_WM_UNIT_ID" val="diagram20193926_1*i*19"/>
  <p:tag name="KSO_WM_TEMPLATE_CATEGORY" val="diagram"/>
  <p:tag name="KSO_WM_TEMPLATE_INDEX" val="20193926"/>
  <p:tag name="KSO_WM_UNIT_LAYERLEVEL" val="1"/>
  <p:tag name="KSO_WM_TAG_VERSION" val="1.0"/>
  <p:tag name="KSO_WM_BEAUTIFY_FLAG" val="#wm#"/>
  <p:tag name="KSO_WM_UNIT_ADJUSTLAYOUT_ID" val="27"/>
  <p:tag name="KSO_WM_UNIT_COLOR_SCHEME_SHAPE_ID" val="27"/>
  <p:tag name="KSO_WM_UNIT_COLOR_SCHEME_PARENT_PAGE" val="0_1"/>
  <p:tag name="KSO_WM_UNIT_DECOLORIZATION" val="1"/>
</p:tagLst>
</file>

<file path=ppt/tags/tag1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0"/>
  <p:tag name="KSO_WM_UNIT_ID" val="diagram20193926_1*i*20"/>
  <p:tag name="KSO_WM_TEMPLATE_CATEGORY" val="diagram"/>
  <p:tag name="KSO_WM_TEMPLATE_INDEX" val="20193926"/>
  <p:tag name="KSO_WM_UNIT_LAYERLEVEL" val="1"/>
  <p:tag name="KSO_WM_TAG_VERSION" val="1.0"/>
  <p:tag name="KSO_WM_BEAUTIFY_FLAG" val="#wm#"/>
  <p:tag name="KSO_WM_UNIT_ADJUSTLAYOUT_ID" val="28"/>
  <p:tag name="KSO_WM_UNIT_COLOR_SCHEME_SHAPE_ID" val="28"/>
  <p:tag name="KSO_WM_UNIT_COLOR_SCHEME_PARENT_PAGE" val="0_1"/>
  <p:tag name="KSO_WM_UNIT_DECOLORIZATION" val="1"/>
</p:tagLst>
</file>

<file path=ppt/tags/tag1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1"/>
  <p:tag name="KSO_WM_UNIT_ID" val="diagram20193926_1*i*21"/>
  <p:tag name="KSO_WM_TEMPLATE_CATEGORY" val="diagram"/>
  <p:tag name="KSO_WM_TEMPLATE_INDEX" val="20193926"/>
  <p:tag name="KSO_WM_UNIT_LAYERLEVEL" val="1"/>
  <p:tag name="KSO_WM_TAG_VERSION" val="1.0"/>
  <p:tag name="KSO_WM_BEAUTIFY_FLAG" val="#wm#"/>
  <p:tag name="KSO_WM_UNIT_ADJUSTLAYOUT_ID" val="29"/>
  <p:tag name="KSO_WM_UNIT_COLOR_SCHEME_SHAPE_ID" val="29"/>
  <p:tag name="KSO_WM_UNIT_COLOR_SCHEME_PARENT_PAGE" val="0_1"/>
  <p:tag name="KSO_WM_UNIT_DECOLORIZATION" val="1"/>
</p:tagLst>
</file>

<file path=ppt/tags/tag1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2"/>
  <p:tag name="KSO_WM_UNIT_ID" val="diagram20193926_1*i*22"/>
  <p:tag name="KSO_WM_TEMPLATE_CATEGORY" val="diagram"/>
  <p:tag name="KSO_WM_TEMPLATE_INDEX" val="20193926"/>
  <p:tag name="KSO_WM_UNIT_LAYERLEVEL" val="1"/>
  <p:tag name="KSO_WM_TAG_VERSION" val="1.0"/>
  <p:tag name="KSO_WM_BEAUTIFY_FLAG" val="#wm#"/>
  <p:tag name="KSO_WM_UNIT_ADJUSTLAYOUT_ID" val="30"/>
  <p:tag name="KSO_WM_UNIT_COLOR_SCHEME_SHAPE_ID" val="30"/>
  <p:tag name="KSO_WM_UNIT_COLOR_SCHEME_PARENT_PAGE" val="0_1"/>
  <p:tag name="KSO_WM_UNIT_DECOLORIZATION" val="1"/>
</p:tagLst>
</file>

<file path=ppt/tags/tag1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3"/>
  <p:tag name="KSO_WM_UNIT_ID" val="diagram20193926_1*i*23"/>
  <p:tag name="KSO_WM_TEMPLATE_CATEGORY" val="diagram"/>
  <p:tag name="KSO_WM_TEMPLATE_INDEX" val="20193926"/>
  <p:tag name="KSO_WM_UNIT_LAYERLEVEL" val="1"/>
  <p:tag name="KSO_WM_TAG_VERSION" val="1.0"/>
  <p:tag name="KSO_WM_BEAUTIFY_FLAG" val="#wm#"/>
  <p:tag name="KSO_WM_UNIT_ADJUSTLAYOUT_ID" val="31"/>
  <p:tag name="KSO_WM_UNIT_COLOR_SCHEME_SHAPE_ID" val="31"/>
  <p:tag name="KSO_WM_UNIT_COLOR_SCHEME_PARENT_PAGE" val="0_1"/>
  <p:tag name="KSO_WM_UNIT_DECOLORIZATION" val="1"/>
</p:tagLst>
</file>

<file path=ppt/tags/tag1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4"/>
  <p:tag name="KSO_WM_UNIT_ID" val="diagram20193926_1*i*24"/>
  <p:tag name="KSO_WM_TEMPLATE_CATEGORY" val="diagram"/>
  <p:tag name="KSO_WM_TEMPLATE_INDEX" val="20193926"/>
  <p:tag name="KSO_WM_UNIT_LAYERLEVEL" val="1"/>
  <p:tag name="KSO_WM_TAG_VERSION" val="1.0"/>
  <p:tag name="KSO_WM_BEAUTIFY_FLAG" val="#wm#"/>
  <p:tag name="KSO_WM_UNIT_ADJUSTLAYOUT_ID" val="32"/>
  <p:tag name="KSO_WM_UNIT_COLOR_SCHEME_SHAPE_ID" val="32"/>
  <p:tag name="KSO_WM_UNIT_COLOR_SCHEME_PARENT_PAGE" val="0_1"/>
  <p:tag name="KSO_WM_UNIT_DECOLORIZATION" val="1"/>
</p:tagLst>
</file>

<file path=ppt/tags/tag1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5"/>
  <p:tag name="KSO_WM_UNIT_ID" val="diagram20193926_1*i*25"/>
  <p:tag name="KSO_WM_TEMPLATE_CATEGORY" val="diagram"/>
  <p:tag name="KSO_WM_TEMPLATE_INDEX" val="20193926"/>
  <p:tag name="KSO_WM_UNIT_LAYERLEVEL" val="1"/>
  <p:tag name="KSO_WM_TAG_VERSION" val="1.0"/>
  <p:tag name="KSO_WM_BEAUTIFY_FLAG" val="#wm#"/>
  <p:tag name="KSO_WM_UNIT_ADJUSTLAYOUT_ID" val="33"/>
  <p:tag name="KSO_WM_UNIT_COLOR_SCHEME_SHAPE_ID" val="33"/>
  <p:tag name="KSO_WM_UNIT_COLOR_SCHEME_PARENT_PAGE" val="0_1"/>
  <p:tag name="KSO_WM_UNIT_DECOLORIZATION" val="1"/>
</p:tagLst>
</file>

<file path=ppt/tags/tag1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6"/>
  <p:tag name="KSO_WM_UNIT_ID" val="diagram20193926_1*i*26"/>
  <p:tag name="KSO_WM_TEMPLATE_CATEGORY" val="diagram"/>
  <p:tag name="KSO_WM_TEMPLATE_INDEX" val="20193926"/>
  <p:tag name="KSO_WM_UNIT_LAYERLEVEL" val="1"/>
  <p:tag name="KSO_WM_TAG_VERSION" val="1.0"/>
  <p:tag name="KSO_WM_BEAUTIFY_FLAG" val="#wm#"/>
  <p:tag name="KSO_WM_UNIT_ADJUSTLAYOUT_ID" val="34"/>
  <p:tag name="KSO_WM_UNIT_COLOR_SCHEME_SHAPE_ID" val="34"/>
  <p:tag name="KSO_WM_UNIT_COLOR_SCHEME_PARENT_PAGE" val="0_1"/>
  <p:tag name="KSO_WM_UNIT_DECOLORIZATION" val="1"/>
</p:tagLst>
</file>

<file path=ppt/tags/tag1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7"/>
  <p:tag name="KSO_WM_UNIT_ID" val="diagram20193926_1*i*27"/>
  <p:tag name="KSO_WM_TEMPLATE_CATEGORY" val="diagram"/>
  <p:tag name="KSO_WM_TEMPLATE_INDEX" val="20193926"/>
  <p:tag name="KSO_WM_UNIT_LAYERLEVEL" val="1"/>
  <p:tag name="KSO_WM_TAG_VERSION" val="1.0"/>
  <p:tag name="KSO_WM_BEAUTIFY_FLAG" val="#wm#"/>
  <p:tag name="KSO_WM_UNIT_ADJUSTLAYOUT_ID" val="35"/>
  <p:tag name="KSO_WM_UNIT_COLOR_SCHEME_SHAPE_ID" val="35"/>
  <p:tag name="KSO_WM_UNIT_COLOR_SCHEME_PARENT_PAGE" val="0_1"/>
  <p:tag name="KSO_WM_UNIT_DECOLORIZATION" val="1"/>
</p:tagLst>
</file>

<file path=ppt/tags/tag1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8"/>
  <p:tag name="KSO_WM_UNIT_ID" val="diagram20193926_1*i*28"/>
  <p:tag name="KSO_WM_TEMPLATE_CATEGORY" val="diagram"/>
  <p:tag name="KSO_WM_TEMPLATE_INDEX" val="20193926"/>
  <p:tag name="KSO_WM_UNIT_LAYERLEVEL" val="1"/>
  <p:tag name="KSO_WM_TAG_VERSION" val="1.0"/>
  <p:tag name="KSO_WM_BEAUTIFY_FLAG" val="#wm#"/>
  <p:tag name="KSO_WM_UNIT_ADJUSTLAYOUT_ID" val="36"/>
  <p:tag name="KSO_WM_UNIT_COLOR_SCHEME_SHAPE_ID" val="36"/>
  <p:tag name="KSO_WM_UNIT_COLOR_SCHEME_PARENT_PAGE" val="0_1"/>
  <p:tag name="KSO_WM_UNIT_DECOLORIZATION" val="1"/>
</p:tagLst>
</file>

<file path=ppt/tags/tag1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9"/>
  <p:tag name="KSO_WM_UNIT_ID" val="diagram20193926_1*i*29"/>
  <p:tag name="KSO_WM_TEMPLATE_CATEGORY" val="diagram"/>
  <p:tag name="KSO_WM_TEMPLATE_INDEX" val="20193926"/>
  <p:tag name="KSO_WM_UNIT_LAYERLEVEL" val="1"/>
  <p:tag name="KSO_WM_TAG_VERSION" val="1.0"/>
  <p:tag name="KSO_WM_BEAUTIFY_FLAG" val="#wm#"/>
  <p:tag name="KSO_WM_UNIT_ADJUSTLAYOUT_ID" val="37"/>
  <p:tag name="KSO_WM_UNIT_COLOR_SCHEME_SHAPE_ID" val="37"/>
  <p:tag name="KSO_WM_UNIT_COLOR_SCHEME_PARENT_PAGE" val="0_1"/>
  <p:tag name="KSO_WM_UNIT_DECOLORIZATION" val="1"/>
</p:tagLst>
</file>

<file path=ppt/tags/tag1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0"/>
  <p:tag name="KSO_WM_UNIT_ID" val="diagram20193926_1*i*30"/>
  <p:tag name="KSO_WM_TEMPLATE_CATEGORY" val="diagram"/>
  <p:tag name="KSO_WM_TEMPLATE_INDEX" val="20193926"/>
  <p:tag name="KSO_WM_UNIT_LAYERLEVEL" val="1"/>
  <p:tag name="KSO_WM_TAG_VERSION" val="1.0"/>
  <p:tag name="KSO_WM_BEAUTIFY_FLAG" val="#wm#"/>
  <p:tag name="KSO_WM_UNIT_ADJUSTLAYOUT_ID" val="38"/>
  <p:tag name="KSO_WM_UNIT_COLOR_SCHEME_SHAPE_ID" val="38"/>
  <p:tag name="KSO_WM_UNIT_COLOR_SCHEME_PARENT_PAGE" val="0_1"/>
  <p:tag name="KSO_WM_UNIT_DECOLORIZATION" val="1"/>
</p:tagLst>
</file>

<file path=ppt/tags/tag1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1"/>
  <p:tag name="KSO_WM_UNIT_ID" val="diagram20193926_1*i*31"/>
  <p:tag name="KSO_WM_TEMPLATE_CATEGORY" val="diagram"/>
  <p:tag name="KSO_WM_TEMPLATE_INDEX" val="20193926"/>
  <p:tag name="KSO_WM_UNIT_LAYERLEVEL" val="1"/>
  <p:tag name="KSO_WM_TAG_VERSION" val="1.0"/>
  <p:tag name="KSO_WM_BEAUTIFY_FLAG" val="#wm#"/>
  <p:tag name="KSO_WM_UNIT_ADJUSTLAYOUT_ID" val="39"/>
  <p:tag name="KSO_WM_UNIT_COLOR_SCHEME_SHAPE_ID" val="39"/>
  <p:tag name="KSO_WM_UNIT_COLOR_SCHEME_PARENT_PAGE" val="0_1"/>
  <p:tag name="KSO_WM_UNIT_DECOLORIZATION" val="1"/>
</p:tagLst>
</file>

<file path=ppt/tags/tag1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2"/>
  <p:tag name="KSO_WM_UNIT_ID" val="diagram20193926_1*i*32"/>
  <p:tag name="KSO_WM_TEMPLATE_CATEGORY" val="diagram"/>
  <p:tag name="KSO_WM_TEMPLATE_INDEX" val="20193926"/>
  <p:tag name="KSO_WM_UNIT_LAYERLEVEL" val="1"/>
  <p:tag name="KSO_WM_TAG_VERSION" val="1.0"/>
  <p:tag name="KSO_WM_BEAUTIFY_FLAG" val="#wm#"/>
  <p:tag name="KSO_WM_UNIT_ADJUSTLAYOUT_ID" val="40"/>
  <p:tag name="KSO_WM_UNIT_COLOR_SCHEME_SHAPE_ID" val="40"/>
  <p:tag name="KSO_WM_UNIT_COLOR_SCHEME_PARENT_PAGE" val="0_1"/>
  <p:tag name="KSO_WM_UNIT_DECOLORIZATION" val="1"/>
</p:tagLst>
</file>

<file path=ppt/tags/tag1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3"/>
  <p:tag name="KSO_WM_UNIT_ID" val="diagram20193926_1*i*33"/>
  <p:tag name="KSO_WM_TEMPLATE_CATEGORY" val="diagram"/>
  <p:tag name="KSO_WM_TEMPLATE_INDEX" val="20193926"/>
  <p:tag name="KSO_WM_UNIT_LAYERLEVEL" val="1"/>
  <p:tag name="KSO_WM_TAG_VERSION" val="1.0"/>
  <p:tag name="KSO_WM_BEAUTIFY_FLAG" val="#wm#"/>
  <p:tag name="KSO_WM_UNIT_ADJUSTLAYOUT_ID" val="41"/>
  <p:tag name="KSO_WM_UNIT_COLOR_SCHEME_SHAPE_ID" val="41"/>
  <p:tag name="KSO_WM_UNIT_COLOR_SCHEME_PARENT_PAGE" val="0_1"/>
  <p:tag name="KSO_WM_UNIT_DECOLORIZATION" val="1"/>
</p:tagLst>
</file>

<file path=ppt/tags/tag1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4"/>
  <p:tag name="KSO_WM_UNIT_ID" val="diagram20193926_1*i*34"/>
  <p:tag name="KSO_WM_TEMPLATE_CATEGORY" val="diagram"/>
  <p:tag name="KSO_WM_TEMPLATE_INDEX" val="20193926"/>
  <p:tag name="KSO_WM_UNIT_LAYERLEVEL" val="1"/>
  <p:tag name="KSO_WM_TAG_VERSION" val="1.0"/>
  <p:tag name="KSO_WM_BEAUTIFY_FLAG" val="#wm#"/>
  <p:tag name="KSO_WM_UNIT_ADJUSTLAYOUT_ID" val="42"/>
  <p:tag name="KSO_WM_UNIT_COLOR_SCHEME_SHAPE_ID" val="42"/>
  <p:tag name="KSO_WM_UNIT_COLOR_SCHEME_PARENT_PAGE" val="0_1"/>
  <p:tag name="KSO_WM_UNIT_DECOLORIZATION" val="1"/>
</p:tagLst>
</file>

<file path=ppt/tags/tag1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5"/>
  <p:tag name="KSO_WM_UNIT_ID" val="diagram20193926_1*i*35"/>
  <p:tag name="KSO_WM_TEMPLATE_CATEGORY" val="diagram"/>
  <p:tag name="KSO_WM_TEMPLATE_INDEX" val="20193926"/>
  <p:tag name="KSO_WM_UNIT_LAYERLEVEL" val="1"/>
  <p:tag name="KSO_WM_TAG_VERSION" val="1.0"/>
  <p:tag name="KSO_WM_BEAUTIFY_FLAG" val="#wm#"/>
  <p:tag name="KSO_WM_UNIT_ADJUSTLAYOUT_ID" val="43"/>
  <p:tag name="KSO_WM_UNIT_COLOR_SCHEME_SHAPE_ID" val="43"/>
  <p:tag name="KSO_WM_UNIT_COLOR_SCHEME_PARENT_PAGE" val="0_1"/>
  <p:tag name="KSO_WM_UNIT_DECOLORIZATION" val="1"/>
</p:tagLst>
</file>

<file path=ppt/tags/tag1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6"/>
  <p:tag name="KSO_WM_UNIT_ID" val="diagram20193926_1*i*36"/>
  <p:tag name="KSO_WM_TEMPLATE_CATEGORY" val="diagram"/>
  <p:tag name="KSO_WM_TEMPLATE_INDEX" val="20193926"/>
  <p:tag name="KSO_WM_UNIT_LAYERLEVEL" val="1"/>
  <p:tag name="KSO_WM_TAG_VERSION" val="1.0"/>
  <p:tag name="KSO_WM_BEAUTIFY_FLAG" val="#wm#"/>
  <p:tag name="KSO_WM_UNIT_ADJUSTLAYOUT_ID" val="44"/>
  <p:tag name="KSO_WM_UNIT_COLOR_SCHEME_SHAPE_ID" val="44"/>
  <p:tag name="KSO_WM_UNIT_COLOR_SCHEME_PARENT_PAGE" val="0_1"/>
  <p:tag name="KSO_WM_UNIT_DECOLORIZATION" val="1"/>
</p:tagLst>
</file>

<file path=ppt/tags/tag1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7"/>
  <p:tag name="KSO_WM_UNIT_ID" val="diagram20193926_1*i*37"/>
  <p:tag name="KSO_WM_TEMPLATE_CATEGORY" val="diagram"/>
  <p:tag name="KSO_WM_TEMPLATE_INDEX" val="20193926"/>
  <p:tag name="KSO_WM_UNIT_LAYERLEVEL" val="1"/>
  <p:tag name="KSO_WM_TAG_VERSION" val="1.0"/>
  <p:tag name="KSO_WM_BEAUTIFY_FLAG" val="#wm#"/>
  <p:tag name="KSO_WM_UNIT_ADJUSTLAYOUT_ID" val="45"/>
  <p:tag name="KSO_WM_UNIT_COLOR_SCHEME_SHAPE_ID" val="45"/>
  <p:tag name="KSO_WM_UNIT_COLOR_SCHEME_PARENT_PAGE" val="0_1"/>
  <p:tag name="KSO_WM_UNIT_DECOLORIZATION" val="1"/>
</p:tagLst>
</file>

<file path=ppt/tags/tag1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8"/>
  <p:tag name="KSO_WM_UNIT_ID" val="diagram20193926_1*i*38"/>
  <p:tag name="KSO_WM_TEMPLATE_CATEGORY" val="diagram"/>
  <p:tag name="KSO_WM_TEMPLATE_INDEX" val="20193926"/>
  <p:tag name="KSO_WM_UNIT_LAYERLEVEL" val="1"/>
  <p:tag name="KSO_WM_TAG_VERSION" val="1.0"/>
  <p:tag name="KSO_WM_BEAUTIFY_FLAG" val="#wm#"/>
  <p:tag name="KSO_WM_UNIT_ADJUSTLAYOUT_ID" val="46"/>
  <p:tag name="KSO_WM_UNIT_COLOR_SCHEME_SHAPE_ID" val="46"/>
  <p:tag name="KSO_WM_UNIT_COLOR_SCHEME_PARENT_PAGE" val="0_1"/>
  <p:tag name="KSO_WM_UNIT_DECOLORIZATION" val="1"/>
</p:tagLst>
</file>

<file path=ppt/tags/tag1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9"/>
  <p:tag name="KSO_WM_UNIT_ID" val="diagram20193926_1*i*39"/>
  <p:tag name="KSO_WM_TEMPLATE_CATEGORY" val="diagram"/>
  <p:tag name="KSO_WM_TEMPLATE_INDEX" val="20193926"/>
  <p:tag name="KSO_WM_UNIT_LAYERLEVEL" val="1"/>
  <p:tag name="KSO_WM_TAG_VERSION" val="1.0"/>
  <p:tag name="KSO_WM_BEAUTIFY_FLAG" val="#wm#"/>
  <p:tag name="KSO_WM_UNIT_ADJUSTLAYOUT_ID" val="47"/>
  <p:tag name="KSO_WM_UNIT_COLOR_SCHEME_SHAPE_ID" val="47"/>
  <p:tag name="KSO_WM_UNIT_COLOR_SCHEME_PARENT_PAGE" val="0_1"/>
  <p:tag name="KSO_WM_UNIT_DECOLORIZATION" val="1"/>
</p:tagLst>
</file>

<file path=ppt/tags/tag1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0"/>
  <p:tag name="KSO_WM_UNIT_ID" val="diagram20193926_1*i*40"/>
  <p:tag name="KSO_WM_TEMPLATE_CATEGORY" val="diagram"/>
  <p:tag name="KSO_WM_TEMPLATE_INDEX" val="20193926"/>
  <p:tag name="KSO_WM_UNIT_LAYERLEVEL" val="1"/>
  <p:tag name="KSO_WM_TAG_VERSION" val="1.0"/>
  <p:tag name="KSO_WM_BEAUTIFY_FLAG" val="#wm#"/>
  <p:tag name="KSO_WM_UNIT_ADJUSTLAYOUT_ID" val="48"/>
  <p:tag name="KSO_WM_UNIT_COLOR_SCHEME_SHAPE_ID" val="48"/>
  <p:tag name="KSO_WM_UNIT_COLOR_SCHEME_PARENT_PAGE" val="0_1"/>
  <p:tag name="KSO_WM_UNIT_DECOLORIZATION" val="1"/>
</p:tagLst>
</file>

<file path=ppt/tags/tag1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1"/>
  <p:tag name="KSO_WM_UNIT_ID" val="diagram20193926_1*i*41"/>
  <p:tag name="KSO_WM_TEMPLATE_CATEGORY" val="diagram"/>
  <p:tag name="KSO_WM_TEMPLATE_INDEX" val="20193926"/>
  <p:tag name="KSO_WM_UNIT_LAYERLEVEL" val="1"/>
  <p:tag name="KSO_WM_TAG_VERSION" val="1.0"/>
  <p:tag name="KSO_WM_BEAUTIFY_FLAG" val="#wm#"/>
  <p:tag name="KSO_WM_UNIT_ADJUSTLAYOUT_ID" val="49"/>
  <p:tag name="KSO_WM_UNIT_COLOR_SCHEME_SHAPE_ID" val="49"/>
  <p:tag name="KSO_WM_UNIT_COLOR_SCHEME_PARENT_PAGE" val="0_1"/>
  <p:tag name="KSO_WM_UNIT_DECOLORIZATION" val="1"/>
</p:tagLst>
</file>

<file path=ppt/tags/tag1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2"/>
  <p:tag name="KSO_WM_UNIT_ID" val="diagram20193926_1*i*42"/>
  <p:tag name="KSO_WM_TEMPLATE_CATEGORY" val="diagram"/>
  <p:tag name="KSO_WM_TEMPLATE_INDEX" val="20193926"/>
  <p:tag name="KSO_WM_UNIT_LAYERLEVEL" val="1"/>
  <p:tag name="KSO_WM_TAG_VERSION" val="1.0"/>
  <p:tag name="KSO_WM_BEAUTIFY_FLAG" val="#wm#"/>
  <p:tag name="KSO_WM_UNIT_ADJUSTLAYOUT_ID" val="50"/>
  <p:tag name="KSO_WM_UNIT_COLOR_SCHEME_SHAPE_ID" val="50"/>
  <p:tag name="KSO_WM_UNIT_COLOR_SCHEME_PARENT_PAGE" val="0_1"/>
  <p:tag name="KSO_WM_UNIT_DECOLORIZATION" val="1"/>
</p:tagLst>
</file>

<file path=ppt/tags/tag1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3"/>
  <p:tag name="KSO_WM_UNIT_ID" val="diagram20193926_1*i*43"/>
  <p:tag name="KSO_WM_TEMPLATE_CATEGORY" val="diagram"/>
  <p:tag name="KSO_WM_TEMPLATE_INDEX" val="20193926"/>
  <p:tag name="KSO_WM_UNIT_LAYERLEVEL" val="1"/>
  <p:tag name="KSO_WM_TAG_VERSION" val="1.0"/>
  <p:tag name="KSO_WM_BEAUTIFY_FLAG" val="#wm#"/>
  <p:tag name="KSO_WM_UNIT_ADJUSTLAYOUT_ID" val="51"/>
  <p:tag name="KSO_WM_UNIT_COLOR_SCHEME_SHAPE_ID" val="51"/>
  <p:tag name="KSO_WM_UNIT_COLOR_SCHEME_PARENT_PAGE" val="0_1"/>
  <p:tag name="KSO_WM_UNIT_DECOLORIZATION" val="1"/>
</p:tagLst>
</file>

<file path=ppt/tags/tag1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4"/>
  <p:tag name="KSO_WM_UNIT_ID" val="diagram20193926_1*i*44"/>
  <p:tag name="KSO_WM_TEMPLATE_CATEGORY" val="diagram"/>
  <p:tag name="KSO_WM_TEMPLATE_INDEX" val="20193926"/>
  <p:tag name="KSO_WM_UNIT_LAYERLEVEL" val="1"/>
  <p:tag name="KSO_WM_TAG_VERSION" val="1.0"/>
  <p:tag name="KSO_WM_BEAUTIFY_FLAG" val="#wm#"/>
  <p:tag name="KSO_WM_UNIT_ADJUSTLAYOUT_ID" val="52"/>
  <p:tag name="KSO_WM_UNIT_COLOR_SCHEME_SHAPE_ID" val="52"/>
  <p:tag name="KSO_WM_UNIT_COLOR_SCHEME_PARENT_PAGE" val="0_1"/>
  <p:tag name="KSO_WM_UNIT_DECOLORIZATION" val="1"/>
</p:tagLst>
</file>

<file path=ppt/tags/tag1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5"/>
  <p:tag name="KSO_WM_UNIT_ID" val="diagram20193926_1*i*45"/>
  <p:tag name="KSO_WM_TEMPLATE_CATEGORY" val="diagram"/>
  <p:tag name="KSO_WM_TEMPLATE_INDEX" val="20193926"/>
  <p:tag name="KSO_WM_UNIT_LAYERLEVEL" val="1"/>
  <p:tag name="KSO_WM_TAG_VERSION" val="1.0"/>
  <p:tag name="KSO_WM_BEAUTIFY_FLAG" val="#wm#"/>
  <p:tag name="KSO_WM_UNIT_ADJUSTLAYOUT_ID" val="53"/>
  <p:tag name="KSO_WM_UNIT_COLOR_SCHEME_SHAPE_ID" val="53"/>
  <p:tag name="KSO_WM_UNIT_COLOR_SCHEME_PARENT_PAGE" val="0_1"/>
  <p:tag name="KSO_WM_UNIT_DECOLORIZATION" val="1"/>
</p:tagLst>
</file>

<file path=ppt/tags/tag1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6"/>
  <p:tag name="KSO_WM_UNIT_ID" val="diagram20193926_1*i*46"/>
  <p:tag name="KSO_WM_TEMPLATE_CATEGORY" val="diagram"/>
  <p:tag name="KSO_WM_TEMPLATE_INDEX" val="20193926"/>
  <p:tag name="KSO_WM_UNIT_LAYERLEVEL" val="1"/>
  <p:tag name="KSO_WM_TAG_VERSION" val="1.0"/>
  <p:tag name="KSO_WM_BEAUTIFY_FLAG" val="#wm#"/>
  <p:tag name="KSO_WM_UNIT_ADJUSTLAYOUT_ID" val="54"/>
  <p:tag name="KSO_WM_UNIT_COLOR_SCHEME_SHAPE_ID" val="54"/>
  <p:tag name="KSO_WM_UNIT_COLOR_SCHEME_PARENT_PAGE" val="0_1"/>
  <p:tag name="KSO_WM_UNIT_DECOLORIZATION" val="1"/>
</p:tagLst>
</file>

<file path=ppt/tags/tag1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7"/>
  <p:tag name="KSO_WM_UNIT_ID" val="diagram20193926_1*i*47"/>
  <p:tag name="KSO_WM_TEMPLATE_CATEGORY" val="diagram"/>
  <p:tag name="KSO_WM_TEMPLATE_INDEX" val="20193926"/>
  <p:tag name="KSO_WM_UNIT_LAYERLEVEL" val="1"/>
  <p:tag name="KSO_WM_TAG_VERSION" val="1.0"/>
  <p:tag name="KSO_WM_BEAUTIFY_FLAG" val="#wm#"/>
  <p:tag name="KSO_WM_UNIT_ADJUSTLAYOUT_ID" val="55"/>
  <p:tag name="KSO_WM_UNIT_COLOR_SCHEME_SHAPE_ID" val="55"/>
  <p:tag name="KSO_WM_UNIT_COLOR_SCHEME_PARENT_PAGE" val="0_1"/>
  <p:tag name="KSO_WM_UNIT_DECOLORIZATION" val="1"/>
</p:tagLst>
</file>

<file path=ppt/tags/tag1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8"/>
  <p:tag name="KSO_WM_UNIT_ID" val="diagram20193926_1*i*48"/>
  <p:tag name="KSO_WM_TEMPLATE_CATEGORY" val="diagram"/>
  <p:tag name="KSO_WM_TEMPLATE_INDEX" val="20193926"/>
  <p:tag name="KSO_WM_UNIT_LAYERLEVEL" val="1"/>
  <p:tag name="KSO_WM_TAG_VERSION" val="1.0"/>
  <p:tag name="KSO_WM_BEAUTIFY_FLAG" val="#wm#"/>
  <p:tag name="KSO_WM_UNIT_ADJUSTLAYOUT_ID" val="56"/>
  <p:tag name="KSO_WM_UNIT_COLOR_SCHEME_SHAPE_ID" val="56"/>
  <p:tag name="KSO_WM_UNIT_COLOR_SCHEME_PARENT_PAGE" val="0_1"/>
  <p:tag name="KSO_WM_UNIT_DECOLORIZATION" val="1"/>
</p:tagLst>
</file>

<file path=ppt/tags/tag1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9"/>
  <p:tag name="KSO_WM_UNIT_ID" val="diagram20193926_1*i*49"/>
  <p:tag name="KSO_WM_TEMPLATE_CATEGORY" val="diagram"/>
  <p:tag name="KSO_WM_TEMPLATE_INDEX" val="20193926"/>
  <p:tag name="KSO_WM_UNIT_LAYERLEVEL" val="1"/>
  <p:tag name="KSO_WM_TAG_VERSION" val="1.0"/>
  <p:tag name="KSO_WM_BEAUTIFY_FLAG" val="#wm#"/>
  <p:tag name="KSO_WM_UNIT_ADJUSTLAYOUT_ID" val="57"/>
  <p:tag name="KSO_WM_UNIT_COLOR_SCHEME_SHAPE_ID" val="57"/>
  <p:tag name="KSO_WM_UNIT_COLOR_SCHEME_PARENT_PAGE" val="0_1"/>
  <p:tag name="KSO_WM_UNIT_DECOLORIZATION" val="1"/>
</p:tagLst>
</file>

<file path=ppt/tags/tag1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0"/>
  <p:tag name="KSO_WM_UNIT_ID" val="diagram20193926_1*i*50"/>
  <p:tag name="KSO_WM_TEMPLATE_CATEGORY" val="diagram"/>
  <p:tag name="KSO_WM_TEMPLATE_INDEX" val="20193926"/>
  <p:tag name="KSO_WM_UNIT_LAYERLEVEL" val="1"/>
  <p:tag name="KSO_WM_TAG_VERSION" val="1.0"/>
  <p:tag name="KSO_WM_BEAUTIFY_FLAG" val="#wm#"/>
  <p:tag name="KSO_WM_UNIT_ADJUSTLAYOUT_ID" val="58"/>
  <p:tag name="KSO_WM_UNIT_COLOR_SCHEME_SHAPE_ID" val="58"/>
  <p:tag name="KSO_WM_UNIT_COLOR_SCHEME_PARENT_PAGE" val="0_1"/>
  <p:tag name="KSO_WM_UNIT_DECOLORIZATION" val="1"/>
</p:tagLst>
</file>

<file path=ppt/tags/tag1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1"/>
  <p:tag name="KSO_WM_UNIT_ID" val="diagram20193926_1*i*51"/>
  <p:tag name="KSO_WM_TEMPLATE_CATEGORY" val="diagram"/>
  <p:tag name="KSO_WM_TEMPLATE_INDEX" val="20193926"/>
  <p:tag name="KSO_WM_UNIT_LAYERLEVEL" val="1"/>
  <p:tag name="KSO_WM_TAG_VERSION" val="1.0"/>
  <p:tag name="KSO_WM_BEAUTIFY_FLAG" val="#wm#"/>
  <p:tag name="KSO_WM_UNIT_ADJUSTLAYOUT_ID" val="59"/>
  <p:tag name="KSO_WM_UNIT_COLOR_SCHEME_SHAPE_ID" val="59"/>
  <p:tag name="KSO_WM_UNIT_COLOR_SCHEME_PARENT_PAGE" val="0_1"/>
  <p:tag name="KSO_WM_UNIT_DECOLORIZATION" val="1"/>
</p:tagLst>
</file>

<file path=ppt/tags/tag1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2"/>
  <p:tag name="KSO_WM_UNIT_ID" val="diagram20193926_1*i*52"/>
  <p:tag name="KSO_WM_TEMPLATE_CATEGORY" val="diagram"/>
  <p:tag name="KSO_WM_TEMPLATE_INDEX" val="20193926"/>
  <p:tag name="KSO_WM_UNIT_LAYERLEVEL" val="1"/>
  <p:tag name="KSO_WM_TAG_VERSION" val="1.0"/>
  <p:tag name="KSO_WM_BEAUTIFY_FLAG" val="#wm#"/>
  <p:tag name="KSO_WM_UNIT_ADJUSTLAYOUT_ID" val="60"/>
  <p:tag name="KSO_WM_UNIT_COLOR_SCHEME_SHAPE_ID" val="60"/>
  <p:tag name="KSO_WM_UNIT_COLOR_SCHEME_PARENT_PAGE" val="0_1"/>
  <p:tag name="KSO_WM_UNIT_DECOLORIZATION" val="1"/>
</p:tagLst>
</file>

<file path=ppt/tags/tag1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3"/>
  <p:tag name="KSO_WM_UNIT_ID" val="diagram20193926_1*i*53"/>
  <p:tag name="KSO_WM_TEMPLATE_CATEGORY" val="diagram"/>
  <p:tag name="KSO_WM_TEMPLATE_INDEX" val="20193926"/>
  <p:tag name="KSO_WM_UNIT_LAYERLEVEL" val="1"/>
  <p:tag name="KSO_WM_TAG_VERSION" val="1.0"/>
  <p:tag name="KSO_WM_BEAUTIFY_FLAG" val="#wm#"/>
  <p:tag name="KSO_WM_UNIT_ADJUSTLAYOUT_ID" val="61"/>
  <p:tag name="KSO_WM_UNIT_COLOR_SCHEME_SHAPE_ID" val="61"/>
  <p:tag name="KSO_WM_UNIT_COLOR_SCHEME_PARENT_PAGE" val="0_1"/>
  <p:tag name="KSO_WM_UNIT_DECOLORIZATION" val="1"/>
</p:tagLst>
</file>

<file path=ppt/tags/tag1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4"/>
  <p:tag name="KSO_WM_UNIT_ID" val="diagram20193926_1*i*54"/>
  <p:tag name="KSO_WM_TEMPLATE_CATEGORY" val="diagram"/>
  <p:tag name="KSO_WM_TEMPLATE_INDEX" val="20193926"/>
  <p:tag name="KSO_WM_UNIT_LAYERLEVEL" val="1"/>
  <p:tag name="KSO_WM_TAG_VERSION" val="1.0"/>
  <p:tag name="KSO_WM_BEAUTIFY_FLAG" val="#wm#"/>
  <p:tag name="KSO_WM_UNIT_ADJUSTLAYOUT_ID" val="62"/>
  <p:tag name="KSO_WM_UNIT_COLOR_SCHEME_SHAPE_ID" val="62"/>
  <p:tag name="KSO_WM_UNIT_COLOR_SCHEME_PARENT_PAGE" val="0_1"/>
  <p:tag name="KSO_WM_UNIT_DECOLORIZATION" val="1"/>
</p:tagLst>
</file>

<file path=ppt/tags/tag1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5"/>
  <p:tag name="KSO_WM_UNIT_ID" val="diagram20193926_1*i*55"/>
  <p:tag name="KSO_WM_TEMPLATE_CATEGORY" val="diagram"/>
  <p:tag name="KSO_WM_TEMPLATE_INDEX" val="20193926"/>
  <p:tag name="KSO_WM_UNIT_LAYERLEVEL" val="1"/>
  <p:tag name="KSO_WM_TAG_VERSION" val="1.0"/>
  <p:tag name="KSO_WM_BEAUTIFY_FLAG" val="#wm#"/>
  <p:tag name="KSO_WM_UNIT_ADJUSTLAYOUT_ID" val="63"/>
  <p:tag name="KSO_WM_UNIT_COLOR_SCHEME_SHAPE_ID" val="63"/>
  <p:tag name="KSO_WM_UNIT_COLOR_SCHEME_PARENT_PAGE" val="0_1"/>
  <p:tag name="KSO_WM_UNIT_DECOLORIZATION" val="1"/>
</p:tagLst>
</file>

<file path=ppt/tags/tag1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6"/>
  <p:tag name="KSO_WM_UNIT_ID" val="diagram20193926_1*i*56"/>
  <p:tag name="KSO_WM_TEMPLATE_CATEGORY" val="diagram"/>
  <p:tag name="KSO_WM_TEMPLATE_INDEX" val="20193926"/>
  <p:tag name="KSO_WM_UNIT_LAYERLEVEL" val="1"/>
  <p:tag name="KSO_WM_TAG_VERSION" val="1.0"/>
  <p:tag name="KSO_WM_BEAUTIFY_FLAG" val="#wm#"/>
  <p:tag name="KSO_WM_UNIT_ADJUSTLAYOUT_ID" val="64"/>
  <p:tag name="KSO_WM_UNIT_COLOR_SCHEME_SHAPE_ID" val="64"/>
  <p:tag name="KSO_WM_UNIT_COLOR_SCHEME_PARENT_PAGE" val="0_1"/>
  <p:tag name="KSO_WM_UNIT_DECOLORIZATION" val="1"/>
</p:tagLst>
</file>

<file path=ppt/tags/tag1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7"/>
  <p:tag name="KSO_WM_UNIT_ID" val="diagram20193926_1*i*57"/>
  <p:tag name="KSO_WM_TEMPLATE_CATEGORY" val="diagram"/>
  <p:tag name="KSO_WM_TEMPLATE_INDEX" val="20193926"/>
  <p:tag name="KSO_WM_UNIT_LAYERLEVEL" val="1"/>
  <p:tag name="KSO_WM_TAG_VERSION" val="1.0"/>
  <p:tag name="KSO_WM_BEAUTIFY_FLAG" val="#wm#"/>
  <p:tag name="KSO_WM_UNIT_ADJUSTLAYOUT_ID" val="65"/>
  <p:tag name="KSO_WM_UNIT_COLOR_SCHEME_SHAPE_ID" val="65"/>
  <p:tag name="KSO_WM_UNIT_COLOR_SCHEME_PARENT_PAGE" val="0_1"/>
  <p:tag name="KSO_WM_UNIT_DECOLORIZATION" val="1"/>
</p:tagLst>
</file>

<file path=ppt/tags/tag1245.xml><?xml version="1.0" encoding="utf-8"?>
<p:tagLst xmlns:p="http://schemas.openxmlformats.org/presentationml/2006/main">
  <p:tag name="KSO_WM_UNIT_VALUE" val="741*1482"/>
  <p:tag name="KSO_WM_UNIT_HIGHLIGHT" val="0"/>
  <p:tag name="KSO_WM_UNIT_COMPATIBLE" val="0"/>
  <p:tag name="KSO_WM_UNIT_DIAGRAM_ISNUMVISUAL" val="0"/>
  <p:tag name="KSO_WM_UNIT_DIAGRAM_ISREFERUNIT" val="0"/>
  <p:tag name="KSO_WM_UNIT_TYPE" val="d"/>
  <p:tag name="KSO_WM_UNIT_INDEX" val="1"/>
  <p:tag name="KSO_WM_UNIT_ID" val="diagram20193926_1*d*1"/>
  <p:tag name="KSO_WM_TEMPLATE_CATEGORY" val="diagram"/>
  <p:tag name="KSO_WM_TEMPLATE_INDEX" val="20193926"/>
  <p:tag name="KSO_WM_UNIT_LAYERLEVEL" val="1"/>
  <p:tag name="KSO_WM_TAG_VERSION" val="1.0"/>
  <p:tag name="KSO_WM_BEAUTIFY_FLAG" val="#wm#"/>
  <p:tag name="KSO_WM_UNIT_ADJUSTLAYOUT_ID" val="4"/>
  <p:tag name="KSO_WM_UNIT_PICTURE_CLIP_FLAG" val="0"/>
  <p:tag name="KSO_WM_UNIT_COLOR_SCHEME_SHAPE_ID" val="4"/>
  <p:tag name="KSO_WM_UNIT_COLOR_SCHEME_PARENT_PAGE" val="0_1"/>
  <p:tag name="REFSHAPE" val="823497700"/>
</p:tagLst>
</file>

<file path=ppt/tags/tag1246.xml><?xml version="1.0" encoding="utf-8"?>
<p:tagLst xmlns:p="http://schemas.openxmlformats.org/presentationml/2006/main">
  <p:tag name="KSO_WM_UNIT_PRESET_TEXT" val="点击此处添加正文，文字是您思想的提炼，请尽量言简意赅的阐述您的观点；&#13;您的正文已经经字字珠玑，但信息却错综复杂，需要用更多的文字来表述。&#13;为了最终演示发布的良好效果，请您尽量提炼思想的精髓，否则容易造成观者的阅读压力，适得其反。&#13;更多时候我们只需播下一颗种子，自然有微风吹拂，雨露滋养；恰如其分的表达观点，往往事半功倍。&#13;为了能让您有更直观的字数感受，进一步方便使用，我们为您标注了最适合的位置。您输入的文字到这里，就是最佳视觉效果，请您务必注意。"/>
  <p:tag name="KSO_WM_UNIT_TEXT_PART_ID" val="2-e"/>
  <p:tag name="KSO_WM_UNIT_TEXT_PART_SIZE" val="339.52*434.5"/>
  <p:tag name="KSO_WM_UNIT_VALUE" val="338"/>
  <p:tag name="KSO_WM_UNIT_HIGHLIGHT" val="0"/>
  <p:tag name="KSO_WM_UNIT_COMPATIBLE" val="0"/>
  <p:tag name="KSO_WM_UNIT_DIAGRAM_ISNUMVISUAL" val="0"/>
  <p:tag name="KSO_WM_UNIT_DIAGRAM_ISREFERUNIT" val="0"/>
  <p:tag name="KSO_WM_UNIT_TYPE" val="f"/>
  <p:tag name="KSO_WM_UNIT_INDEX" val="1"/>
  <p:tag name="KSO_WM_UNIT_ID" val="diagram20193926_1*f*1"/>
  <p:tag name="KSO_WM_TEMPLATE_CATEGORY" val="diagram"/>
  <p:tag name="KSO_WM_TEMPLATE_INDEX" val="20193926"/>
  <p:tag name="KSO_WM_UNIT_LAYERLEVEL" val="1"/>
  <p:tag name="KSO_WM_TAG_VERSION" val="1.0"/>
  <p:tag name="KSO_WM_BEAUTIFY_FLAG" val="#wm#"/>
  <p:tag name="KSO_WM_UNIT_ADJUSTLAYOUT_ID" val="5"/>
  <p:tag name="KSO_WM_UNIT_COLOR_SCHEME_SHAPE_ID" val="5"/>
  <p:tag name="KSO_WM_UNIT_COLOR_SCHEME_PARENT_PAGE" val="0_1"/>
  <p:tag name="KSO_WM_UNIT_TEXT_PART_ID_V2" val="d-2-1"/>
</p:tagLst>
</file>

<file path=ppt/tags/tag1247.xml><?xml version="1.0" encoding="utf-8"?>
<p:tagLst xmlns:p="http://schemas.openxmlformats.org/presentationml/2006/main">
  <p:tag name="KSO_WM_UNIT_ISCONTENTSTITLE" val="0"/>
  <p:tag name="KSO_WM_UNIT_PRESET_TEXT" val="单击添加大标题"/>
  <p:tag name="KSO_WM_UNIT_TEXT_PART_ID" val="3-X"/>
  <p:tag name="KSO_WM_UNIT_TEXT_PART_SIZE" val="49.2*832"/>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3926_1*a*1"/>
  <p:tag name="KSO_WM_TEMPLATE_CATEGORY" val="diagram"/>
  <p:tag name="KSO_WM_TEMPLATE_INDEX" val="20193926"/>
  <p:tag name="KSO_WM_UNIT_LAYERLEVEL" val="1"/>
  <p:tag name="KSO_WM_TAG_VERSION" val="1.0"/>
  <p:tag name="KSO_WM_BEAUTIFY_FLAG" val="#wm#"/>
  <p:tag name="KSO_WM_UNIT_ADJUSTLAYOUT_ID" val="67"/>
  <p:tag name="KSO_WM_UNIT_COLOR_SCHEME_SHAPE_ID" val="67"/>
  <p:tag name="KSO_WM_UNIT_COLOR_SCHEME_PARENT_PAGE" val="0_1"/>
</p:tagLst>
</file>

<file path=ppt/tags/tag1248.xml><?xml version="1.0" encoding="utf-8"?>
<p:tagLst xmlns:p="http://schemas.openxmlformats.org/presentationml/2006/main">
  <p:tag name="KSO_WM_BEAUTIFY_FLAG" val="#wm#"/>
  <p:tag name="KSO_WM_TEMPLATE_CATEGORY" val="diagram"/>
  <p:tag name="KSO_WM_TEMPLATE_INDEX" val="20193926"/>
  <p:tag name="KSO_WM_SLIDE_ID" val="diagram20193926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UNIT_SHOW_EDIT_AREA_INDICATION" val="1"/>
  <p:tag name="KSO_WM_SLIDE_SIZE" val="899*436"/>
  <p:tag name="KSO_WM_SLIDE_POSITION" val="27*44"/>
  <p:tag name="KSO_WM_TAG_VERSION" val="1.0"/>
  <p:tag name="KSO_WM_SLIDE_LAYOUT" val="a_d_f"/>
  <p:tag name="KSO_WM_SLIDE_LAYOUT_CNT" val="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direction&quot;: 1,&#10;    &quot;id&quot;: &quot;2020-03-30T16:33:34&quot;,&#10;    &quot;maxSize&quot;: {&#10;        &quot;size1&quot;: 57&#10;    },&#10;    &quot;minSize&quot;: {&#10;        &quot;size1&quot;: 57&#10;    },&#10;    &quot;normalSize&quot;: {&#10;        &quot;size1&quot;: 57&#10;    },&#10;    &quot;subLayout&quot;: [&#10;        {&#10;            &quot;id&quot;: &quot;2020-03-30T16:33:34&quot;,&#10;            &quot;margin&quot;: {&#10;                &quot;bottom&quot;: 1.690000057220459,&#10;                &quot;left&quot;: 2.5399999618530273,&#10;                &quot;right&quot;: 1.6770000457763672,&#10;                &quot;top&quot;: 1.690000057220459&#10;            },&#10;            &quot;type&quot;: 0&#10;        },&#10;        {&#10;            &quot;id&quot;: &quot;2020-03-30T16:33:34&quot;,&#10;            &quot;maxSize&quot;: {&#10;                &quot;size1&quot;: 57.399999999999999&#10;            },&#10;            &quot;minSize&quot;: {&#10;                &quot;size1&quot;: 44.299999999999997&#10;            },&#10;            &quot;normalSize&quot;: {&#10;                &quot;size1&quot;: 50.700000000000003&#10;            },&#10;            &quot;subLayout&quot;: [&#10;                {&#10;                    &quot;id&quot;: &quot;2020-03-30T16:33:34&quot;,&#10;                    &quot;margin&quot;: {&#10;                        &quot;bottom&quot;: 0.29100000858306885,&#10;                        &quot;left&quot;: 0.026000002399086952,&#10;                        &quot;right&quot;: 1.690000057220459,&#10;                        &quot;top&quot;: 1.690000057220459&#10;                    },&#10;                    &quot;type&quot;: 0&#10;                },&#10;                {&#10;                    &quot;id&quot;: &quot;2020-03-30T16:33:34&quot;,&#10;                    &quot;margin&quot;: {&#10;                        &quot;bottom&quot;: 1.690000057220459,&#10;                        &quot;left&quot;: 0.026000002399086952,&#10;                        &quot;right&quot;: 1.690000057220459,&#10;                        &quot;top&quot;: 0.026000002399086952&#10;                    },&#10;                    &quot;type&quot;: 0&#10;                }&#10;            ],&#10;            &quot;type&quot;: 0&#10;        }&#10;    ],&#10;    &quot;type&quot;: 0&#10;}&#10;"/>
  <p:tag name="KSO_WM_SLIDE_CAN_ADD_NAVIGATION" val="1"/>
  <p:tag name="KSO_WM_SLIDE_BACKGROUND" val="[&quot;general&quot;,&quot;frame&quot;]"/>
  <p:tag name="KSO_WM_SLIDE_RATIO" val="1.777778"/>
  <p:tag name="KSO_WM_SLIDE_BK_DARK_LIGHT" val="2"/>
  <p:tag name="KSO_WM_SLIDE_BACKGROUND_TYPE" val="frame"/>
  <p:tag name="KSO_WM_SLIDE_MODEL_TYPE" val="cover"/>
  <p:tag name="KSO_WM_SLIDE_CONSTRAINT" val="%7b%22slideConstraint%22%3a%7b%22seriesAreas%22%3a%5b%5d%2c%22singleAreas%22%3a%5b%7b%22shapes%22%3a%5b4%5d%2c%22serialConstraintIndex%22%3a-1%2c%22areatextmark%22%3a0%2c%22pictureprocessmark%22%3a0%7d%5d%7d%7d"/>
  <p:tag name="KSO_WM_SLIDE_COLORSCHEME_VERSION" val="3.2"/>
</p:tagLst>
</file>

<file path=ppt/tags/tag1249.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4"/>
  <p:tag name="KSO_WM_UNIT_ID" val="diagram20200761_1*i*4"/>
  <p:tag name="KSO_WM_TEMPLATE_CATEGORY" val="diagram"/>
  <p:tag name="KSO_WM_TEMPLATE_INDEX" val="20200761"/>
  <p:tag name="KSO_WM_UNIT_LAYERLEVEL" val="1"/>
  <p:tag name="KSO_WM_TAG_VERSION" val="1.0"/>
  <p:tag name="KSO_WM_BEAUTIFY_FLAG" val="#wm#"/>
</p:tagLst>
</file>

<file path=ppt/tags/tag1250.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1"/>
  <p:tag name="KSO_WM_UNIT_ID" val="diagram20200761_1*i*1"/>
  <p:tag name="KSO_WM_TEMPLATE_CATEGORY" val="diagram"/>
  <p:tag name="KSO_WM_TEMPLATE_INDEX" val="20200761"/>
  <p:tag name="KSO_WM_UNIT_LAYERLEVEL" val="1"/>
  <p:tag name="KSO_WM_TAG_VERSION" val="1.0"/>
  <p:tag name="KSO_WM_BEAUTIFY_FLAG" val="#wm#"/>
</p:tagLst>
</file>

<file path=ppt/tags/tag1251.xml><?xml version="1.0" encoding="utf-8"?>
<p:tagLst xmlns:p="http://schemas.openxmlformats.org/presentationml/2006/main">
  <p:tag name="KSO_WM_UNIT_ISCONTENTSTITLE" val="0"/>
  <p:tag name="KSO_WM_UNIT_NOCLEAR" val="0"/>
  <p:tag name="KSO_WM_UNIT_SHOW_EDIT_AREA_INDICATION" val="0"/>
  <p:tag name="KSO_WM_UNIT_VALUE" val="7"/>
  <p:tag name="KSO_WM_UNIT_HIGHLIGHT" val="0"/>
  <p:tag name="KSO_WM_UNIT_COMPATIBLE" val="0"/>
  <p:tag name="KSO_WM_UNIT_DIAGRAM_ISNUMVISUAL" val="0"/>
  <p:tag name="KSO_WM_UNIT_DIAGRAM_IS_NEED_ADD_PATH_ANIM" val="0"/>
  <p:tag name="KSO_WM_UNIT_DIAGRAM_ISREFERUNIT" val="0"/>
  <p:tag name="KSO_WM_UNIT_TYPE" val="a"/>
  <p:tag name="KSO_WM_UNIT_INDEX" val="1"/>
  <p:tag name="KSO_WM_UNIT_ID" val="diagram20200761_1*a*1"/>
  <p:tag name="KSO_WM_TEMPLATE_CATEGORY" val="diagram"/>
  <p:tag name="KSO_WM_TEMPLATE_INDEX" val="20200761"/>
  <p:tag name="KSO_WM_UNIT_LAYERLEVEL" val="1"/>
  <p:tag name="KSO_WM_TAG_VERSION" val="1.0"/>
  <p:tag name="KSO_WM_BEAUTIFY_FLAG" val="#wm#"/>
  <p:tag name="KSO_WM_UNIT_PRESET_TEXT" val="插入超链接"/>
</p:tagLst>
</file>

<file path=ppt/tags/tag1252.xml><?xml version="1.0" encoding="utf-8"?>
<p:tagLst xmlns:p="http://schemas.openxmlformats.org/presentationml/2006/main">
  <p:tag name="KSO_WM_UNIT_NOCLEAR" val="0"/>
  <p:tag name="KSO_WM_UNIT_SHOW_EDIT_AREA_INDICATION" val="0"/>
  <p:tag name="KSO_WM_UNIT_VALUE" val="45"/>
  <p:tag name="KSO_WM_UNIT_HIGHLIGHT" val="0"/>
  <p:tag name="KSO_WM_UNIT_COMPATIBLE" val="0"/>
  <p:tag name="KSO_WM_UNIT_DIAGRAM_ISNUMVISUAL" val="0"/>
  <p:tag name="KSO_WM_UNIT_DIAGRAM_IS_NEED_ADD_PATH_ANIM" val="0"/>
  <p:tag name="KSO_WM_UNIT_DIAGRAM_ISREFERUNIT" val="0"/>
  <p:tag name="KSO_WM_UNIT_TYPE" val="f"/>
  <p:tag name="KSO_WM_UNIT_INDEX" val="1"/>
  <p:tag name="KSO_WM_UNIT_ID" val="diagram20200761_1*f*1"/>
  <p:tag name="KSO_WM_TEMPLATE_CATEGORY" val="diagram"/>
  <p:tag name="KSO_WM_TEMPLATE_INDEX" val="20200761"/>
  <p:tag name="KSO_WM_UNIT_LAYERLEVEL" val="1"/>
  <p:tag name="KSO_WM_TAG_VERSION" val="1.0"/>
  <p:tag name="KSO_WM_BEAUTIFY_FLAG" val="#wm#"/>
  <p:tag name="KSO_WM_UNIT_PRESET_TEXT" val="小伙伴可能会发现“动作”中的单击鼠标触发的效果，跟插入超链接是差不多的。"/>
</p:tagLst>
</file>

<file path=ppt/tags/tag1253.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5"/>
  <p:tag name="KSO_WM_UNIT_ID" val="diagram20200761_1*i*5"/>
  <p:tag name="KSO_WM_TEMPLATE_CATEGORY" val="diagram"/>
  <p:tag name="KSO_WM_TEMPLATE_INDEX" val="20200761"/>
  <p:tag name="KSO_WM_UNIT_LAYERLEVEL" val="1"/>
  <p:tag name="KSO_WM_TAG_VERSION" val="1.0"/>
  <p:tag name="KSO_WM_BEAUTIFY_FLAG" val="#wm#"/>
</p:tagLst>
</file>

<file path=ppt/tags/tag1254.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7"/>
  <p:tag name="KSO_WM_UNIT_ID" val="diagram20200761_1*i*7"/>
  <p:tag name="KSO_WM_TEMPLATE_CATEGORY" val="diagram"/>
  <p:tag name="KSO_WM_TEMPLATE_INDEX" val="20200761"/>
  <p:tag name="KSO_WM_UNIT_LAYERLEVEL" val="1"/>
  <p:tag name="KSO_WM_TAG_VERSION" val="1.0"/>
  <p:tag name="KSO_WM_BEAUTIFY_FLAG" val="#wm#"/>
</p:tagLst>
</file>

<file path=ppt/tags/tag1255.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0761_1*i*8"/>
  <p:tag name="KSO_WM_TEMPLATE_CATEGORY" val="diagram"/>
  <p:tag name="KSO_WM_TEMPLATE_INDEX" val="20200761"/>
  <p:tag name="KSO_WM_UNIT_LAYERLEVEL" val="1"/>
  <p:tag name="KSO_WM_TAG_VERSION" val="1.0"/>
  <p:tag name="KSO_WM_BEAUTIFY_FLAG" val="#wm#"/>
</p:tagLst>
</file>

<file path=ppt/tags/tag1256.xml><?xml version="1.0" encoding="utf-8"?>
<p:tagLst xmlns:p="http://schemas.openxmlformats.org/presentationml/2006/main">
  <p:tag name="KSO_WM_SLIDE_ID" val="diagram20200761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TEMPLATE_MASTER_THUMB_INDEX" val="0"/>
  <p:tag name="KSO_WM_UNIT_SHOW_EDIT_AREA_INDICATION" val="0"/>
  <p:tag name="KSO_WM_SLIDE_SIZE" val="1008*511"/>
  <p:tag name="KSO_WM_SLIDE_POSITION" val="16*13"/>
  <p:tag name="KSO_WM_TAG_VERSION" val="1.0"/>
  <p:tag name="KSO_WM_BEAUTIFY_FLAG" val="#wm#"/>
  <p:tag name="KSO_WM_TEMPLATE_CATEGORY" val="diagram"/>
  <p:tag name="KSO_WM_TEMPLATE_INDEX" val="20200761"/>
  <p:tag name="KSO_WM_SLIDE_LAYOUT" val="a_d_f"/>
  <p:tag name="KSO_WM_SLIDE_LAYOUT_CNT" val="1_1_1"/>
</p:tagLst>
</file>

<file path=ppt/tags/tag1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
  <p:tag name="KSO_WM_TEMPLATE_CATEGORY" val="diagram"/>
  <p:tag name="KSO_WM_TEMPLATE_INDEX" val="20198104"/>
  <p:tag name="KSO_WM_UNIT_LAYERLEVEL" val="1"/>
  <p:tag name="KSO_WM_TAG_VERSION" val="1.0"/>
  <p:tag name="KSO_WM_BEAUTIFY_FLAG" val="#wm#"/>
  <p:tag name="KSO_WM_UNIT_TYPE" val="i"/>
  <p:tag name="KSO_WM_UNIT_INDEX" val="1"/>
  <p:tag name="KSO_WM_UNIT_ADJUSTLAYOUT_ID" val="257"/>
</p:tagLst>
</file>

<file path=ppt/tags/tag1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4"/>
  <p:tag name="KSO_WM_TEMPLATE_CATEGORY" val="diagram"/>
  <p:tag name="KSO_WM_TEMPLATE_INDEX" val="20198104"/>
  <p:tag name="KSO_WM_UNIT_LAYERLEVEL" val="1"/>
  <p:tag name="KSO_WM_TAG_VERSION" val="1.0"/>
  <p:tag name="KSO_WM_BEAUTIFY_FLAG" val="#wm#"/>
  <p:tag name="KSO_WM_UNIT_TYPE" val="i"/>
  <p:tag name="KSO_WM_UNIT_INDEX" val="34"/>
  <p:tag name="KSO_WM_UNIT_ADJUSTLAYOUT_ID" val="259"/>
</p:tagLst>
</file>

<file path=ppt/tags/tag1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5"/>
  <p:tag name="KSO_WM_TEMPLATE_CATEGORY" val="diagram"/>
  <p:tag name="KSO_WM_TEMPLATE_INDEX" val="20198104"/>
  <p:tag name="KSO_WM_UNIT_LAYERLEVEL" val="1"/>
  <p:tag name="KSO_WM_TAG_VERSION" val="1.0"/>
  <p:tag name="KSO_WM_BEAUTIFY_FLAG" val="#wm#"/>
  <p:tag name="KSO_WM_UNIT_TYPE" val="i"/>
  <p:tag name="KSO_WM_UNIT_INDEX" val="45"/>
  <p:tag name="KSO_WM_UNIT_ADJUSTLAYOUT_ID" val="260"/>
</p:tagLst>
</file>

<file path=ppt/tags/tag1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6"/>
  <p:tag name="KSO_WM_TEMPLATE_CATEGORY" val="diagram"/>
  <p:tag name="KSO_WM_TEMPLATE_INDEX" val="20198104"/>
  <p:tag name="KSO_WM_UNIT_LAYERLEVEL" val="1"/>
  <p:tag name="KSO_WM_TAG_VERSION" val="1.0"/>
  <p:tag name="KSO_WM_BEAUTIFY_FLAG" val="#wm#"/>
  <p:tag name="KSO_WM_UNIT_TYPE" val="i"/>
  <p:tag name="KSO_WM_UNIT_INDEX" val="56"/>
  <p:tag name="KSO_WM_UNIT_ADJUSTLAYOUT_ID" val="261"/>
</p:tagLst>
</file>

<file path=ppt/tags/tag1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8"/>
  <p:tag name="KSO_WM_TEMPLATE_CATEGORY" val="diagram"/>
  <p:tag name="KSO_WM_TEMPLATE_INDEX" val="20198104"/>
  <p:tag name="KSO_WM_UNIT_LAYERLEVEL" val="1"/>
  <p:tag name="KSO_WM_TAG_VERSION" val="1.0"/>
  <p:tag name="KSO_WM_BEAUTIFY_FLAG" val="#wm#"/>
  <p:tag name="KSO_WM_UNIT_TYPE" val="i"/>
  <p:tag name="KSO_WM_UNIT_INDEX" val="78"/>
  <p:tag name="KSO_WM_UNIT_ADJUSTLAYOUT_ID" val="613"/>
</p:tagLst>
</file>

<file path=ppt/tags/tag1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9"/>
  <p:tag name="KSO_WM_TEMPLATE_CATEGORY" val="diagram"/>
  <p:tag name="KSO_WM_TEMPLATE_INDEX" val="20198104"/>
  <p:tag name="KSO_WM_UNIT_LAYERLEVEL" val="1"/>
  <p:tag name="KSO_WM_TAG_VERSION" val="1.0"/>
  <p:tag name="KSO_WM_BEAUTIFY_FLAG" val="#wm#"/>
  <p:tag name="KSO_WM_UNIT_TYPE" val="i"/>
  <p:tag name="KSO_WM_UNIT_INDEX" val="89"/>
  <p:tag name="KSO_WM_UNIT_ADJUSTLAYOUT_ID" val="614"/>
</p:tagLst>
</file>

<file path=ppt/tags/tag1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0"/>
  <p:tag name="KSO_WM_TEMPLATE_CATEGORY" val="diagram"/>
  <p:tag name="KSO_WM_TEMPLATE_INDEX" val="20198104"/>
  <p:tag name="KSO_WM_UNIT_LAYERLEVEL" val="1"/>
  <p:tag name="KSO_WM_TAG_VERSION" val="1.0"/>
  <p:tag name="KSO_WM_BEAUTIFY_FLAG" val="#wm#"/>
  <p:tag name="KSO_WM_UNIT_TYPE" val="i"/>
  <p:tag name="KSO_WM_UNIT_INDEX" val="100"/>
  <p:tag name="KSO_WM_UNIT_ADJUSTLAYOUT_ID" val="615"/>
</p:tagLst>
</file>

<file path=ppt/tags/tag1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
  <p:tag name="KSO_WM_TEMPLATE_CATEGORY" val="diagram"/>
  <p:tag name="KSO_WM_TEMPLATE_INDEX" val="20198104"/>
  <p:tag name="KSO_WM_UNIT_LAYERLEVEL" val="1"/>
  <p:tag name="KSO_WM_TAG_VERSION" val="1.0"/>
  <p:tag name="KSO_WM_BEAUTIFY_FLAG" val="#wm#"/>
  <p:tag name="KSO_WM_UNIT_TYPE" val="i"/>
  <p:tag name="KSO_WM_UNIT_INDEX" val="2"/>
  <p:tag name="KSO_WM_UNIT_ADJUSTLAYOUT_ID" val="616"/>
</p:tagLst>
</file>

<file path=ppt/tags/tag1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3"/>
  <p:tag name="KSO_WM_TEMPLATE_CATEGORY" val="diagram"/>
  <p:tag name="KSO_WM_TEMPLATE_INDEX" val="20198104"/>
  <p:tag name="KSO_WM_UNIT_LAYERLEVEL" val="1"/>
  <p:tag name="KSO_WM_TAG_VERSION" val="1.0"/>
  <p:tag name="KSO_WM_BEAUTIFY_FLAG" val="#wm#"/>
  <p:tag name="KSO_WM_UNIT_TYPE" val="i"/>
  <p:tag name="KSO_WM_UNIT_INDEX" val="13"/>
  <p:tag name="KSO_WM_UNIT_ADJUSTLAYOUT_ID" val="617"/>
</p:tagLst>
</file>

<file path=ppt/tags/tag1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5"/>
  <p:tag name="KSO_WM_TEMPLATE_CATEGORY" val="diagram"/>
  <p:tag name="KSO_WM_TEMPLATE_INDEX" val="20198104"/>
  <p:tag name="KSO_WM_UNIT_LAYERLEVEL" val="1"/>
  <p:tag name="KSO_WM_TAG_VERSION" val="1.0"/>
  <p:tag name="KSO_WM_BEAUTIFY_FLAG" val="#wm#"/>
  <p:tag name="KSO_WM_UNIT_TYPE" val="i"/>
  <p:tag name="KSO_WM_UNIT_INDEX" val="15"/>
  <p:tag name="KSO_WM_UNIT_ADJUSTLAYOUT_ID" val="618"/>
</p:tagLst>
</file>

<file path=ppt/tags/tag1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6"/>
  <p:tag name="KSO_WM_TEMPLATE_CATEGORY" val="diagram"/>
  <p:tag name="KSO_WM_TEMPLATE_INDEX" val="20198104"/>
  <p:tag name="KSO_WM_UNIT_LAYERLEVEL" val="1"/>
  <p:tag name="KSO_WM_TAG_VERSION" val="1.0"/>
  <p:tag name="KSO_WM_BEAUTIFY_FLAG" val="#wm#"/>
  <p:tag name="KSO_WM_UNIT_TYPE" val="i"/>
  <p:tag name="KSO_WM_UNIT_INDEX" val="16"/>
  <p:tag name="KSO_WM_UNIT_ADJUSTLAYOUT_ID" val="619"/>
</p:tagLst>
</file>

<file path=ppt/tags/tag1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7"/>
  <p:tag name="KSO_WM_TEMPLATE_CATEGORY" val="diagram"/>
  <p:tag name="KSO_WM_TEMPLATE_INDEX" val="20198104"/>
  <p:tag name="KSO_WM_UNIT_LAYERLEVEL" val="1"/>
  <p:tag name="KSO_WM_TAG_VERSION" val="1.0"/>
  <p:tag name="KSO_WM_BEAUTIFY_FLAG" val="#wm#"/>
  <p:tag name="KSO_WM_UNIT_TYPE" val="i"/>
  <p:tag name="KSO_WM_UNIT_INDEX" val="17"/>
  <p:tag name="KSO_WM_UNIT_ADJUSTLAYOUT_ID" val="620"/>
</p:tagLst>
</file>

<file path=ppt/tags/tag1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8"/>
  <p:tag name="KSO_WM_TEMPLATE_CATEGORY" val="diagram"/>
  <p:tag name="KSO_WM_TEMPLATE_INDEX" val="20198104"/>
  <p:tag name="KSO_WM_UNIT_LAYERLEVEL" val="1"/>
  <p:tag name="KSO_WM_TAG_VERSION" val="1.0"/>
  <p:tag name="KSO_WM_BEAUTIFY_FLAG" val="#wm#"/>
  <p:tag name="KSO_WM_UNIT_TYPE" val="i"/>
  <p:tag name="KSO_WM_UNIT_INDEX" val="18"/>
  <p:tag name="KSO_WM_UNIT_ADJUSTLAYOUT_ID" val="621"/>
</p:tagLst>
</file>

<file path=ppt/tags/tag1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9"/>
  <p:tag name="KSO_WM_TEMPLATE_CATEGORY" val="diagram"/>
  <p:tag name="KSO_WM_TEMPLATE_INDEX" val="20198104"/>
  <p:tag name="KSO_WM_UNIT_LAYERLEVEL" val="1"/>
  <p:tag name="KSO_WM_TAG_VERSION" val="1.0"/>
  <p:tag name="KSO_WM_BEAUTIFY_FLAG" val="#wm#"/>
  <p:tag name="KSO_WM_UNIT_TYPE" val="i"/>
  <p:tag name="KSO_WM_UNIT_INDEX" val="19"/>
  <p:tag name="KSO_WM_UNIT_ADJUSTLAYOUT_ID" val="622"/>
</p:tagLst>
</file>

<file path=ppt/tags/tag1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0"/>
  <p:tag name="KSO_WM_TEMPLATE_CATEGORY" val="diagram"/>
  <p:tag name="KSO_WM_TEMPLATE_INDEX" val="20198104"/>
  <p:tag name="KSO_WM_UNIT_LAYERLEVEL" val="1"/>
  <p:tag name="KSO_WM_TAG_VERSION" val="1.0"/>
  <p:tag name="KSO_WM_BEAUTIFY_FLAG" val="#wm#"/>
  <p:tag name="KSO_WM_UNIT_TYPE" val="i"/>
  <p:tag name="KSO_WM_UNIT_INDEX" val="20"/>
  <p:tag name="KSO_WM_UNIT_ADJUSTLAYOUT_ID" val="603"/>
</p:tagLst>
</file>

<file path=ppt/tags/tag1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1"/>
  <p:tag name="KSO_WM_TEMPLATE_CATEGORY" val="diagram"/>
  <p:tag name="KSO_WM_TEMPLATE_INDEX" val="20198104"/>
  <p:tag name="KSO_WM_UNIT_LAYERLEVEL" val="1"/>
  <p:tag name="KSO_WM_TAG_VERSION" val="1.0"/>
  <p:tag name="KSO_WM_BEAUTIFY_FLAG" val="#wm#"/>
  <p:tag name="KSO_WM_UNIT_TYPE" val="i"/>
  <p:tag name="KSO_WM_UNIT_INDEX" val="21"/>
  <p:tag name="KSO_WM_UNIT_ADJUSTLAYOUT_ID" val="604"/>
</p:tagLst>
</file>

<file path=ppt/tags/tag1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2"/>
  <p:tag name="KSO_WM_TEMPLATE_CATEGORY" val="diagram"/>
  <p:tag name="KSO_WM_TEMPLATE_INDEX" val="20198104"/>
  <p:tag name="KSO_WM_UNIT_LAYERLEVEL" val="1"/>
  <p:tag name="KSO_WM_TAG_VERSION" val="1.0"/>
  <p:tag name="KSO_WM_BEAUTIFY_FLAG" val="#wm#"/>
  <p:tag name="KSO_WM_UNIT_TYPE" val="i"/>
  <p:tag name="KSO_WM_UNIT_INDEX" val="22"/>
  <p:tag name="KSO_WM_UNIT_ADJUSTLAYOUT_ID" val="605"/>
</p:tagLst>
</file>

<file path=ppt/tags/tag1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4"/>
  <p:tag name="KSO_WM_TEMPLATE_CATEGORY" val="diagram"/>
  <p:tag name="KSO_WM_TEMPLATE_INDEX" val="20198104"/>
  <p:tag name="KSO_WM_UNIT_LAYERLEVEL" val="1"/>
  <p:tag name="KSO_WM_TAG_VERSION" val="1.0"/>
  <p:tag name="KSO_WM_BEAUTIFY_FLAG" val="#wm#"/>
  <p:tag name="KSO_WM_UNIT_TYPE" val="i"/>
  <p:tag name="KSO_WM_UNIT_INDEX" val="24"/>
  <p:tag name="KSO_WM_UNIT_ADJUSTLAYOUT_ID" val="606"/>
</p:tagLst>
</file>

<file path=ppt/tags/tag1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5"/>
  <p:tag name="KSO_WM_TEMPLATE_CATEGORY" val="diagram"/>
  <p:tag name="KSO_WM_TEMPLATE_INDEX" val="20198104"/>
  <p:tag name="KSO_WM_UNIT_LAYERLEVEL" val="1"/>
  <p:tag name="KSO_WM_TAG_VERSION" val="1.0"/>
  <p:tag name="KSO_WM_BEAUTIFY_FLAG" val="#wm#"/>
  <p:tag name="KSO_WM_UNIT_TYPE" val="i"/>
  <p:tag name="KSO_WM_UNIT_INDEX" val="25"/>
  <p:tag name="KSO_WM_UNIT_ADJUSTLAYOUT_ID" val="607"/>
</p:tagLst>
</file>

<file path=ppt/tags/tag1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6"/>
  <p:tag name="KSO_WM_TEMPLATE_CATEGORY" val="diagram"/>
  <p:tag name="KSO_WM_TEMPLATE_INDEX" val="20198104"/>
  <p:tag name="KSO_WM_UNIT_LAYERLEVEL" val="1"/>
  <p:tag name="KSO_WM_TAG_VERSION" val="1.0"/>
  <p:tag name="KSO_WM_BEAUTIFY_FLAG" val="#wm#"/>
  <p:tag name="KSO_WM_UNIT_TYPE" val="i"/>
  <p:tag name="KSO_WM_UNIT_INDEX" val="26"/>
  <p:tag name="KSO_WM_UNIT_ADJUSTLAYOUT_ID" val="608"/>
</p:tagLst>
</file>

<file path=ppt/tags/tag1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7"/>
  <p:tag name="KSO_WM_TEMPLATE_CATEGORY" val="diagram"/>
  <p:tag name="KSO_WM_TEMPLATE_INDEX" val="20198104"/>
  <p:tag name="KSO_WM_UNIT_LAYERLEVEL" val="1"/>
  <p:tag name="KSO_WM_TAG_VERSION" val="1.0"/>
  <p:tag name="KSO_WM_BEAUTIFY_FLAG" val="#wm#"/>
  <p:tag name="KSO_WM_UNIT_TYPE" val="i"/>
  <p:tag name="KSO_WM_UNIT_INDEX" val="27"/>
  <p:tag name="KSO_WM_UNIT_ADJUSTLAYOUT_ID" val="609"/>
</p:tagLst>
</file>

<file path=ppt/tags/tag1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8"/>
  <p:tag name="KSO_WM_TEMPLATE_CATEGORY" val="diagram"/>
  <p:tag name="KSO_WM_TEMPLATE_INDEX" val="20198104"/>
  <p:tag name="KSO_WM_UNIT_LAYERLEVEL" val="1"/>
  <p:tag name="KSO_WM_TAG_VERSION" val="1.0"/>
  <p:tag name="KSO_WM_BEAUTIFY_FLAG" val="#wm#"/>
  <p:tag name="KSO_WM_UNIT_TYPE" val="i"/>
  <p:tag name="KSO_WM_UNIT_INDEX" val="28"/>
  <p:tag name="KSO_WM_UNIT_ADJUSTLAYOUT_ID" val="610"/>
</p:tagLst>
</file>

<file path=ppt/tags/tag1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29"/>
  <p:tag name="KSO_WM_TEMPLATE_CATEGORY" val="diagram"/>
  <p:tag name="KSO_WM_TEMPLATE_INDEX" val="20198104"/>
  <p:tag name="KSO_WM_UNIT_LAYERLEVEL" val="1"/>
  <p:tag name="KSO_WM_TAG_VERSION" val="1.0"/>
  <p:tag name="KSO_WM_BEAUTIFY_FLAG" val="#wm#"/>
  <p:tag name="KSO_WM_UNIT_TYPE" val="i"/>
  <p:tag name="KSO_WM_UNIT_INDEX" val="29"/>
  <p:tag name="KSO_WM_UNIT_ADJUSTLAYOUT_ID" val="611"/>
</p:tagLst>
</file>

<file path=ppt/tags/tag1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0"/>
  <p:tag name="KSO_WM_TEMPLATE_CATEGORY" val="diagram"/>
  <p:tag name="KSO_WM_TEMPLATE_INDEX" val="20198104"/>
  <p:tag name="KSO_WM_UNIT_LAYERLEVEL" val="1"/>
  <p:tag name="KSO_WM_TAG_VERSION" val="1.0"/>
  <p:tag name="KSO_WM_BEAUTIFY_FLAG" val="#wm#"/>
  <p:tag name="KSO_WM_UNIT_TYPE" val="i"/>
  <p:tag name="KSO_WM_UNIT_INDEX" val="30"/>
  <p:tag name="KSO_WM_UNIT_ADJUSTLAYOUT_ID" val="612"/>
</p:tagLst>
</file>

<file path=ppt/tags/tag1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1"/>
  <p:tag name="KSO_WM_TEMPLATE_CATEGORY" val="diagram"/>
  <p:tag name="KSO_WM_TEMPLATE_INDEX" val="20198104"/>
  <p:tag name="KSO_WM_UNIT_LAYERLEVEL" val="1"/>
  <p:tag name="KSO_WM_TAG_VERSION" val="1.0"/>
  <p:tag name="KSO_WM_BEAUTIFY_FLAG" val="#wm#"/>
  <p:tag name="KSO_WM_UNIT_TYPE" val="i"/>
  <p:tag name="KSO_WM_UNIT_INDEX" val="31"/>
  <p:tag name="KSO_WM_UNIT_ADJUSTLAYOUT_ID" val="593"/>
</p:tagLst>
</file>

<file path=ppt/tags/tag1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2"/>
  <p:tag name="KSO_WM_TEMPLATE_CATEGORY" val="diagram"/>
  <p:tag name="KSO_WM_TEMPLATE_INDEX" val="20198104"/>
  <p:tag name="KSO_WM_UNIT_LAYERLEVEL" val="1"/>
  <p:tag name="KSO_WM_TAG_VERSION" val="1.0"/>
  <p:tag name="KSO_WM_BEAUTIFY_FLAG" val="#wm#"/>
  <p:tag name="KSO_WM_UNIT_TYPE" val="i"/>
  <p:tag name="KSO_WM_UNIT_INDEX" val="32"/>
  <p:tag name="KSO_WM_UNIT_ADJUSTLAYOUT_ID" val="594"/>
</p:tagLst>
</file>

<file path=ppt/tags/tag1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3"/>
  <p:tag name="KSO_WM_TEMPLATE_CATEGORY" val="diagram"/>
  <p:tag name="KSO_WM_TEMPLATE_INDEX" val="20198104"/>
  <p:tag name="KSO_WM_UNIT_LAYERLEVEL" val="1"/>
  <p:tag name="KSO_WM_TAG_VERSION" val="1.0"/>
  <p:tag name="KSO_WM_BEAUTIFY_FLAG" val="#wm#"/>
  <p:tag name="KSO_WM_UNIT_TYPE" val="i"/>
  <p:tag name="KSO_WM_UNIT_INDEX" val="33"/>
  <p:tag name="KSO_WM_UNIT_ADJUSTLAYOUT_ID" val="595"/>
</p:tagLst>
</file>

<file path=ppt/tags/tag1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5"/>
  <p:tag name="KSO_WM_TEMPLATE_CATEGORY" val="diagram"/>
  <p:tag name="KSO_WM_TEMPLATE_INDEX" val="20198104"/>
  <p:tag name="KSO_WM_UNIT_LAYERLEVEL" val="1"/>
  <p:tag name="KSO_WM_TAG_VERSION" val="1.0"/>
  <p:tag name="KSO_WM_BEAUTIFY_FLAG" val="#wm#"/>
  <p:tag name="KSO_WM_UNIT_TYPE" val="i"/>
  <p:tag name="KSO_WM_UNIT_INDEX" val="35"/>
  <p:tag name="KSO_WM_UNIT_ADJUSTLAYOUT_ID" val="596"/>
</p:tagLst>
</file>

<file path=ppt/tags/tag1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6"/>
  <p:tag name="KSO_WM_TEMPLATE_CATEGORY" val="diagram"/>
  <p:tag name="KSO_WM_TEMPLATE_INDEX" val="20198104"/>
  <p:tag name="KSO_WM_UNIT_LAYERLEVEL" val="1"/>
  <p:tag name="KSO_WM_TAG_VERSION" val="1.0"/>
  <p:tag name="KSO_WM_BEAUTIFY_FLAG" val="#wm#"/>
  <p:tag name="KSO_WM_UNIT_TYPE" val="i"/>
  <p:tag name="KSO_WM_UNIT_INDEX" val="36"/>
  <p:tag name="KSO_WM_UNIT_ADJUSTLAYOUT_ID" val="597"/>
</p:tagLst>
</file>

<file path=ppt/tags/tag1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7"/>
  <p:tag name="KSO_WM_TEMPLATE_CATEGORY" val="diagram"/>
  <p:tag name="KSO_WM_TEMPLATE_INDEX" val="20198104"/>
  <p:tag name="KSO_WM_UNIT_LAYERLEVEL" val="1"/>
  <p:tag name="KSO_WM_TAG_VERSION" val="1.0"/>
  <p:tag name="KSO_WM_BEAUTIFY_FLAG" val="#wm#"/>
  <p:tag name="KSO_WM_UNIT_TYPE" val="i"/>
  <p:tag name="KSO_WM_UNIT_INDEX" val="37"/>
  <p:tag name="KSO_WM_UNIT_ADJUSTLAYOUT_ID" val="598"/>
</p:tagLst>
</file>

<file path=ppt/tags/tag1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8"/>
  <p:tag name="KSO_WM_TEMPLATE_CATEGORY" val="diagram"/>
  <p:tag name="KSO_WM_TEMPLATE_INDEX" val="20198104"/>
  <p:tag name="KSO_WM_UNIT_LAYERLEVEL" val="1"/>
  <p:tag name="KSO_WM_TAG_VERSION" val="1.0"/>
  <p:tag name="KSO_WM_BEAUTIFY_FLAG" val="#wm#"/>
  <p:tag name="KSO_WM_UNIT_TYPE" val="i"/>
  <p:tag name="KSO_WM_UNIT_INDEX" val="38"/>
  <p:tag name="KSO_WM_UNIT_ADJUSTLAYOUT_ID" val="599"/>
</p:tagLst>
</file>

<file path=ppt/tags/tag1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9"/>
  <p:tag name="KSO_WM_TEMPLATE_CATEGORY" val="diagram"/>
  <p:tag name="KSO_WM_TEMPLATE_INDEX" val="20198104"/>
  <p:tag name="KSO_WM_UNIT_LAYERLEVEL" val="1"/>
  <p:tag name="KSO_WM_TAG_VERSION" val="1.0"/>
  <p:tag name="KSO_WM_BEAUTIFY_FLAG" val="#wm#"/>
  <p:tag name="KSO_WM_UNIT_TYPE" val="i"/>
  <p:tag name="KSO_WM_UNIT_INDEX" val="39"/>
  <p:tag name="KSO_WM_UNIT_ADJUSTLAYOUT_ID" val="600"/>
</p:tagLst>
</file>

<file path=ppt/tags/tag1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0"/>
  <p:tag name="KSO_WM_TEMPLATE_CATEGORY" val="diagram"/>
  <p:tag name="KSO_WM_TEMPLATE_INDEX" val="20198104"/>
  <p:tag name="KSO_WM_UNIT_LAYERLEVEL" val="1"/>
  <p:tag name="KSO_WM_TAG_VERSION" val="1.0"/>
  <p:tag name="KSO_WM_BEAUTIFY_FLAG" val="#wm#"/>
  <p:tag name="KSO_WM_UNIT_TYPE" val="i"/>
  <p:tag name="KSO_WM_UNIT_INDEX" val="40"/>
  <p:tag name="KSO_WM_UNIT_ADJUSTLAYOUT_ID" val="601"/>
</p:tagLst>
</file>

<file path=ppt/tags/tag1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1"/>
  <p:tag name="KSO_WM_TEMPLATE_CATEGORY" val="diagram"/>
  <p:tag name="KSO_WM_TEMPLATE_INDEX" val="20198104"/>
  <p:tag name="KSO_WM_UNIT_LAYERLEVEL" val="1"/>
  <p:tag name="KSO_WM_TAG_VERSION" val="1.0"/>
  <p:tag name="KSO_WM_BEAUTIFY_FLAG" val="#wm#"/>
  <p:tag name="KSO_WM_UNIT_TYPE" val="i"/>
  <p:tag name="KSO_WM_UNIT_INDEX" val="41"/>
  <p:tag name="KSO_WM_UNIT_ADJUSTLAYOUT_ID" val="602"/>
</p:tagLst>
</file>

<file path=ppt/tags/tag1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2"/>
  <p:tag name="KSO_WM_TEMPLATE_CATEGORY" val="diagram"/>
  <p:tag name="KSO_WM_TEMPLATE_INDEX" val="20198104"/>
  <p:tag name="KSO_WM_UNIT_LAYERLEVEL" val="1"/>
  <p:tag name="KSO_WM_TAG_VERSION" val="1.0"/>
  <p:tag name="KSO_WM_BEAUTIFY_FLAG" val="#wm#"/>
  <p:tag name="KSO_WM_UNIT_TYPE" val="i"/>
  <p:tag name="KSO_WM_UNIT_INDEX" val="42"/>
  <p:tag name="KSO_WM_UNIT_ADJUSTLAYOUT_ID" val="583"/>
</p:tagLst>
</file>

<file path=ppt/tags/tag1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3"/>
  <p:tag name="KSO_WM_TEMPLATE_CATEGORY" val="diagram"/>
  <p:tag name="KSO_WM_TEMPLATE_INDEX" val="20198104"/>
  <p:tag name="KSO_WM_UNIT_LAYERLEVEL" val="1"/>
  <p:tag name="KSO_WM_TAG_VERSION" val="1.0"/>
  <p:tag name="KSO_WM_BEAUTIFY_FLAG" val="#wm#"/>
  <p:tag name="KSO_WM_UNIT_TYPE" val="i"/>
  <p:tag name="KSO_WM_UNIT_INDEX" val="43"/>
  <p:tag name="KSO_WM_UNIT_ADJUSTLAYOUT_ID" val="584"/>
</p:tagLst>
</file>

<file path=ppt/tags/tag1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4"/>
  <p:tag name="KSO_WM_TEMPLATE_CATEGORY" val="diagram"/>
  <p:tag name="KSO_WM_TEMPLATE_INDEX" val="20198104"/>
  <p:tag name="KSO_WM_UNIT_LAYERLEVEL" val="1"/>
  <p:tag name="KSO_WM_TAG_VERSION" val="1.0"/>
  <p:tag name="KSO_WM_BEAUTIFY_FLAG" val="#wm#"/>
  <p:tag name="KSO_WM_UNIT_TYPE" val="i"/>
  <p:tag name="KSO_WM_UNIT_INDEX" val="44"/>
  <p:tag name="KSO_WM_UNIT_ADJUSTLAYOUT_ID" val="585"/>
</p:tagLst>
</file>

<file path=ppt/tags/tag1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6"/>
  <p:tag name="KSO_WM_TEMPLATE_CATEGORY" val="diagram"/>
  <p:tag name="KSO_WM_TEMPLATE_INDEX" val="20198104"/>
  <p:tag name="KSO_WM_UNIT_LAYERLEVEL" val="1"/>
  <p:tag name="KSO_WM_TAG_VERSION" val="1.0"/>
  <p:tag name="KSO_WM_BEAUTIFY_FLAG" val="#wm#"/>
  <p:tag name="KSO_WM_UNIT_TYPE" val="i"/>
  <p:tag name="KSO_WM_UNIT_INDEX" val="46"/>
  <p:tag name="KSO_WM_UNIT_ADJUSTLAYOUT_ID" val="586"/>
</p:tagLst>
</file>

<file path=ppt/tags/tag1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7"/>
  <p:tag name="KSO_WM_TEMPLATE_CATEGORY" val="diagram"/>
  <p:tag name="KSO_WM_TEMPLATE_INDEX" val="20198104"/>
  <p:tag name="KSO_WM_UNIT_LAYERLEVEL" val="1"/>
  <p:tag name="KSO_WM_TAG_VERSION" val="1.0"/>
  <p:tag name="KSO_WM_BEAUTIFY_FLAG" val="#wm#"/>
  <p:tag name="KSO_WM_UNIT_TYPE" val="i"/>
  <p:tag name="KSO_WM_UNIT_INDEX" val="47"/>
  <p:tag name="KSO_WM_UNIT_ADJUSTLAYOUT_ID" val="587"/>
</p:tagLst>
</file>

<file path=ppt/tags/tag1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8"/>
  <p:tag name="KSO_WM_TEMPLATE_CATEGORY" val="diagram"/>
  <p:tag name="KSO_WM_TEMPLATE_INDEX" val="20198104"/>
  <p:tag name="KSO_WM_UNIT_LAYERLEVEL" val="1"/>
  <p:tag name="KSO_WM_TAG_VERSION" val="1.0"/>
  <p:tag name="KSO_WM_BEAUTIFY_FLAG" val="#wm#"/>
  <p:tag name="KSO_WM_UNIT_TYPE" val="i"/>
  <p:tag name="KSO_WM_UNIT_INDEX" val="48"/>
  <p:tag name="KSO_WM_UNIT_ADJUSTLAYOUT_ID" val="588"/>
</p:tagLst>
</file>

<file path=ppt/tags/tag1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9"/>
  <p:tag name="KSO_WM_TEMPLATE_CATEGORY" val="diagram"/>
  <p:tag name="KSO_WM_TEMPLATE_INDEX" val="20198104"/>
  <p:tag name="KSO_WM_UNIT_LAYERLEVEL" val="1"/>
  <p:tag name="KSO_WM_TAG_VERSION" val="1.0"/>
  <p:tag name="KSO_WM_BEAUTIFY_FLAG" val="#wm#"/>
  <p:tag name="KSO_WM_UNIT_TYPE" val="i"/>
  <p:tag name="KSO_WM_UNIT_INDEX" val="49"/>
  <p:tag name="KSO_WM_UNIT_ADJUSTLAYOUT_ID" val="589"/>
</p:tagLst>
</file>

<file path=ppt/tags/tag1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0"/>
  <p:tag name="KSO_WM_TEMPLATE_CATEGORY" val="diagram"/>
  <p:tag name="KSO_WM_TEMPLATE_INDEX" val="20198104"/>
  <p:tag name="KSO_WM_UNIT_LAYERLEVEL" val="1"/>
  <p:tag name="KSO_WM_TAG_VERSION" val="1.0"/>
  <p:tag name="KSO_WM_BEAUTIFY_FLAG" val="#wm#"/>
  <p:tag name="KSO_WM_UNIT_TYPE" val="i"/>
  <p:tag name="KSO_WM_UNIT_INDEX" val="50"/>
  <p:tag name="KSO_WM_UNIT_ADJUSTLAYOUT_ID" val="590"/>
</p:tagLst>
</file>

<file path=ppt/tags/tag1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1"/>
  <p:tag name="KSO_WM_TEMPLATE_CATEGORY" val="diagram"/>
  <p:tag name="KSO_WM_TEMPLATE_INDEX" val="20198104"/>
  <p:tag name="KSO_WM_UNIT_LAYERLEVEL" val="1"/>
  <p:tag name="KSO_WM_TAG_VERSION" val="1.0"/>
  <p:tag name="KSO_WM_BEAUTIFY_FLAG" val="#wm#"/>
  <p:tag name="KSO_WM_UNIT_TYPE" val="i"/>
  <p:tag name="KSO_WM_UNIT_INDEX" val="51"/>
  <p:tag name="KSO_WM_UNIT_ADJUSTLAYOUT_ID" val="591"/>
</p:tagLst>
</file>

<file path=ppt/tags/tag1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2"/>
  <p:tag name="KSO_WM_TEMPLATE_CATEGORY" val="diagram"/>
  <p:tag name="KSO_WM_TEMPLATE_INDEX" val="20198104"/>
  <p:tag name="KSO_WM_UNIT_LAYERLEVEL" val="1"/>
  <p:tag name="KSO_WM_TAG_VERSION" val="1.0"/>
  <p:tag name="KSO_WM_BEAUTIFY_FLAG" val="#wm#"/>
  <p:tag name="KSO_WM_UNIT_TYPE" val="i"/>
  <p:tag name="KSO_WM_UNIT_INDEX" val="52"/>
  <p:tag name="KSO_WM_UNIT_ADJUSTLAYOUT_ID" val="592"/>
</p:tagLst>
</file>

<file path=ppt/tags/tag1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3"/>
  <p:tag name="KSO_WM_TEMPLATE_CATEGORY" val="diagram"/>
  <p:tag name="KSO_WM_TEMPLATE_INDEX" val="20198104"/>
  <p:tag name="KSO_WM_UNIT_LAYERLEVEL" val="1"/>
  <p:tag name="KSO_WM_TAG_VERSION" val="1.0"/>
  <p:tag name="KSO_WM_BEAUTIFY_FLAG" val="#wm#"/>
  <p:tag name="KSO_WM_UNIT_TYPE" val="i"/>
  <p:tag name="KSO_WM_UNIT_INDEX" val="53"/>
  <p:tag name="KSO_WM_UNIT_ADJUSTLAYOUT_ID" val="573"/>
</p:tagLst>
</file>

<file path=ppt/tags/tag1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4"/>
  <p:tag name="KSO_WM_TEMPLATE_CATEGORY" val="diagram"/>
  <p:tag name="KSO_WM_TEMPLATE_INDEX" val="20198104"/>
  <p:tag name="KSO_WM_UNIT_LAYERLEVEL" val="1"/>
  <p:tag name="KSO_WM_TAG_VERSION" val="1.0"/>
  <p:tag name="KSO_WM_BEAUTIFY_FLAG" val="#wm#"/>
  <p:tag name="KSO_WM_UNIT_TYPE" val="i"/>
  <p:tag name="KSO_WM_UNIT_INDEX" val="54"/>
  <p:tag name="KSO_WM_UNIT_ADJUSTLAYOUT_ID" val="574"/>
</p:tagLst>
</file>

<file path=ppt/tags/tag1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5"/>
  <p:tag name="KSO_WM_TEMPLATE_CATEGORY" val="diagram"/>
  <p:tag name="KSO_WM_TEMPLATE_INDEX" val="20198104"/>
  <p:tag name="KSO_WM_UNIT_LAYERLEVEL" val="1"/>
  <p:tag name="KSO_WM_TAG_VERSION" val="1.0"/>
  <p:tag name="KSO_WM_BEAUTIFY_FLAG" val="#wm#"/>
  <p:tag name="KSO_WM_UNIT_TYPE" val="i"/>
  <p:tag name="KSO_WM_UNIT_INDEX" val="55"/>
  <p:tag name="KSO_WM_UNIT_ADJUSTLAYOUT_ID" val="575"/>
</p:tagLst>
</file>

<file path=ppt/tags/tag1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7"/>
  <p:tag name="KSO_WM_TEMPLATE_CATEGORY" val="diagram"/>
  <p:tag name="KSO_WM_TEMPLATE_INDEX" val="20198104"/>
  <p:tag name="KSO_WM_UNIT_LAYERLEVEL" val="1"/>
  <p:tag name="KSO_WM_TAG_VERSION" val="1.0"/>
  <p:tag name="KSO_WM_BEAUTIFY_FLAG" val="#wm#"/>
  <p:tag name="KSO_WM_UNIT_TYPE" val="i"/>
  <p:tag name="KSO_WM_UNIT_INDEX" val="57"/>
  <p:tag name="KSO_WM_UNIT_ADJUSTLAYOUT_ID" val="576"/>
</p:tagLst>
</file>

<file path=ppt/tags/tag1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8"/>
  <p:tag name="KSO_WM_TEMPLATE_CATEGORY" val="diagram"/>
  <p:tag name="KSO_WM_TEMPLATE_INDEX" val="20198104"/>
  <p:tag name="KSO_WM_UNIT_LAYERLEVEL" val="1"/>
  <p:tag name="KSO_WM_TAG_VERSION" val="1.0"/>
  <p:tag name="KSO_WM_BEAUTIFY_FLAG" val="#wm#"/>
  <p:tag name="KSO_WM_UNIT_TYPE" val="i"/>
  <p:tag name="KSO_WM_UNIT_INDEX" val="58"/>
  <p:tag name="KSO_WM_UNIT_ADJUSTLAYOUT_ID" val="577"/>
</p:tagLst>
</file>

<file path=ppt/tags/tag1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9"/>
  <p:tag name="KSO_WM_TEMPLATE_CATEGORY" val="diagram"/>
  <p:tag name="KSO_WM_TEMPLATE_INDEX" val="20198104"/>
  <p:tag name="KSO_WM_UNIT_LAYERLEVEL" val="1"/>
  <p:tag name="KSO_WM_TAG_VERSION" val="1.0"/>
  <p:tag name="KSO_WM_BEAUTIFY_FLAG" val="#wm#"/>
  <p:tag name="KSO_WM_UNIT_TYPE" val="i"/>
  <p:tag name="KSO_WM_UNIT_INDEX" val="59"/>
  <p:tag name="KSO_WM_UNIT_ADJUSTLAYOUT_ID" val="578"/>
</p:tagLst>
</file>

<file path=ppt/tags/tag1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0"/>
  <p:tag name="KSO_WM_TEMPLATE_CATEGORY" val="diagram"/>
  <p:tag name="KSO_WM_TEMPLATE_INDEX" val="20198104"/>
  <p:tag name="KSO_WM_UNIT_LAYERLEVEL" val="1"/>
  <p:tag name="KSO_WM_TAG_VERSION" val="1.0"/>
  <p:tag name="KSO_WM_BEAUTIFY_FLAG" val="#wm#"/>
  <p:tag name="KSO_WM_UNIT_TYPE" val="i"/>
  <p:tag name="KSO_WM_UNIT_INDEX" val="60"/>
  <p:tag name="KSO_WM_UNIT_ADJUSTLAYOUT_ID" val="579"/>
</p:tagLst>
</file>

<file path=ppt/tags/tag1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1"/>
  <p:tag name="KSO_WM_TEMPLATE_CATEGORY" val="diagram"/>
  <p:tag name="KSO_WM_TEMPLATE_INDEX" val="20198104"/>
  <p:tag name="KSO_WM_UNIT_LAYERLEVEL" val="1"/>
  <p:tag name="KSO_WM_TAG_VERSION" val="1.0"/>
  <p:tag name="KSO_WM_BEAUTIFY_FLAG" val="#wm#"/>
  <p:tag name="KSO_WM_UNIT_TYPE" val="i"/>
  <p:tag name="KSO_WM_UNIT_INDEX" val="61"/>
  <p:tag name="KSO_WM_UNIT_ADJUSTLAYOUT_ID" val="580"/>
</p:tagLst>
</file>

<file path=ppt/tags/tag1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2"/>
  <p:tag name="KSO_WM_TEMPLATE_CATEGORY" val="diagram"/>
  <p:tag name="KSO_WM_TEMPLATE_INDEX" val="20198104"/>
  <p:tag name="KSO_WM_UNIT_LAYERLEVEL" val="1"/>
  <p:tag name="KSO_WM_TAG_VERSION" val="1.0"/>
  <p:tag name="KSO_WM_BEAUTIFY_FLAG" val="#wm#"/>
  <p:tag name="KSO_WM_UNIT_TYPE" val="i"/>
  <p:tag name="KSO_WM_UNIT_INDEX" val="62"/>
  <p:tag name="KSO_WM_UNIT_ADJUSTLAYOUT_ID" val="581"/>
</p:tagLst>
</file>

<file path=ppt/tags/tag1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3"/>
  <p:tag name="KSO_WM_TEMPLATE_CATEGORY" val="diagram"/>
  <p:tag name="KSO_WM_TEMPLATE_INDEX" val="20198104"/>
  <p:tag name="KSO_WM_UNIT_LAYERLEVEL" val="1"/>
  <p:tag name="KSO_WM_TAG_VERSION" val="1.0"/>
  <p:tag name="KSO_WM_BEAUTIFY_FLAG" val="#wm#"/>
  <p:tag name="KSO_WM_UNIT_TYPE" val="i"/>
  <p:tag name="KSO_WM_UNIT_INDEX" val="63"/>
  <p:tag name="KSO_WM_UNIT_ADJUSTLAYOUT_ID" val="582"/>
</p:tagLst>
</file>

<file path=ppt/tags/tag1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4"/>
  <p:tag name="KSO_WM_TEMPLATE_CATEGORY" val="diagram"/>
  <p:tag name="KSO_WM_TEMPLATE_INDEX" val="20198104"/>
  <p:tag name="KSO_WM_UNIT_LAYERLEVEL" val="1"/>
  <p:tag name="KSO_WM_TAG_VERSION" val="1.0"/>
  <p:tag name="KSO_WM_BEAUTIFY_FLAG" val="#wm#"/>
  <p:tag name="KSO_WM_UNIT_TYPE" val="i"/>
  <p:tag name="KSO_WM_UNIT_INDEX" val="64"/>
  <p:tag name="KSO_WM_UNIT_ADJUSTLAYOUT_ID" val="563"/>
</p:tagLst>
</file>

<file path=ppt/tags/tag1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5"/>
  <p:tag name="KSO_WM_TEMPLATE_CATEGORY" val="diagram"/>
  <p:tag name="KSO_WM_TEMPLATE_INDEX" val="20198104"/>
  <p:tag name="KSO_WM_UNIT_LAYERLEVEL" val="1"/>
  <p:tag name="KSO_WM_TAG_VERSION" val="1.0"/>
  <p:tag name="KSO_WM_BEAUTIFY_FLAG" val="#wm#"/>
  <p:tag name="KSO_WM_UNIT_TYPE" val="i"/>
  <p:tag name="KSO_WM_UNIT_INDEX" val="65"/>
  <p:tag name="KSO_WM_UNIT_ADJUSTLAYOUT_ID" val="564"/>
</p:tagLst>
</file>

<file path=ppt/tags/tag1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6"/>
  <p:tag name="KSO_WM_TEMPLATE_CATEGORY" val="diagram"/>
  <p:tag name="KSO_WM_TEMPLATE_INDEX" val="20198104"/>
  <p:tag name="KSO_WM_UNIT_LAYERLEVEL" val="1"/>
  <p:tag name="KSO_WM_TAG_VERSION" val="1.0"/>
  <p:tag name="KSO_WM_BEAUTIFY_FLAG" val="#wm#"/>
  <p:tag name="KSO_WM_UNIT_TYPE" val="i"/>
  <p:tag name="KSO_WM_UNIT_INDEX" val="66"/>
  <p:tag name="KSO_WM_UNIT_ADJUSTLAYOUT_ID" val="565"/>
</p:tagLst>
</file>

<file path=ppt/tags/tag1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8"/>
  <p:tag name="KSO_WM_TEMPLATE_CATEGORY" val="diagram"/>
  <p:tag name="KSO_WM_TEMPLATE_INDEX" val="20198104"/>
  <p:tag name="KSO_WM_UNIT_LAYERLEVEL" val="1"/>
  <p:tag name="KSO_WM_TAG_VERSION" val="1.0"/>
  <p:tag name="KSO_WM_BEAUTIFY_FLAG" val="#wm#"/>
  <p:tag name="KSO_WM_UNIT_TYPE" val="i"/>
  <p:tag name="KSO_WM_UNIT_INDEX" val="68"/>
  <p:tag name="KSO_WM_UNIT_ADJUSTLAYOUT_ID" val="566"/>
</p:tagLst>
</file>

<file path=ppt/tags/tag1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9"/>
  <p:tag name="KSO_WM_TEMPLATE_CATEGORY" val="diagram"/>
  <p:tag name="KSO_WM_TEMPLATE_INDEX" val="20198104"/>
  <p:tag name="KSO_WM_UNIT_LAYERLEVEL" val="1"/>
  <p:tag name="KSO_WM_TAG_VERSION" val="1.0"/>
  <p:tag name="KSO_WM_BEAUTIFY_FLAG" val="#wm#"/>
  <p:tag name="KSO_WM_UNIT_TYPE" val="i"/>
  <p:tag name="KSO_WM_UNIT_INDEX" val="69"/>
  <p:tag name="KSO_WM_UNIT_ADJUSTLAYOUT_ID" val="567"/>
</p:tagLst>
</file>

<file path=ppt/tags/tag1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0"/>
  <p:tag name="KSO_WM_TEMPLATE_CATEGORY" val="diagram"/>
  <p:tag name="KSO_WM_TEMPLATE_INDEX" val="20198104"/>
  <p:tag name="KSO_WM_UNIT_LAYERLEVEL" val="1"/>
  <p:tag name="KSO_WM_TAG_VERSION" val="1.0"/>
  <p:tag name="KSO_WM_BEAUTIFY_FLAG" val="#wm#"/>
  <p:tag name="KSO_WM_UNIT_TYPE" val="i"/>
  <p:tag name="KSO_WM_UNIT_INDEX" val="70"/>
  <p:tag name="KSO_WM_UNIT_ADJUSTLAYOUT_ID" val="568"/>
</p:tagLst>
</file>

<file path=ppt/tags/tag1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1"/>
  <p:tag name="KSO_WM_TEMPLATE_CATEGORY" val="diagram"/>
  <p:tag name="KSO_WM_TEMPLATE_INDEX" val="20198104"/>
  <p:tag name="KSO_WM_UNIT_LAYERLEVEL" val="1"/>
  <p:tag name="KSO_WM_TAG_VERSION" val="1.0"/>
  <p:tag name="KSO_WM_BEAUTIFY_FLAG" val="#wm#"/>
  <p:tag name="KSO_WM_UNIT_TYPE" val="i"/>
  <p:tag name="KSO_WM_UNIT_INDEX" val="71"/>
  <p:tag name="KSO_WM_UNIT_ADJUSTLAYOUT_ID" val="569"/>
</p:tagLst>
</file>

<file path=ppt/tags/tag1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2"/>
  <p:tag name="KSO_WM_TEMPLATE_CATEGORY" val="diagram"/>
  <p:tag name="KSO_WM_TEMPLATE_INDEX" val="20198104"/>
  <p:tag name="KSO_WM_UNIT_LAYERLEVEL" val="1"/>
  <p:tag name="KSO_WM_TAG_VERSION" val="1.0"/>
  <p:tag name="KSO_WM_BEAUTIFY_FLAG" val="#wm#"/>
  <p:tag name="KSO_WM_UNIT_TYPE" val="i"/>
  <p:tag name="KSO_WM_UNIT_INDEX" val="72"/>
  <p:tag name="KSO_WM_UNIT_ADJUSTLAYOUT_ID" val="570"/>
</p:tagLst>
</file>

<file path=ppt/tags/tag1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3"/>
  <p:tag name="KSO_WM_TEMPLATE_CATEGORY" val="diagram"/>
  <p:tag name="KSO_WM_TEMPLATE_INDEX" val="20198104"/>
  <p:tag name="KSO_WM_UNIT_LAYERLEVEL" val="1"/>
  <p:tag name="KSO_WM_TAG_VERSION" val="1.0"/>
  <p:tag name="KSO_WM_BEAUTIFY_FLAG" val="#wm#"/>
  <p:tag name="KSO_WM_UNIT_TYPE" val="i"/>
  <p:tag name="KSO_WM_UNIT_INDEX" val="73"/>
  <p:tag name="KSO_WM_UNIT_ADJUSTLAYOUT_ID" val="571"/>
</p:tagLst>
</file>

<file path=ppt/tags/tag1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4"/>
  <p:tag name="KSO_WM_TEMPLATE_CATEGORY" val="diagram"/>
  <p:tag name="KSO_WM_TEMPLATE_INDEX" val="20198104"/>
  <p:tag name="KSO_WM_UNIT_LAYERLEVEL" val="1"/>
  <p:tag name="KSO_WM_TAG_VERSION" val="1.0"/>
  <p:tag name="KSO_WM_BEAUTIFY_FLAG" val="#wm#"/>
  <p:tag name="KSO_WM_UNIT_TYPE" val="i"/>
  <p:tag name="KSO_WM_UNIT_INDEX" val="74"/>
  <p:tag name="KSO_WM_UNIT_ADJUSTLAYOUT_ID" val="572"/>
</p:tagLst>
</file>

<file path=ppt/tags/tag1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5"/>
  <p:tag name="KSO_WM_TEMPLATE_CATEGORY" val="diagram"/>
  <p:tag name="KSO_WM_TEMPLATE_INDEX" val="20198104"/>
  <p:tag name="KSO_WM_UNIT_LAYERLEVEL" val="1"/>
  <p:tag name="KSO_WM_TAG_VERSION" val="1.0"/>
  <p:tag name="KSO_WM_BEAUTIFY_FLAG" val="#wm#"/>
  <p:tag name="KSO_WM_UNIT_TYPE" val="i"/>
  <p:tag name="KSO_WM_UNIT_INDEX" val="75"/>
  <p:tag name="KSO_WM_UNIT_ADJUSTLAYOUT_ID" val="553"/>
</p:tagLst>
</file>

<file path=ppt/tags/tag1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6"/>
  <p:tag name="KSO_WM_TEMPLATE_CATEGORY" val="diagram"/>
  <p:tag name="KSO_WM_TEMPLATE_INDEX" val="20198104"/>
  <p:tag name="KSO_WM_UNIT_LAYERLEVEL" val="1"/>
  <p:tag name="KSO_WM_TAG_VERSION" val="1.0"/>
  <p:tag name="KSO_WM_BEAUTIFY_FLAG" val="#wm#"/>
  <p:tag name="KSO_WM_UNIT_TYPE" val="i"/>
  <p:tag name="KSO_WM_UNIT_INDEX" val="76"/>
  <p:tag name="KSO_WM_UNIT_ADJUSTLAYOUT_ID" val="554"/>
</p:tagLst>
</file>

<file path=ppt/tags/tag1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7"/>
  <p:tag name="KSO_WM_TEMPLATE_CATEGORY" val="diagram"/>
  <p:tag name="KSO_WM_TEMPLATE_INDEX" val="20198104"/>
  <p:tag name="KSO_WM_UNIT_LAYERLEVEL" val="1"/>
  <p:tag name="KSO_WM_TAG_VERSION" val="1.0"/>
  <p:tag name="KSO_WM_BEAUTIFY_FLAG" val="#wm#"/>
  <p:tag name="KSO_WM_UNIT_TYPE" val="i"/>
  <p:tag name="KSO_WM_UNIT_INDEX" val="77"/>
  <p:tag name="KSO_WM_UNIT_ADJUSTLAYOUT_ID" val="555"/>
</p:tagLst>
</file>

<file path=ppt/tags/tag1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9"/>
  <p:tag name="KSO_WM_TEMPLATE_CATEGORY" val="diagram"/>
  <p:tag name="KSO_WM_TEMPLATE_INDEX" val="20198104"/>
  <p:tag name="KSO_WM_UNIT_LAYERLEVEL" val="1"/>
  <p:tag name="KSO_WM_TAG_VERSION" val="1.0"/>
  <p:tag name="KSO_WM_BEAUTIFY_FLAG" val="#wm#"/>
  <p:tag name="KSO_WM_UNIT_TYPE" val="i"/>
  <p:tag name="KSO_WM_UNIT_INDEX" val="79"/>
  <p:tag name="KSO_WM_UNIT_ADJUSTLAYOUT_ID" val="556"/>
</p:tagLst>
</file>

<file path=ppt/tags/tag1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0"/>
  <p:tag name="KSO_WM_TEMPLATE_CATEGORY" val="diagram"/>
  <p:tag name="KSO_WM_TEMPLATE_INDEX" val="20198104"/>
  <p:tag name="KSO_WM_UNIT_LAYERLEVEL" val="1"/>
  <p:tag name="KSO_WM_TAG_VERSION" val="1.0"/>
  <p:tag name="KSO_WM_BEAUTIFY_FLAG" val="#wm#"/>
  <p:tag name="KSO_WM_UNIT_TYPE" val="i"/>
  <p:tag name="KSO_WM_UNIT_INDEX" val="80"/>
  <p:tag name="KSO_WM_UNIT_ADJUSTLAYOUT_ID" val="557"/>
</p:tagLst>
</file>

<file path=ppt/tags/tag1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1"/>
  <p:tag name="KSO_WM_TEMPLATE_CATEGORY" val="diagram"/>
  <p:tag name="KSO_WM_TEMPLATE_INDEX" val="20198104"/>
  <p:tag name="KSO_WM_UNIT_LAYERLEVEL" val="1"/>
  <p:tag name="KSO_WM_TAG_VERSION" val="1.0"/>
  <p:tag name="KSO_WM_BEAUTIFY_FLAG" val="#wm#"/>
  <p:tag name="KSO_WM_UNIT_TYPE" val="i"/>
  <p:tag name="KSO_WM_UNIT_INDEX" val="81"/>
  <p:tag name="KSO_WM_UNIT_ADJUSTLAYOUT_ID" val="558"/>
</p:tagLst>
</file>

<file path=ppt/tags/tag1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2"/>
  <p:tag name="KSO_WM_TEMPLATE_CATEGORY" val="diagram"/>
  <p:tag name="KSO_WM_TEMPLATE_INDEX" val="20198104"/>
  <p:tag name="KSO_WM_UNIT_LAYERLEVEL" val="1"/>
  <p:tag name="KSO_WM_TAG_VERSION" val="1.0"/>
  <p:tag name="KSO_WM_BEAUTIFY_FLAG" val="#wm#"/>
  <p:tag name="KSO_WM_UNIT_TYPE" val="i"/>
  <p:tag name="KSO_WM_UNIT_INDEX" val="82"/>
  <p:tag name="KSO_WM_UNIT_ADJUSTLAYOUT_ID" val="559"/>
</p:tagLst>
</file>

<file path=ppt/tags/tag1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3"/>
  <p:tag name="KSO_WM_TEMPLATE_CATEGORY" val="diagram"/>
  <p:tag name="KSO_WM_TEMPLATE_INDEX" val="20198104"/>
  <p:tag name="KSO_WM_UNIT_LAYERLEVEL" val="1"/>
  <p:tag name="KSO_WM_TAG_VERSION" val="1.0"/>
  <p:tag name="KSO_WM_BEAUTIFY_FLAG" val="#wm#"/>
  <p:tag name="KSO_WM_UNIT_TYPE" val="i"/>
  <p:tag name="KSO_WM_UNIT_INDEX" val="83"/>
  <p:tag name="KSO_WM_UNIT_ADJUSTLAYOUT_ID" val="560"/>
</p:tagLst>
</file>

<file path=ppt/tags/tag1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4"/>
  <p:tag name="KSO_WM_TEMPLATE_CATEGORY" val="diagram"/>
  <p:tag name="KSO_WM_TEMPLATE_INDEX" val="20198104"/>
  <p:tag name="KSO_WM_UNIT_LAYERLEVEL" val="1"/>
  <p:tag name="KSO_WM_TAG_VERSION" val="1.0"/>
  <p:tag name="KSO_WM_BEAUTIFY_FLAG" val="#wm#"/>
  <p:tag name="KSO_WM_UNIT_TYPE" val="i"/>
  <p:tag name="KSO_WM_UNIT_INDEX" val="84"/>
  <p:tag name="KSO_WM_UNIT_ADJUSTLAYOUT_ID" val="561"/>
</p:tagLst>
</file>

<file path=ppt/tags/tag1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5"/>
  <p:tag name="KSO_WM_TEMPLATE_CATEGORY" val="diagram"/>
  <p:tag name="KSO_WM_TEMPLATE_INDEX" val="20198104"/>
  <p:tag name="KSO_WM_UNIT_LAYERLEVEL" val="1"/>
  <p:tag name="KSO_WM_TAG_VERSION" val="1.0"/>
  <p:tag name="KSO_WM_BEAUTIFY_FLAG" val="#wm#"/>
  <p:tag name="KSO_WM_UNIT_TYPE" val="i"/>
  <p:tag name="KSO_WM_UNIT_INDEX" val="85"/>
  <p:tag name="KSO_WM_UNIT_ADJUSTLAYOUT_ID" val="562"/>
</p:tagLst>
</file>

<file path=ppt/tags/tag1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6"/>
  <p:tag name="KSO_WM_TEMPLATE_CATEGORY" val="diagram"/>
  <p:tag name="KSO_WM_TEMPLATE_INDEX" val="20198104"/>
  <p:tag name="KSO_WM_UNIT_LAYERLEVEL" val="1"/>
  <p:tag name="KSO_WM_TAG_VERSION" val="1.0"/>
  <p:tag name="KSO_WM_BEAUTIFY_FLAG" val="#wm#"/>
  <p:tag name="KSO_WM_UNIT_TYPE" val="i"/>
  <p:tag name="KSO_WM_UNIT_INDEX" val="86"/>
  <p:tag name="KSO_WM_UNIT_ADJUSTLAYOUT_ID" val="543"/>
</p:tagLst>
</file>

<file path=ppt/tags/tag1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7"/>
  <p:tag name="KSO_WM_TEMPLATE_CATEGORY" val="diagram"/>
  <p:tag name="KSO_WM_TEMPLATE_INDEX" val="20198104"/>
  <p:tag name="KSO_WM_UNIT_LAYERLEVEL" val="1"/>
  <p:tag name="KSO_WM_TAG_VERSION" val="1.0"/>
  <p:tag name="KSO_WM_BEAUTIFY_FLAG" val="#wm#"/>
  <p:tag name="KSO_WM_UNIT_TYPE" val="i"/>
  <p:tag name="KSO_WM_UNIT_INDEX" val="87"/>
  <p:tag name="KSO_WM_UNIT_ADJUSTLAYOUT_ID" val="544"/>
</p:tagLst>
</file>

<file path=ppt/tags/tag1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8"/>
  <p:tag name="KSO_WM_TEMPLATE_CATEGORY" val="diagram"/>
  <p:tag name="KSO_WM_TEMPLATE_INDEX" val="20198104"/>
  <p:tag name="KSO_WM_UNIT_LAYERLEVEL" val="1"/>
  <p:tag name="KSO_WM_TAG_VERSION" val="1.0"/>
  <p:tag name="KSO_WM_BEAUTIFY_FLAG" val="#wm#"/>
  <p:tag name="KSO_WM_UNIT_TYPE" val="i"/>
  <p:tag name="KSO_WM_UNIT_INDEX" val="88"/>
  <p:tag name="KSO_WM_UNIT_ADJUSTLAYOUT_ID" val="545"/>
</p:tagLst>
</file>

<file path=ppt/tags/tag1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0"/>
  <p:tag name="KSO_WM_TEMPLATE_CATEGORY" val="diagram"/>
  <p:tag name="KSO_WM_TEMPLATE_INDEX" val="20198104"/>
  <p:tag name="KSO_WM_UNIT_LAYERLEVEL" val="1"/>
  <p:tag name="KSO_WM_TAG_VERSION" val="1.0"/>
  <p:tag name="KSO_WM_BEAUTIFY_FLAG" val="#wm#"/>
  <p:tag name="KSO_WM_UNIT_TYPE" val="i"/>
  <p:tag name="KSO_WM_UNIT_INDEX" val="90"/>
  <p:tag name="KSO_WM_UNIT_ADJUSTLAYOUT_ID" val="546"/>
</p:tagLst>
</file>

<file path=ppt/tags/tag13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1"/>
  <p:tag name="KSO_WM_TEMPLATE_CATEGORY" val="diagram"/>
  <p:tag name="KSO_WM_TEMPLATE_INDEX" val="20198104"/>
  <p:tag name="KSO_WM_UNIT_LAYERLEVEL" val="1"/>
  <p:tag name="KSO_WM_TAG_VERSION" val="1.0"/>
  <p:tag name="KSO_WM_BEAUTIFY_FLAG" val="#wm#"/>
  <p:tag name="KSO_WM_UNIT_TYPE" val="i"/>
  <p:tag name="KSO_WM_UNIT_INDEX" val="91"/>
  <p:tag name="KSO_WM_UNIT_ADJUSTLAYOUT_ID" val="547"/>
</p:tagLst>
</file>

<file path=ppt/tags/tag1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2"/>
  <p:tag name="KSO_WM_TEMPLATE_CATEGORY" val="diagram"/>
  <p:tag name="KSO_WM_TEMPLATE_INDEX" val="20198104"/>
  <p:tag name="KSO_WM_UNIT_LAYERLEVEL" val="1"/>
  <p:tag name="KSO_WM_TAG_VERSION" val="1.0"/>
  <p:tag name="KSO_WM_BEAUTIFY_FLAG" val="#wm#"/>
  <p:tag name="KSO_WM_UNIT_TYPE" val="i"/>
  <p:tag name="KSO_WM_UNIT_INDEX" val="92"/>
  <p:tag name="KSO_WM_UNIT_ADJUSTLAYOUT_ID" val="548"/>
</p:tagLst>
</file>

<file path=ppt/tags/tag1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3"/>
  <p:tag name="KSO_WM_TEMPLATE_CATEGORY" val="diagram"/>
  <p:tag name="KSO_WM_TEMPLATE_INDEX" val="20198104"/>
  <p:tag name="KSO_WM_UNIT_LAYERLEVEL" val="1"/>
  <p:tag name="KSO_WM_TAG_VERSION" val="1.0"/>
  <p:tag name="KSO_WM_BEAUTIFY_FLAG" val="#wm#"/>
  <p:tag name="KSO_WM_UNIT_TYPE" val="i"/>
  <p:tag name="KSO_WM_UNIT_INDEX" val="93"/>
  <p:tag name="KSO_WM_UNIT_ADJUSTLAYOUT_ID" val="549"/>
</p:tagLst>
</file>

<file path=ppt/tags/tag1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4"/>
  <p:tag name="KSO_WM_TEMPLATE_CATEGORY" val="diagram"/>
  <p:tag name="KSO_WM_TEMPLATE_INDEX" val="20198104"/>
  <p:tag name="KSO_WM_UNIT_LAYERLEVEL" val="1"/>
  <p:tag name="KSO_WM_TAG_VERSION" val="1.0"/>
  <p:tag name="KSO_WM_BEAUTIFY_FLAG" val="#wm#"/>
  <p:tag name="KSO_WM_UNIT_TYPE" val="i"/>
  <p:tag name="KSO_WM_UNIT_INDEX" val="94"/>
  <p:tag name="KSO_WM_UNIT_ADJUSTLAYOUT_ID" val="550"/>
</p:tagLst>
</file>

<file path=ppt/tags/tag1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5"/>
  <p:tag name="KSO_WM_TEMPLATE_CATEGORY" val="diagram"/>
  <p:tag name="KSO_WM_TEMPLATE_INDEX" val="20198104"/>
  <p:tag name="KSO_WM_UNIT_LAYERLEVEL" val="1"/>
  <p:tag name="KSO_WM_TAG_VERSION" val="1.0"/>
  <p:tag name="KSO_WM_BEAUTIFY_FLAG" val="#wm#"/>
  <p:tag name="KSO_WM_UNIT_TYPE" val="i"/>
  <p:tag name="KSO_WM_UNIT_INDEX" val="95"/>
  <p:tag name="KSO_WM_UNIT_ADJUSTLAYOUT_ID" val="551"/>
</p:tagLst>
</file>

<file path=ppt/tags/tag1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6"/>
  <p:tag name="KSO_WM_TEMPLATE_CATEGORY" val="diagram"/>
  <p:tag name="KSO_WM_TEMPLATE_INDEX" val="20198104"/>
  <p:tag name="KSO_WM_UNIT_LAYERLEVEL" val="1"/>
  <p:tag name="KSO_WM_TAG_VERSION" val="1.0"/>
  <p:tag name="KSO_WM_BEAUTIFY_FLAG" val="#wm#"/>
  <p:tag name="KSO_WM_UNIT_TYPE" val="i"/>
  <p:tag name="KSO_WM_UNIT_INDEX" val="96"/>
  <p:tag name="KSO_WM_UNIT_ADJUSTLAYOUT_ID" val="552"/>
</p:tagLst>
</file>

<file path=ppt/tags/tag1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7"/>
  <p:tag name="KSO_WM_TEMPLATE_CATEGORY" val="diagram"/>
  <p:tag name="KSO_WM_TEMPLATE_INDEX" val="20198104"/>
  <p:tag name="KSO_WM_UNIT_LAYERLEVEL" val="1"/>
  <p:tag name="KSO_WM_TAG_VERSION" val="1.0"/>
  <p:tag name="KSO_WM_BEAUTIFY_FLAG" val="#wm#"/>
  <p:tag name="KSO_WM_UNIT_TYPE" val="i"/>
  <p:tag name="KSO_WM_UNIT_INDEX" val="97"/>
  <p:tag name="KSO_WM_UNIT_ADJUSTLAYOUT_ID" val="533"/>
</p:tagLst>
</file>

<file path=ppt/tags/tag1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8"/>
  <p:tag name="KSO_WM_TEMPLATE_CATEGORY" val="diagram"/>
  <p:tag name="KSO_WM_TEMPLATE_INDEX" val="20198104"/>
  <p:tag name="KSO_WM_UNIT_LAYERLEVEL" val="1"/>
  <p:tag name="KSO_WM_TAG_VERSION" val="1.0"/>
  <p:tag name="KSO_WM_BEAUTIFY_FLAG" val="#wm#"/>
  <p:tag name="KSO_WM_UNIT_TYPE" val="i"/>
  <p:tag name="KSO_WM_UNIT_INDEX" val="98"/>
  <p:tag name="KSO_WM_UNIT_ADJUSTLAYOUT_ID" val="534"/>
</p:tagLst>
</file>

<file path=ppt/tags/tag1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9"/>
  <p:tag name="KSO_WM_TEMPLATE_CATEGORY" val="diagram"/>
  <p:tag name="KSO_WM_TEMPLATE_INDEX" val="20198104"/>
  <p:tag name="KSO_WM_UNIT_LAYERLEVEL" val="1"/>
  <p:tag name="KSO_WM_TAG_VERSION" val="1.0"/>
  <p:tag name="KSO_WM_BEAUTIFY_FLAG" val="#wm#"/>
  <p:tag name="KSO_WM_UNIT_TYPE" val="i"/>
  <p:tag name="KSO_WM_UNIT_INDEX" val="99"/>
  <p:tag name="KSO_WM_UNIT_ADJUSTLAYOUT_ID" val="535"/>
</p:tagLst>
</file>

<file path=ppt/tags/tag13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1"/>
  <p:tag name="KSO_WM_TEMPLATE_CATEGORY" val="diagram"/>
  <p:tag name="KSO_WM_TEMPLATE_INDEX" val="20198104"/>
  <p:tag name="KSO_WM_UNIT_LAYERLEVEL" val="1"/>
  <p:tag name="KSO_WM_TAG_VERSION" val="1.0"/>
  <p:tag name="KSO_WM_BEAUTIFY_FLAG" val="#wm#"/>
  <p:tag name="KSO_WM_UNIT_TYPE" val="i"/>
  <p:tag name="KSO_WM_UNIT_INDEX" val="101"/>
  <p:tag name="KSO_WM_UNIT_ADJUSTLAYOUT_ID" val="536"/>
</p:tagLst>
</file>

<file path=ppt/tags/tag13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2"/>
  <p:tag name="KSO_WM_TEMPLATE_CATEGORY" val="diagram"/>
  <p:tag name="KSO_WM_TEMPLATE_INDEX" val="20198104"/>
  <p:tag name="KSO_WM_UNIT_LAYERLEVEL" val="1"/>
  <p:tag name="KSO_WM_TAG_VERSION" val="1.0"/>
  <p:tag name="KSO_WM_BEAUTIFY_FLAG" val="#wm#"/>
  <p:tag name="KSO_WM_UNIT_TYPE" val="i"/>
  <p:tag name="KSO_WM_UNIT_INDEX" val="102"/>
  <p:tag name="KSO_WM_UNIT_ADJUSTLAYOUT_ID" val="537"/>
</p:tagLst>
</file>

<file path=ppt/tags/tag1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3"/>
  <p:tag name="KSO_WM_TEMPLATE_CATEGORY" val="diagram"/>
  <p:tag name="KSO_WM_TEMPLATE_INDEX" val="20198104"/>
  <p:tag name="KSO_WM_UNIT_LAYERLEVEL" val="1"/>
  <p:tag name="KSO_WM_TAG_VERSION" val="1.0"/>
  <p:tag name="KSO_WM_BEAUTIFY_FLAG" val="#wm#"/>
  <p:tag name="KSO_WM_UNIT_TYPE" val="i"/>
  <p:tag name="KSO_WM_UNIT_INDEX" val="103"/>
  <p:tag name="KSO_WM_UNIT_ADJUSTLAYOUT_ID" val="538"/>
</p:tagLst>
</file>

<file path=ppt/tags/tag1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4"/>
  <p:tag name="KSO_WM_TEMPLATE_CATEGORY" val="diagram"/>
  <p:tag name="KSO_WM_TEMPLATE_INDEX" val="20198104"/>
  <p:tag name="KSO_WM_UNIT_LAYERLEVEL" val="1"/>
  <p:tag name="KSO_WM_TAG_VERSION" val="1.0"/>
  <p:tag name="KSO_WM_BEAUTIFY_FLAG" val="#wm#"/>
  <p:tag name="KSO_WM_UNIT_TYPE" val="i"/>
  <p:tag name="KSO_WM_UNIT_INDEX" val="104"/>
  <p:tag name="KSO_WM_UNIT_ADJUSTLAYOUT_ID" val="539"/>
</p:tagLst>
</file>

<file path=ppt/tags/tag1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5"/>
  <p:tag name="KSO_WM_TEMPLATE_CATEGORY" val="diagram"/>
  <p:tag name="KSO_WM_TEMPLATE_INDEX" val="20198104"/>
  <p:tag name="KSO_WM_UNIT_LAYERLEVEL" val="1"/>
  <p:tag name="KSO_WM_TAG_VERSION" val="1.0"/>
  <p:tag name="KSO_WM_BEAUTIFY_FLAG" val="#wm#"/>
  <p:tag name="KSO_WM_UNIT_TYPE" val="i"/>
  <p:tag name="KSO_WM_UNIT_INDEX" val="105"/>
  <p:tag name="KSO_WM_UNIT_ADJUSTLAYOUT_ID" val="540"/>
</p:tagLst>
</file>

<file path=ppt/tags/tag1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6"/>
  <p:tag name="KSO_WM_TEMPLATE_CATEGORY" val="diagram"/>
  <p:tag name="KSO_WM_TEMPLATE_INDEX" val="20198104"/>
  <p:tag name="KSO_WM_UNIT_LAYERLEVEL" val="1"/>
  <p:tag name="KSO_WM_TAG_VERSION" val="1.0"/>
  <p:tag name="KSO_WM_BEAUTIFY_FLAG" val="#wm#"/>
  <p:tag name="KSO_WM_UNIT_TYPE" val="i"/>
  <p:tag name="KSO_WM_UNIT_INDEX" val="106"/>
  <p:tag name="KSO_WM_UNIT_ADJUSTLAYOUT_ID" val="541"/>
</p:tagLst>
</file>

<file path=ppt/tags/tag1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7"/>
  <p:tag name="KSO_WM_TEMPLATE_CATEGORY" val="diagram"/>
  <p:tag name="KSO_WM_TEMPLATE_INDEX" val="20198104"/>
  <p:tag name="KSO_WM_UNIT_LAYERLEVEL" val="1"/>
  <p:tag name="KSO_WM_TAG_VERSION" val="1.0"/>
  <p:tag name="KSO_WM_BEAUTIFY_FLAG" val="#wm#"/>
  <p:tag name="KSO_WM_UNIT_TYPE" val="i"/>
  <p:tag name="KSO_WM_UNIT_INDEX" val="107"/>
  <p:tag name="KSO_WM_UNIT_ADJUSTLAYOUT_ID" val="542"/>
</p:tagLst>
</file>

<file path=ppt/tags/tag1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8"/>
  <p:tag name="KSO_WM_TEMPLATE_CATEGORY" val="diagram"/>
  <p:tag name="KSO_WM_TEMPLATE_INDEX" val="20198104"/>
  <p:tag name="KSO_WM_UNIT_LAYERLEVEL" val="1"/>
  <p:tag name="KSO_WM_TAG_VERSION" val="1.0"/>
  <p:tag name="KSO_WM_BEAUTIFY_FLAG" val="#wm#"/>
  <p:tag name="KSO_WM_UNIT_TYPE" val="i"/>
  <p:tag name="KSO_WM_UNIT_INDEX" val="108"/>
  <p:tag name="KSO_WM_UNIT_ADJUSTLAYOUT_ID" val="523"/>
</p:tagLst>
</file>

<file path=ppt/tags/tag1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9"/>
  <p:tag name="KSO_WM_TEMPLATE_CATEGORY" val="diagram"/>
  <p:tag name="KSO_WM_TEMPLATE_INDEX" val="20198104"/>
  <p:tag name="KSO_WM_UNIT_LAYERLEVEL" val="1"/>
  <p:tag name="KSO_WM_TAG_VERSION" val="1.0"/>
  <p:tag name="KSO_WM_BEAUTIFY_FLAG" val="#wm#"/>
  <p:tag name="KSO_WM_UNIT_TYPE" val="i"/>
  <p:tag name="KSO_WM_UNIT_INDEX" val="109"/>
  <p:tag name="KSO_WM_UNIT_ADJUSTLAYOUT_ID" val="524"/>
</p:tagLst>
</file>

<file path=ppt/tags/tag1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10"/>
  <p:tag name="KSO_WM_TEMPLATE_CATEGORY" val="diagram"/>
  <p:tag name="KSO_WM_TEMPLATE_INDEX" val="20198104"/>
  <p:tag name="KSO_WM_UNIT_LAYERLEVEL" val="1"/>
  <p:tag name="KSO_WM_TAG_VERSION" val="1.0"/>
  <p:tag name="KSO_WM_BEAUTIFY_FLAG" val="#wm#"/>
  <p:tag name="KSO_WM_UNIT_TYPE" val="i"/>
  <p:tag name="KSO_WM_UNIT_INDEX" val="110"/>
  <p:tag name="KSO_WM_UNIT_ADJUSTLAYOUT_ID" val="525"/>
</p:tagLst>
</file>

<file path=ppt/tags/tag1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3"/>
  <p:tag name="KSO_WM_TEMPLATE_CATEGORY" val="diagram"/>
  <p:tag name="KSO_WM_TEMPLATE_INDEX" val="20198104"/>
  <p:tag name="KSO_WM_UNIT_LAYERLEVEL" val="1"/>
  <p:tag name="KSO_WM_TAG_VERSION" val="1.0"/>
  <p:tag name="KSO_WM_BEAUTIFY_FLAG" val="#wm#"/>
  <p:tag name="KSO_WM_UNIT_TYPE" val="i"/>
  <p:tag name="KSO_WM_UNIT_INDEX" val="3"/>
  <p:tag name="KSO_WM_UNIT_ADJUSTLAYOUT_ID" val="526"/>
</p:tagLst>
</file>

<file path=ppt/tags/tag1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4"/>
  <p:tag name="KSO_WM_TEMPLATE_CATEGORY" val="diagram"/>
  <p:tag name="KSO_WM_TEMPLATE_INDEX" val="20198104"/>
  <p:tag name="KSO_WM_UNIT_LAYERLEVEL" val="1"/>
  <p:tag name="KSO_WM_TAG_VERSION" val="1.0"/>
  <p:tag name="KSO_WM_BEAUTIFY_FLAG" val="#wm#"/>
  <p:tag name="KSO_WM_UNIT_TYPE" val="i"/>
  <p:tag name="KSO_WM_UNIT_INDEX" val="4"/>
  <p:tag name="KSO_WM_UNIT_ADJUSTLAYOUT_ID" val="527"/>
</p:tagLst>
</file>

<file path=ppt/tags/tag1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5"/>
  <p:tag name="KSO_WM_TEMPLATE_CATEGORY" val="diagram"/>
  <p:tag name="KSO_WM_TEMPLATE_INDEX" val="20198104"/>
  <p:tag name="KSO_WM_UNIT_LAYERLEVEL" val="1"/>
  <p:tag name="KSO_WM_TAG_VERSION" val="1.0"/>
  <p:tag name="KSO_WM_BEAUTIFY_FLAG" val="#wm#"/>
  <p:tag name="KSO_WM_UNIT_TYPE" val="i"/>
  <p:tag name="KSO_WM_UNIT_INDEX" val="5"/>
  <p:tag name="KSO_WM_UNIT_ADJUSTLAYOUT_ID" val="528"/>
</p:tagLst>
</file>

<file path=ppt/tags/tag1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6"/>
  <p:tag name="KSO_WM_TEMPLATE_CATEGORY" val="diagram"/>
  <p:tag name="KSO_WM_TEMPLATE_INDEX" val="20198104"/>
  <p:tag name="KSO_WM_UNIT_LAYERLEVEL" val="1"/>
  <p:tag name="KSO_WM_TAG_VERSION" val="1.0"/>
  <p:tag name="KSO_WM_BEAUTIFY_FLAG" val="#wm#"/>
  <p:tag name="KSO_WM_UNIT_TYPE" val="i"/>
  <p:tag name="KSO_WM_UNIT_INDEX" val="6"/>
  <p:tag name="KSO_WM_UNIT_ADJUSTLAYOUT_ID" val="529"/>
</p:tagLst>
</file>

<file path=ppt/tags/tag1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7"/>
  <p:tag name="KSO_WM_TEMPLATE_CATEGORY" val="diagram"/>
  <p:tag name="KSO_WM_TEMPLATE_INDEX" val="20198104"/>
  <p:tag name="KSO_WM_UNIT_LAYERLEVEL" val="1"/>
  <p:tag name="KSO_WM_TAG_VERSION" val="1.0"/>
  <p:tag name="KSO_WM_BEAUTIFY_FLAG" val="#wm#"/>
  <p:tag name="KSO_WM_UNIT_TYPE" val="i"/>
  <p:tag name="KSO_WM_UNIT_INDEX" val="7"/>
  <p:tag name="KSO_WM_UNIT_ADJUSTLAYOUT_ID" val="530"/>
</p:tagLst>
</file>

<file path=ppt/tags/tag1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8"/>
  <p:tag name="KSO_WM_TEMPLATE_CATEGORY" val="diagram"/>
  <p:tag name="KSO_WM_TEMPLATE_INDEX" val="20198104"/>
  <p:tag name="KSO_WM_UNIT_LAYERLEVEL" val="1"/>
  <p:tag name="KSO_WM_TAG_VERSION" val="1.0"/>
  <p:tag name="KSO_WM_BEAUTIFY_FLAG" val="#wm#"/>
  <p:tag name="KSO_WM_UNIT_TYPE" val="i"/>
  <p:tag name="KSO_WM_UNIT_INDEX" val="8"/>
  <p:tag name="KSO_WM_UNIT_ADJUSTLAYOUT_ID" val="531"/>
</p:tagLst>
</file>

<file path=ppt/tags/tag1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9"/>
  <p:tag name="KSO_WM_TEMPLATE_CATEGORY" val="diagram"/>
  <p:tag name="KSO_WM_TEMPLATE_INDEX" val="20198104"/>
  <p:tag name="KSO_WM_UNIT_LAYERLEVEL" val="1"/>
  <p:tag name="KSO_WM_TAG_VERSION" val="1.0"/>
  <p:tag name="KSO_WM_BEAUTIFY_FLAG" val="#wm#"/>
  <p:tag name="KSO_WM_UNIT_TYPE" val="i"/>
  <p:tag name="KSO_WM_UNIT_INDEX" val="9"/>
  <p:tag name="KSO_WM_UNIT_ADJUSTLAYOUT_ID" val="532"/>
</p:tagLst>
</file>

<file path=ppt/tags/tag1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11"/>
  <p:tag name="KSO_WM_TEMPLATE_CATEGORY" val="diagram"/>
  <p:tag name="KSO_WM_TEMPLATE_INDEX" val="20198104"/>
  <p:tag name="KSO_WM_UNIT_LAYERLEVEL" val="1"/>
  <p:tag name="KSO_WM_TAG_VERSION" val="1.0"/>
  <p:tag name="KSO_WM_BEAUTIFY_FLAG" val="#wm#"/>
  <p:tag name="KSO_WM_UNIT_TYPE" val="i"/>
  <p:tag name="KSO_WM_UNIT_INDEX" val="111"/>
  <p:tag name="KSO_WM_UNIT_ADJUSTLAYOUT_ID" val="510"/>
</p:tagLst>
</file>

<file path=ppt/tags/tag1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0"/>
  <p:tag name="KSO_WM_TEMPLATE_CATEGORY" val="diagram"/>
  <p:tag name="KSO_WM_TEMPLATE_INDEX" val="20198104"/>
  <p:tag name="KSO_WM_UNIT_LAYERLEVEL" val="1"/>
  <p:tag name="KSO_WM_TAG_VERSION" val="1.0"/>
  <p:tag name="KSO_WM_BEAUTIFY_FLAG" val="#wm#"/>
  <p:tag name="KSO_WM_UNIT_TYPE" val="i"/>
  <p:tag name="KSO_WM_UNIT_INDEX" val="10"/>
  <p:tag name="KSO_WM_UNIT_ADJUSTLAYOUT_ID" val="513"/>
</p:tagLst>
</file>

<file path=ppt/tags/tag1363.xml><?xml version="1.0" encoding="utf-8"?>
<p:tagLst xmlns:p="http://schemas.openxmlformats.org/presentationml/2006/main">
  <p:tag name="KSO_WM_UNIT_TEXT_PART_ID_V2" val="b-3-1"/>
  <p:tag name="KSO_WM_UNIT_HIGHLIGHT" val="0"/>
  <p:tag name="KSO_WM_UNIT_COMPATIBLE" val="0"/>
  <p:tag name="KSO_WM_UNIT_DIAGRAM_ISNUMVISUAL" val="0"/>
  <p:tag name="KSO_WM_UNIT_DIAGRAM_ISREFERUNIT" val="0"/>
  <p:tag name="KSO_WM_UNIT_ID" val="diagram20198104_1*a*1"/>
  <p:tag name="KSO_WM_TEMPLATE_CATEGORY" val="diagram"/>
  <p:tag name="KSO_WM_TEMPLATE_INDEX" val="20198104"/>
  <p:tag name="KSO_WM_UNIT_LAYERLEVEL" val="1"/>
  <p:tag name="KSO_WM_TAG_VERSION" val="1.0"/>
  <p:tag name="KSO_WM_BEAUTIFY_FLAG" val="#wm#"/>
  <p:tag name="KSO_WM_UNIT_ISCONTENTSTITLE" val="0"/>
  <p:tag name="KSO_WM_UNIT_NOCLEAR" val="0"/>
  <p:tag name="KSO_WM_UNIT_VALUE" val="29"/>
  <p:tag name="KSO_WM_UNIT_TYPE" val="a"/>
  <p:tag name="KSO_WM_UNIT_INDEX" val="1"/>
  <p:tag name="KSO_WM_UNIT_PRESET_TEXT" val="单击此处添加您的大标题"/>
  <p:tag name="KSO_WM_UNIT_ADJUSTLAYOUT_ID" val="7"/>
</p:tagLst>
</file>

<file path=ppt/tags/tag1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1"/>
  <p:tag name="KSO_WM_TEMPLATE_CATEGORY" val="diagram"/>
  <p:tag name="KSO_WM_TEMPLATE_INDEX" val="20198104"/>
  <p:tag name="KSO_WM_UNIT_LAYERLEVEL" val="1"/>
  <p:tag name="KSO_WM_TAG_VERSION" val="1.0"/>
  <p:tag name="KSO_WM_BEAUTIFY_FLAG" val="#wm#"/>
  <p:tag name="KSO_WM_UNIT_TYPE" val="i"/>
  <p:tag name="KSO_WM_UNIT_INDEX" val="11"/>
  <p:tag name="KSO_WM_UNIT_ADJUSTLAYOUT_ID" val="9"/>
</p:tagLst>
</file>

<file path=ppt/tags/tag1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2"/>
  <p:tag name="KSO_WM_TEMPLATE_CATEGORY" val="diagram"/>
  <p:tag name="KSO_WM_TEMPLATE_INDEX" val="20198104"/>
  <p:tag name="KSO_WM_UNIT_LAYERLEVEL" val="1"/>
  <p:tag name="KSO_WM_TAG_VERSION" val="1.0"/>
  <p:tag name="KSO_WM_BEAUTIFY_FLAG" val="#wm#"/>
  <p:tag name="KSO_WM_UNIT_TYPE" val="i"/>
  <p:tag name="KSO_WM_UNIT_INDEX" val="12"/>
  <p:tag name="KSO_WM_UNIT_ADJUSTLAYOUT_ID" val="10"/>
</p:tagLst>
</file>

<file path=ppt/tags/tag1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198104_1*i*14"/>
  <p:tag name="KSO_WM_TEMPLATE_CATEGORY" val="diagram"/>
  <p:tag name="KSO_WM_TEMPLATE_INDEX" val="20198104"/>
  <p:tag name="KSO_WM_UNIT_LAYERLEVEL" val="1"/>
  <p:tag name="KSO_WM_TAG_VERSION" val="1.0"/>
  <p:tag name="KSO_WM_BEAUTIFY_FLAG" val="#wm#"/>
  <p:tag name="KSO_WM_UNIT_TYPE" val="i"/>
  <p:tag name="KSO_WM_UNIT_INDEX" val="14"/>
  <p:tag name="KSO_WM_UNIT_ADJUSTLAYOUT_ID" val="515"/>
</p:tagLst>
</file>

<file path=ppt/tags/tag1367.xml><?xml version="1.0" encoding="utf-8"?>
<p:tagLst xmlns:p="http://schemas.openxmlformats.org/presentationml/2006/main">
  <p:tag name="KSO_WM_UNIT_TEXT_PART_ID_V2" val="d-1-1"/>
  <p:tag name="KSO_WM_UNIT_HIGHLIGHT" val="0"/>
  <p:tag name="KSO_WM_UNIT_COMPATIBLE" val="0"/>
  <p:tag name="KSO_WM_UNIT_DIAGRAM_ISNUMVISUAL" val="0"/>
  <p:tag name="KSO_WM_UNIT_DIAGRAM_ISREFERUNIT" val="0"/>
  <p:tag name="KSO_WM_UNIT_ID" val="diagram20198104_1*f*1"/>
  <p:tag name="KSO_WM_TEMPLATE_CATEGORY" val="diagram"/>
  <p:tag name="KSO_WM_TEMPLATE_INDEX" val="20198104"/>
  <p:tag name="KSO_WM_UNIT_LAYERLEVEL" val="1"/>
  <p:tag name="KSO_WM_TAG_VERSION" val="1.0"/>
  <p:tag name="KSO_WM_BEAUTIFY_FLAG" val="#wm#"/>
  <p:tag name="KSO_WM_UNIT_NOCLEAR" val="0"/>
  <p:tag name="KSO_WM_UNIT_VALUE" val="32"/>
  <p:tag name="KSO_WM_UNIT_TYPE" val="f"/>
  <p:tag name="KSO_WM_UNIT_INDEX" val="1"/>
  <p:tag name="KSO_WM_UNIT_PRESET_TEXT" val="点击此处添加正文，文字是您思想的提炼，请言简意赅的阐述观点。"/>
  <p:tag name="KSO_WM_UNIT_ADJUSTLAYOUT_ID" val="12"/>
</p:tagLst>
</file>

<file path=ppt/tags/tag1368.xml><?xml version="1.0" encoding="utf-8"?>
<p:tagLst xmlns:p="http://schemas.openxmlformats.org/presentationml/2006/main">
  <p:tag name="KSO_WM_SLIDE_ID" val="diagram20198104_1"/>
  <p:tag name="KSO_WM_TEMPLATE_SUBCATEGORY" val="8"/>
  <p:tag name="KSO_WM_SLIDE_TYPE" val="text"/>
  <p:tag name="KSO_WM_SLIDE_SUBTYPE" val="picTxt"/>
  <p:tag name="KSO_WM_SLIDE_ITEM_CNT" val="0"/>
  <p:tag name="KSO_WM_SLIDE_INDEX" val="1"/>
  <p:tag name="KSO_WM_SLIDE_SIZE" val="964*540"/>
  <p:tag name="KSO_WM_SLIDE_POSITION" val="-19*0"/>
  <p:tag name="KSO_WM_TAG_VERSION" val="1.0"/>
  <p:tag name="KSO_WM_BEAUTIFY_FLAG" val="#wm#"/>
  <p:tag name="KSO_WM_TEMPLATE_CATEGORY" val="diagram"/>
  <p:tag name="KSO_WM_TEMPLATE_INDEX" val="20198104"/>
  <p:tag name="KSO_WM_SLIDE_LAYOUT" val="a_d_f"/>
  <p:tag name="KSO_WM_SLIDE_LAYOUT_CNT" val="1_1_1"/>
  <p:tag name="KSO_WM_SLIDE_CONSTRAINT" val="%7b%22slideConstraint%22%3a%7b%22seriesAreas%22%3a%5b%5d%2c%22singleAreas%22%3a%5b%7b%22shapes%22%3a%5b13%5d%2c%22serialConstraintIndex%22%3a-1%2c%22areatextmark%22%3a0%2c%22pictureprocessmark%22%3a0%7d%5d%7d%7d"/>
</p:tagLst>
</file>

<file path=ppt/tags/tag1369.xml><?xml version="1.0" encoding="utf-8"?>
<p:tagLst xmlns:p="http://schemas.openxmlformats.org/presentationml/2006/main">
  <p:tag name="KSO_WM_UNIT_LARGE_SHAPE" val="1"/>
  <p:tag name="KSO_WM_UNIT_HIGHLIGHT" val="0"/>
  <p:tag name="KSO_WM_UNIT_COMPATIBLE" val="0"/>
  <p:tag name="KSO_WM_UNIT_DIAGRAM_ISNUMVISUAL" val="0"/>
  <p:tag name="KSO_WM_UNIT_DIAGRAM_ISREFERUNIT" val="0"/>
  <p:tag name="KSO_WM_UNIT_TYPE" val="i"/>
  <p:tag name="KSO_WM_UNIT_INDEX" val="1"/>
  <p:tag name="KSO_WM_UNIT_ID" val="diagram20194834_1*i*1"/>
  <p:tag name="KSO_WM_TEMPLATE_CATEGORY" val="diagram"/>
  <p:tag name="KSO_WM_TEMPLATE_INDEX" val="20194834"/>
  <p:tag name="KSO_WM_UNIT_LAYERLEVEL" val="1"/>
  <p:tag name="KSO_WM_TAG_VERSION" val="1.0"/>
  <p:tag name="KSO_WM_BEAUTIFY_FLAG" val="#wm#"/>
  <p:tag name="KSO_WM_UNIT_COLOR_SCHEME_SHAPE_ID" val="31"/>
  <p:tag name="KSO_WM_UNIT_COLOR_SCHEME_PARENT_PAGE" val="0_1"/>
  <p:tag name="KSO_WM_DIAGRAM_GROUP_CODE" val="l1-1"/>
  <p:tag name="KSO_WM_UNIT_FILL_FORE_SCHEMECOLOR_INDEX" val="14"/>
  <p:tag name="KSO_WM_UNIT_FILL_BACK_SCHEMECOLOR_INDEX" val="14"/>
  <p:tag name="KSO_WM_UNIT_FILL_TYPE" val="2"/>
  <p:tag name="KSO_WM_UNIT_TEXT_FILL_FORE_SCHEMECOLOR_INDEX" val="2"/>
  <p:tag name="KSO_WM_UNIT_TEXT_FILL_TYPE" val="1"/>
  <p:tag name="KSO_WM_UNIT_USESOURCEFORMAT_APPLY" val="1"/>
</p:tagLst>
</file>

<file path=ppt/tags/tag1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3"/>
  <p:tag name="KSO_WM_UNIT_ID" val="diagram20194834_1*l_h_i*1_1_3"/>
  <p:tag name="KSO_WM_TEMPLATE_CATEGORY" val="diagram"/>
  <p:tag name="KSO_WM_TEMPLATE_INDEX" val="20194834"/>
  <p:tag name="KSO_WM_UNIT_LAYERLEVEL" val="1_1_1"/>
  <p:tag name="KSO_WM_TAG_VERSION" val="1.0"/>
  <p:tag name="KSO_WM_BEAUTIFY_FLAG" val="#wm#"/>
  <p:tag name="KSO_WM_UNIT_COLOR_SCHEME_SHAPE_ID" val="51"/>
  <p:tag name="KSO_WM_UNIT_COLOR_SCHEME_PARENT_PAGE" val="0_1"/>
  <p:tag name="KSO_WM_UNIT_DIAGRAM_MODELTYPE" val="numdgm"/>
  <p:tag name="KSO_WM_DIAGRAM_GROUP_CODE" val="l1-1"/>
  <p:tag name="KSO_WM_UNIT_FILL_FORE_SCHEMECOLOR_INDEX" val="6"/>
  <p:tag name="KSO_WM_UNIT_FILL_TYPE" val="1"/>
  <p:tag name="KSO_WM_UNIT_TEXT_FILL_FORE_SCHEMECOLOR_INDEX" val="2"/>
  <p:tag name="KSO_WM_UNIT_TEXT_FILL_TYPE" val="1"/>
  <p:tag name="KSO_WM_UNIT_USESOURCEFORMAT_APPLY" val="1"/>
</p:tagLst>
</file>

<file path=ppt/tags/tag1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1"/>
  <p:tag name="KSO_WM_UNIT_ID" val="diagram20194834_1*l_h_i*1_1_1"/>
  <p:tag name="KSO_WM_TEMPLATE_CATEGORY" val="diagram"/>
  <p:tag name="KSO_WM_TEMPLATE_INDEX" val="20194834"/>
  <p:tag name="KSO_WM_UNIT_LAYERLEVEL" val="1_1_1"/>
  <p:tag name="KSO_WM_TAG_VERSION" val="1.0"/>
  <p:tag name="KSO_WM_BEAUTIFY_FLAG" val="#wm#"/>
  <p:tag name="KSO_WM_UNIT_COLOR_SCHEME_SHAPE_ID" val="52"/>
  <p:tag name="KSO_WM_UNIT_COLOR_SCHEME_PARENT_PAGE" val="0_1"/>
  <p:tag name="KSO_WM_UNIT_DECOLORIZATION" val="1"/>
  <p:tag name="KSO_WM_UNIT_DIAGRAM_MODELTYPE" val="numdgm"/>
  <p:tag name="KSO_WM_DIAGRAM_GROUP_CODE" val="l1-1"/>
  <p:tag name="KSO_WM_UNIT_TEXT_FILL_FORE_SCHEMECOLOR_INDEX" val="14"/>
  <p:tag name="KSO_WM_UNIT_TEXT_FILL_TYPE" val="1"/>
  <p:tag name="KSO_WM_UNIT_USESOURCEFORMAT_APPLY" val="1"/>
</p:tagLst>
</file>

<file path=ppt/tags/tag1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1_2"/>
  <p:tag name="KSO_WM_UNIT_ID" val="diagram20194834_1*l_h_i*1_1_2"/>
  <p:tag name="KSO_WM_TEMPLATE_CATEGORY" val="diagram"/>
  <p:tag name="KSO_WM_TEMPLATE_INDEX" val="20194834"/>
  <p:tag name="KSO_WM_UNIT_LAYERLEVEL" val="1_1_1"/>
  <p:tag name="KSO_WM_TAG_VERSION" val="1.0"/>
  <p:tag name="KSO_WM_BEAUTIFY_FLAG" val="#wm#"/>
  <p:tag name="KSO_WM_UNIT_COLOR_SCHEME_SHAPE_ID" val="53"/>
  <p:tag name="KSO_WM_UNIT_COLOR_SCHEME_PARENT_PAGE" val="0_1"/>
  <p:tag name="KSO_WM_UNIT_DIAGRAM_MODELTYPE" val="numdgm"/>
  <p:tag name="KSO_WM_DIAGRAM_GROUP_CODE" val="l1-1"/>
  <p:tag name="KSO_WM_UNIT_SUBTYPE" val="b"/>
  <p:tag name="KSO_WM_UNIT_FILL_FORE_SCHEMECOLOR_INDEX" val="14"/>
  <p:tag name="KSO_WM_UNIT_FILL_TYPE" val="1"/>
  <p:tag name="KSO_WM_UNIT_TEXT_FILL_FORE_SCHEMECOLOR_INDEX" val="2"/>
  <p:tag name="KSO_WM_UNIT_TEXT_FILL_TYPE" val="1"/>
  <p:tag name="KSO_WM_UNIT_USESOURCEFORMAT_APPLY" val="1"/>
</p:tagLst>
</file>

<file path=ppt/tags/tag1373.xml><?xml version="1.0" encoding="utf-8"?>
<p:tagLst xmlns:p="http://schemas.openxmlformats.org/presentationml/2006/main">
  <p:tag name="KSO_WM_UNIT_TEXT_PART_ID_V2" val="d-3-2"/>
  <p:tag name="KSO_WM_UNIT_PRESET_TEXT" val="点击此处添加正文，文字是您思想的提炼&#13;为了最终呈现发布的良好效果，请尽量言简意赅的阐述观点&#13;根据需要可酌情增减文字，以便观者可以准确理解您所传达的信息"/>
  <p:tag name="KSO_WM_UNIT_NOCLEAR" val="1"/>
  <p:tag name="KSO_WM_UNIT_VALUE" val="156"/>
  <p:tag name="KSO_WM_UNIT_HIGHLIGHT" val="0"/>
  <p:tag name="KSO_WM_UNIT_COMPATIBLE" val="0"/>
  <p:tag name="KSO_WM_UNIT_DIAGRAM_ISNUMVISUAL" val="0"/>
  <p:tag name="KSO_WM_UNIT_DIAGRAM_ISREFERUNIT" val="0"/>
  <p:tag name="KSO_WM_UNIT_TYPE" val="l_h_f"/>
  <p:tag name="KSO_WM_UNIT_INDEX" val="1_1_1"/>
  <p:tag name="KSO_WM_UNIT_ID" val="diagram20194834_1*l_h_f*1_1_1"/>
  <p:tag name="KSO_WM_TEMPLATE_CATEGORY" val="diagram"/>
  <p:tag name="KSO_WM_TEMPLATE_INDEX" val="20194834"/>
  <p:tag name="KSO_WM_UNIT_LAYERLEVEL" val="1_1_1"/>
  <p:tag name="KSO_WM_TAG_VERSION" val="1.0"/>
  <p:tag name="KSO_WM_BEAUTIFY_FLAG" val="#wm#"/>
  <p:tag name="KSO_WM_UNIT_COLOR_SCHEME_SHAPE_ID" val="3"/>
  <p:tag name="KSO_WM_UNIT_COLOR_SCHEME_PARENT_PAGE" val="0_1"/>
  <p:tag name="KSO_WM_UNIT_DIAGRAM_MODELTYPE" val="numdgm"/>
  <p:tag name="KSO_WM_DIAGRAM_GROUP_CODE" val="l1-1"/>
  <p:tag name="KSO_WM_UNIT_TEXT_FILL_FORE_SCHEMECOLOR_INDEX" val="13"/>
  <p:tag name="KSO_WM_UNIT_TEXT_FILL_TYPE" val="1"/>
  <p:tag name="KSO_WM_UNIT_USESOURCEFORMAT_APPLY" val="1"/>
</p:tagLst>
</file>

<file path=ppt/tags/tag1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3"/>
  <p:tag name="KSO_WM_UNIT_ID" val="diagram20194834_1*l_h_i*1_2_3"/>
  <p:tag name="KSO_WM_TEMPLATE_CATEGORY" val="diagram"/>
  <p:tag name="KSO_WM_TEMPLATE_INDEX" val="20194834"/>
  <p:tag name="KSO_WM_UNIT_LAYERLEVEL" val="1_1_1"/>
  <p:tag name="KSO_WM_TAG_VERSION" val="1.0"/>
  <p:tag name="KSO_WM_BEAUTIFY_FLAG" val="#wm#"/>
  <p:tag name="KSO_WM_UNIT_COLOR_SCHEME_SHAPE_ID" val="43"/>
  <p:tag name="KSO_WM_UNIT_COLOR_SCHEME_PARENT_PAGE" val="0_1"/>
  <p:tag name="KSO_WM_UNIT_DIAGRAM_MODELTYPE" val="numdgm"/>
  <p:tag name="KSO_WM_DIAGRAM_GROUP_CODE" val="l1-1"/>
  <p:tag name="KSO_WM_UNIT_FILL_FORE_SCHEMECOLOR_INDEX" val="15"/>
  <p:tag name="KSO_WM_UNIT_FILL_TYPE" val="1"/>
  <p:tag name="KSO_WM_UNIT_TEXT_FILL_FORE_SCHEMECOLOR_INDEX" val="2"/>
  <p:tag name="KSO_WM_UNIT_TEXT_FILL_TYPE" val="1"/>
  <p:tag name="KSO_WM_UNIT_USESOURCEFORMAT_APPLY" val="1"/>
</p:tagLst>
</file>

<file path=ppt/tags/tag1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1"/>
  <p:tag name="KSO_WM_UNIT_ID" val="diagram20194834_1*l_h_i*1_2_1"/>
  <p:tag name="KSO_WM_TEMPLATE_CATEGORY" val="diagram"/>
  <p:tag name="KSO_WM_TEMPLATE_INDEX" val="20194834"/>
  <p:tag name="KSO_WM_UNIT_LAYERLEVEL" val="1_1_1"/>
  <p:tag name="KSO_WM_TAG_VERSION" val="1.0"/>
  <p:tag name="KSO_WM_BEAUTIFY_FLAG" val="#wm#"/>
  <p:tag name="KSO_WM_UNIT_COLOR_SCHEME_SHAPE_ID" val="45"/>
  <p:tag name="KSO_WM_UNIT_COLOR_SCHEME_PARENT_PAGE" val="0_1"/>
  <p:tag name="KSO_WM_UNIT_DECOLORIZATION" val="1"/>
  <p:tag name="KSO_WM_UNIT_DIAGRAM_MODELTYPE" val="numdgm"/>
  <p:tag name="KSO_WM_DIAGRAM_GROUP_CODE" val="l1-1"/>
  <p:tag name="KSO_WM_UNIT_TEXT_FILL_FORE_SCHEMECOLOR_INDEX" val="14"/>
  <p:tag name="KSO_WM_UNIT_TEXT_FILL_TYPE" val="1"/>
  <p:tag name="KSO_WM_UNIT_USESOURCEFORMAT_APPLY" val="1"/>
</p:tagLst>
</file>

<file path=ppt/tags/tag1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l_h_i"/>
  <p:tag name="KSO_WM_UNIT_INDEX" val="1_2_2"/>
  <p:tag name="KSO_WM_UNIT_ID" val="diagram20194834_1*l_h_i*1_2_2"/>
  <p:tag name="KSO_WM_TEMPLATE_CATEGORY" val="diagram"/>
  <p:tag name="KSO_WM_TEMPLATE_INDEX" val="20194834"/>
  <p:tag name="KSO_WM_UNIT_LAYERLEVEL" val="1_1_1"/>
  <p:tag name="KSO_WM_TAG_VERSION" val="1.0"/>
  <p:tag name="KSO_WM_BEAUTIFY_FLAG" val="#wm#"/>
  <p:tag name="KSO_WM_UNIT_COLOR_SCHEME_SHAPE_ID" val="47"/>
  <p:tag name="KSO_WM_UNIT_COLOR_SCHEME_PARENT_PAGE" val="0_1"/>
  <p:tag name="KSO_WM_UNIT_DIAGRAM_MODELTYPE" val="numdgm"/>
  <p:tag name="KSO_WM_DIAGRAM_GROUP_CODE" val="l1-1"/>
  <p:tag name="KSO_WM_UNIT_SUBTYPE" val="b"/>
  <p:tag name="KSO_WM_UNIT_FILL_FORE_SCHEMECOLOR_INDEX" val="14"/>
  <p:tag name="KSO_WM_UNIT_FILL_TYPE" val="1"/>
  <p:tag name="KSO_WM_UNIT_TEXT_FILL_FORE_SCHEMECOLOR_INDEX" val="2"/>
  <p:tag name="KSO_WM_UNIT_TEXT_FILL_TYPE" val="1"/>
  <p:tag name="KSO_WM_UNIT_USESOURCEFORMAT_APPLY" val="1"/>
</p:tagLst>
</file>

<file path=ppt/tags/tag1377.xml><?xml version="1.0" encoding="utf-8"?>
<p:tagLst xmlns:p="http://schemas.openxmlformats.org/presentationml/2006/main">
  <p:tag name="KSO_WM_UNIT_ISCONTENTSTITLE" val="0"/>
  <p:tag name="KSO_WM_UNIT_NOCLEAR" val="0"/>
  <p:tag name="KSO_WM_UNIT_VALUE" val="170"/>
  <p:tag name="KSO_WM_UNIT_HIGHLIGHT" val="0"/>
  <p:tag name="KSO_WM_UNIT_COMPATIBLE" val="0"/>
  <p:tag name="KSO_WM_UNIT_DIAGRAM_ISNUMVISUAL" val="0"/>
  <p:tag name="KSO_WM_UNIT_DIAGRAM_ISREFERUNIT" val="0"/>
  <p:tag name="KSO_WM_UNIT_TYPE" val="f"/>
  <p:tag name="KSO_WM_UNIT_INDEX" val="1"/>
  <p:tag name="KSO_WM_UNIT_ID" val="diagram20202882_1*f*1"/>
  <p:tag name="KSO_WM_TEMPLATE_CATEGORY" val="diagram"/>
  <p:tag name="KSO_WM_TEMPLATE_INDEX" val="20202882"/>
  <p:tag name="KSO_WM_UNIT_LAYERLEVEL" val="1"/>
  <p:tag name="KSO_WM_TAG_VERSION" val="1.0"/>
  <p:tag name="KSO_WM_BEAUTIFY_FLAG" val="#wm#"/>
  <p:tag name="KSO_WM_UNIT_PRESET_TEXT" val="单击此处添加文本具体内容，简明扼要的阐述您的观点。根据需要可酌情增减文字，以便观者准确的理解您传达的思想。&#13;单击此处添加文本具体内容，简明扼要的阐述您的观点。根据需要可酌情增减文字，以便观者准确的理解您传达的思想。"/>
</p:tagLst>
</file>

<file path=ppt/tags/tag1378.xml><?xml version="1.0" encoding="utf-8"?>
<p:tagLst xmlns:p="http://schemas.openxmlformats.org/presentationml/2006/main">
  <p:tag name="KSO_WM_SLIDE_ID" val="diagram20194834_1"/>
  <p:tag name="KSO_WM_SLIDE_ITEM_CNT" val="2"/>
  <p:tag name="KSO_WM_SLIDE_INDEX" val="1"/>
  <p:tag name="KSO_WM_TAG_VERSION" val="1.0"/>
  <p:tag name="KSO_WM_BEAUTIFY_FLAG" val="#wm#"/>
  <p:tag name="KSO_WM_TEMPLATE_CATEGORY" val="diagram"/>
  <p:tag name="KSO_WM_TEMPLATE_INDEX" val="20194834"/>
  <p:tag name="KSO_WM_SLIDE_LAYOUT" val="a_l"/>
  <p:tag name="KSO_WM_SLIDE_LAYOUT_CNT" val="1_1"/>
  <p:tag name="KSO_WM_SLIDE_TYPE" val="text"/>
  <p:tag name="KSO_WM_SLIDE_SUBTYPE" val="pureTxt"/>
  <p:tag name="KSO_WM_SLIDE_SIZE" val="889.1*370.8"/>
  <p:tag name="KSO_WM_SLIDE_POSITION" val="35.45*119.05"/>
  <p:tag name="KSO_WM_SLIDE_COLORSCHEME_VERSION" val="3.2"/>
  <p:tag name="KSO_WM_TEMPLATE_SUBCATEGORY" val="0"/>
  <p:tag name="KSO_WM_DIAGRAM_GROUP_CODE" val="l1-1"/>
  <p:tag name="KSO_WM_SLIDE_DIAGTYPE" val="l"/>
</p:tagLst>
</file>

<file path=ppt/tags/tag1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 name="KSO_WM_SLIDE_BACKGROUND_TYPE" val="topBottom"/>
  <p:tag name="KSO_WM_SLIDE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8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UNIT_TYPE" val="i"/>
</p:tagLst>
</file>

<file path=ppt/tags/tag138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38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2305_1*i*4"/>
  <p:tag name="KSO_WM_TEMPLATE_CATEGORY" val="diagram"/>
  <p:tag name="KSO_WM_TEMPLATE_INDEX" val="20202305"/>
  <p:tag name="KSO_WM_UNIT_LAYERLEVEL" val="1"/>
  <p:tag name="KSO_WM_TAG_VERSION" val="1.0"/>
  <p:tag name="KSO_WM_BEAUTIFY_FLAG" val="#wm#"/>
  <p:tag name="KSO_WM_UNIT_BLOCK" val="0"/>
  <p:tag name="KSO_WM_UNIT_SM_LIMIT_TYPE" val="2"/>
  <p:tag name="KSO_WM_UNIT_DECORATE_INFO" val="{&quot;DecorateInfoX&quot;:{&quot;IsLeft&quot;:true,&quot;IsRight&quot;:false,&quot;IsAbs&quot;:true},&quot;DecorateInfoY&quot;:{&quot;IsTop&quot;:true,&quot;IsBottom&quot;:false,&quot;IsAbs&quot;:true}}"/>
  <p:tag name="KSO_WM_UNIT_PLACING_PICTURE_MD4" val="0"/>
  <p:tag name="KSO_WM_UNIT_FILL_FORE_SCHEMECOLOR_INDEX_BRIGHTNESS" val="0"/>
  <p:tag name="KSO_WM_UNIT_FILL_FORE_SCHEMECOLOR_INDEX" val="14"/>
  <p:tag name="KSO_WM_UNIT_FILL_TYPE" val="1"/>
  <p:tag name="KSO_WM_UNIT_SHADOW_SCHEMECOLOR_INDEX_BRIGHTNESS" val="0"/>
  <p:tag name="KSO_WM_UNIT_SHADOW_SCHEMECOLOR_INDEX" val="13"/>
  <p:tag name="KSO_WM_UNIT_TEXT_FILL_TYPE" val="1"/>
</p:tagLst>
</file>

<file path=ppt/tags/tag1384.xml><?xml version="1.0" encoding="utf-8"?>
<p:tagLst xmlns:p="http://schemas.openxmlformats.org/presentationml/2006/main">
  <p:tag name="KSO_WM_UNIT_PRESET_TEXT" val="我们是致力于研究AI智能创作PPT的一个团队;我们潜心钻研幻灯片的演示规律与创作思路，希望通过人工智能解放用户双手，不仅高效，且精准。&#13;我们拥有金山办公软件30年的技术积累，以及一支富有研究精神，匠心做事的团队。"/>
  <p:tag name="KSO_WM_UNIT_NOCLEAR" val="0"/>
  <p:tag name="KSO_WM_UNIT_VALUE" val="564"/>
  <p:tag name="KSO_WM_UNIT_HIGHLIGHT" val="0"/>
  <p:tag name="KSO_WM_UNIT_COMPATIBLE" val="0"/>
  <p:tag name="KSO_WM_UNIT_DIAGRAM_ISNUMVISUAL" val="0"/>
  <p:tag name="KSO_WM_UNIT_DIAGRAM_ISREFERUNIT" val="0"/>
  <p:tag name="KSO_WM_UNIT_TYPE" val="f"/>
  <p:tag name="KSO_WM_UNIT_INDEX" val="1"/>
  <p:tag name="KSO_WM_UNIT_ID" val="diagram20202305_1*f*1"/>
  <p:tag name="KSO_WM_TEMPLATE_CATEGORY" val="diagram"/>
  <p:tag name="KSO_WM_TEMPLATE_INDEX" val="20202305"/>
  <p:tag name="KSO_WM_UNIT_LAYERLEVEL" val="1"/>
  <p:tag name="KSO_WM_TAG_VERSION" val="1.0"/>
  <p:tag name="KSO_WM_BEAUTIFY_FLAG" val="#wm#"/>
  <p:tag name="KSO_WM_UNIT_DEFAULT_FONT" val="16;24;2"/>
  <p:tag name="KSO_WM_UNIT_BLOCK" val="0"/>
  <p:tag name="KSO_WM_UNIT_SM_LIMIT_TYPE" val="1"/>
  <p:tag name="KSO_WM_UNIT_PLACING_PICTURE_MD4" val="0"/>
  <p:tag name="KSO_WM_UNIT_TEXT_FILL_FORE_SCHEMECOLOR_INDEX_BRIGHTNESS" val="0.35"/>
  <p:tag name="KSO_WM_UNIT_TEXT_FILL_FORE_SCHEMECOLOR_INDEX" val="13"/>
  <p:tag name="KSO_WM_UNIT_TEXT_FILL_TYPE" val="1"/>
</p:tagLst>
</file>

<file path=ppt/tags/tag1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2305_1*i*3"/>
  <p:tag name="KSO_WM_TEMPLATE_CATEGORY" val="diagram"/>
  <p:tag name="KSO_WM_TEMPLATE_INDEX" val="20202305"/>
  <p:tag name="KSO_WM_UNIT_LAYERLEVEL" val="1"/>
  <p:tag name="KSO_WM_TAG_VERSION" val="1.0"/>
  <p:tag name="KSO_WM_BEAUTIFY_FLAG" val="#wm#"/>
  <p:tag name="KSO_WM_UNIT_SM_LIMIT_TYPE" val="1"/>
  <p:tag name="KSO_WM_UNIT_PLACING_PICTURE_MD4" val="0"/>
  <p:tag name="KSO_WM_UNIT_FILL_FORE_SCHEMECOLOR_INDEX_BRIGHTNESS" val="0"/>
  <p:tag name="KSO_WM_UNIT_FILL_FORE_SCHEMECOLOR_INDEX" val="5"/>
  <p:tag name="KSO_WM_UNIT_FILL_TYPE" val="1"/>
  <p:tag name="KSO_WM_UNIT_TEXT_FILL_TYPE" val="1"/>
</p:tagLst>
</file>

<file path=ppt/tags/tag1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05_1*i*1"/>
  <p:tag name="KSO_WM_TEMPLATE_CATEGORY" val="diagram"/>
  <p:tag name="KSO_WM_TEMPLATE_INDEX" val="20202305"/>
  <p:tag name="KSO_WM_UNIT_LAYERLEVEL" val="1"/>
  <p:tag name="KSO_WM_TAG_VERSION" val="1.0"/>
  <p:tag name="KSO_WM_BEAUTIFY_FLAG" val="#wm#"/>
  <p:tag name="KSO_WM_UNIT_TYPE" val="i"/>
  <p:tag name="KSO_WM_UNIT_INDEX" val="1"/>
  <p:tag name="KSO_WM_UNIT_BLOCK" val="0"/>
  <p:tag name="KSO_WM_UNIT_SM_LIMIT_TYPE" val="1"/>
  <p:tag name="KSO_WM_UNIT_PLACING_PICTURE_MD4" val="0"/>
  <p:tag name="KSO_WM_UNIT_FILL_FORE_SCHEMECOLOR_INDEX_BRIGHTNESS" val="0"/>
  <p:tag name="KSO_WM_UNIT_FILL_FORE_SCHEMECOLOR_INDEX" val="5"/>
  <p:tag name="KSO_WM_UNIT_FILL_TYPE" val="1"/>
  <p:tag name="KSO_WM_UNIT_TEXT_FILL_TYPE" val="1"/>
</p:tagLst>
</file>

<file path=ppt/tags/tag13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2305_1*a*1"/>
  <p:tag name="KSO_WM_TEMPLATE_CATEGORY" val="diagram"/>
  <p:tag name="KSO_WM_TEMPLATE_INDEX" val="20202305"/>
  <p:tag name="KSO_WM_UNIT_LAYERLEVEL" val="1"/>
  <p:tag name="KSO_WM_TAG_VERSION" val="1.0"/>
  <p:tag name="KSO_WM_BEAUTIFY_FLAG" val="#wm#"/>
  <p:tag name="KSO_WM_UNIT_ISCONTENTSTITLE" val="0"/>
  <p:tag name="KSO_WM_UNIT_PRESET_TEXT" val="WPS-极墨产品部"/>
  <p:tag name="KSO_WM_UNIT_NOCLEAR" val="0"/>
  <p:tag name="KSO_WM_UNIT_VALUE" val="26"/>
  <p:tag name="KSO_WM_UNIT_TYPE" val="a"/>
  <p:tag name="KSO_WM_UNIT_INDEX" val="1"/>
  <p:tag name="KSO_WM_UNIT_DEFAULT_FONT" val="32;36;4"/>
  <p:tag name="KSO_WM_UNIT_BLOCK" val="1"/>
  <p:tag name="KSO_WM_UNIT_SM_LIMIT_TYPE" val="1"/>
  <p:tag name="KSO_WM_UNIT_ISNUMDGMTITLE" val="0"/>
  <p:tag name="KSO_WM_UNIT_PLACING_PICTURE_MD4" val="0"/>
  <p:tag name="KSO_WM_UNIT_TEXT_FILL_FORE_SCHEMECOLOR_INDEX_BRIGHTNESS" val="0.25"/>
  <p:tag name="KSO_WM_UNIT_TEXT_FILL_FORE_SCHEMECOLOR_INDEX" val="13"/>
  <p:tag name="KSO_WM_UNIT_TEXT_FILL_TYPE" val="1"/>
</p:tagLst>
</file>

<file path=ppt/tags/tag1388.xml><?xml version="1.0" encoding="utf-8"?>
<p:tagLst xmlns:p="http://schemas.openxmlformats.org/presentationml/2006/main">
  <p:tag name="KSO_WM_BEAUTIFY_FLAG" val="#wm#"/>
  <p:tag name="KSO_WM_TEMPLATE_CATEGORY" val="diagram"/>
  <p:tag name="KSO_WM_TEMPLATE_INDEX" val="20202305"/>
  <p:tag name="KSO_WM_SLIDE_ID" val="diagram20202305_1"/>
  <p:tag name="KSO_WM_TEMPLATE_SUBCATEGORY" val="11"/>
  <p:tag name="KSO_WM_SLIDE_TYPE" val="text"/>
  <p:tag name="KSO_WM_SLIDE_SUBTYPE" val="pureTxt"/>
  <p:tag name="KSO_WM_SLIDE_ITEM_CNT" val="0"/>
  <p:tag name="KSO_WM_SLIDE_INDEX" val="1"/>
  <p:tag name="KSO_WM_SLIDE_SIZE" val="960*494"/>
  <p:tag name="KSO_WM_SLIDE_POSITION" val="0*47"/>
  <p:tag name="KSO_WM_TAG_VERSION" val="1.0"/>
  <p:tag name="KSO_WM_SLIDE_LAYOUT" val="a_f_i"/>
  <p:tag name="KSO_WM_SLIDE_LAYOUT_CNT" val="1_1_1"/>
  <p:tag name="KSO_WM_TEMPLATE_MASTER_TYPE" val="0"/>
  <p:tag name="KSO_WM_TEMPLATE_COLOR_TYPE"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id&quot;: &quot;2020-03-30T17:04:23&quot;,&#10;    &quot;maxSize&quot;: {&#10;        &quot;size1&quot;: 22.600000000000001&#10;    },&#10;    &quot;minSize&quot;: {&#10;        &quot;size1&quot;: 22.600000000000001&#10;    },&#10;    &quot;normalSize&quot;: {&#10;        &quot;size1&quot;: 22.600000000000001&#10;    },&#10;    &quot;subLayout&quot;: [&#10;        {&#10;            &quot;id&quot;: &quot;2020-03-30T17:04:23&quot;,&#10;            &quot;margin&quot;: {&#10;                &quot;bottom&quot;: 0.82400000095367432,&#10;                &quot;left&quot;: 1.2699999809265137,&#10;                &quot;right&quot;: 1.2699999809265137,&#10;                &quot;top&quot;: 1.690000057220459&#10;            },&#10;            &quot;type&quot;: 0&#10;        },&#10;        {&#10;            &quot;backgroundInfo&quot;: [&#10;                {&#10;                    &quot;bottom&quot;: 0,&#10;                    &quot;bottomAbs&quot;: false,&#10;                    &quot;left&quot;: 0,&#10;                    &quot;leftAbs&quot;: false,&#10;                    &quot;right&quot;: 0,&#10;                    &quot;rightAbs&quot;: false,&#10;                    &quot;top&quot;: 0.30275765100000002,&#10;                    &quot;topAbs&quot;: false,&#10;                    &quot;type&quot;: &quot;topBottom&quot;&#10;                }&#10;            ],&#10;            &quot;id&quot;: &quot;2020-03-30T17:04:23&quot;,&#10;            &quot;margin&quot;: {&#10;                &quot;bottom&quot;: 2.5399999618530273,&#10;                &quot;left&quot;: 2.119999885559082,&#10;                &quot;right&quot;: 2.119999885559082,&#10;                &quot;top&quot;: 0.87599998712539673&#10;            },&#10;            &quot;type&quot;: 0&#10;        }&#10;    ],&#10;    &quot;type&quot;: 0&#10;}&#10;"/>
  <p:tag name="KSO_WM_SLIDE_CAN_ADD_NAVIGATION" val="1"/>
  <p:tag name="KSO_WM_SLIDE_BACKGROUND" val="[&quot;general&quot;,&quot;topBottom&quot;]"/>
  <p:tag name="KSO_WM_SLIDE_RATIO" val="1.777778"/>
  <p:tag name="KSO_WM_SLIDE_BK_DARK_LIGHT" val="2"/>
  <p:tag name="KSO_WM_SLIDE_BACKGROUND_TYPE" val="topBottom"/>
</p:tagLst>
</file>

<file path=ppt/tags/tag1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23_1*i*1"/>
  <p:tag name="KSO_WM_TEMPLATE_CATEGORY" val="diagram"/>
  <p:tag name="KSO_WM_TEMPLATE_INDEX" val="20194823"/>
  <p:tag name="KSO_WM_UNIT_LAYERLEVEL" val="1"/>
  <p:tag name="KSO_WM_TAG_VERSION" val="1.0"/>
  <p:tag name="KSO_WM_BEAUTIFY_FLAG" val="#wm#"/>
  <p:tag name="KSO_WM_UNIT_COLOR_SCHEME_SHAPE_ID" val="36"/>
  <p:tag name="KSO_WM_UNIT_COLOR_SCHEME_PARENT_PAGE" val="0_1"/>
</p:tagLst>
</file>

<file path=ppt/tags/tag1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23_1*i*2"/>
  <p:tag name="KSO_WM_TEMPLATE_CATEGORY" val="diagram"/>
  <p:tag name="KSO_WM_TEMPLATE_INDEX" val="20194823"/>
  <p:tag name="KSO_WM_UNIT_LAYERLEVEL" val="1"/>
  <p:tag name="KSO_WM_TAG_VERSION" val="1.0"/>
  <p:tag name="KSO_WM_BEAUTIFY_FLAG" val="#wm#"/>
  <p:tag name="KSO_WM_UNIT_COLOR_SCHEME_SHAPE_ID" val="39"/>
  <p:tag name="KSO_WM_UNIT_COLOR_SCHEME_PARENT_PAGE" val="0_1"/>
</p:tagLst>
</file>

<file path=ppt/tags/tag1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23_1*i*3"/>
  <p:tag name="KSO_WM_TEMPLATE_CATEGORY" val="diagram"/>
  <p:tag name="KSO_WM_TEMPLATE_INDEX" val="20194823"/>
  <p:tag name="KSO_WM_UNIT_LAYERLEVEL" val="1"/>
  <p:tag name="KSO_WM_TAG_VERSION" val="1.0"/>
  <p:tag name="KSO_WM_BEAUTIFY_FLAG" val="#wm#"/>
  <p:tag name="KSO_WM_UNIT_COLOR_SCHEME_SHAPE_ID" val="34"/>
  <p:tag name="KSO_WM_UNIT_COLOR_SCHEME_PARENT_PAGE" val="0_1"/>
</p:tagLst>
</file>

<file path=ppt/tags/tag1392.xml><?xml version="1.0" encoding="utf-8"?>
<p:tagLst xmlns:p="http://schemas.openxmlformats.org/presentationml/2006/main">
  <p:tag name="KSO_WM_UNIT_TEXT_PART_ID_V2" val="a-3-2"/>
  <p:tag name="KSO_WM_UNIT_ISCONTENTSTITLE" val="0"/>
  <p:tag name="KSO_WM_UNIT_PRESET_TEXT" val="单击此处可添加您的大标题内容"/>
  <p:tag name="KSO_WM_UNIT_NOCLEAR" val="0"/>
  <p:tag name="KSO_WM_UNIT_VALUE" val="17"/>
  <p:tag name="KSO_WM_UNIT_HIGHLIGHT" val="0"/>
  <p:tag name="KSO_WM_UNIT_COMPATIBLE" val="0"/>
  <p:tag name="KSO_WM_UNIT_DIAGRAM_ISNUMVISUAL" val="0"/>
  <p:tag name="KSO_WM_UNIT_DIAGRAM_ISREFERUNIT" val="0"/>
  <p:tag name="KSO_WM_UNIT_TYPE" val="a"/>
  <p:tag name="KSO_WM_UNIT_INDEX" val="1"/>
  <p:tag name="KSO_WM_UNIT_ID" val="diagram20194823_1*a*1"/>
  <p:tag name="KSO_WM_TEMPLATE_CATEGORY" val="diagram"/>
  <p:tag name="KSO_WM_TEMPLATE_INDEX" val="20194823"/>
  <p:tag name="KSO_WM_UNIT_LAYERLEVEL" val="1"/>
  <p:tag name="KSO_WM_TAG_VERSION" val="1.0"/>
  <p:tag name="KSO_WM_BEAUTIFY_FLAG" val="#wm#"/>
  <p:tag name="KSO_WM_UNIT_COLOR_SCHEME_SHAPE_ID" val="27"/>
  <p:tag name="KSO_WM_UNIT_COLOR_SCHEME_PARENT_PAGE" val="0_1"/>
</p:tagLst>
</file>

<file path=ppt/tags/tag1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4823_1*i*6"/>
  <p:tag name="KSO_WM_TEMPLATE_CATEGORY" val="diagram"/>
  <p:tag name="KSO_WM_TEMPLATE_INDEX" val="20194823"/>
  <p:tag name="KSO_WM_UNIT_LAYERLEVEL" val="1"/>
  <p:tag name="KSO_WM_TAG_VERSION" val="1.0"/>
  <p:tag name="KSO_WM_BEAUTIFY_FLAG" val="#wm#"/>
  <p:tag name="KSO_WM_UNIT_COLOR_SCHEME_SHAPE_ID" val="44"/>
  <p:tag name="KSO_WM_UNIT_COLOR_SCHEME_PARENT_PAGE" val="0_1"/>
</p:tagLst>
</file>

<file path=ppt/tags/tag1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23_1*i*7"/>
  <p:tag name="KSO_WM_TEMPLATE_CATEGORY" val="diagram"/>
  <p:tag name="KSO_WM_TEMPLATE_INDEX" val="20194823"/>
  <p:tag name="KSO_WM_UNIT_LAYERLEVEL" val="1"/>
  <p:tag name="KSO_WM_TAG_VERSION" val="1.0"/>
  <p:tag name="KSO_WM_BEAUTIFY_FLAG" val="#wm#"/>
  <p:tag name="KSO_WM_UNIT_COLOR_SCHEME_SHAPE_ID" val="45"/>
  <p:tag name="KSO_WM_UNIT_COLOR_SCHEME_PARENT_PAGE" val="0_1"/>
</p:tagLst>
</file>

<file path=ppt/tags/tag1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23_1*i*8"/>
  <p:tag name="KSO_WM_TEMPLATE_CATEGORY" val="diagram"/>
  <p:tag name="KSO_WM_TEMPLATE_INDEX" val="20194823"/>
  <p:tag name="KSO_WM_UNIT_LAYERLEVEL" val="1"/>
  <p:tag name="KSO_WM_TAG_VERSION" val="1.0"/>
  <p:tag name="KSO_WM_BEAUTIFY_FLAG" val="#wm#"/>
  <p:tag name="KSO_WM_UNIT_COLOR_SCHEME_SHAPE_ID" val="33"/>
  <p:tag name="KSO_WM_UNIT_COLOR_SCHEME_PARENT_PAGE" val="0_1"/>
  <p:tag name="KSO_WM_UNIT_DECOLORIZATION" val="1"/>
</p:tagLst>
</file>

<file path=ppt/tags/tag1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23_1*i*9"/>
  <p:tag name="KSO_WM_TEMPLATE_CATEGORY" val="diagram"/>
  <p:tag name="KSO_WM_TEMPLATE_INDEX" val="20194823"/>
  <p:tag name="KSO_WM_UNIT_LAYERLEVEL" val="1"/>
  <p:tag name="KSO_WM_TAG_VERSION" val="1.0"/>
  <p:tag name="KSO_WM_BEAUTIFY_FLAG" val="#wm#"/>
  <p:tag name="KSO_WM_UNIT_COLOR_SCHEME_SHAPE_ID" val="3"/>
  <p:tag name="KSO_WM_UNIT_COLOR_SCHEME_PARENT_PAGE" val="0_1"/>
  <p:tag name="KSO_WM_UNIT_FOIL_COLOR" val="1"/>
</p:tagLst>
</file>

<file path=ppt/tags/tag1397.xml><?xml version="1.0" encoding="utf-8"?>
<p:tagLst xmlns:p="http://schemas.openxmlformats.org/presentationml/2006/main">
  <p:tag name="KSO_WM_UNIT_TEXT_PART_ID_V2" val="d-3-2"/>
  <p:tag name="KSO_WM_UNIT_PRESET_TEXT" val="点击此处添加正文，文字是您思想的提炼。&#13;为了最终呈现发布的良好效果，请尽量言简意赅的阐述观点。&#13;根据需要可酌情增减文字，以便观者可以便观者可以准确理解您所传达的信息。"/>
  <p:tag name="KSO_WM_UNIT_NOCLEAR" val="1"/>
  <p:tag name="KSO_WM_UNIT_VALUE" val="156"/>
  <p:tag name="KSO_WM_UNIT_HIGHLIGHT" val="0"/>
  <p:tag name="KSO_WM_UNIT_COMPATIBLE" val="0"/>
  <p:tag name="KSO_WM_UNIT_DIAGRAM_ISNUMVISUAL" val="0"/>
  <p:tag name="KSO_WM_UNIT_DIAGRAM_ISREFERUNIT" val="0"/>
  <p:tag name="KSO_WM_UNIT_TYPE" val="h_f"/>
  <p:tag name="KSO_WM_UNIT_INDEX" val="1_1"/>
  <p:tag name="KSO_WM_UNIT_ID" val="diagram20194823_1*h_f*1_1"/>
  <p:tag name="KSO_WM_TEMPLATE_CATEGORY" val="diagram"/>
  <p:tag name="KSO_WM_TEMPLATE_INDEX" val="20194823"/>
  <p:tag name="KSO_WM_UNIT_LAYERLEVEL" val="1_1"/>
  <p:tag name="KSO_WM_TAG_VERSION" val="1.0"/>
  <p:tag name="KSO_WM_BEAUTIFY_FLAG" val="#wm#"/>
  <p:tag name="KSO_WM_UNIT_COLOR_SCHEME_SHAPE_ID" val="26"/>
  <p:tag name="KSO_WM_UNIT_COLOR_SCHEME_PARENT_PAGE" val="0_1"/>
</p:tagLst>
</file>

<file path=ppt/tags/tag1398.xml><?xml version="1.0" encoding="utf-8"?>
<p:tagLst xmlns:p="http://schemas.openxmlformats.org/presentationml/2006/main">
  <p:tag name="KSO_WM_UNIT_TEXT_PART_ID_V2" val="d-3-2"/>
  <p:tag name="KSO_WM_UNIT_PRESET_TEXT" val="点击此处添加正文，文字是您思想的提炼&#13;为了最终呈现发布的良好效果，请尽量言简意赅的阐述观点。&#13;根据需要可酌情增减文字，以便观者可以便观者可以准确理解您所传达的信息。"/>
  <p:tag name="KSO_WM_UNIT_NOCLEAR" val="1"/>
  <p:tag name="KSO_WM_UNIT_VALUE" val="156"/>
  <p:tag name="KSO_WM_UNIT_HIGHLIGHT" val="0"/>
  <p:tag name="KSO_WM_UNIT_COMPATIBLE" val="0"/>
  <p:tag name="KSO_WM_UNIT_DIAGRAM_ISNUMVISUAL" val="0"/>
  <p:tag name="KSO_WM_UNIT_DIAGRAM_ISREFERUNIT" val="0"/>
  <p:tag name="KSO_WM_UNIT_TYPE" val="h_f"/>
  <p:tag name="KSO_WM_UNIT_INDEX" val="2_1"/>
  <p:tag name="KSO_WM_UNIT_ID" val="diagram20194823_1*h_f*2_1"/>
  <p:tag name="KSO_WM_TEMPLATE_CATEGORY" val="diagram"/>
  <p:tag name="KSO_WM_TEMPLATE_INDEX" val="20194823"/>
  <p:tag name="KSO_WM_UNIT_LAYERLEVEL" val="1_1"/>
  <p:tag name="KSO_WM_TAG_VERSION" val="1.0"/>
  <p:tag name="KSO_WM_BEAUTIFY_FLAG" val="#wm#"/>
  <p:tag name="KSO_WM_UNIT_COLOR_SCHEME_SHAPE_ID" val="41"/>
  <p:tag name="KSO_WM_UNIT_COLOR_SCHEME_PARENT_PAGE" val="0_1"/>
</p:tagLst>
</file>

<file path=ppt/tags/tag1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4823_1*i*4"/>
  <p:tag name="KSO_WM_TEMPLATE_CATEGORY" val="diagram"/>
  <p:tag name="KSO_WM_TEMPLATE_INDEX" val="20194823"/>
  <p:tag name="KSO_WM_UNIT_LAYERLEVEL" val="1"/>
  <p:tag name="KSO_WM_TAG_VERSION" val="1.0"/>
  <p:tag name="KSO_WM_BEAUTIFY_FLAG" val="#wm#"/>
  <p:tag name="KSO_WM_UNIT_COLOR_SCHEME_SHAPE_ID" val="42"/>
  <p:tag name="KSO_WM_UNIT_COLOR_SCHEME_PARENT_PAGE" val="0_1"/>
</p:tagLst>
</file>

<file path=ppt/tags/tag1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4823_1*i*5"/>
  <p:tag name="KSO_WM_TEMPLATE_CATEGORY" val="diagram"/>
  <p:tag name="KSO_WM_TEMPLATE_INDEX" val="20194823"/>
  <p:tag name="KSO_WM_UNIT_LAYERLEVEL" val="1"/>
  <p:tag name="KSO_WM_TAG_VERSION" val="1.0"/>
  <p:tag name="KSO_WM_BEAUTIFY_FLAG" val="#wm#"/>
  <p:tag name="KSO_WM_UNIT_COLOR_SCHEME_SHAPE_ID" val="43"/>
  <p:tag name="KSO_WM_UNIT_COLOR_SCHEME_PARENT_PAGE" val="0_1"/>
</p:tagLst>
</file>

<file path=ppt/tags/tag1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4823_1*i*6"/>
  <p:tag name="KSO_WM_TEMPLATE_CATEGORY" val="diagram"/>
  <p:tag name="KSO_WM_TEMPLATE_INDEX" val="20194823"/>
  <p:tag name="KSO_WM_UNIT_LAYERLEVEL" val="1"/>
  <p:tag name="KSO_WM_TAG_VERSION" val="1.0"/>
  <p:tag name="KSO_WM_BEAUTIFY_FLAG" val="#wm#"/>
  <p:tag name="KSO_WM_UNIT_COLOR_SCHEME_SHAPE_ID" val="44"/>
  <p:tag name="KSO_WM_UNIT_COLOR_SCHEME_PARENT_PAGE" val="0_1"/>
</p:tagLst>
</file>

<file path=ppt/tags/tag1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23_1*i*7"/>
  <p:tag name="KSO_WM_TEMPLATE_CATEGORY" val="diagram"/>
  <p:tag name="KSO_WM_TEMPLATE_INDEX" val="20194823"/>
  <p:tag name="KSO_WM_UNIT_LAYERLEVEL" val="1"/>
  <p:tag name="KSO_WM_TAG_VERSION" val="1.0"/>
  <p:tag name="KSO_WM_BEAUTIFY_FLAG" val="#wm#"/>
  <p:tag name="KSO_WM_UNIT_COLOR_SCHEME_SHAPE_ID" val="45"/>
  <p:tag name="KSO_WM_UNIT_COLOR_SCHEME_PARENT_PAGE" val="0_1"/>
</p:tagLst>
</file>

<file path=ppt/tags/tag1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23_1*i*13"/>
  <p:tag name="KSO_WM_TEMPLATE_CATEGORY" val="diagram"/>
  <p:tag name="KSO_WM_TEMPLATE_INDEX" val="20194823"/>
  <p:tag name="KSO_WM_UNIT_LAYERLEVEL" val="1"/>
  <p:tag name="KSO_WM_TAG_VERSION" val="1.0"/>
  <p:tag name="KSO_WM_BEAUTIFY_FLAG" val="#wm#"/>
</p:tagLst>
</file>

<file path=ppt/tags/tag1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diagram20194823_1*i*14"/>
  <p:tag name="KSO_WM_TEMPLATE_CATEGORY" val="diagram"/>
  <p:tag name="KSO_WM_TEMPLATE_INDEX" val="20194823"/>
  <p:tag name="KSO_WM_UNIT_LAYERLEVEL" val="1"/>
  <p:tag name="KSO_WM_TAG_VERSION" val="1.0"/>
  <p:tag name="KSO_WM_BEAUTIFY_FLAG" val="#wm#"/>
</p:tagLst>
</file>

<file path=ppt/tags/tag1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diagram20194823_1*i*15"/>
  <p:tag name="KSO_WM_TEMPLATE_CATEGORY" val="diagram"/>
  <p:tag name="KSO_WM_TEMPLATE_INDEX" val="20194823"/>
  <p:tag name="KSO_WM_UNIT_LAYERLEVEL" val="1"/>
  <p:tag name="KSO_WM_TAG_VERSION" val="1.0"/>
  <p:tag name="KSO_WM_BEAUTIFY_FLAG" val="#wm#"/>
</p:tagLst>
</file>

<file path=ppt/tags/tag1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diagram20194823_1*i*16"/>
  <p:tag name="KSO_WM_TEMPLATE_CATEGORY" val="diagram"/>
  <p:tag name="KSO_WM_TEMPLATE_INDEX" val="20194823"/>
  <p:tag name="KSO_WM_UNIT_LAYERLEVEL" val="1"/>
  <p:tag name="KSO_WM_TAG_VERSION" val="1.0"/>
  <p:tag name="KSO_WM_BEAUTIFY_FLAG" val="#wm#"/>
</p:tagLst>
</file>

<file path=ppt/tags/tag1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diagram20194823_1*i*17"/>
  <p:tag name="KSO_WM_TEMPLATE_CATEGORY" val="diagram"/>
  <p:tag name="KSO_WM_TEMPLATE_INDEX" val="20194823"/>
  <p:tag name="KSO_WM_UNIT_LAYERLEVEL" val="1"/>
  <p:tag name="KSO_WM_TAG_VERSION" val="1.0"/>
  <p:tag name="KSO_WM_BEAUTIFY_FLAG" val="#wm#"/>
</p:tagLst>
</file>

<file path=ppt/tags/tag1408.xml><?xml version="1.0" encoding="utf-8"?>
<p:tagLst xmlns:p="http://schemas.openxmlformats.org/presentationml/2006/main">
  <p:tag name="KSO_WM_SLIDE_ID" val="diagram20194823_1"/>
  <p:tag name="KSO_WM_SLIDE_ITEM_CNT" val="0"/>
  <p:tag name="KSO_WM_SLIDE_INDEX" val="1"/>
  <p:tag name="KSO_WM_TAG_VERSION" val="1.0"/>
  <p:tag name="KSO_WM_BEAUTIFY_FLAG" val="#wm#"/>
  <p:tag name="KSO_WM_TEMPLATE_CATEGORY" val="diagram"/>
  <p:tag name="KSO_WM_TEMPLATE_INDEX" val="20194823"/>
  <p:tag name="KSO_WM_SLIDE_LAYOUT" val="a_h"/>
  <p:tag name="KSO_WM_SLIDE_LAYOUT_CNT" val="1_2"/>
  <p:tag name="KSO_WM_SLIDE_TYPE" val="text"/>
  <p:tag name="KSO_WM_SLIDE_SUBTYPE" val="pureTxt"/>
  <p:tag name="KSO_WM_SLIDE_SIZE" val="644.505*285.163"/>
  <p:tag name="KSO_WM_SLIDE_POSITION" val="149.852*203.069"/>
  <p:tag name="KSO_WM_SLIDE_COLORSCHEME_VERSION" val="3.2"/>
  <p:tag name="KSO_WM_TEMPLATE_SUBCATEGORY" val="0"/>
  <p:tag name="KSO_WM_TEMPLATE_MASTER_TYPE" val="0"/>
  <p:tag name="KSO_WM_TEMPLATE_COLOR_TYPE" val="1"/>
</p:tagLst>
</file>

<file path=ppt/tags/tag1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4823_1*i*1"/>
  <p:tag name="KSO_WM_TEMPLATE_CATEGORY" val="diagram"/>
  <p:tag name="KSO_WM_TEMPLATE_INDEX" val="20194823"/>
  <p:tag name="KSO_WM_UNIT_LAYERLEVEL" val="1"/>
  <p:tag name="KSO_WM_TAG_VERSION" val="1.0"/>
  <p:tag name="KSO_WM_BEAUTIFY_FLAG" val="#wm#"/>
  <p:tag name="KSO_WM_UNIT_COLOR_SCHEME_SHAPE_ID" val="36"/>
  <p:tag name="KSO_WM_UNIT_COLOR_SCHEME_PARENT_PAGE" val="0_1"/>
</p:tagLst>
</file>

<file path=ppt/tags/tag1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4823_1*i*2"/>
  <p:tag name="KSO_WM_TEMPLATE_CATEGORY" val="diagram"/>
  <p:tag name="KSO_WM_TEMPLATE_INDEX" val="20194823"/>
  <p:tag name="KSO_WM_UNIT_LAYERLEVEL" val="1"/>
  <p:tag name="KSO_WM_TAG_VERSION" val="1.0"/>
  <p:tag name="KSO_WM_BEAUTIFY_FLAG" val="#wm#"/>
  <p:tag name="KSO_WM_UNIT_COLOR_SCHEME_SHAPE_ID" val="39"/>
  <p:tag name="KSO_WM_UNIT_COLOR_SCHEME_PARENT_PAGE" val="0_1"/>
</p:tagLst>
</file>

<file path=ppt/tags/tag1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4823_1*i*3"/>
  <p:tag name="KSO_WM_TEMPLATE_CATEGORY" val="diagram"/>
  <p:tag name="KSO_WM_TEMPLATE_INDEX" val="20194823"/>
  <p:tag name="KSO_WM_UNIT_LAYERLEVEL" val="1"/>
  <p:tag name="KSO_WM_TAG_VERSION" val="1.0"/>
  <p:tag name="KSO_WM_BEAUTIFY_FLAG" val="#wm#"/>
  <p:tag name="KSO_WM_UNIT_COLOR_SCHEME_SHAPE_ID" val="34"/>
  <p:tag name="KSO_WM_UNIT_COLOR_SCHEME_PARENT_PAGE" val="0_1"/>
</p:tagLst>
</file>

<file path=ppt/tags/tag1412.xml><?xml version="1.0" encoding="utf-8"?>
<p:tagLst xmlns:p="http://schemas.openxmlformats.org/presentationml/2006/main">
  <p:tag name="KSO_WM_UNIT_TEXT_PART_ID_V2" val="a-3-2"/>
  <p:tag name="KSO_WM_UNIT_ISCONTENTSTITLE" val="0"/>
  <p:tag name="KSO_WM_UNIT_PRESET_TEXT" val="单击此处可添加您的大标题内容"/>
  <p:tag name="KSO_WM_UNIT_NOCLEAR" val="0"/>
  <p:tag name="KSO_WM_UNIT_VALUE" val="17"/>
  <p:tag name="KSO_WM_UNIT_HIGHLIGHT" val="0"/>
  <p:tag name="KSO_WM_UNIT_COMPATIBLE" val="0"/>
  <p:tag name="KSO_WM_UNIT_DIAGRAM_ISNUMVISUAL" val="0"/>
  <p:tag name="KSO_WM_UNIT_DIAGRAM_ISREFERUNIT" val="0"/>
  <p:tag name="KSO_WM_UNIT_TYPE" val="a"/>
  <p:tag name="KSO_WM_UNIT_INDEX" val="1"/>
  <p:tag name="KSO_WM_UNIT_ID" val="diagram20194823_1*a*1"/>
  <p:tag name="KSO_WM_TEMPLATE_CATEGORY" val="diagram"/>
  <p:tag name="KSO_WM_TEMPLATE_INDEX" val="20194823"/>
  <p:tag name="KSO_WM_UNIT_LAYERLEVEL" val="1"/>
  <p:tag name="KSO_WM_TAG_VERSION" val="1.0"/>
  <p:tag name="KSO_WM_BEAUTIFY_FLAG" val="#wm#"/>
  <p:tag name="KSO_WM_UNIT_COLOR_SCHEME_SHAPE_ID" val="27"/>
  <p:tag name="KSO_WM_UNIT_COLOR_SCHEME_PARENT_PAGE" val="0_1"/>
</p:tagLst>
</file>

<file path=ppt/tags/tag1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4823_1*i*6"/>
  <p:tag name="KSO_WM_TEMPLATE_CATEGORY" val="diagram"/>
  <p:tag name="KSO_WM_TEMPLATE_INDEX" val="20194823"/>
  <p:tag name="KSO_WM_UNIT_LAYERLEVEL" val="1"/>
  <p:tag name="KSO_WM_TAG_VERSION" val="1.0"/>
  <p:tag name="KSO_WM_BEAUTIFY_FLAG" val="#wm#"/>
  <p:tag name="KSO_WM_UNIT_COLOR_SCHEME_SHAPE_ID" val="44"/>
  <p:tag name="KSO_WM_UNIT_COLOR_SCHEME_PARENT_PAGE" val="0_1"/>
</p:tagLst>
</file>

<file path=ppt/tags/tag1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23_1*i*7"/>
  <p:tag name="KSO_WM_TEMPLATE_CATEGORY" val="diagram"/>
  <p:tag name="KSO_WM_TEMPLATE_INDEX" val="20194823"/>
  <p:tag name="KSO_WM_UNIT_LAYERLEVEL" val="1"/>
  <p:tag name="KSO_WM_TAG_VERSION" val="1.0"/>
  <p:tag name="KSO_WM_BEAUTIFY_FLAG" val="#wm#"/>
  <p:tag name="KSO_WM_UNIT_COLOR_SCHEME_SHAPE_ID" val="45"/>
  <p:tag name="KSO_WM_UNIT_COLOR_SCHEME_PARENT_PAGE" val="0_1"/>
</p:tagLst>
</file>

<file path=ppt/tags/tag1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194823_1*i*8"/>
  <p:tag name="KSO_WM_TEMPLATE_CATEGORY" val="diagram"/>
  <p:tag name="KSO_WM_TEMPLATE_INDEX" val="20194823"/>
  <p:tag name="KSO_WM_UNIT_LAYERLEVEL" val="1"/>
  <p:tag name="KSO_WM_TAG_VERSION" val="1.0"/>
  <p:tag name="KSO_WM_BEAUTIFY_FLAG" val="#wm#"/>
  <p:tag name="KSO_WM_UNIT_COLOR_SCHEME_SHAPE_ID" val="33"/>
  <p:tag name="KSO_WM_UNIT_COLOR_SCHEME_PARENT_PAGE" val="0_1"/>
  <p:tag name="KSO_WM_UNIT_DECOLORIZATION" val="1"/>
</p:tagLst>
</file>

<file path=ppt/tags/tag1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diagram20194823_1*i*9"/>
  <p:tag name="KSO_WM_TEMPLATE_CATEGORY" val="diagram"/>
  <p:tag name="KSO_WM_TEMPLATE_INDEX" val="20194823"/>
  <p:tag name="KSO_WM_UNIT_LAYERLEVEL" val="1"/>
  <p:tag name="KSO_WM_TAG_VERSION" val="1.0"/>
  <p:tag name="KSO_WM_BEAUTIFY_FLAG" val="#wm#"/>
  <p:tag name="KSO_WM_UNIT_COLOR_SCHEME_SHAPE_ID" val="3"/>
  <p:tag name="KSO_WM_UNIT_COLOR_SCHEME_PARENT_PAGE" val="0_1"/>
  <p:tag name="KSO_WM_UNIT_FOIL_COLOR" val="1"/>
</p:tagLst>
</file>

<file path=ppt/tags/tag1417.xml><?xml version="1.0" encoding="utf-8"?>
<p:tagLst xmlns:p="http://schemas.openxmlformats.org/presentationml/2006/main">
  <p:tag name="KSO_WM_UNIT_TEXT_PART_ID_V2" val="d-3-2"/>
  <p:tag name="KSO_WM_UNIT_PRESET_TEXT" val="点击此处添加正文，文字是您思想的提炼。&#13;为了最终呈现发布的良好效果，请尽量言简意赅的阐述观点。&#13;根据需要可酌情增减文字，以便观者可以便观者可以准确理解您所传达的信息。"/>
  <p:tag name="KSO_WM_UNIT_NOCLEAR" val="1"/>
  <p:tag name="KSO_WM_UNIT_VALUE" val="156"/>
  <p:tag name="KSO_WM_UNIT_HIGHLIGHT" val="0"/>
  <p:tag name="KSO_WM_UNIT_COMPATIBLE" val="0"/>
  <p:tag name="KSO_WM_UNIT_DIAGRAM_ISNUMVISUAL" val="0"/>
  <p:tag name="KSO_WM_UNIT_DIAGRAM_ISREFERUNIT" val="0"/>
  <p:tag name="KSO_WM_UNIT_TYPE" val="h_f"/>
  <p:tag name="KSO_WM_UNIT_INDEX" val="1_1"/>
  <p:tag name="KSO_WM_UNIT_ID" val="diagram20194823_1*h_f*1_1"/>
  <p:tag name="KSO_WM_TEMPLATE_CATEGORY" val="diagram"/>
  <p:tag name="KSO_WM_TEMPLATE_INDEX" val="20194823"/>
  <p:tag name="KSO_WM_UNIT_LAYERLEVEL" val="1_1"/>
  <p:tag name="KSO_WM_TAG_VERSION" val="1.0"/>
  <p:tag name="KSO_WM_BEAUTIFY_FLAG" val="#wm#"/>
  <p:tag name="KSO_WM_UNIT_COLOR_SCHEME_SHAPE_ID" val="26"/>
  <p:tag name="KSO_WM_UNIT_COLOR_SCHEME_PARENT_PAGE" val="0_1"/>
</p:tagLst>
</file>

<file path=ppt/tags/tag1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94823_1*i*4"/>
  <p:tag name="KSO_WM_TEMPLATE_CATEGORY" val="diagram"/>
  <p:tag name="KSO_WM_TEMPLATE_INDEX" val="20194823"/>
  <p:tag name="KSO_WM_UNIT_LAYERLEVEL" val="1"/>
  <p:tag name="KSO_WM_TAG_VERSION" val="1.0"/>
  <p:tag name="KSO_WM_BEAUTIFY_FLAG" val="#wm#"/>
  <p:tag name="KSO_WM_UNIT_COLOR_SCHEME_SHAPE_ID" val="42"/>
  <p:tag name="KSO_WM_UNIT_COLOR_SCHEME_PARENT_PAGE" val="0_1"/>
</p:tagLst>
</file>

<file path=ppt/tags/tag1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94823_1*i*5"/>
  <p:tag name="KSO_WM_TEMPLATE_CATEGORY" val="diagram"/>
  <p:tag name="KSO_WM_TEMPLATE_INDEX" val="20194823"/>
  <p:tag name="KSO_WM_UNIT_LAYERLEVEL" val="1"/>
  <p:tag name="KSO_WM_TAG_VERSION" val="1.0"/>
  <p:tag name="KSO_WM_BEAUTIFY_FLAG" val="#wm#"/>
  <p:tag name="KSO_WM_UNIT_COLOR_SCHEME_SHAPE_ID" val="43"/>
  <p:tag name="KSO_WM_UNIT_COLOR_SCHEME_PARENT_PAGE" val="0_1"/>
</p:tagLst>
</file>

<file path=ppt/tags/tag1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94823_1*i*6"/>
  <p:tag name="KSO_WM_TEMPLATE_CATEGORY" val="diagram"/>
  <p:tag name="KSO_WM_TEMPLATE_INDEX" val="20194823"/>
  <p:tag name="KSO_WM_UNIT_LAYERLEVEL" val="1"/>
  <p:tag name="KSO_WM_TAG_VERSION" val="1.0"/>
  <p:tag name="KSO_WM_BEAUTIFY_FLAG" val="#wm#"/>
  <p:tag name="KSO_WM_UNIT_COLOR_SCHEME_SHAPE_ID" val="44"/>
  <p:tag name="KSO_WM_UNIT_COLOR_SCHEME_PARENT_PAGE" val="0_1"/>
</p:tagLst>
</file>

<file path=ppt/tags/tag1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4823_1*i*7"/>
  <p:tag name="KSO_WM_TEMPLATE_CATEGORY" val="diagram"/>
  <p:tag name="KSO_WM_TEMPLATE_INDEX" val="20194823"/>
  <p:tag name="KSO_WM_UNIT_LAYERLEVEL" val="1"/>
  <p:tag name="KSO_WM_TAG_VERSION" val="1.0"/>
  <p:tag name="KSO_WM_BEAUTIFY_FLAG" val="#wm#"/>
  <p:tag name="KSO_WM_UNIT_COLOR_SCHEME_SHAPE_ID" val="45"/>
  <p:tag name="KSO_WM_UNIT_COLOR_SCHEME_PARENT_PAGE" val="0_1"/>
</p:tagLst>
</file>

<file path=ppt/tags/tag1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3"/>
  <p:tag name="KSO_WM_UNIT_ID" val="diagram20194823_1*i*13"/>
  <p:tag name="KSO_WM_TEMPLATE_CATEGORY" val="diagram"/>
  <p:tag name="KSO_WM_TEMPLATE_INDEX" val="20194823"/>
  <p:tag name="KSO_WM_UNIT_LAYERLEVEL" val="1"/>
  <p:tag name="KSO_WM_TAG_VERSION" val="1.0"/>
  <p:tag name="KSO_WM_BEAUTIFY_FLAG" val="#wm#"/>
</p:tagLst>
</file>

<file path=ppt/tags/tag1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4"/>
  <p:tag name="KSO_WM_UNIT_ID" val="diagram20194823_1*i*14"/>
  <p:tag name="KSO_WM_TEMPLATE_CATEGORY" val="diagram"/>
  <p:tag name="KSO_WM_TEMPLATE_INDEX" val="20194823"/>
  <p:tag name="KSO_WM_UNIT_LAYERLEVEL" val="1"/>
  <p:tag name="KSO_WM_TAG_VERSION" val="1.0"/>
  <p:tag name="KSO_WM_BEAUTIFY_FLAG" val="#wm#"/>
</p:tagLst>
</file>

<file path=ppt/tags/tag1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5"/>
  <p:tag name="KSO_WM_UNIT_ID" val="diagram20194823_1*i*15"/>
  <p:tag name="KSO_WM_TEMPLATE_CATEGORY" val="diagram"/>
  <p:tag name="KSO_WM_TEMPLATE_INDEX" val="20194823"/>
  <p:tag name="KSO_WM_UNIT_LAYERLEVEL" val="1"/>
  <p:tag name="KSO_WM_TAG_VERSION" val="1.0"/>
  <p:tag name="KSO_WM_BEAUTIFY_FLAG" val="#wm#"/>
</p:tagLst>
</file>

<file path=ppt/tags/tag1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6"/>
  <p:tag name="KSO_WM_UNIT_ID" val="diagram20194823_1*i*16"/>
  <p:tag name="KSO_WM_TEMPLATE_CATEGORY" val="diagram"/>
  <p:tag name="KSO_WM_TEMPLATE_INDEX" val="20194823"/>
  <p:tag name="KSO_WM_UNIT_LAYERLEVEL" val="1"/>
  <p:tag name="KSO_WM_TAG_VERSION" val="1.0"/>
  <p:tag name="KSO_WM_BEAUTIFY_FLAG" val="#wm#"/>
</p:tagLst>
</file>

<file path=ppt/tags/tag1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7"/>
  <p:tag name="KSO_WM_UNIT_ID" val="diagram20194823_1*i*17"/>
  <p:tag name="KSO_WM_TEMPLATE_CATEGORY" val="diagram"/>
  <p:tag name="KSO_WM_TEMPLATE_INDEX" val="20194823"/>
  <p:tag name="KSO_WM_UNIT_LAYERLEVEL" val="1"/>
  <p:tag name="KSO_WM_TAG_VERSION" val="1.0"/>
  <p:tag name="KSO_WM_BEAUTIFY_FLAG" val="#wm#"/>
</p:tagLst>
</file>

<file path=ppt/tags/tag1427.xml><?xml version="1.0" encoding="utf-8"?>
<p:tagLst xmlns:p="http://schemas.openxmlformats.org/presentationml/2006/main">
  <p:tag name="REFSHAPE" val="1079871028"/>
  <p:tag name="KSO_WM_UNIT_PLACING_PICTURE_USER_VIEWPORT" val="{&quot;height&quot;:4020,&quot;width&quot;:6864}"/>
</p:tagLst>
</file>

<file path=ppt/tags/tag1428.xml><?xml version="1.0" encoding="utf-8"?>
<p:tagLst xmlns:p="http://schemas.openxmlformats.org/presentationml/2006/main">
  <p:tag name="KSO_WM_SLIDE_ID" val="diagram20194823_1"/>
  <p:tag name="KSO_WM_SLIDE_ITEM_CNT" val="0"/>
  <p:tag name="KSO_WM_SLIDE_INDEX" val="1"/>
  <p:tag name="KSO_WM_TAG_VERSION" val="1.0"/>
  <p:tag name="KSO_WM_BEAUTIFY_FLAG" val="#wm#"/>
  <p:tag name="KSO_WM_TEMPLATE_CATEGORY" val="diagram"/>
  <p:tag name="KSO_WM_TEMPLATE_INDEX" val="20194823"/>
  <p:tag name="KSO_WM_SLIDE_LAYOUT" val="a_h"/>
  <p:tag name="KSO_WM_SLIDE_LAYOUT_CNT" val="1_2"/>
  <p:tag name="KSO_WM_SLIDE_TYPE" val="text"/>
  <p:tag name="KSO_WM_SLIDE_SUBTYPE" val="pureTxt"/>
  <p:tag name="KSO_WM_SLIDE_SIZE" val="644.505*285.163"/>
  <p:tag name="KSO_WM_SLIDE_POSITION" val="149.852*203.069"/>
  <p:tag name="KSO_WM_SLIDE_COLORSCHEME_VERSION" val="3.2"/>
  <p:tag name="KSO_WM_TEMPLATE_SUBCATEGORY" val="0"/>
  <p:tag name="KSO_WM_TEMPLATE_MASTER_TYPE" val="0"/>
  <p:tag name="KSO_WM_TEMPLATE_COLOR_TYPE" val="1"/>
</p:tagLst>
</file>

<file path=ppt/tags/tag1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4619_1*i*1"/>
  <p:tag name="KSO_WM_TEMPLATE_CATEGORY" val="diagram"/>
  <p:tag name="KSO_WM_TEMPLATE_INDEX" val="20204619"/>
  <p:tag name="KSO_WM_UNIT_LAYERLEVEL" val="1"/>
  <p:tag name="KSO_WM_TAG_VERSION" val="1.0"/>
  <p:tag name="KSO_WM_BEAUTIFY_FLAG" val="#wm#"/>
</p:tagLst>
</file>

<file path=ppt/tags/tag1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4619_1*i*2"/>
  <p:tag name="KSO_WM_TEMPLATE_CATEGORY" val="diagram"/>
  <p:tag name="KSO_WM_TEMPLATE_INDEX" val="20204619"/>
  <p:tag name="KSO_WM_UNIT_LAYERLEVEL" val="1"/>
  <p:tag name="KSO_WM_TAG_VERSION" val="1.0"/>
  <p:tag name="KSO_WM_BEAUTIFY_FLAG" val="#wm#"/>
</p:tagLst>
</file>

<file path=ppt/tags/tag1431.xml><?xml version="1.0" encoding="utf-8"?>
<p:tagLst xmlns:p="http://schemas.openxmlformats.org/presentationml/2006/main">
  <p:tag name="KSO_WM_UNIT_VALUE" val="961*1281"/>
  <p:tag name="KSO_WM_UNIT_HIGHLIGHT" val="0"/>
  <p:tag name="KSO_WM_UNIT_COMPATIBLE" val="0"/>
  <p:tag name="KSO_WM_UNIT_DIAGRAM_ISNUMVISUAL" val="0"/>
  <p:tag name="KSO_WM_UNIT_DIAGRAM_ISREFERUNIT" val="0"/>
  <p:tag name="KSO_WM_UNIT_TYPE" val="d"/>
  <p:tag name="KSO_WM_UNIT_INDEX" val="1"/>
  <p:tag name="KSO_WM_UNIT_ID" val="diagram20204619_1*d*1"/>
  <p:tag name="KSO_WM_TEMPLATE_CATEGORY" val="diagram"/>
  <p:tag name="KSO_WM_TEMPLATE_INDEX" val="20204619"/>
  <p:tag name="KSO_WM_UNIT_SUPPORT_UNIT_TYPE" val="[]"/>
  <p:tag name="KSO_WM_UNIT_LAYERLEVEL" val="1"/>
  <p:tag name="KSO_WM_TAG_VERSION" val="1.0"/>
  <p:tag name="KSO_WM_BEAUTIFY_FLAG" val="#wm#"/>
  <p:tag name="REFSHAPE" val="1052893356"/>
  <p:tag name="KSO_WM_UNIT_PICTURE_CLIP_FLAG" val="0"/>
</p:tagLst>
</file>

<file path=ppt/tags/tag1432.xml><?xml version="1.0" encoding="utf-8"?>
<p:tagLst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diagram20204619_1*a*1"/>
  <p:tag name="KSO_WM_TEMPLATE_CATEGORY" val="diagram"/>
  <p:tag name="KSO_WM_TEMPLATE_INDEX" val="20204619"/>
  <p:tag name="KSO_WM_UNIT_LAYERLEVEL" val="1"/>
  <p:tag name="KSO_WM_TAG_VERSION" val="1.0"/>
  <p:tag name="KSO_WM_BEAUTIFY_FLAG" val="#wm#"/>
  <p:tag name="KSO_WM_UNIT_PRESET_TEXT" val="单击此处添加标题"/>
</p:tagLst>
</file>

<file path=ppt/tags/tag1433.xml><?xml version="1.0" encoding="utf-8"?>
<p:tagLst xmlns:p="http://schemas.openxmlformats.org/presentationml/2006/main">
  <p:tag name="KSO_WM_UNIT_NOCLEAR" val="0"/>
  <p:tag name="KSO_WM_UNIT_VALUE" val="384"/>
  <p:tag name="KSO_WM_UNIT_HIGHLIGHT" val="0"/>
  <p:tag name="KSO_WM_UNIT_COMPATIBLE" val="0"/>
  <p:tag name="KSO_WM_UNIT_DIAGRAM_ISNUMVISUAL" val="0"/>
  <p:tag name="KSO_WM_UNIT_DIAGRAM_ISREFERUNIT" val="0"/>
  <p:tag name="KSO_WM_UNIT_TYPE" val="f"/>
  <p:tag name="KSO_WM_UNIT_INDEX" val="1"/>
  <p:tag name="KSO_WM_UNIT_ID" val="diagram20204619_1*f*1"/>
  <p:tag name="KSO_WM_TEMPLATE_CATEGORY" val="diagram"/>
  <p:tag name="KSO_WM_TEMPLATE_INDEX" val="20204619"/>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3;您的正文已经简明扼要，但信息却错综复杂，需要用更多的文字来表述；但请您尽可能提炼思想的精髓，否则容易造成观者的阅读压力，适得其反。&#13;正如我们都希望改变世界，希望给人带去光明，但更多时候只需播下一颗种子，自然有微光照拂，雨露滋养。恰如其分的表达观点，往往可以事半功倍。&#13;单击此处输入你的正文，文字是您思想的提炼，为了最终演示发布的良好效果，请尽量言简意赅的阐述观点；根据需要可酌情增减文字，以便观者可以准确理解您所传达的信息。"/>
</p:tagLst>
</file>

<file path=ppt/tags/tag1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4619_1*i*3"/>
  <p:tag name="KSO_WM_TEMPLATE_CATEGORY" val="diagram"/>
  <p:tag name="KSO_WM_TEMPLATE_INDEX" val="20204619"/>
  <p:tag name="KSO_WM_UNIT_LAYERLEVEL" val="1"/>
  <p:tag name="KSO_WM_TAG_VERSION" val="1.0"/>
  <p:tag name="KSO_WM_BEAUTIFY_FLAG" val="#wm#"/>
</p:tagLst>
</file>

<file path=ppt/tags/tag1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4619_1*i*4"/>
  <p:tag name="KSO_WM_TEMPLATE_CATEGORY" val="diagram"/>
  <p:tag name="KSO_WM_TEMPLATE_INDEX" val="20204619"/>
  <p:tag name="KSO_WM_UNIT_LAYERLEVEL" val="1"/>
  <p:tag name="KSO_WM_TAG_VERSION" val="1.0"/>
  <p:tag name="KSO_WM_BEAUTIFY_FLAG" val="#wm#"/>
</p:tagLst>
</file>

<file path=ppt/tags/tag1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4619_1*i*5"/>
  <p:tag name="KSO_WM_TEMPLATE_CATEGORY" val="diagram"/>
  <p:tag name="KSO_WM_TEMPLATE_INDEX" val="20204619"/>
  <p:tag name="KSO_WM_UNIT_LAYERLEVEL" val="1"/>
  <p:tag name="KSO_WM_TAG_VERSION" val="1.0"/>
  <p:tag name="KSO_WM_BEAUTIFY_FLAG" val="#wm#"/>
</p:tagLst>
</file>

<file path=ppt/tags/tag1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4619_1*i*6"/>
  <p:tag name="KSO_WM_TEMPLATE_CATEGORY" val="diagram"/>
  <p:tag name="KSO_WM_TEMPLATE_INDEX" val="20204619"/>
  <p:tag name="KSO_WM_UNIT_LAYERLEVEL" val="1"/>
  <p:tag name="KSO_WM_TAG_VERSION" val="1.0"/>
  <p:tag name="KSO_WM_BEAUTIFY_FLAG" val="#wm#"/>
</p:tagLst>
</file>

<file path=ppt/tags/tag1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4619_1*i*7"/>
  <p:tag name="KSO_WM_TEMPLATE_CATEGORY" val="diagram"/>
  <p:tag name="KSO_WM_TEMPLATE_INDEX" val="20204619"/>
  <p:tag name="KSO_WM_UNIT_LAYERLEVEL" val="1"/>
  <p:tag name="KSO_WM_TAG_VERSION" val="1.0"/>
  <p:tag name="KSO_WM_BEAUTIFY_FLAG" val="#wm#"/>
</p:tagLst>
</file>

<file path=ppt/tags/tag1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diagram20204619_1*i*8"/>
  <p:tag name="KSO_WM_TEMPLATE_CATEGORY" val="diagram"/>
  <p:tag name="KSO_WM_TEMPLATE_INDEX" val="20204619"/>
  <p:tag name="KSO_WM_UNIT_LAYERLEVEL" val="1"/>
  <p:tag name="KSO_WM_TAG_VERSION" val="1.0"/>
  <p:tag name="KSO_WM_BEAUTIFY_FLAG" val="#wm#"/>
</p:tagLst>
</file>

<file path=ppt/tags/tag1440.xml><?xml version="1.0" encoding="utf-8"?>
<p:tagLst xmlns:p="http://schemas.openxmlformats.org/presentationml/2006/main">
  <p:tag name="KSO_WM_BEAUTIFY_FLAG" val="#wm#"/>
  <p:tag name="KSO_WM_TEMPLATE_CATEGORY" val="diagram"/>
  <p:tag name="KSO_WM_TEMPLATE_INDEX" val="20204619"/>
  <p:tag name="KSO_WM_SLIDE_ID" val="diagram20204619_1"/>
  <p:tag name="KSO_WM_TEMPLATE_SUBCATEGORY" val="0"/>
  <p:tag name="KSO_WM_SLIDE_ITEM_CNT" val="0"/>
  <p:tag name="KSO_WM_SLIDE_INDEX" val="1"/>
  <p:tag name="KSO_WM_TAG_VERSION" val="1.0"/>
  <p:tag name="KSO_WM_SLIDE_LAYOUT" val="a_b_d_f"/>
  <p:tag name="KSO_WM_SLIDE_LAYOUT_CNT" val="1_1_1_1"/>
  <p:tag name="KSO_WM_SLIDE_TYPE" val="text"/>
  <p:tag name="KSO_WM_SLIDE_SUBTYPE" val="picTxt"/>
  <p:tag name="KSO_WM_SLIDE_SIZE" val="859*540"/>
  <p:tag name="KSO_WM_SLIDE_POSITION" val="50*0"/>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7:01:59&quot;,&#10;    &quot;maxSize&quot;: {&#10;        &quot;size1&quot;: 32.799999999999997&#10;    },&#10;    &quot;minSize&quot;: {&#10;        &quot;size1&quot;: 24.600000000000001&#10;    },&#10;    &quot;normalSize&quot;: {&#10;        &quot;size1&quot;: 25.054320987654322&#10;    },&#10;    &quot;subLayout&quot;: [&#10;        {&#10;            &quot;horizontalAlign&quot;: 0,&#10;            &quot;id&quot;: &quot;2020-03-30T17:01:59&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7:01:59&quot;,&#10;            &quot;maxSize&quot;: {&#10;                &quot;size1&quot;: 68.099999999999994&#10;            },&#10;            &quot;minSize&quot;: {&#10;                &quot;size1&quot;: 36.200000000000003&#10;            },&#10;            &quot;normalSize&quot;: {&#10;                &quot;size1&quot;: 56.537500000000001&#10;            },&#10;            &quot;subLayout&quot;: [&#10;                {&#10;                    &quot;horizontalAlign&quot;: 0,&#10;                    &quot;id&quot;: &quot;2020-03-30T17:01:59&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7:01:59&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44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4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448.xml><?xml version="1.0" encoding="utf-8"?>
<p:tagLst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7:01:59&quot;,&#10;    &quot;max&quot;: 0,&#10;    &quot;parentMax&quot;: {&#10;        &quot;max&quot;: 1.8399999999999963&#10;    },&#10;    &quot;topChanged&quot;: 0&#10;}&#10;"/>
  <p:tag name="KSO_WM_UNIT_TEXT_FILL_FORE_SCHEMECOLOR_INDEX_BRIGHTNESS" val="0.25"/>
  <p:tag name="KSO_WM_UNIT_TEXT_FILL_FORE_SCHEMECOLOR_INDEX" val="13"/>
  <p:tag name="KSO_WM_UNIT_TEXT_FILL_TYPE" val="1"/>
</p:tagLst>
</file>

<file path=ppt/tags/tag1449.xml><?xml version="1.0" encoding="utf-8"?>
<p:tagLst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452.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0761_1*i*8"/>
  <p:tag name="KSO_WM_TEMPLATE_CATEGORY" val="diagram"/>
  <p:tag name="KSO_WM_TEMPLATE_INDEX" val="20200761"/>
  <p:tag name="KSO_WM_UNIT_LAYERLEVEL" val="1"/>
  <p:tag name="KSO_WM_TAG_VERSION" val="1.0"/>
  <p:tag name="KSO_WM_BEAUTIFY_FLAG" val="#wm#"/>
</p:tagLst>
</file>

<file path=ppt/tags/tag1453.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0761_1*i*8"/>
  <p:tag name="KSO_WM_TEMPLATE_CATEGORY" val="diagram"/>
  <p:tag name="KSO_WM_TEMPLATE_INDEX" val="20200761"/>
  <p:tag name="KSO_WM_UNIT_LAYERLEVEL" val="1"/>
  <p:tag name="KSO_WM_TAG_VERSION" val="1.0"/>
  <p:tag name="KSO_WM_BEAUTIFY_FLAG" val="#wm#"/>
</p:tagLst>
</file>

<file path=ppt/tags/tag1454.xml><?xml version="1.0" encoding="utf-8"?>
<p:tagLst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7:01:59&quot;,&#10;    &quot;maxSize&quot;: {&#10;        &quot;size1&quot;: 32.799999999999997&#10;    },&#10;    &quot;minSize&quot;: {&#10;        &quot;size1&quot;: 24.600000000000001&#10;    },&#10;    &quot;normalSize&quot;: {&#10;        &quot;size1&quot;: 25.054320987654322&#10;    },&#10;    &quot;subLayout&quot;: [&#10;        {&#10;            &quot;horizontalAlign&quot;: 0,&#10;            &quot;id&quot;: &quot;2020-03-30T17:01:59&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7:01:59&quot;,&#10;            &quot;maxSize&quot;: {&#10;                &quot;size1&quot;: 68.099999999999994&#10;            },&#10;            &quot;minSize&quot;: {&#10;                &quot;size1&quot;: 36.200000000000003&#10;            },&#10;            &quot;normalSize&quot;: {&#10;                &quot;size1&quot;: 56.537500000000001&#10;            },&#10;            &quot;subLayout&quot;: [&#10;                {&#10;                    &quot;horizontalAlign&quot;: 0,&#10;                    &quot;id&quot;: &quot;2020-03-30T17:01:59&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7:01:59&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45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4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462.xml><?xml version="1.0" encoding="utf-8"?>
<p:tagLst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7:01:59&quot;,&#10;    &quot;max&quot;: 0,&#10;    &quot;parentMax&quot;: {&#10;        &quot;max&quot;: 1.8399999999999963&#10;    },&#10;    &quot;topChanged&quot;: 0&#10;}&#10;"/>
  <p:tag name="KSO_WM_UNIT_TEXT_FILL_FORE_SCHEMECOLOR_INDEX_BRIGHTNESS" val="0.25"/>
  <p:tag name="KSO_WM_UNIT_TEXT_FILL_FORE_SCHEMECOLOR_INDEX" val="13"/>
  <p:tag name="KSO_WM_UNIT_TEXT_FILL_TYPE" val="1"/>
</p:tagLst>
</file>

<file path=ppt/tags/tag1463.xml><?xml version="1.0" encoding="utf-8"?>
<p:tagLst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466.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0761_1*i*8"/>
  <p:tag name="KSO_WM_TEMPLATE_CATEGORY" val="diagram"/>
  <p:tag name="KSO_WM_TEMPLATE_INDEX" val="20200761"/>
  <p:tag name="KSO_WM_UNIT_LAYERLEVEL" val="1"/>
  <p:tag name="KSO_WM_TAG_VERSION" val="1.0"/>
  <p:tag name="KSO_WM_BEAUTIFY_FLAG" val="#wm#"/>
</p:tagLst>
</file>

<file path=ppt/tags/tag1467.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0761_1*i*8"/>
  <p:tag name="KSO_WM_TEMPLATE_CATEGORY" val="diagram"/>
  <p:tag name="KSO_WM_TEMPLATE_INDEX" val="20200761"/>
  <p:tag name="KSO_WM_UNIT_LAYERLEVEL" val="1"/>
  <p:tag name="KSO_WM_TAG_VERSION" val="1.0"/>
  <p:tag name="KSO_WM_BEAUTIFY_FLAG" val="#wm#"/>
</p:tagLst>
</file>

<file path=ppt/tags/tag1468.xml><?xml version="1.0" encoding="utf-8"?>
<p:tagLst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7:01:59&quot;,&#10;    &quot;maxSize&quot;: {&#10;        &quot;size1&quot;: 32.799999999999997&#10;    },&#10;    &quot;minSize&quot;: {&#10;        &quot;size1&quot;: 24.600000000000001&#10;    },&#10;    &quot;normalSize&quot;: {&#10;        &quot;size1&quot;: 25.054320987654322&#10;    },&#10;    &quot;subLayout&quot;: [&#10;        {&#10;            &quot;horizontalAlign&quot;: 0,&#10;            &quot;id&quot;: &quot;2020-03-30T17:01:59&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7:01:59&quot;,&#10;            &quot;maxSize&quot;: {&#10;                &quot;size1&quot;: 68.099999999999994&#10;            },&#10;            &quot;minSize&quot;: {&#10;                &quot;size1&quot;: 36.200000000000003&#10;            },&#10;            &quot;normalSize&quot;: {&#10;                &quot;size1&quot;: 56.537500000000001&#10;            },&#10;            &quot;subLayout&quot;: [&#10;                {&#10;                    &quot;horizontalAlign&quot;: 0,&#10;                    &quot;id&quot;: &quot;2020-03-30T17:01:59&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7:01:59&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46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SLIDE_BACKGROUND_TYPE" val="bottomTop"/>
  <p:tag name="KSO_WM_SLIDE_BK_DARK_LIGHT" val="2"/>
  <p:tag name="KSO_WM_UNIT_TYPE" val="i"/>
  <p:tag name="KSO_WM_UNIT_INDEX" val="2"/>
  <p:tag name="KSO_WM_UNIT_FILL_TYPE" val="1"/>
  <p:tag name="KSO_WM_UNIT_TEXT_FILL_FORE_SCHEMECOLOR_INDEX_BRIGHTNESS" val="0"/>
  <p:tag name="KSO_WM_UNIT_TEXT_FILL_FORE_SCHEMECOLOR_INDEX" val="13"/>
  <p:tag name="KSO_WM_UNIT_TEXT_FILL_TYPE" val="1"/>
</p:tagLst>
</file>

<file path=ppt/tags/tag1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SLIDE_BACKGROUND_TYPE" val="bottomTop"/>
  <p:tag name="KSO_WM_SLIDE_BK_DARK_LIGHT" val="2"/>
  <p:tag name="KSO_WM_UNIT_TYPE" val="i"/>
  <p:tag name="KSO_WM_UNIT_INDEX" val="3"/>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Lst>
</file>

<file path=ppt/tags/tag14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5"/>
  <p:tag name="KSO_WM_UNIT_LAYERLEVEL" val="1"/>
  <p:tag name="KSO_WM_TAG_VERSION" val="1.0"/>
  <p:tag name="KSO_WM_BEAUTIFY_FLAG" val="#wm#"/>
  <p:tag name="KSO_WM_SLIDE_BACKGROUND_TYPE" val="bottomTop"/>
  <p:tag name="KSO_WM_SLIDE_BK_DARK_LIGHT" val="2"/>
  <p:tag name="KSO_WM_UNIT_TYPE" val="i"/>
  <p:tag name="KSO_WM_UNIT_INDEX" val="5"/>
  <p:tag name="KSO_WM_UNIT_FILL_TYPE" val="1"/>
  <p:tag name="KSO_WM_UNIT_TEXT_FILL_FORE_SCHEMECOLOR_INDEX_BRIGHTNESS" val="0"/>
  <p:tag name="KSO_WM_UNIT_TEXT_FILL_FORE_SCHEMECOLOR_INDEX" val="13"/>
  <p:tag name="KSO_WM_UNIT_TEXT_FILL_TYPE" val="1"/>
</p:tagLst>
</file>

<file path=ppt/tags/tag14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4"/>
  <p:tag name="KSO_WM_UNIT_LAYERLEVEL" val="1"/>
  <p:tag name="KSO_WM_TAG_VERSION" val="1.0"/>
  <p:tag name="KSO_WM_BEAUTIFY_FLAG" val="#wm#"/>
  <p:tag name="KSO_WM_SLIDE_BACKGROUND_TYPE" val="bottomTop"/>
  <p:tag name="KSO_WM_SLIDE_BK_DARK_LIGHT" val="2"/>
  <p:tag name="KSO_WM_UNIT_TYPE" val="i"/>
  <p:tag name="KSO_WM_UNIT_INDEX" val="4"/>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6"/>
  <p:tag name="KSO_WM_UNIT_LAYERLEVEL" val="1"/>
  <p:tag name="KSO_WM_TAG_VERSION" val="1.0"/>
  <p:tag name="KSO_WM_BEAUTIFY_FLAG" val="#wm#"/>
  <p:tag name="KSO_WM_SLIDE_BACKGROUND_TYPE" val="bottomTop"/>
  <p:tag name="KSO_WM_SLIDE_BK_DARK_LIGHT" val="2"/>
  <p:tag name="KSO_WM_UNIT_TYPE" val="i"/>
  <p:tag name="KSO_WM_UNIT_INDEX" val="6"/>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7"/>
  <p:tag name="KSO_WM_UNIT_LAYERLEVEL" val="1"/>
  <p:tag name="KSO_WM_TAG_VERSION" val="1.0"/>
  <p:tag name="KSO_WM_BEAUTIFY_FLAG" val="#wm#"/>
  <p:tag name="KSO_WM_SLIDE_BACKGROUND_TYPE" val="bottomTop"/>
  <p:tag name="KSO_WM_SLIDE_BK_DARK_LIGHT" val="2"/>
  <p:tag name="KSO_WM_UNIT_TYPE" val="i"/>
  <p:tag name="KSO_WM_UNIT_INDEX" val="7"/>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3"/>
  <p:tag name="KSO_WM_UNIT_TEXT_FILL_TYPE" val="1"/>
</p:tagLst>
</file>

<file path=ppt/tags/tag1476.xml><?xml version="1.0" encoding="utf-8"?>
<p:tagLst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3-30T17:01:59&quot;,&#10;    &quot;max&quot;: 0,&#10;    &quot;parentMax&quot;: {&#10;        &quot;max&quot;: 1.8399999999999963&#10;    },&#10;    &quot;topChanged&quot;: 0&#10;}&#10;"/>
  <p:tag name="KSO_WM_UNIT_TEXT_FILL_FORE_SCHEMECOLOR_INDEX_BRIGHTNESS" val="0.25"/>
  <p:tag name="KSO_WM_UNIT_TEXT_FILL_FORE_SCHEMECOLOR_INDEX" val="13"/>
  <p:tag name="KSO_WM_UNIT_TEXT_FILL_TYPE" val="1"/>
</p:tagLst>
</file>

<file path=ppt/tags/tag1477.xml><?xml version="1.0" encoding="utf-8"?>
<p:tagLst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4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480.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0761_1*i*8"/>
  <p:tag name="KSO_WM_TEMPLATE_CATEGORY" val="diagram"/>
  <p:tag name="KSO_WM_TEMPLATE_INDEX" val="20200761"/>
  <p:tag name="KSO_WM_UNIT_LAYERLEVEL" val="1"/>
  <p:tag name="KSO_WM_TAG_VERSION" val="1.0"/>
  <p:tag name="KSO_WM_BEAUTIFY_FLAG" val="#wm#"/>
</p:tagLst>
</file>

<file path=ppt/tags/tag1481.xml><?xml version="1.0" encoding="utf-8"?>
<p:tagLst xmlns:p="http://schemas.openxmlformats.org/presentationml/2006/main">
  <p:tag name="KSO_WM_UNIT_HIGHLIGHT" val="0"/>
  <p:tag name="KSO_WM_UNIT_COMPATIBLE" val="0"/>
  <p:tag name="KSO_WM_UNIT_DIAGRAM_ISNUMVISUAL" val="0"/>
  <p:tag name="KSO_WM_UNIT_DIAGRAM_IS_NEED_ADD_PATH_ANIM" val="0"/>
  <p:tag name="KSO_WM_UNIT_DIAGRAM_ISREFERUNIT" val="0"/>
  <p:tag name="KSO_WM_UNIT_TYPE" val="i"/>
  <p:tag name="KSO_WM_UNIT_INDEX" val="8"/>
  <p:tag name="KSO_WM_UNIT_ID" val="diagram20200761_1*i*8"/>
  <p:tag name="KSO_WM_TEMPLATE_CATEGORY" val="diagram"/>
  <p:tag name="KSO_WM_TEMPLATE_INDEX" val="20200761"/>
  <p:tag name="KSO_WM_UNIT_LAYERLEVEL" val="1"/>
  <p:tag name="KSO_WM_TAG_VERSION" val="1.0"/>
  <p:tag name="KSO_WM_BEAUTIFY_FLAG" val="#wm#"/>
</p:tagLst>
</file>

<file path=ppt/tags/tag1482.xml><?xml version="1.0" encoding="utf-8"?>
<p:tagLst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SLIDE_ITEM_CNT" val="0"/>
  <p:tag name="KSO_WM_SLIDE_INDEX" val="1"/>
  <p:tag name="KSO_WM_TAG_VERSION" val="1.0"/>
  <p:tag name="KSO_WM_SLIDE_LAYOUT" val="a_d_f"/>
  <p:tag name="KSO_WM_SLIDE_LAYOUT_CNT" val="1_1_1"/>
  <p:tag name="KSO_WM_SLIDE_TYPE" val="text"/>
  <p:tag name="KSO_WM_SLIDE_SUBTYPE" val="picTxt"/>
  <p:tag name="KSO_WM_SLIDE_SIZE" val="866*458"/>
  <p:tag name="KSO_WM_SLIDE_POSITION" val="47*34"/>
  <p:tag name="KSO_WM_TEMPLATE_MASTER_TYPE" val="0"/>
  <p:tag name="KSO_WM_TEMPLATE_COLOR_TYPE" val="1"/>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3-30T17:01:59&quot;,&#10;    &quot;maxSize&quot;: {&#10;        &quot;size1&quot;: 32.799999999999997&#10;    },&#10;    &quot;minSize&quot;: {&#10;        &quot;size1&quot;: 24.600000000000001&#10;    },&#10;    &quot;normalSize&quot;: {&#10;        &quot;size1&quot;: 25.054320987654322&#10;    },&#10;    &quot;subLayout&quot;: [&#10;        {&#10;            &quot;horizontalAlign&quot;: 0,&#10;            &quot;id&quot;: &quot;2020-03-30T17:01:59&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3-30T17:01:59&quot;,&#10;            &quot;maxSize&quot;: {&#10;                &quot;size1&quot;: 68.099999999999994&#10;            },&#10;            &quot;minSize&quot;: {&#10;                &quot;size1&quot;: 36.200000000000003&#10;            },&#10;            &quot;normalSize&quot;: {&#10;                &quot;size1&quot;: 56.537500000000001&#10;            },&#10;            &quot;subLayout&quot;: [&#10;                {&#10;                    &quot;horizontalAlign&quot;: 0,&#10;                    &quot;id&quot;: &quot;2020-03-30T17:01:59&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3-30T17:01:59&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483.xml><?xml version="1.0" encoding="utf-8"?>
<p:tagLst xmlns:p="http://schemas.openxmlformats.org/presentationml/2006/main">
  <p:tag name="KSO_WM_UNIT_ADJUSTLAYOUT_ID" val="7"/>
  <p:tag name="KSO_WM_UNIT_HIGHLIGHT" val="0"/>
  <p:tag name="KSO_WM_UNIT_COMPATIBLE" val="0"/>
  <p:tag name="KSO_WM_UNIT_DIAGRAM_ISNUMVISUAL" val="0"/>
  <p:tag name="KSO_WM_UNIT_DIAGRAM_ISREFERUNIT" val="0"/>
  <p:tag name="KSO_WM_UNIT_TYPE" val="i"/>
  <p:tag name="KSO_WM_UNIT_INDEX" val="1"/>
  <p:tag name="KSO_WM_UNIT_ID" val="diagram20198632_1*i*1"/>
  <p:tag name="KSO_WM_TEMPLATE_CATEGORY" val="diagram"/>
  <p:tag name="KSO_WM_TEMPLATE_INDEX" val="20198632"/>
  <p:tag name="KSO_WM_UNIT_LAYERLEVEL" val="1"/>
  <p:tag name="KSO_WM_TAG_VERSION" val="1.0"/>
  <p:tag name="KSO_WM_BEAUTIFY_FLAG" val="#wm#"/>
</p:tagLst>
</file>

<file path=ppt/tags/tag1484.xml><?xml version="1.0" encoding="utf-8"?>
<p:tagLst xmlns:p="http://schemas.openxmlformats.org/presentationml/2006/main">
  <p:tag name="KSO_WM_UNIT_TEXT_PART_ID_V2" val="b-3-1"/>
  <p:tag name="KSO_WM_UNIT_ADJUSTLAYOUT_ID" val="4"/>
  <p:tag name="KSO_WM_UNIT_ISCONTENTSTITLE" val="0"/>
  <p:tag name="KSO_WM_UNIT_NOCLEAR" val="0"/>
  <p:tag name="KSO_WM_UNIT_VALUE" val="44"/>
  <p:tag name="KSO_WM_UNIT_HIGHLIGHT" val="0"/>
  <p:tag name="KSO_WM_UNIT_COMPATIBLE" val="0"/>
  <p:tag name="KSO_WM_UNIT_DIAGRAM_ISNUMVISUAL" val="0"/>
  <p:tag name="KSO_WM_UNIT_DIAGRAM_ISREFERUNIT" val="0"/>
  <p:tag name="KSO_WM_UNIT_TYPE" val="a"/>
  <p:tag name="KSO_WM_UNIT_INDEX" val="1"/>
  <p:tag name="KSO_WM_UNIT_ID" val="diagram20198632_1*a*1"/>
  <p:tag name="KSO_WM_TEMPLATE_CATEGORY" val="diagram"/>
  <p:tag name="KSO_WM_TEMPLATE_INDEX" val="20198632"/>
  <p:tag name="KSO_WM_UNIT_LAYERLEVEL" val="1"/>
  <p:tag name="KSO_WM_TAG_VERSION" val="1.0"/>
  <p:tag name="KSO_WM_BEAUTIFY_FLAG" val="#wm#"/>
  <p:tag name="KSO_WM_UNIT_PRESET_TEXT" val="单击此处添加大标题"/>
</p:tagLst>
</file>

<file path=ppt/tags/tag1485.xml><?xml version="1.0" encoding="utf-8"?>
<p:tagLst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8874_1*a*1"/>
  <p:tag name="KSO_WM_TEMPLATE_CATEGORY" val="diagram"/>
  <p:tag name="KSO_WM_TEMPLATE_INDEX" val="20198874"/>
  <p:tag name="KSO_WM_UNIT_LAYERLEVEL" val="1"/>
  <p:tag name="KSO_WM_TAG_VERSION" val="1.0"/>
  <p:tag name="KSO_WM_BEAUTIFY_FLAG" val="#wm#"/>
  <p:tag name="KSO_WM_UNIT_PRESET_TEXT" val="单击此处添加标题"/>
  <p:tag name="KSO_WM_UNIT_TEXT_FILL_FORE_SCHEMECOLOR_INDEX" val="13"/>
  <p:tag name="KSO_WM_UNIT_TEXT_FILL_TYPE" val="1"/>
  <p:tag name="KSO_WM_UNIT_USESOURCEFORMAT_APPLY" val="1"/>
</p:tagLst>
</file>

<file path=ppt/tags/tag1486.xml><?xml version="1.0" encoding="utf-8"?>
<p:tagLst xmlns:p="http://schemas.openxmlformats.org/presentationml/2006/main">
  <p:tag name="KSO_WM_UNIT_DIAGRAM_MODELTYPE" val="stripeEnum"/>
  <p:tag name="KSO_WM_UNIT_VALUE" val="127*155"/>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198874_1*l_h_x*1_1_1"/>
  <p:tag name="KSO_WM_TEMPLATE_CATEGORY" val="diagram"/>
  <p:tag name="KSO_WM_TEMPLATE_INDEX" val="20198874"/>
  <p:tag name="KSO_WM_UNIT_LAYERLEVEL" val="1_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Lst>
</file>

<file path=ppt/tags/tag1487.xml><?xml version="1.0" encoding="utf-8"?>
<p:tagLst xmlns:p="http://schemas.openxmlformats.org/presentationml/2006/main">
  <p:tag name="KSO_WM_UNIT_DIAGRAM_MODELTYPE" val="stripeEnum"/>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8874_1*l_h_f*1_1_1"/>
  <p:tag name="KSO_WM_TEMPLATE_CATEGORY" val="diagram"/>
  <p:tag name="KSO_WM_TEMPLATE_INDEX" val="20198874"/>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1488.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98874_1*l_h_i*1_1_1"/>
  <p:tag name="KSO_WM_TEMPLATE_CATEGORY" val="diagram"/>
  <p:tag name="KSO_WM_TEMPLATE_INDEX" val="20198874"/>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489.xml><?xml version="1.0" encoding="utf-8"?>
<p:tagLst xmlns:p="http://schemas.openxmlformats.org/presentationml/2006/main">
  <p:tag name="KSO_WM_UNIT_DIAGRAM_MODELTYPE" val="stripeEnum"/>
  <p:tag name="KSO_WM_UNIT_VALUE" val="155*155"/>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198874_1*l_h_x*1_2_1"/>
  <p:tag name="KSO_WM_TEMPLATE_CATEGORY" val="diagram"/>
  <p:tag name="KSO_WM_TEMPLATE_INDEX" val="20198874"/>
  <p:tag name="KSO_WM_UNIT_LAYERLEVEL" val="1_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Lst>
</file>

<file path=ppt/tags/tag1490.xml><?xml version="1.0" encoding="utf-8"?>
<p:tagLst xmlns:p="http://schemas.openxmlformats.org/presentationml/2006/main">
  <p:tag name="KSO_WM_UNIT_DIAGRAM_MODELTYPE" val="stripeEnum"/>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8874_1*l_h_f*1_2_1"/>
  <p:tag name="KSO_WM_TEMPLATE_CATEGORY" val="diagram"/>
  <p:tag name="KSO_WM_TEMPLATE_INDEX" val="20198874"/>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1491.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8874_1*l_h_i*1_2_1"/>
  <p:tag name="KSO_WM_TEMPLATE_CATEGORY" val="diagram"/>
  <p:tag name="KSO_WM_TEMPLATE_INDEX" val="20198874"/>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492.xml><?xml version="1.0" encoding="utf-8"?>
<p:tagLst xmlns:p="http://schemas.openxmlformats.org/presentationml/2006/main">
  <p:tag name="KSO_WM_SLIDE_ID" val="diagram20198632_1"/>
  <p:tag name="KSO_WM_TEMPLATE_SUBCATEGORY" val="8"/>
  <p:tag name="KSO_WM_TEMPLATE_MASTER_TYPE" val="0"/>
  <p:tag name="KSO_WM_TEMPLATE_COLOR_TYPE" val="1"/>
  <p:tag name="KSO_WM_SLIDE_TYPE" val="text"/>
  <p:tag name="KSO_WM_SLIDE_SUBTYPE" val="picTxt"/>
  <p:tag name="KSO_WM_SLIDE_ITEM_CNT" val="0"/>
  <p:tag name="KSO_WM_SLIDE_INDEX" val="1"/>
  <p:tag name="KSO_WM_TEMPLATE_MASTER_THUMB_INDEX" val="0"/>
  <p:tag name="KSO_WM_UNIT_SHOW_EDIT_AREA_INDICATION" val="0"/>
  <p:tag name="KSO_WM_SLIDE_SIZE" val="960*379"/>
  <p:tag name="KSO_WM_SLIDE_POSITION" val="0*-1"/>
  <p:tag name="KSO_WM_TAG_VERSION" val="1.0"/>
  <p:tag name="KSO_WM_BEAUTIFY_FLAG" val="#wm#"/>
  <p:tag name="KSO_WM_TEMPLATE_CATEGORY" val="diagram"/>
  <p:tag name="KSO_WM_TEMPLATE_INDEX" val="20198632"/>
  <p:tag name="KSO_WM_SLIDE_LAYOUT" val="a_d_f"/>
  <p:tag name="KSO_WM_SLIDE_LAYOUT_CNT" val="1_1_1"/>
  <p:tag name="KSO_WM_SLIDE_CONSTRAINT" val="%7b%22slideConstraint%22%3a%7b%22seriesAreas%22%3a%5b%5d%2c%22singleAreas%22%3a%5b%7b%22shapes%22%3a%5b3%5d%2c%22serialConstraintIndex%22%3a-1%2c%22areatextmark%22%3a0%2c%22pictureprocessmark%22%3a0%7d%5d%7d%7d"/>
</p:tagLst>
</file>

<file path=ppt/tags/tag1493.xml><?xml version="1.0" encoding="utf-8"?>
<p:tagLst xmlns:p="http://schemas.openxmlformats.org/presentationml/2006/main">
  <p:tag name="KSO_WM_UNIT_ADJUSTLAYOUT_ID" val="7"/>
  <p:tag name="KSO_WM_UNIT_HIGHLIGHT" val="0"/>
  <p:tag name="KSO_WM_UNIT_COMPATIBLE" val="0"/>
  <p:tag name="KSO_WM_UNIT_DIAGRAM_ISNUMVISUAL" val="0"/>
  <p:tag name="KSO_WM_UNIT_DIAGRAM_ISREFERUNIT" val="0"/>
  <p:tag name="KSO_WM_UNIT_TYPE" val="i"/>
  <p:tag name="KSO_WM_UNIT_INDEX" val="1"/>
  <p:tag name="KSO_WM_UNIT_ID" val="diagram20198632_1*i*1"/>
  <p:tag name="KSO_WM_TEMPLATE_CATEGORY" val="diagram"/>
  <p:tag name="KSO_WM_TEMPLATE_INDEX" val="20198632"/>
  <p:tag name="KSO_WM_UNIT_LAYERLEVEL" val="1"/>
  <p:tag name="KSO_WM_TAG_VERSION" val="1.0"/>
  <p:tag name="KSO_WM_BEAUTIFY_FLAG" val="#wm#"/>
</p:tagLst>
</file>

<file path=ppt/tags/tag1494.xml><?xml version="1.0" encoding="utf-8"?>
<p:tagLst xmlns:p="http://schemas.openxmlformats.org/presentationml/2006/main">
  <p:tag name="KSO_WM_UNIT_TEXT_PART_ID_V2" val="b-3-1"/>
  <p:tag name="KSO_WM_UNIT_ADJUSTLAYOUT_ID" val="4"/>
  <p:tag name="KSO_WM_UNIT_ISCONTENTSTITLE" val="0"/>
  <p:tag name="KSO_WM_UNIT_NOCLEAR" val="0"/>
  <p:tag name="KSO_WM_UNIT_VALUE" val="44"/>
  <p:tag name="KSO_WM_UNIT_HIGHLIGHT" val="0"/>
  <p:tag name="KSO_WM_UNIT_COMPATIBLE" val="0"/>
  <p:tag name="KSO_WM_UNIT_DIAGRAM_ISNUMVISUAL" val="0"/>
  <p:tag name="KSO_WM_UNIT_DIAGRAM_ISREFERUNIT" val="0"/>
  <p:tag name="KSO_WM_UNIT_TYPE" val="a"/>
  <p:tag name="KSO_WM_UNIT_INDEX" val="1"/>
  <p:tag name="KSO_WM_UNIT_ID" val="diagram20198632_1*a*1"/>
  <p:tag name="KSO_WM_TEMPLATE_CATEGORY" val="diagram"/>
  <p:tag name="KSO_WM_TEMPLATE_INDEX" val="20198632"/>
  <p:tag name="KSO_WM_UNIT_LAYERLEVEL" val="1"/>
  <p:tag name="KSO_WM_TAG_VERSION" val="1.0"/>
  <p:tag name="KSO_WM_BEAUTIFY_FLAG" val="#wm#"/>
  <p:tag name="KSO_WM_UNIT_PRESET_TEXT" val="单击此处添加大标题"/>
</p:tagLst>
</file>

<file path=ppt/tags/tag1495.xml><?xml version="1.0" encoding="utf-8"?>
<p:tagLst xmlns:p="http://schemas.openxmlformats.org/presentationml/2006/main">
  <p:tag name="KSO_WM_UNIT_DIAGRAM_MODELTYPE" val="stripeEnum"/>
  <p:tag name="KSO_WM_UNIT_VALUE" val="127*155"/>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198874_1*l_h_x*1_1_1"/>
  <p:tag name="KSO_WM_TEMPLATE_CATEGORY" val="diagram"/>
  <p:tag name="KSO_WM_TEMPLATE_INDEX" val="20198874"/>
  <p:tag name="KSO_WM_UNIT_LAYERLEVEL" val="1_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Lst>
</file>

<file path=ppt/tags/tag1496.xml><?xml version="1.0" encoding="utf-8"?>
<p:tagLst xmlns:p="http://schemas.openxmlformats.org/presentationml/2006/main">
  <p:tag name="KSO_WM_UNIT_DIAGRAM_MODELTYPE" val="stripeEnum"/>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198874_1*l_h_f*1_1_1"/>
  <p:tag name="KSO_WM_TEMPLATE_CATEGORY" val="diagram"/>
  <p:tag name="KSO_WM_TEMPLATE_INDEX" val="20198874"/>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1497.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198874_1*l_h_i*1_1_1"/>
  <p:tag name="KSO_WM_TEMPLATE_CATEGORY" val="diagram"/>
  <p:tag name="KSO_WM_TEMPLATE_INDEX" val="20198874"/>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498.xml><?xml version="1.0" encoding="utf-8"?>
<p:tagLst xmlns:p="http://schemas.openxmlformats.org/presentationml/2006/main">
  <p:tag name="KSO_WM_UNIT_DIAGRAM_MODELTYPE" val="stripeEnum"/>
  <p:tag name="KSO_WM_UNIT_VALUE" val="155*155"/>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198874_1*l_h_x*1_2_1"/>
  <p:tag name="KSO_WM_TEMPLATE_CATEGORY" val="diagram"/>
  <p:tag name="KSO_WM_TEMPLATE_INDEX" val="20198874"/>
  <p:tag name="KSO_WM_UNIT_LAYERLEVEL" val="1_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Lst>
</file>

<file path=ppt/tags/tag1499.xml><?xml version="1.0" encoding="utf-8"?>
<p:tagLst xmlns:p="http://schemas.openxmlformats.org/presentationml/2006/main">
  <p:tag name="KSO_WM_UNIT_DIAGRAM_MODELTYPE" val="stripeEnum"/>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8874_1*l_h_f*1_2_1"/>
  <p:tag name="KSO_WM_TEMPLATE_CATEGORY" val="diagram"/>
  <p:tag name="KSO_WM_TEMPLATE_INDEX" val="20198874"/>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1500.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8874_1*l_h_i*1_2_1"/>
  <p:tag name="KSO_WM_TEMPLATE_CATEGORY" val="diagram"/>
  <p:tag name="KSO_WM_TEMPLATE_INDEX" val="20198874"/>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501.xml><?xml version="1.0" encoding="utf-8"?>
<p:tagLst xmlns:p="http://schemas.openxmlformats.org/presentationml/2006/main">
  <p:tag name="KSO_WM_UNIT_DIAGRAM_MODELTYPE" val="stripeEnum"/>
  <p:tag name="KSO_WM_UNIT_VALUE" val="155*155"/>
  <p:tag name="KSO_WM_UNIT_HIGHLIGHT" val="0"/>
  <p:tag name="KSO_WM_UNIT_COMPATIBLE" val="0"/>
  <p:tag name="KSO_WM_UNIT_DIAGRAM_ISNUMVISUAL" val="0"/>
  <p:tag name="KSO_WM_UNIT_DIAGRAM_ISREFERUNIT" val="0"/>
  <p:tag name="KSO_WM_DIAGRAM_GROUP_CODE" val="l1-1"/>
  <p:tag name="KSO_WM_UNIT_TYPE" val="l_h_x"/>
  <p:tag name="KSO_WM_UNIT_INDEX" val="1_2_1"/>
  <p:tag name="KSO_WM_UNIT_ID" val="diagram20198874_1*l_h_x*1_2_1"/>
  <p:tag name="KSO_WM_TEMPLATE_CATEGORY" val="diagram"/>
  <p:tag name="KSO_WM_TEMPLATE_INDEX" val="20198874"/>
  <p:tag name="KSO_WM_UNIT_LAYERLEVEL" val="1_1_1"/>
  <p:tag name="KSO_WM_TAG_VERSION" val="1.0"/>
  <p:tag name="KSO_WM_BEAUTIFY_FLAG" val="#wm#"/>
  <p:tag name="KSO_WM_UNIT_FILL_FORE_SCHEMECOLOR_INDEX" val="13"/>
  <p:tag name="KSO_WM_UNIT_FILL_TYPE" val="1"/>
  <p:tag name="KSO_WM_UNIT_TEXT_FILL_FORE_SCHEMECOLOR_INDEX" val="13"/>
  <p:tag name="KSO_WM_UNIT_TEXT_FILL_TYPE" val="1"/>
  <p:tag name="KSO_WM_UNIT_USESOURCEFORMAT_APPLY" val="1"/>
</p:tagLst>
</file>

<file path=ppt/tags/tag1502.xml><?xml version="1.0" encoding="utf-8"?>
<p:tagLst xmlns:p="http://schemas.openxmlformats.org/presentationml/2006/main">
  <p:tag name="KSO_WM_UNIT_DIAGRAM_MODELTYPE" val="stripeEnum"/>
  <p:tag name="KSO_WM_UNIT_NOCLEAR" val="0"/>
  <p:tag name="KSO_WM_UNIT_VALUE" val="3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198874_1*l_h_f*1_2_1"/>
  <p:tag name="KSO_WM_TEMPLATE_CATEGORY" val="diagram"/>
  <p:tag name="KSO_WM_TEMPLATE_INDEX" val="20198874"/>
  <p:tag name="KSO_WM_UNIT_LAYERLEVEL" val="1_1_1"/>
  <p:tag name="KSO_WM_TAG_VERSION" val="1.0"/>
  <p:tag name="KSO_WM_BEAUTIFY_FLAG" val="#wm#"/>
  <p:tag name="KSO_WM_UNIT_PRESET_TEXT" val="点击此处添加正文，文字是您思想的提炼。"/>
  <p:tag name="KSO_WM_UNIT_TEXT_FILL_FORE_SCHEMECOLOR_INDEX" val="13"/>
  <p:tag name="KSO_WM_UNIT_TEXT_FILL_TYPE" val="1"/>
  <p:tag name="KSO_WM_UNIT_USESOURCEFORMAT_APPLY" val="1"/>
</p:tagLst>
</file>

<file path=ppt/tags/tag1503.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8874_1*l_h_i*1_2_1"/>
  <p:tag name="KSO_WM_TEMPLATE_CATEGORY" val="diagram"/>
  <p:tag name="KSO_WM_TEMPLATE_INDEX" val="20198874"/>
  <p:tag name="KSO_WM_UNIT_LAYERLEVEL" val="1_1_1"/>
  <p:tag name="KSO_WM_TAG_VERSION" val="1.0"/>
  <p:tag name="KSO_WM_BEAUTIFY_FLAG" val="#wm#"/>
  <p:tag name="KSO_WM_UNIT_LINE_FORE_SCHEMECOLOR_INDEX" val="14"/>
  <p:tag name="KSO_WM_UNIT_LINE_FILL_TYPE" val="2"/>
  <p:tag name="KSO_WM_UNIT_USESOURCEFORMAT_APPLY" val="1"/>
</p:tagLst>
</file>

<file path=ppt/tags/tag1504.xml><?xml version="1.0" encoding="utf-8"?>
<p:tagLst xmlns:p="http://schemas.openxmlformats.org/presentationml/2006/main">
  <p:tag name="KSO_WM_SLIDE_ID" val="diagram20198632_1"/>
  <p:tag name="KSO_WM_TEMPLATE_SUBCATEGORY" val="8"/>
  <p:tag name="KSO_WM_TEMPLATE_MASTER_TYPE" val="0"/>
  <p:tag name="KSO_WM_TEMPLATE_COLOR_TYPE" val="1"/>
  <p:tag name="KSO_WM_SLIDE_TYPE" val="text"/>
  <p:tag name="KSO_WM_SLIDE_SUBTYPE" val="picTxt"/>
  <p:tag name="KSO_WM_SLIDE_ITEM_CNT" val="0"/>
  <p:tag name="KSO_WM_SLIDE_INDEX" val="1"/>
  <p:tag name="KSO_WM_TEMPLATE_MASTER_THUMB_INDEX" val="0"/>
  <p:tag name="KSO_WM_UNIT_SHOW_EDIT_AREA_INDICATION" val="0"/>
  <p:tag name="KSO_WM_SLIDE_SIZE" val="960*379"/>
  <p:tag name="KSO_WM_SLIDE_POSITION" val="0*-1"/>
  <p:tag name="KSO_WM_TAG_VERSION" val="1.0"/>
  <p:tag name="KSO_WM_BEAUTIFY_FLAG" val="#wm#"/>
  <p:tag name="KSO_WM_TEMPLATE_CATEGORY" val="diagram"/>
  <p:tag name="KSO_WM_TEMPLATE_INDEX" val="20198632"/>
  <p:tag name="KSO_WM_SLIDE_LAYOUT" val="a_d_f"/>
  <p:tag name="KSO_WM_SLIDE_LAYOUT_CNT" val="1_1_1"/>
  <p:tag name="KSO_WM_SLIDE_CONSTRAINT" val="%7b%22slideConstraint%22%3a%7b%22seriesAreas%22%3a%5b%5d%2c%22singleAreas%22%3a%5b%7b%22shapes%22%3a%5b3%5d%2c%22serialConstraintIndex%22%3a-1%2c%22areatextmark%22%3a0%2c%22pictureprocessmark%22%3a0%7d%5d%7d%7d"/>
</p:tagLst>
</file>

<file path=ppt/tags/tag1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5200_1*i*3"/>
  <p:tag name="KSO_WM_TEMPLATE_CATEGORY" val="diagram"/>
  <p:tag name="KSO_WM_TEMPLATE_INDEX" val="20205200"/>
  <p:tag name="KSO_WM_UNIT_LAYERLEVEL" val="1"/>
  <p:tag name="KSO_WM_TAG_VERSION" val="1.0"/>
  <p:tag name="KSO_WM_BEAUTIFY_FLAG" val="#wm#"/>
</p:tagLst>
</file>

<file path=ppt/tags/tag1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5200_1*i*4"/>
  <p:tag name="KSO_WM_TEMPLATE_CATEGORY" val="diagram"/>
  <p:tag name="KSO_WM_TEMPLATE_INDEX" val="20205200"/>
  <p:tag name="KSO_WM_UNIT_LAYERLEVEL" val="1"/>
  <p:tag name="KSO_WM_TAG_VERSION" val="1.0"/>
  <p:tag name="KSO_WM_BEAUTIFY_FLAG" val="#wm#"/>
</p:tagLst>
</file>

<file path=ppt/tags/tag1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5200_1*i*5"/>
  <p:tag name="KSO_WM_TEMPLATE_CATEGORY" val="diagram"/>
  <p:tag name="KSO_WM_TEMPLATE_INDEX" val="20205200"/>
  <p:tag name="KSO_WM_UNIT_LAYERLEVEL" val="1"/>
  <p:tag name="KSO_WM_TAG_VERSION" val="1.0"/>
  <p:tag name="KSO_WM_BEAUTIFY_FLAG" val="#wm#"/>
</p:tagLst>
</file>

<file path=ppt/tags/tag1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5200_1*i*1"/>
  <p:tag name="KSO_WM_TEMPLATE_CATEGORY" val="diagram"/>
  <p:tag name="KSO_WM_TEMPLATE_INDEX" val="20205200"/>
  <p:tag name="KSO_WM_UNIT_LAYERLEVEL" val="1"/>
  <p:tag name="KSO_WM_TAG_VERSION" val="1.0"/>
  <p:tag name="KSO_WM_BEAUTIFY_FLAG" val="#wm#"/>
</p:tagLst>
</file>

<file path=ppt/tags/tag1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5200_1*i*2"/>
  <p:tag name="KSO_WM_TEMPLATE_CATEGORY" val="diagram"/>
  <p:tag name="KSO_WM_TEMPLATE_INDEX" val="20205200"/>
  <p:tag name="KSO_WM_UNIT_LAYERLEVEL" val="1"/>
  <p:tag name="KSO_WM_TAG_VERSION" val="1.0"/>
  <p:tag name="KSO_WM_BEAUTIFY_FLAG" val="#wm#"/>
</p:tagLst>
</file>

<file path=ppt/tags/tag1510.xml><?xml version="1.0" encoding="utf-8"?>
<p:tagLst xmlns:p="http://schemas.openxmlformats.org/presentationml/2006/main">
  <p:tag name="KSO_WM_UNIT_TEXT_PART_ID_V2" val="d-4-2"/>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b"/>
  <p:tag name="KSO_WM_UNIT_INDEX" val="1"/>
  <p:tag name="KSO_WM_UNIT_ID" val="diagram20205200_1*b*1"/>
  <p:tag name="KSO_WM_TEMPLATE_CATEGORY" val="diagram"/>
  <p:tag name="KSO_WM_TEMPLATE_INDEX" val="20205200"/>
  <p:tag name="KSO_WM_UNIT_LAYERLEVEL" val="1"/>
  <p:tag name="KSO_WM_TAG_VERSION" val="1.0"/>
  <p:tag name="KSO_WM_BEAUTIFY_FLAG" val="#wm#"/>
  <p:tag name="KSO_WM_UNIT_PRESET_TEXT" val="单击此处添加您的副标题"/>
</p:tagLst>
</file>

<file path=ppt/tags/tag1511.xml><?xml version="1.0" encoding="utf-8"?>
<p:tagLst xmlns:p="http://schemas.openxmlformats.org/presentationml/2006/main">
  <p:tag name="KSO_WM_UNIT_TEXT_PART_ID_V2" val="b-3-1"/>
  <p:tag name="KSO_WM_UNIT_ISCONTENTSTITLE" val="0"/>
  <p:tag name="KSO_WM_UNIT_PRESET_TEXT" val="单击此处添加您的大标题"/>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diagram20198150_1*a*1"/>
  <p:tag name="KSO_WM_TEMPLATE_CATEGORY" val="diagram"/>
  <p:tag name="KSO_WM_TEMPLATE_INDEX" val="20198150"/>
  <p:tag name="KSO_WM_UNIT_LAYERLEVEL" val="1"/>
  <p:tag name="KSO_WM_TAG_VERSION" val="1.0"/>
  <p:tag name="KSO_WM_BEAUTIFY_FLAG" val="#wm#"/>
  <p:tag name="KSO_WM_UNIT_ADJUSTLAYOUT_ID" val="5"/>
</p:tagLst>
</file>

<file path=ppt/tags/tag1512.xml><?xml version="1.0" encoding="utf-8"?>
<p:tagLst xmlns:p="http://schemas.openxmlformats.org/presentationml/2006/main">
  <p:tag name="KSO_WM_SLIDE_ID" val="diagram20205200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884*450"/>
  <p:tag name="KSO_WM_SLIDE_POSITION" val="29*44"/>
  <p:tag name="KSO_WM_TAG_VERSION" val="1.0"/>
  <p:tag name="KSO_WM_BEAUTIFY_FLAG" val="#wm#"/>
  <p:tag name="KSO_WM_TEMPLATE_CATEGORY" val="diagram"/>
  <p:tag name="KSO_WM_TEMPLATE_INDEX" val="20205200"/>
  <p:tag name="KSO_WM_SLIDE_LAYOUT" val="a_b_f"/>
  <p:tag name="KSO_WM_SLIDE_LAYOUT_CNT" val="1_1_1"/>
</p:tagLst>
</file>

<file path=ppt/tags/tag1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5200_1*i*3"/>
  <p:tag name="KSO_WM_TEMPLATE_CATEGORY" val="diagram"/>
  <p:tag name="KSO_WM_TEMPLATE_INDEX" val="20205200"/>
  <p:tag name="KSO_WM_UNIT_LAYERLEVEL" val="1"/>
  <p:tag name="KSO_WM_TAG_VERSION" val="1.0"/>
  <p:tag name="KSO_WM_BEAUTIFY_FLAG" val="#wm#"/>
</p:tagLst>
</file>

<file path=ppt/tags/tag1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05200_1*i*4"/>
  <p:tag name="KSO_WM_TEMPLATE_CATEGORY" val="diagram"/>
  <p:tag name="KSO_WM_TEMPLATE_INDEX" val="20205200"/>
  <p:tag name="KSO_WM_UNIT_LAYERLEVEL" val="1"/>
  <p:tag name="KSO_WM_TAG_VERSION" val="1.0"/>
  <p:tag name="KSO_WM_BEAUTIFY_FLAG" val="#wm#"/>
</p:tagLst>
</file>

<file path=ppt/tags/tag1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5200_1*i*5"/>
  <p:tag name="KSO_WM_TEMPLATE_CATEGORY" val="diagram"/>
  <p:tag name="KSO_WM_TEMPLATE_INDEX" val="20205200"/>
  <p:tag name="KSO_WM_UNIT_LAYERLEVEL" val="1"/>
  <p:tag name="KSO_WM_TAG_VERSION" val="1.0"/>
  <p:tag name="KSO_WM_BEAUTIFY_FLAG" val="#wm#"/>
</p:tagLst>
</file>

<file path=ppt/tags/tag15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5200_1*i*1"/>
  <p:tag name="KSO_WM_TEMPLATE_CATEGORY" val="diagram"/>
  <p:tag name="KSO_WM_TEMPLATE_INDEX" val="20205200"/>
  <p:tag name="KSO_WM_UNIT_LAYERLEVEL" val="1"/>
  <p:tag name="KSO_WM_TAG_VERSION" val="1.0"/>
  <p:tag name="KSO_WM_BEAUTIFY_FLAG" val="#wm#"/>
</p:tagLst>
</file>

<file path=ppt/tags/tag15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5200_1*i*2"/>
  <p:tag name="KSO_WM_TEMPLATE_CATEGORY" val="diagram"/>
  <p:tag name="KSO_WM_TEMPLATE_INDEX" val="20205200"/>
  <p:tag name="KSO_WM_UNIT_LAYERLEVEL" val="1"/>
  <p:tag name="KSO_WM_TAG_VERSION" val="1.0"/>
  <p:tag name="KSO_WM_BEAUTIFY_FLAG" val="#wm#"/>
</p:tagLst>
</file>

<file path=ppt/tags/tag1518.xml><?xml version="1.0" encoding="utf-8"?>
<p:tagLst xmlns:p="http://schemas.openxmlformats.org/presentationml/2006/main">
  <p:tag name="KSO_WM_UNIT_TEXT_PART_ID_V2" val="d-4-2"/>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b"/>
  <p:tag name="KSO_WM_UNIT_INDEX" val="1"/>
  <p:tag name="KSO_WM_UNIT_ID" val="diagram20205200_1*b*1"/>
  <p:tag name="KSO_WM_TEMPLATE_CATEGORY" val="diagram"/>
  <p:tag name="KSO_WM_TEMPLATE_INDEX" val="20205200"/>
  <p:tag name="KSO_WM_UNIT_LAYERLEVEL" val="1"/>
  <p:tag name="KSO_WM_TAG_VERSION" val="1.0"/>
  <p:tag name="KSO_WM_BEAUTIFY_FLAG" val="#wm#"/>
  <p:tag name="KSO_WM_UNIT_PRESET_TEXT" val="单击此处添加您的副标题"/>
</p:tagLst>
</file>

<file path=ppt/tags/tag1519.xml><?xml version="1.0" encoding="utf-8"?>
<p:tagLst xmlns:p="http://schemas.openxmlformats.org/presentationml/2006/main">
  <p:tag name="KSO_WM_UNIT_TEXT_PART_ID_V2" val="b-3-1"/>
  <p:tag name="KSO_WM_UNIT_ISCONTENTSTITLE" val="0"/>
  <p:tag name="KSO_WM_UNIT_PRESET_TEXT" val="单击此处添加您的大标题"/>
  <p:tag name="KSO_WM_UNIT_NOCLEAR" val="0"/>
  <p:tag name="KSO_WM_UNIT_VALUE" val="29"/>
  <p:tag name="KSO_WM_UNIT_HIGHLIGHT" val="0"/>
  <p:tag name="KSO_WM_UNIT_COMPATIBLE" val="0"/>
  <p:tag name="KSO_WM_UNIT_DIAGRAM_ISNUMVISUAL" val="0"/>
  <p:tag name="KSO_WM_UNIT_DIAGRAM_ISREFERUNIT" val="0"/>
  <p:tag name="KSO_WM_UNIT_TYPE" val="a"/>
  <p:tag name="KSO_WM_UNIT_INDEX" val="1"/>
  <p:tag name="KSO_WM_UNIT_ID" val="diagram20198150_1*a*1"/>
  <p:tag name="KSO_WM_TEMPLATE_CATEGORY" val="diagram"/>
  <p:tag name="KSO_WM_TEMPLATE_INDEX" val="20198150"/>
  <p:tag name="KSO_WM_UNIT_LAYERLEVEL" val="1"/>
  <p:tag name="KSO_WM_TAG_VERSION" val="1.0"/>
  <p:tag name="KSO_WM_BEAUTIFY_FLAG" val="#wm#"/>
  <p:tag name="KSO_WM_UNIT_ADJUSTLAYOUT_ID" val="5"/>
</p:tagLst>
</file>

<file path=ppt/tags/tag1520.xml><?xml version="1.0" encoding="utf-8"?>
<p:tagLst xmlns:p="http://schemas.openxmlformats.org/presentationml/2006/main">
  <p:tag name="KSO_WM_SLIDE_ID" val="diagram20205200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884*450"/>
  <p:tag name="KSO_WM_SLIDE_POSITION" val="29*44"/>
  <p:tag name="KSO_WM_TAG_VERSION" val="1.0"/>
  <p:tag name="KSO_WM_BEAUTIFY_FLAG" val="#wm#"/>
  <p:tag name="KSO_WM_TEMPLATE_CATEGORY" val="diagram"/>
  <p:tag name="KSO_WM_TEMPLATE_INDEX" val="20205200"/>
  <p:tag name="KSO_WM_SLIDE_LAYOUT" val="a_b_f"/>
  <p:tag name="KSO_WM_SLIDE_LAYOUT_CNT" val="1_1_1"/>
</p:tagLst>
</file>

<file path=ppt/tags/tag1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05198_1*i*1"/>
  <p:tag name="KSO_WM_TEMPLATE_CATEGORY" val="diagram"/>
  <p:tag name="KSO_WM_TEMPLATE_INDEX" val="20205198"/>
  <p:tag name="KSO_WM_UNIT_LAYERLEVEL" val="1"/>
  <p:tag name="KSO_WM_TAG_VERSION" val="1.0"/>
  <p:tag name="KSO_WM_BEAUTIFY_FLAG" val="#wm#"/>
</p:tagLst>
</file>

<file path=ppt/tags/tag1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5198_1*i*2"/>
  <p:tag name="KSO_WM_TEMPLATE_CATEGORY" val="diagram"/>
  <p:tag name="KSO_WM_TEMPLATE_INDEX" val="20205198"/>
  <p:tag name="KSO_WM_UNIT_LAYERLEVEL" val="1"/>
  <p:tag name="KSO_WM_TAG_VERSION" val="1.0"/>
  <p:tag name="KSO_WM_BEAUTIFY_FLAG" val="#wm#"/>
</p:tagLst>
</file>

<file path=ppt/tags/tag1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5198_1*i*3"/>
  <p:tag name="KSO_WM_TEMPLATE_CATEGORY" val="diagram"/>
  <p:tag name="KSO_WM_TEMPLATE_INDEX" val="20205198"/>
  <p:tag name="KSO_WM_UNIT_LAYERLEVEL" val="1"/>
  <p:tag name="KSO_WM_TAG_VERSION" val="1.0"/>
  <p:tag name="KSO_WM_BEAUTIFY_FLAG" val="#wm#"/>
</p:tagLst>
</file>

<file path=ppt/tags/tag1524.xml><?xml version="1.0" encoding="utf-8"?>
<p:tagLst xmlns:p="http://schemas.openxmlformats.org/presentationml/2006/main">
  <p:tag name="KSO_WM_UNIT_NOCLEAR" val="0"/>
  <p:tag name="KSO_WM_UNIT_VALUE" val="450"/>
  <p:tag name="KSO_WM_UNIT_HIGHLIGHT" val="0"/>
  <p:tag name="KSO_WM_UNIT_COMPATIBLE" val="0"/>
  <p:tag name="KSO_WM_UNIT_DIAGRAM_ISNUMVISUAL" val="0"/>
  <p:tag name="KSO_WM_UNIT_DIAGRAM_ISREFERUNIT" val="0"/>
  <p:tag name="KSO_WM_UNIT_TYPE" val="f"/>
  <p:tag name="KSO_WM_UNIT_INDEX" val="1"/>
  <p:tag name="KSO_WM_UNIT_ID" val="diagram20205198_1*f*1"/>
  <p:tag name="KSO_WM_TEMPLATE_CATEGORY" val="diagram"/>
  <p:tag name="KSO_WM_TEMPLATE_INDEX" val="20205198"/>
  <p:tag name="KSO_WM_UNIT_LAYERLEVEL" val="1"/>
  <p:tag name="KSO_WM_TAG_VERSION" val="1.0"/>
  <p:tag name="KSO_WM_BEAUTIFY_FLAG" val="#wm#"/>
  <p:tag name="KSO_WM_UNIT_PRESET_TEXT" val="单击此处输入你的正文，文字是您思想的提炼，为了最终演示发布的良好效果，请尽量言简意赅的阐述观点；根据需要可酌情增减文字，以便观者可以准确理解您所传达的信息。&#13;您的正文已经简明扼要，但信息却错综复杂，需要用更多的文字来表述；但请您尽可能提炼思想的精髓，否则容易造成观者的阅读压力，适得其反。&#13;正如我们都希望改变世界，希望给人带去光明，但更多时候只需播下一颗种子，自然有微光照拂，雨露滋养。恰如其分的表达观点，往往可以事半功倍。"/>
</p:tagLst>
</file>

<file path=ppt/tags/tag15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05198_1*i*5"/>
  <p:tag name="KSO_WM_TEMPLATE_CATEGORY" val="diagram"/>
  <p:tag name="KSO_WM_TEMPLATE_INDEX" val="20205198"/>
  <p:tag name="KSO_WM_UNIT_LAYERLEVEL" val="1"/>
  <p:tag name="KSO_WM_TAG_VERSION" val="1.0"/>
  <p:tag name="KSO_WM_BEAUTIFY_FLAG" val="#wm#"/>
</p:tagLst>
</file>

<file path=ppt/tags/tag15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205198_1*i*6"/>
  <p:tag name="KSO_WM_TEMPLATE_CATEGORY" val="diagram"/>
  <p:tag name="KSO_WM_TEMPLATE_INDEX" val="20205198"/>
  <p:tag name="KSO_WM_UNIT_LAYERLEVEL" val="1"/>
  <p:tag name="KSO_WM_TAG_VERSION" val="1.0"/>
  <p:tag name="KSO_WM_BEAUTIFY_FLAG" val="#wm#"/>
</p:tagLst>
</file>

<file path=ppt/tags/tag1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205198_1*i*7"/>
  <p:tag name="KSO_WM_TEMPLATE_CATEGORY" val="diagram"/>
  <p:tag name="KSO_WM_TEMPLATE_INDEX" val="20205198"/>
  <p:tag name="KSO_WM_UNIT_LAYERLEVEL" val="1"/>
  <p:tag name="KSO_WM_TAG_VERSION" val="1.0"/>
  <p:tag name="KSO_WM_BEAUTIFY_FLAG" val="#wm#"/>
</p:tagLst>
</file>

<file path=ppt/tags/tag152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diagram20205198_1*a*1"/>
  <p:tag name="KSO_WM_TEMPLATE_CATEGORY" val="diagram"/>
  <p:tag name="KSO_WM_TEMPLATE_INDEX" val="20205198"/>
  <p:tag name="KSO_WM_UNIT_LAYERLEVEL" val="1"/>
  <p:tag name="KSO_WM_TAG_VERSION" val="1.0"/>
  <p:tag name="KSO_WM_BEAUTIFY_FLAG" val="#wm#"/>
  <p:tag name="KSO_WM_UNIT_PRESET_TEXT" val="单击此处&#13;添加大标题"/>
</p:tagLst>
</file>

<file path=ppt/tags/tag1529.xml><?xml version="1.0" encoding="utf-8"?>
<p:tagLst xmlns:p="http://schemas.openxmlformats.org/presentationml/2006/main">
  <p:tag name="KSO_WM_SLIDE_ID" val="diagram20205198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36*491"/>
  <p:tag name="KSO_WM_SLIDE_POSITION" val="0*0"/>
  <p:tag name="KSO_WM_TAG_VERSION" val="1.0"/>
  <p:tag name="KSO_WM_BEAUTIFY_FLAG" val="#wm#"/>
  <p:tag name="KSO_WM_TEMPLATE_CATEGORY" val="diagram"/>
  <p:tag name="KSO_WM_TEMPLATE_INDEX" val="20205198"/>
  <p:tag name="KSO_WM_SLIDE_LAYOUT" val="a_b_f"/>
  <p:tag name="KSO_WM_SLIDE_LAYOUT_CNT" val="1_1_1"/>
</p:tagLst>
</file>

<file path=ppt/tags/tag1530.xml><?xml version="1.0" encoding="utf-8"?>
<p:tagLst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Lst>
</file>

<file path=ppt/tags/tag15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718_4*l_h_i*1_1_1"/>
  <p:tag name="KSO_WM_TEMPLATE_CATEGORY" val="diagram"/>
  <p:tag name="KSO_WM_TEMPLATE_INDEX" val="71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5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718_4*l_h_i*1_1_2"/>
  <p:tag name="KSO_WM_TEMPLATE_CATEGORY" val="diagram"/>
  <p:tag name="KSO_WM_TEMPLATE_INDEX" val="718"/>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533.xml><?xml version="1.0" encoding="utf-8"?>
<p:tagLst xmlns:p="http://schemas.openxmlformats.org/presentationml/2006/main">
  <p:tag name="KSO_WM_UNIT_PRESET_TEXT" val="点击此处添加正文，为了演示发布的良好效果，请您尽可能提炼思想的精髓，然后简单的阐述您的观点。"/>
  <p:tag name="KSO_WM_UNIT_NOCLEAR" val="0"/>
  <p:tag name="KSO_WM_UNIT_VALUE" val="69"/>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718_4*l_h_f*1_1_1"/>
  <p:tag name="KSO_WM_TEMPLATE_CATEGORY" val="diagram"/>
  <p:tag name="KSO_WM_TEMPLATE_INDEX" val="71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5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718_4*l_h_i*1_1_3"/>
  <p:tag name="KSO_WM_TEMPLATE_CATEGORY" val="diagram"/>
  <p:tag name="KSO_WM_TEMPLATE_INDEX" val="7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5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718_4*l_h_i*1_1_1"/>
  <p:tag name="KSO_WM_TEMPLATE_CATEGORY" val="diagram"/>
  <p:tag name="KSO_WM_TEMPLATE_INDEX" val="718"/>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5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718_4*l_h_i*1_2_1"/>
  <p:tag name="KSO_WM_TEMPLATE_CATEGORY" val="diagram"/>
  <p:tag name="KSO_WM_TEMPLATE_INDEX" val="71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5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718_4*l_h_i*1_2_2"/>
  <p:tag name="KSO_WM_TEMPLATE_CATEGORY" val="diagram"/>
  <p:tag name="KSO_WM_TEMPLATE_INDEX" val="718"/>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538.xml><?xml version="1.0" encoding="utf-8"?>
<p:tagLst xmlns:p="http://schemas.openxmlformats.org/presentationml/2006/main">
  <p:tag name="KSO_WM_UNIT_PRESET_TEXT" val="点击此处添加正文，为了演示发布的良好效果，请您尽可能提炼思想的精髓，然后简单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718_4*l_h_f*1_2_1"/>
  <p:tag name="KSO_WM_TEMPLATE_CATEGORY" val="diagram"/>
  <p:tag name="KSO_WM_TEMPLATE_INDEX" val="71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5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718_4*l_h_i*1_2_3"/>
  <p:tag name="KSO_WM_TEMPLATE_CATEGORY" val="diagram"/>
  <p:tag name="KSO_WM_TEMPLATE_INDEX" val="7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5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718_4*l_h_i*1_2_1"/>
  <p:tag name="KSO_WM_TEMPLATE_CATEGORY" val="diagram"/>
  <p:tag name="KSO_WM_TEMPLATE_INDEX" val="718"/>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5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718_4*l_h_i*1_3_1"/>
  <p:tag name="KSO_WM_TEMPLATE_CATEGORY" val="diagram"/>
  <p:tag name="KSO_WM_TEMPLATE_INDEX" val="718"/>
  <p:tag name="KSO_WM_UNIT_LAYERLEVEL" val="1_1_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5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718_4*l_h_i*1_3_2"/>
  <p:tag name="KSO_WM_TEMPLATE_CATEGORY" val="diagram"/>
  <p:tag name="KSO_WM_TEMPLATE_INDEX" val="718"/>
  <p:tag name="KSO_WM_UNIT_LAYERLEVEL" val="1_1_1"/>
  <p:tag name="KSO_WM_TAG_VERSION" val="1.0"/>
  <p:tag name="KSO_WM_BEAUTIFY_FLAG" val="#wm#"/>
  <p:tag name="KSO_WM_UNIT_FILL_FORE_SCHEMECOLOR_INDEX" val="14"/>
  <p:tag name="KSO_WM_UNIT_FILL_TYPE" val="1"/>
  <p:tag name="KSO_WM_UNIT_TEXT_FILL_FORE_SCHEMECOLOR_INDEX" val="13"/>
  <p:tag name="KSO_WM_UNIT_TEXT_FILL_TYPE" val="1"/>
  <p:tag name="KSO_WM_UNIT_USESOURCEFORMAT_APPLY" val="1"/>
</p:tagLst>
</file>

<file path=ppt/tags/tag1543.xml><?xml version="1.0" encoding="utf-8"?>
<p:tagLst xmlns:p="http://schemas.openxmlformats.org/presentationml/2006/main">
  <p:tag name="KSO_WM_UNIT_PRESET_TEXT" val="点击此处添加正文，为了演示发布的良好效果，请您尽可能提炼思想的精髓，然后简单的阐述您的观点。"/>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718_4*l_h_f*1_3_1"/>
  <p:tag name="KSO_WM_TEMPLATE_CATEGORY" val="diagram"/>
  <p:tag name="KSO_WM_TEMPLATE_INDEX" val="718"/>
  <p:tag name="KSO_WM_UNIT_LAYERLEVEL" val="1_1_1"/>
  <p:tag name="KSO_WM_TAG_VERSION" val="1.0"/>
  <p:tag name="KSO_WM_BEAUTIFY_FLAG" val="#wm#"/>
  <p:tag name="KSO_WM_UNIT_TEXT_FILL_FORE_SCHEMECOLOR_INDEX" val="13"/>
  <p:tag name="KSO_WM_UNIT_TEXT_FILL_TYPE" val="1"/>
  <p:tag name="KSO_WM_UNIT_USESOURCEFORMAT_APPLY" val="1"/>
</p:tagLst>
</file>

<file path=ppt/tags/tag15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718_4*l_h_i*1_3_3"/>
  <p:tag name="KSO_WM_TEMPLATE_CATEGORY" val="diagram"/>
  <p:tag name="KSO_WM_TEMPLATE_INDEX" val="718"/>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UNIT_USESOURCEFORMAT_APPLY" val="1"/>
</p:tagLst>
</file>

<file path=ppt/tags/tag15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718_4*l_h_i*1_3_1"/>
  <p:tag name="KSO_WM_TEMPLATE_CATEGORY" val="diagram"/>
  <p:tag name="KSO_WM_TEMPLATE_INDEX" val="718"/>
  <p:tag name="KSO_WM_UNIT_LAYERLEVEL" val="1_1_1"/>
  <p:tag name="KSO_WM_TAG_VERSION" val="1.0"/>
  <p:tag name="KSO_WM_BEAUTIFY_FLAG" val="#wm#"/>
  <p:tag name="KSO_WM_UNIT_TEXT_FILL_FORE_SCHEMECOLOR_INDEX" val="5"/>
  <p:tag name="KSO_WM_UNIT_TEXT_FILL_TYPE" val="1"/>
  <p:tag name="KSO_WM_UNIT_USESOURCEFORMAT_APPLY" val="1"/>
</p:tagLst>
</file>

<file path=ppt/tags/tag1546.xml><?xml version="1.0" encoding="utf-8"?>
<p:tagLst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Lst>
</file>

<file path=ppt/tags/tag1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Lst>
</file>

<file path=ppt/tags/tag1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Lst>
</file>

<file path=ppt/tags/tag1549.xml><?xml version="1.0" encoding="utf-8"?>
<p:tagLst xmlns:p="http://schemas.openxmlformats.org/presentationml/2006/main">
  <p:tag name="KSO_WM_BEAUTIFY_FLAG" val="#wm#"/>
  <p:tag name="KSO_WM_TEMPLATE_CATEGORY" val="diagram"/>
  <p:tag name="KSO_WM_TEMPLATE_INDEX" val="20200321"/>
  <p:tag name="KSO_WM_SLIDE_ID" val="diagram20200321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866*458"/>
  <p:tag name="KSO_WM_SLIDE_POSITION" val="47*34"/>
  <p:tag name="KSO_WM_TAG_VERSION" val="1.0"/>
  <p:tag name="KSO_WM_SLIDE_LAYOUT" val="a_d_f"/>
  <p:tag name="KSO_WM_SLIDE_LAYOUT_CNT" val="1_1_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4-21T21:00:40&quot;,&#10;    &quot;maxSize&quot;: {&#10;        &quot;size1&quot;: 32.799999999999997&#10;    },&#10;    &quot;minSize&quot;: {&#10;        &quot;size1&quot;: 24.600000000000001&#10;    },&#10;    &quot;normalSize&quot;: {&#10;        &quot;size1&quot;: 24.600000000000001&#10;    },&#10;    &quot;subLayout&quot;: [&#10;        {&#10;            &quot;horizontalAlign&quot;: 0,&#10;            &quot;id&quot;: &quot;2020-04-21T21:00:40&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4-21T21:00:40&quot;,&#10;            &quot;maxSize&quot;: {&#10;                &quot;size1&quot;: 68.099999999999994&#10;            },&#10;            &quot;minSize&quot;: {&#10;                &quot;size1&quot;: 36.200000000000003&#10;            },&#10;            &quot;normalSize&quot;: {&#10;                &quot;size1&quot;: 44.975000000000001&#10;            },&#10;            &quot;subLayout&quot;: [&#10;                {&#10;                    &quot;horizontalAlign&quot;: 0,&#10;                    &quot;id&quot;: &quot;2020-04-21T21:00:40&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4-21T21:00:40&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navigation"/>
  <p:tag name="KSO_WM_UNIT_SHOW_EDIT_AREA_INDICATION" val="1"/>
</p:tagLst>
</file>

<file path=ppt/tags/tag1550.xml><?xml version="1.0" encoding="utf-8"?>
<p:tagLst xmlns:p="http://schemas.openxmlformats.org/presentationml/2006/main">
  <p:tag name="KSO_WM_UNIT_COLOR_SCHEME_SHAPE_ID" val="5"/>
  <p:tag name="KSO_WM_UNIT_COLOR_SCHEME_PARENT_PAGE" val="0_1"/>
  <p:tag name="KSO_WM_UNIT_FOIL_COLOR" val="1"/>
  <p:tag name="KSO_WM_UNIT_ADJUSTLAYOUT_ID" val="5"/>
  <p:tag name="KSO_WM_UNIT_HIGHLIGHT" val="0"/>
  <p:tag name="KSO_WM_UNIT_COMPATIBLE" val="0"/>
  <p:tag name="KSO_WM_UNIT_DIAGRAM_ISNUMVISUAL" val="0"/>
  <p:tag name="KSO_WM_UNIT_DIAGRAM_ISREFERUNIT" val="0"/>
  <p:tag name="KSO_WM_UNIT_TYPE" val="i"/>
  <p:tag name="KSO_WM_UNIT_INDEX" val="1"/>
  <p:tag name="KSO_WM_UNIT_ID" val="diagram20193087_1*i*1"/>
  <p:tag name="KSO_WM_TEMPLATE_CATEGORY" val="diagram"/>
  <p:tag name="KSO_WM_TEMPLATE_INDEX" val="20193087"/>
  <p:tag name="KSO_WM_UNIT_LAYERLEVEL" val="1"/>
  <p:tag name="KSO_WM_TAG_VERSION" val="1.0"/>
  <p:tag name="KSO_WM_BEAUTIFY_FLAG" val="#wm#"/>
</p:tagLst>
</file>

<file path=ppt/tags/tag1551.xml><?xml version="1.0" encoding="utf-8"?>
<p:tagLst xmlns:p="http://schemas.openxmlformats.org/presentationml/2006/main">
  <p:tag name="KSO_WM_UNIT_COLOR_SCHEME_SHAPE_ID" val="37"/>
  <p:tag name="KSO_WM_UNIT_COLOR_SCHEME_PARENT_PAGE" val="0_1"/>
  <p:tag name="KSO_WM_UNIT_ADJUSTLAYOUT_ID" val="37"/>
  <p:tag name="KSO_WM_UNIT_HIGHLIGHT" val="0"/>
  <p:tag name="KSO_WM_UNIT_COMPATIBLE" val="0"/>
  <p:tag name="KSO_WM_UNIT_DIAGRAM_ISNUMVISUAL" val="0"/>
  <p:tag name="KSO_WM_UNIT_DIAGRAM_ISREFERUNIT" val="0"/>
  <p:tag name="KSO_WM_UNIT_TYPE" val="i"/>
  <p:tag name="KSO_WM_UNIT_INDEX" val="2"/>
  <p:tag name="KSO_WM_UNIT_ID" val="diagram20193087_1*i*2"/>
  <p:tag name="KSO_WM_TEMPLATE_CATEGORY" val="diagram"/>
  <p:tag name="KSO_WM_TEMPLATE_INDEX" val="20193087"/>
  <p:tag name="KSO_WM_UNIT_LAYERLEVEL" val="1"/>
  <p:tag name="KSO_WM_TAG_VERSION" val="1.0"/>
  <p:tag name="KSO_WM_BEAUTIFY_FLAG" val="#wm#"/>
</p:tagLst>
</file>

<file path=ppt/tags/tag1552.xml><?xml version="1.0" encoding="utf-8"?>
<p:tagLst xmlns:p="http://schemas.openxmlformats.org/presentationml/2006/main">
  <p:tag name="KSO_WM_UNIT_COLOR_SCHEME_SHAPE_ID" val="40"/>
  <p:tag name="KSO_WM_UNIT_COLOR_SCHEME_PARENT_PAGE" val="0_1"/>
  <p:tag name="KSO_WM_UNIT_ADJUSTLAYOUT_ID" val="40"/>
  <p:tag name="KSO_WM_UNIT_HIGHLIGHT" val="0"/>
  <p:tag name="KSO_WM_UNIT_COMPATIBLE" val="0"/>
  <p:tag name="KSO_WM_UNIT_DIAGRAM_ISNUMVISUAL" val="0"/>
  <p:tag name="KSO_WM_UNIT_DIAGRAM_ISREFERUNIT" val="0"/>
  <p:tag name="KSO_WM_UNIT_TYPE" val="i"/>
  <p:tag name="KSO_WM_UNIT_INDEX" val="4"/>
  <p:tag name="KSO_WM_UNIT_ID" val="diagram20193087_1*i*4"/>
  <p:tag name="KSO_WM_TEMPLATE_CATEGORY" val="diagram"/>
  <p:tag name="KSO_WM_TEMPLATE_INDEX" val="20193087"/>
  <p:tag name="KSO_WM_UNIT_LAYERLEVEL" val="1"/>
  <p:tag name="KSO_WM_TAG_VERSION" val="1.0"/>
  <p:tag name="KSO_WM_BEAUTIFY_FLAG" val="#wm#"/>
</p:tagLst>
</file>

<file path=ppt/tags/tag1553.xml><?xml version="1.0" encoding="utf-8"?>
<p:tagLst xmlns:p="http://schemas.openxmlformats.org/presentationml/2006/main">
  <p:tag name="KSO_WM_UNIT_COLOR_SCHEME_SHAPE_ID" val="41"/>
  <p:tag name="KSO_WM_UNIT_COLOR_SCHEME_PARENT_PAGE" val="0_1"/>
  <p:tag name="KSO_WM_UNIT_ADJUSTLAYOUT_ID" val="41"/>
  <p:tag name="KSO_WM_UNIT_HIGHLIGHT" val="0"/>
  <p:tag name="KSO_WM_UNIT_COMPATIBLE" val="0"/>
  <p:tag name="KSO_WM_UNIT_DIAGRAM_ISNUMVISUAL" val="0"/>
  <p:tag name="KSO_WM_UNIT_DIAGRAM_ISREFERUNIT" val="0"/>
  <p:tag name="KSO_WM_UNIT_TYPE" val="i"/>
  <p:tag name="KSO_WM_UNIT_INDEX" val="5"/>
  <p:tag name="KSO_WM_UNIT_ID" val="diagram20193087_1*i*5"/>
  <p:tag name="KSO_WM_TEMPLATE_CATEGORY" val="diagram"/>
  <p:tag name="KSO_WM_TEMPLATE_INDEX" val="20193087"/>
  <p:tag name="KSO_WM_UNIT_LAYERLEVEL" val="1"/>
  <p:tag name="KSO_WM_TAG_VERSION" val="1.0"/>
  <p:tag name="KSO_WM_BEAUTIFY_FLAG" val="#wm#"/>
</p:tagLst>
</file>

<file path=ppt/tags/tag1554.xml><?xml version="1.0" encoding="utf-8"?>
<p:tagLst xmlns:p="http://schemas.openxmlformats.org/presentationml/2006/main">
  <p:tag name="KSO_WM_UNIT_COLOR_SCHEME_SHAPE_ID" val="65"/>
  <p:tag name="KSO_WM_UNIT_COLOR_SCHEME_PARENT_PAGE" val="0_1"/>
  <p:tag name="KSO_WM_UNIT_ADJUSTLAYOUT_ID" val="65"/>
  <p:tag name="KSO_WM_UNIT_HIGHLIGHT" val="0"/>
  <p:tag name="KSO_WM_UNIT_COMPATIBLE" val="0"/>
  <p:tag name="KSO_WM_UNIT_DIAGRAM_ISNUMVISUAL" val="0"/>
  <p:tag name="KSO_WM_UNIT_DIAGRAM_ISREFERUNIT" val="0"/>
  <p:tag name="KSO_WM_UNIT_TYPE" val="i"/>
  <p:tag name="KSO_WM_UNIT_INDEX" val="3"/>
  <p:tag name="KSO_WM_UNIT_ID" val="diagram20193087_1*i*3"/>
  <p:tag name="KSO_WM_TEMPLATE_CATEGORY" val="diagram"/>
  <p:tag name="KSO_WM_TEMPLATE_INDEX" val="20193087"/>
  <p:tag name="KSO_WM_UNIT_LAYERLEVEL" val="1"/>
  <p:tag name="KSO_WM_TAG_VERSION" val="1.0"/>
  <p:tag name="KSO_WM_BEAUTIFY_FLAG" val="#wm#"/>
</p:tagLst>
</file>

<file path=ppt/tags/tag1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93087_1*i*7"/>
  <p:tag name="KSO_WM_TEMPLATE_CATEGORY" val="diagram"/>
  <p:tag name="KSO_WM_TEMPLATE_INDEX" val="20193087"/>
  <p:tag name="KSO_WM_UNIT_LAYERLEVEL" val="1"/>
  <p:tag name="KSO_WM_TAG_VERSION" val="1.0"/>
  <p:tag name="KSO_WM_BEAUTIFY_FLAG" val="#wm#"/>
</p:tagLst>
</file>

<file path=ppt/tags/tag1556.xml><?xml version="1.0" encoding="utf-8"?>
<p:tagLst xmlns:p="http://schemas.openxmlformats.org/presentationml/2006/main">
  <p:tag name="KSO_WM_UNIT_ISCONTENTSTITLE" val="0"/>
  <p:tag name="KSO_WM_UNIT_NOCLEAR" val="0"/>
  <p:tag name="KSO_WM_UNIT_VALUE" val="21"/>
  <p:tag name="KSO_WM_UNIT_HIGHLIGHT" val="0"/>
  <p:tag name="KSO_WM_UNIT_COMPATIBLE" val="0"/>
  <p:tag name="KSO_WM_UNIT_DIAGRAM_ISNUMVISUAL" val="0"/>
  <p:tag name="KSO_WM_UNIT_DIAGRAM_ISREFERUNIT" val="0"/>
  <p:tag name="KSO_WM_UNIT_TYPE" val="a"/>
  <p:tag name="KSO_WM_UNIT_INDEX" val="1"/>
  <p:tag name="KSO_WM_UNIT_ID" val="diagram20193087_1*a*1"/>
  <p:tag name="KSO_WM_TEMPLATE_CATEGORY" val="diagram"/>
  <p:tag name="KSO_WM_TEMPLATE_INDEX" val="20193087"/>
  <p:tag name="KSO_WM_UNIT_LAYERLEVEL" val="1"/>
  <p:tag name="KSO_WM_TAG_VERSION" val="1.0"/>
  <p:tag name="KSO_WM_BEAUTIFY_FLAG" val="#wm#"/>
  <p:tag name="KSO_WM_UNIT_PRESET_TEXT" val="单击此处添加大标题内容"/>
</p:tagLst>
</file>

<file path=ppt/tags/tag1557.xml><?xml version="1.0" encoding="utf-8"?>
<p:tagLst xmlns:p="http://schemas.openxmlformats.org/presentationml/2006/main">
  <p:tag name="KSO_WM_UNIT_NOCLEAR" val="0"/>
  <p:tag name="KSO_WM_UNIT_VALUE" val="420"/>
  <p:tag name="KSO_WM_UNIT_HIGHLIGHT" val="0"/>
  <p:tag name="KSO_WM_UNIT_COMPATIBLE" val="0"/>
  <p:tag name="KSO_WM_UNIT_DIAGRAM_ISNUMVISUAL" val="0"/>
  <p:tag name="KSO_WM_UNIT_DIAGRAM_ISREFERUNIT" val="0"/>
  <p:tag name="KSO_WM_UNIT_TYPE" val="f"/>
  <p:tag name="KSO_WM_UNIT_INDEX" val="1"/>
  <p:tag name="KSO_WM_UNIT_ID" val="diagram20193087_1*f*1"/>
  <p:tag name="KSO_WM_TEMPLATE_CATEGORY" val="diagram"/>
  <p:tag name="KSO_WM_TEMPLATE_INDEX" val="20193087"/>
  <p:tag name="KSO_WM_UNIT_LAYERLEVEL" val="1"/>
  <p:tag name="KSO_WM_TAG_VERSION" val="1.0"/>
  <p:tag name="KSO_WM_BEAUTIFY_FLAG" val="#wm#"/>
  <p:tag name="KSO_WM_UNIT_PRESET_TEXT" val="点击此处添加正文，文字是您思想的提炼，为了演示发布的良好效果，请言简意赅的阐述您的观点。&#13;&#13;您的正文已经经简明扼要，字字珠玑，但信息却千丝万缕、错综复杂，需要用更多的文字来表述；但请您尽可能提炼思想的精髓，否则容易造成观者的阅读压力，适得其反。&#13;&#13;正如我们都希望改变世界，希望给别人带去光明，但更多时候我们只需要播下一颗种子，自然有微风吹拂，雨露滋养。恰如其分的表达观点，往往事半功倍。&#13;&#13;单击此处添加文本具体内容，简明扼要的阐述您的观点。根据需要可酌情增减文字，以便观者准确的理解您传达的思想。"/>
</p:tagLst>
</file>

<file path=ppt/tags/tag1558.xml><?xml version="1.0" encoding="utf-8"?>
<p:tagLst xmlns:p="http://schemas.openxmlformats.org/presentationml/2006/main">
  <p:tag name="KSO_WM_TEMPLATE_CATEGORY" val="diagram"/>
  <p:tag name="KSO_WM_TEMPLATE_INDEX" val="20193087"/>
  <p:tag name="KSO_WM_TAG_VERSION" val="1.0"/>
  <p:tag name="KSO_WM_SLIDE_ID" val="diagram20193087_1"/>
  <p:tag name="KSO_WM_SLIDE_INDEX" val="1"/>
  <p:tag name="KSO_WM_SLIDE_ITEM_CNT" val="0"/>
  <p:tag name="KSO_WM_SLIDE_LAYOUT" val="a_d_f"/>
  <p:tag name="KSO_WM_SLIDE_LAYOUT_CNT" val="1_1_1"/>
  <p:tag name="KSO_WM_SLIDE_TYPE" val="text"/>
  <p:tag name="KSO_WM_SLIDE_SUBTYPE" val="picTxt"/>
  <p:tag name="KSO_WM_BEAUTIFY_FLAG" val="#wm#"/>
  <p:tag name="KSO_WM_SLIDE_POSITION" val="0*34"/>
  <p:tag name="KSO_WM_SLIDE_SIZE" val="960*505"/>
  <p:tag name="KSO_WM_TEMPLATE_TOPIC_DEFAULT" val="1"/>
  <p:tag name="KSO_WM_TEMPLATE_JOB_ID" val="2"/>
  <p:tag name="KSO_WM_TEMPLATE_SCENE_ID" val="1"/>
  <p:tag name="KSO_WM_TEMPLATE_OUTLINE_ID" val="15"/>
  <p:tag name="KSO_WM_TEMPLATE_TOPIC_ID" val="2869567"/>
  <p:tag name="KSO_WM_TEMPLATE_THUMBS_INDEX" val="1、6、10、14、20、26、27、28、29、31"/>
  <p:tag name="KSO_WM_SLIDE_COLORSCHEME_VERSION" val="3.2"/>
  <p:tag name="KSO_WM_SLIDE_CONSTRAINT" val="%7b%22slideConstraint%22%3a%7b%22seriesAreas%22%3a%5b%5d%2c%22singleAreas%22%3a%5b%7b%22shapes%22%3a%5b7%5d%2c%22serialConstraintIndex%22%3a-1%2c%22areatextmark%22%3a0%2c%22pictureprocessmark%22%3a0%7d%5d%7d%7d"/>
  <p:tag name="KSO_WM_TEMPLATE_SUBCATEGORY" val="0"/>
  <p:tag name="KSO_WM_TEMPLATE_MASTER_TYPE" val="0"/>
  <p:tag name="KSO_WM_TEMPLATE_COLOR_TYPE" val="1"/>
</p:tagLst>
</file>

<file path=ppt/tags/tag1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1372_1*i*1"/>
  <p:tag name="KSO_WM_TEMPLATE_CATEGORY" val="diagram"/>
  <p:tag name="KSO_WM_TEMPLATE_INDEX" val="20191372"/>
  <p:tag name="KSO_WM_UNIT_LAYERLEVEL" val="1"/>
  <p:tag name="KSO_WM_TAG_VERSION" val="1.0"/>
  <p:tag name="KSO_WM_BEAUTIFY_FLAG" val="#wm#"/>
  <p:tag name="KSO_WM_UNIT_ADJUSTLAYOUT_ID" val="9"/>
  <p:tag name="KSO_WM_UNIT_COLOR_SCHEME_SHAPE_ID" val="9"/>
  <p:tag name="KSO_WM_UNIT_COLOR_SCHEME_PARENT_PAGE" val="0_1"/>
  <p:tag name="KSO_WM_UNIT_FOIL_COLOR" val="1"/>
</p:tagLst>
</file>

<file path=ppt/tags/tag1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1372_1*i*2"/>
  <p:tag name="KSO_WM_TEMPLATE_CATEGORY" val="diagram"/>
  <p:tag name="KSO_WM_TEMPLATE_INDEX" val="20191372"/>
  <p:tag name="KSO_WM_UNIT_LAYERLEVEL" val="1"/>
  <p:tag name="KSO_WM_TAG_VERSION" val="1.0"/>
  <p:tag name="KSO_WM_BEAUTIFY_FLAG" val="#wm#"/>
  <p:tag name="KSO_WM_UNIT_ADJUSTLAYOUT_ID" val="160"/>
  <p:tag name="KSO_WM_UNIT_COLOR_SCHEME_SHAPE_ID" val="160"/>
  <p:tag name="KSO_WM_UNIT_COLOR_SCHEME_PARENT_PAGE" val="0_1"/>
</p:tagLst>
</file>

<file path=ppt/tags/tag1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1372_1*i*3"/>
  <p:tag name="KSO_WM_TEMPLATE_CATEGORY" val="diagram"/>
  <p:tag name="KSO_WM_TEMPLATE_INDEX" val="20191372"/>
  <p:tag name="KSO_WM_UNIT_LAYERLEVEL" val="1"/>
  <p:tag name="KSO_WM_TAG_VERSION" val="1.0"/>
  <p:tag name="KSO_WM_BEAUTIFY_FLAG" val="#wm#"/>
  <p:tag name="KSO_WM_UNIT_ADJUSTLAYOUT_ID" val="8"/>
  <p:tag name="KSO_WM_UNIT_COLOR_SCHEME_SHAPE_ID" val="8"/>
  <p:tag name="KSO_WM_UNIT_COLOR_SCHEME_PARENT_PAGE" val="0_1"/>
</p:tagLst>
</file>

<file path=ppt/tags/tag1562.xml><?xml version="1.0" encoding="utf-8"?>
<p:tagLst xmlns:p="http://schemas.openxmlformats.org/presentationml/2006/main">
  <p:tag name="KSO_WM_UNIT_TEXT_PART_ID" val="2-c"/>
  <p:tag name="KSO_WM_UNIT_TEXT_PART_SIZE" val="169.76*434.5"/>
  <p:tag name="KSO_WM_UNIT_VALUE" val="182"/>
  <p:tag name="KSO_WM_UNIT_HIGHLIGHT" val="0"/>
  <p:tag name="KSO_WM_UNIT_COMPATIBLE" val="0"/>
  <p:tag name="KSO_WM_UNIT_DIAGRAM_ISNUMVISUAL" val="0"/>
  <p:tag name="KSO_WM_UNIT_DIAGRAM_ISREFERUNIT" val="0"/>
  <p:tag name="KSO_WM_UNIT_ID" val="diagram20191372_1*f*1"/>
  <p:tag name="KSO_WM_TEMPLATE_CATEGORY" val="diagram"/>
  <p:tag name="KSO_WM_TEMPLATE_INDEX" val="20191372"/>
  <p:tag name="KSO_WM_UNIT_LAYERLEVEL" val="1"/>
  <p:tag name="KSO_WM_TAG_VERSION" val="1.0"/>
  <p:tag name="KSO_WM_BEAUTIFY_FLAG" val="#wm#"/>
  <p:tag name="KSO_WM_UNIT_PRESET_TEXT" val="点击此处添加正文，文字是您思想的提炼，为了最终呈现发布的良好效果，请言简意赅的阐述您的观点，并根据需要酌情增减文字。&#13;即便信息错综复杂，需要用更多的文字来表述，也请您尽可能提炼思想的精髓，恰如其分的表达观点，往往事半功倍。"/>
  <p:tag name="KSO_WM_UNIT_TYPE" val="f"/>
  <p:tag name="KSO_WM_UNIT_INDEX" val="1"/>
  <p:tag name="KSO_WM_UNIT_ADJUSTLAYOUT_ID" val="11"/>
  <p:tag name="KSO_WM_UNIT_COLOR_SCHEME_SHAPE_ID" val="11"/>
  <p:tag name="KSO_WM_UNIT_COLOR_SCHEME_PARENT_PAGE" val="0_1"/>
  <p:tag name="KSO_WM_UNIT_TEXT_PART_ID_V2" val="d-2-1"/>
</p:tagLst>
</file>

<file path=ppt/tags/tag1563.xml><?xml version="1.0" encoding="utf-8"?>
<p:tagLst xmlns:p="http://schemas.openxmlformats.org/presentationml/2006/main">
  <p:tag name="KSO_WM_UNIT_ISCONTENTSTITLE" val="0"/>
  <p:tag name="KSO_WM_UNIT_PRESET_TEXT" val="单击添加大标题"/>
  <p:tag name="KSO_WM_UNIT_TEXT_PART_ID" val="1-X"/>
  <p:tag name="KSO_WM_UNIT_TEXT_PART_SIZE" val="49.2*286"/>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1372_1*a*1"/>
  <p:tag name="KSO_WM_TEMPLATE_CATEGORY" val="diagram"/>
  <p:tag name="KSO_WM_TEMPLATE_INDEX" val="20191372"/>
  <p:tag name="KSO_WM_UNIT_LAYERLEVEL" val="1"/>
  <p:tag name="KSO_WM_TAG_VERSION" val="1.0"/>
  <p:tag name="KSO_WM_BEAUTIFY_FLAG" val="#wm#"/>
  <p:tag name="KSO_WM_UNIT_ADJUSTLAYOUT_ID" val="12"/>
  <p:tag name="KSO_WM_UNIT_COLOR_SCHEME_SHAPE_ID" val="12"/>
  <p:tag name="KSO_WM_UNIT_COLOR_SCHEME_PARENT_PAGE" val="0_1"/>
  <p:tag name="KSO_WM_UNIT_TEXT_PART_ID_V2" val="a-1-1"/>
</p:tagLst>
</file>

<file path=ppt/tags/tag1564.xml><?xml version="1.0" encoding="utf-8"?>
<p:tagLst xmlns:p="http://schemas.openxmlformats.org/presentationml/2006/main">
  <p:tag name="KSO_WM_UNIT_TEXT_PART_ID" val="2-c"/>
  <p:tag name="KSO_WM_UNIT_TEXT_PART_SIZE" val="169.76*434.5"/>
  <p:tag name="KSO_WM_UNIT_VALUE" val="182"/>
  <p:tag name="KSO_WM_UNIT_HIGHLIGHT" val="0"/>
  <p:tag name="KSO_WM_UNIT_COMPATIBLE" val="0"/>
  <p:tag name="KSO_WM_UNIT_DIAGRAM_ISNUMVISUAL" val="0"/>
  <p:tag name="KSO_WM_UNIT_DIAGRAM_ISREFERUNIT" val="0"/>
  <p:tag name="KSO_WM_UNIT_ID" val="diagram20191372_1*f*1"/>
  <p:tag name="KSO_WM_TEMPLATE_CATEGORY" val="diagram"/>
  <p:tag name="KSO_WM_TEMPLATE_INDEX" val="20191372"/>
  <p:tag name="KSO_WM_UNIT_LAYERLEVEL" val="1"/>
  <p:tag name="KSO_WM_TAG_VERSION" val="1.0"/>
  <p:tag name="KSO_WM_BEAUTIFY_FLAG" val="#wm#"/>
  <p:tag name="KSO_WM_UNIT_PRESET_TEXT" val="点击此处添加正文，文字是您思想的提炼，为了最终呈现发布的良好效果，请言简意赅的阐述您的观点，并根据需要酌情增减文字。&#13;即便信息错综复杂，需要用更多的文字来表述，也请您尽可能提炼思想的精髓，恰如其分的表达观点，往往事半功倍。"/>
  <p:tag name="KSO_WM_UNIT_TYPE" val="f"/>
  <p:tag name="KSO_WM_UNIT_INDEX" val="1"/>
  <p:tag name="KSO_WM_UNIT_ADJUSTLAYOUT_ID" val="11"/>
  <p:tag name="KSO_WM_UNIT_COLOR_SCHEME_SHAPE_ID" val="11"/>
  <p:tag name="KSO_WM_UNIT_COLOR_SCHEME_PARENT_PAGE" val="0_1"/>
  <p:tag name="KSO_WM_UNIT_TEXT_PART_ID_V2" val="d-2-1"/>
</p:tagLst>
</file>

<file path=ppt/tags/tag1565.xml><?xml version="1.0" encoding="utf-8"?>
<p:tagLst xmlns:p="http://schemas.openxmlformats.org/presentationml/2006/main">
  <p:tag name="KSO_WM_SLIDE_ID" val="diagram20191372_1"/>
  <p:tag name="KSO_WM_SLIDE_ITEM_CNT" val="0"/>
  <p:tag name="KSO_WM_SLIDE_INDEX" val="1"/>
  <p:tag name="KSO_WM_TAG_VERSION" val="1.0"/>
  <p:tag name="KSO_WM_BEAUTIFY_FLAG" val="#wm#"/>
  <p:tag name="KSO_WM_TEMPLATE_CATEGORY" val="diagram"/>
  <p:tag name="KSO_WM_TEMPLATE_INDEX" val="20191372"/>
  <p:tag name="KSO_WM_SLIDE_LAYOUT" val="a_d_f"/>
  <p:tag name="KSO_WM_SLIDE_LAYOUT_CNT" val="1_1_1"/>
  <p:tag name="KSO_WM_SLIDE_TYPE" val="text"/>
  <p:tag name="KSO_WM_SLIDE_SUBTYPE" val="picTxt"/>
  <p:tag name="KSO_WM_SLIDE_SIZE" val="915*447"/>
  <p:tag name="KSO_WM_SLIDE_POSITION" val="20*51"/>
  <p:tag name="KSO_WM_SLIDE_CONSTRAINT" val="%7b%22slideConstraint%22%3a%7b%22seriesAreas%22%3a%5b%5d%2c%22singleAreas%22%3a%5b%7b%22shapes%22%3a%5b13%5d%2c%22serialConstraintIndex%22%3a-1%2c%22areatextmark%22%3a0%2c%22pictureprocessmark%22%3a0%7d%5d%7d%7d"/>
  <p:tag name="KSO_WM_SLIDE_COLORSCHEME_VERSION" val="3.2"/>
</p:tagLst>
</file>

<file path=ppt/tags/tag15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191372_1*i*1"/>
  <p:tag name="KSO_WM_TEMPLATE_CATEGORY" val="diagram"/>
  <p:tag name="KSO_WM_TEMPLATE_INDEX" val="20191372"/>
  <p:tag name="KSO_WM_UNIT_LAYERLEVEL" val="1"/>
  <p:tag name="KSO_WM_TAG_VERSION" val="1.0"/>
  <p:tag name="KSO_WM_BEAUTIFY_FLAG" val="#wm#"/>
  <p:tag name="KSO_WM_UNIT_ADJUSTLAYOUT_ID" val="9"/>
  <p:tag name="KSO_WM_UNIT_COLOR_SCHEME_SHAPE_ID" val="9"/>
  <p:tag name="KSO_WM_UNIT_COLOR_SCHEME_PARENT_PAGE" val="0_1"/>
  <p:tag name="KSO_WM_UNIT_FOIL_COLOR" val="1"/>
</p:tagLst>
</file>

<file path=ppt/tags/tag1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91372_1*i*2"/>
  <p:tag name="KSO_WM_TEMPLATE_CATEGORY" val="diagram"/>
  <p:tag name="KSO_WM_TEMPLATE_INDEX" val="20191372"/>
  <p:tag name="KSO_WM_UNIT_LAYERLEVEL" val="1"/>
  <p:tag name="KSO_WM_TAG_VERSION" val="1.0"/>
  <p:tag name="KSO_WM_BEAUTIFY_FLAG" val="#wm#"/>
  <p:tag name="KSO_WM_UNIT_ADJUSTLAYOUT_ID" val="160"/>
  <p:tag name="KSO_WM_UNIT_COLOR_SCHEME_SHAPE_ID" val="160"/>
  <p:tag name="KSO_WM_UNIT_COLOR_SCHEME_PARENT_PAGE" val="0_1"/>
</p:tagLst>
</file>

<file path=ppt/tags/tag1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191372_1*i*3"/>
  <p:tag name="KSO_WM_TEMPLATE_CATEGORY" val="diagram"/>
  <p:tag name="KSO_WM_TEMPLATE_INDEX" val="20191372"/>
  <p:tag name="KSO_WM_UNIT_LAYERLEVEL" val="1"/>
  <p:tag name="KSO_WM_TAG_VERSION" val="1.0"/>
  <p:tag name="KSO_WM_BEAUTIFY_FLAG" val="#wm#"/>
  <p:tag name="KSO_WM_UNIT_ADJUSTLAYOUT_ID" val="8"/>
  <p:tag name="KSO_WM_UNIT_COLOR_SCHEME_SHAPE_ID" val="8"/>
  <p:tag name="KSO_WM_UNIT_COLOR_SCHEME_PARENT_PAGE" val="0_1"/>
</p:tagLst>
</file>

<file path=ppt/tags/tag1569.xml><?xml version="1.0" encoding="utf-8"?>
<p:tagLst xmlns:p="http://schemas.openxmlformats.org/presentationml/2006/main">
  <p:tag name="KSO_WM_UNIT_TEXT_PART_ID" val="2-c"/>
  <p:tag name="KSO_WM_UNIT_TEXT_PART_SIZE" val="169.76*434.5"/>
  <p:tag name="KSO_WM_UNIT_VALUE" val="182"/>
  <p:tag name="KSO_WM_UNIT_HIGHLIGHT" val="0"/>
  <p:tag name="KSO_WM_UNIT_COMPATIBLE" val="0"/>
  <p:tag name="KSO_WM_UNIT_DIAGRAM_ISNUMVISUAL" val="0"/>
  <p:tag name="KSO_WM_UNIT_DIAGRAM_ISREFERUNIT" val="0"/>
  <p:tag name="KSO_WM_UNIT_ID" val="diagram20191372_1*f*1"/>
  <p:tag name="KSO_WM_TEMPLATE_CATEGORY" val="diagram"/>
  <p:tag name="KSO_WM_TEMPLATE_INDEX" val="20191372"/>
  <p:tag name="KSO_WM_UNIT_LAYERLEVEL" val="1"/>
  <p:tag name="KSO_WM_TAG_VERSION" val="1.0"/>
  <p:tag name="KSO_WM_BEAUTIFY_FLAG" val="#wm#"/>
  <p:tag name="KSO_WM_UNIT_PRESET_TEXT" val="点击此处添加正文，文字是您思想的提炼，为了最终呈现发布的良好效果，请言简意赅的阐述您的观点，并根据需要酌情增减文字。&#13;即便信息错综复杂，需要用更多的文字来表述，也请您尽可能提炼思想的精髓，恰如其分的表达观点，往往事半功倍。"/>
  <p:tag name="KSO_WM_UNIT_TYPE" val="f"/>
  <p:tag name="KSO_WM_UNIT_INDEX" val="1"/>
  <p:tag name="KSO_WM_UNIT_ADJUSTLAYOUT_ID" val="11"/>
  <p:tag name="KSO_WM_UNIT_COLOR_SCHEME_SHAPE_ID" val="11"/>
  <p:tag name="KSO_WM_UNIT_COLOR_SCHEME_PARENT_PAGE" val="0_1"/>
  <p:tag name="KSO_WM_UNIT_TEXT_PART_ID_V2" val="d-2-1"/>
</p:tagLst>
</file>

<file path=ppt/tags/tag1570.xml><?xml version="1.0" encoding="utf-8"?>
<p:tagLst xmlns:p="http://schemas.openxmlformats.org/presentationml/2006/main">
  <p:tag name="KSO_WM_UNIT_ISCONTENTSTITLE" val="0"/>
  <p:tag name="KSO_WM_UNIT_PRESET_TEXT" val="单击添加大标题"/>
  <p:tag name="KSO_WM_UNIT_TEXT_PART_ID" val="1-X"/>
  <p:tag name="KSO_WM_UNIT_TEXT_PART_SIZE" val="49.2*286"/>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1372_1*a*1"/>
  <p:tag name="KSO_WM_TEMPLATE_CATEGORY" val="diagram"/>
  <p:tag name="KSO_WM_TEMPLATE_INDEX" val="20191372"/>
  <p:tag name="KSO_WM_UNIT_LAYERLEVEL" val="1"/>
  <p:tag name="KSO_WM_TAG_VERSION" val="1.0"/>
  <p:tag name="KSO_WM_BEAUTIFY_FLAG" val="#wm#"/>
  <p:tag name="KSO_WM_UNIT_ADJUSTLAYOUT_ID" val="12"/>
  <p:tag name="KSO_WM_UNIT_COLOR_SCHEME_SHAPE_ID" val="12"/>
  <p:tag name="KSO_WM_UNIT_COLOR_SCHEME_PARENT_PAGE" val="0_1"/>
  <p:tag name="KSO_WM_UNIT_TEXT_PART_ID_V2" val="a-1-1"/>
</p:tagLst>
</file>

<file path=ppt/tags/tag1571.xml><?xml version="1.0" encoding="utf-8"?>
<p:tagLst xmlns:p="http://schemas.openxmlformats.org/presentationml/2006/main">
  <p:tag name="KSO_WM_UNIT_TEXT_PART_ID" val="2-c"/>
  <p:tag name="KSO_WM_UNIT_TEXT_PART_SIZE" val="169.76*434.5"/>
  <p:tag name="KSO_WM_UNIT_VALUE" val="182"/>
  <p:tag name="KSO_WM_UNIT_HIGHLIGHT" val="0"/>
  <p:tag name="KSO_WM_UNIT_COMPATIBLE" val="0"/>
  <p:tag name="KSO_WM_UNIT_DIAGRAM_ISNUMVISUAL" val="0"/>
  <p:tag name="KSO_WM_UNIT_DIAGRAM_ISREFERUNIT" val="0"/>
  <p:tag name="KSO_WM_UNIT_ID" val="diagram20191372_1*f*1"/>
  <p:tag name="KSO_WM_TEMPLATE_CATEGORY" val="diagram"/>
  <p:tag name="KSO_WM_TEMPLATE_INDEX" val="20191372"/>
  <p:tag name="KSO_WM_UNIT_LAYERLEVEL" val="1"/>
  <p:tag name="KSO_WM_TAG_VERSION" val="1.0"/>
  <p:tag name="KSO_WM_BEAUTIFY_FLAG" val="#wm#"/>
  <p:tag name="KSO_WM_UNIT_PRESET_TEXT" val="点击此处添加正文，文字是您思想的提炼，为了最终呈现发布的良好效果，请言简意赅的阐述您的观点，并根据需要酌情增减文字。&#13;即便信息错综复杂，需要用更多的文字来表述，也请您尽可能提炼思想的精髓，恰如其分的表达观点，往往事半功倍。"/>
  <p:tag name="KSO_WM_UNIT_TYPE" val="f"/>
  <p:tag name="KSO_WM_UNIT_INDEX" val="1"/>
  <p:tag name="KSO_WM_UNIT_ADJUSTLAYOUT_ID" val="11"/>
  <p:tag name="KSO_WM_UNIT_COLOR_SCHEME_SHAPE_ID" val="11"/>
  <p:tag name="KSO_WM_UNIT_COLOR_SCHEME_PARENT_PAGE" val="0_1"/>
  <p:tag name="KSO_WM_UNIT_TEXT_PART_ID_V2" val="d-2-1"/>
</p:tagLst>
</file>

<file path=ppt/tags/tag1572.xml><?xml version="1.0" encoding="utf-8"?>
<p:tagLst xmlns:p="http://schemas.openxmlformats.org/presentationml/2006/main">
  <p:tag name="KSO_WM_UNIT_TEXT_PART_ID" val="2-c"/>
  <p:tag name="KSO_WM_UNIT_TEXT_PART_SIZE" val="169.76*434.5"/>
  <p:tag name="KSO_WM_UNIT_VALUE" val="182"/>
  <p:tag name="KSO_WM_UNIT_HIGHLIGHT" val="0"/>
  <p:tag name="KSO_WM_UNIT_COMPATIBLE" val="0"/>
  <p:tag name="KSO_WM_UNIT_DIAGRAM_ISNUMVISUAL" val="0"/>
  <p:tag name="KSO_WM_UNIT_DIAGRAM_ISREFERUNIT" val="0"/>
  <p:tag name="KSO_WM_UNIT_ID" val="diagram20191372_1*f*1"/>
  <p:tag name="KSO_WM_TEMPLATE_CATEGORY" val="diagram"/>
  <p:tag name="KSO_WM_TEMPLATE_INDEX" val="20191372"/>
  <p:tag name="KSO_WM_UNIT_LAYERLEVEL" val="1"/>
  <p:tag name="KSO_WM_TAG_VERSION" val="1.0"/>
  <p:tag name="KSO_WM_BEAUTIFY_FLAG" val="#wm#"/>
  <p:tag name="KSO_WM_UNIT_PRESET_TEXT" val="点击此处添加正文，文字是您思想的提炼，为了最终呈现发布的良好效果，请言简意赅的阐述您的观点，并根据需要酌情增减文字。&#13;即便信息错综复杂，需要用更多的文字来表述，也请您尽可能提炼思想的精髓，恰如其分的表达观点，往往事半功倍。"/>
  <p:tag name="KSO_WM_UNIT_TYPE" val="f"/>
  <p:tag name="KSO_WM_UNIT_INDEX" val="1"/>
  <p:tag name="KSO_WM_UNIT_ADJUSTLAYOUT_ID" val="11"/>
  <p:tag name="KSO_WM_UNIT_COLOR_SCHEME_SHAPE_ID" val="11"/>
  <p:tag name="KSO_WM_UNIT_COLOR_SCHEME_PARENT_PAGE" val="0_1"/>
  <p:tag name="KSO_WM_UNIT_TEXT_PART_ID_V2" val="d-2-1"/>
</p:tagLst>
</file>

<file path=ppt/tags/tag1573.xml><?xml version="1.0" encoding="utf-8"?>
<p:tagLst xmlns:p="http://schemas.openxmlformats.org/presentationml/2006/main">
  <p:tag name="KSO_WM_SLIDE_ID" val="diagram20191372_1"/>
  <p:tag name="KSO_WM_SLIDE_ITEM_CNT" val="0"/>
  <p:tag name="KSO_WM_SLIDE_INDEX" val="1"/>
  <p:tag name="KSO_WM_TAG_VERSION" val="1.0"/>
  <p:tag name="KSO_WM_BEAUTIFY_FLAG" val="#wm#"/>
  <p:tag name="KSO_WM_TEMPLATE_CATEGORY" val="diagram"/>
  <p:tag name="KSO_WM_TEMPLATE_INDEX" val="20191372"/>
  <p:tag name="KSO_WM_SLIDE_LAYOUT" val="a_d_f"/>
  <p:tag name="KSO_WM_SLIDE_LAYOUT_CNT" val="1_1_1"/>
  <p:tag name="KSO_WM_SLIDE_TYPE" val="text"/>
  <p:tag name="KSO_WM_SLIDE_SUBTYPE" val="picTxt"/>
  <p:tag name="KSO_WM_SLIDE_SIZE" val="915*447"/>
  <p:tag name="KSO_WM_SLIDE_POSITION" val="20*51"/>
  <p:tag name="KSO_WM_SLIDE_CONSTRAINT" val="%7b%22slideConstraint%22%3a%7b%22seriesAreas%22%3a%5b%5d%2c%22singleAreas%22%3a%5b%7b%22shapes%22%3a%5b13%5d%2c%22serialConstraintIndex%22%3a-1%2c%22areatextmark%22%3a0%2c%22pictureprocessmark%22%3a0%7d%5d%7d%7d"/>
  <p:tag name="KSO_WM_SLIDE_COLORSCHEME_VERSION" val="3.2"/>
</p:tagLst>
</file>

<file path=ppt/tags/tag1574.xml><?xml version="1.0" encoding="utf-8"?>
<p:tagLst xmlns:p="http://schemas.openxmlformats.org/presentationml/2006/main">
  <p:tag name="KSO_WM_UNIT_ADJUSTLAYOUT_ID" val="31"/>
  <p:tag name="KSO_WM_UNIT_COLOR_SCHEME_SHAPE_ID" val="31"/>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
  <p:tag name="KSO_WM_UNIT_ID" val="diagram20191379_1*i*1"/>
  <p:tag name="KSO_WM_TEMPLATE_CATEGORY" val="diagram"/>
  <p:tag name="KSO_WM_TEMPLATE_INDEX" val="20191379"/>
  <p:tag name="KSO_WM_UNIT_LAYERLEVEL" val="1"/>
  <p:tag name="KSO_WM_TAG_VERSION" val="1.0"/>
  <p:tag name="KSO_WM_BEAUTIFY_FLAG" val="#wm#"/>
</p:tagLst>
</file>

<file path=ppt/tags/tag1575.xml><?xml version="1.0" encoding="utf-8"?>
<p:tagLst xmlns:p="http://schemas.openxmlformats.org/presentationml/2006/main">
  <p:tag name="KSO_WM_UNIT_ADJUSTLAYOUT_ID" val="25"/>
  <p:tag name="KSO_WM_UNIT_COLOR_SCHEME_SHAPE_ID" val="25"/>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2"/>
  <p:tag name="KSO_WM_UNIT_ID" val="diagram20191379_1*i*2"/>
  <p:tag name="KSO_WM_TEMPLATE_CATEGORY" val="diagram"/>
  <p:tag name="KSO_WM_TEMPLATE_INDEX" val="20191379"/>
  <p:tag name="KSO_WM_UNIT_LAYERLEVEL" val="1"/>
  <p:tag name="KSO_WM_TAG_VERSION" val="1.0"/>
  <p:tag name="KSO_WM_BEAUTIFY_FLAG" val="#wm#"/>
</p:tagLst>
</file>

<file path=ppt/tags/tag1576.xml><?xml version="1.0" encoding="utf-8"?>
<p:tagLst xmlns:p="http://schemas.openxmlformats.org/presentationml/2006/main">
  <p:tag name="KSO_WM_UNIT_ADJUSTLAYOUT_ID" val="26"/>
  <p:tag name="KSO_WM_UNIT_COLOR_SCHEME_SHAPE_ID" val="26"/>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diagram20191379_1*i*3"/>
  <p:tag name="KSO_WM_TEMPLATE_CATEGORY" val="diagram"/>
  <p:tag name="KSO_WM_TEMPLATE_INDEX" val="20191379"/>
  <p:tag name="KSO_WM_UNIT_LAYERLEVEL" val="1"/>
  <p:tag name="KSO_WM_TAG_VERSION" val="1.0"/>
  <p:tag name="KSO_WM_BEAUTIFY_FLAG" val="#wm#"/>
</p:tagLst>
</file>

<file path=ppt/tags/tag1577.xml><?xml version="1.0" encoding="utf-8"?>
<p:tagLst xmlns:p="http://schemas.openxmlformats.org/presentationml/2006/main">
  <p:tag name="KSO_WM_UNIT_ADJUSTLAYOUT_ID" val="22"/>
  <p:tag name="KSO_WM_UNIT_COLOR_SCHEME_SHAPE_ID" val="22"/>
  <p:tag name="KSO_WM_UNIT_COLOR_SCHEME_PARENT_PAGE" val="0_1"/>
  <p:tag name="KSO_WM_UNIT_FOIL_COLOR" val="1"/>
  <p:tag name="KSO_WM_UNIT_HIGHLIGHT" val="0"/>
  <p:tag name="KSO_WM_UNIT_COMPATIBLE" val="0"/>
  <p:tag name="KSO_WM_UNIT_DIAGRAM_ISNUMVISUAL" val="0"/>
  <p:tag name="KSO_WM_UNIT_DIAGRAM_ISREFERUNIT" val="0"/>
  <p:tag name="KSO_WM_UNIT_TYPE" val="i"/>
  <p:tag name="KSO_WM_UNIT_INDEX" val="4"/>
  <p:tag name="KSO_WM_UNIT_ID" val="diagram20191379_1*i*4"/>
  <p:tag name="KSO_WM_TEMPLATE_CATEGORY" val="diagram"/>
  <p:tag name="KSO_WM_TEMPLATE_INDEX" val="20191379"/>
  <p:tag name="KSO_WM_UNIT_LAYERLEVEL" val="1"/>
  <p:tag name="KSO_WM_TAG_VERSION" val="1.0"/>
  <p:tag name="KSO_WM_BEAUTIFY_FLAG" val="#wm#"/>
</p:tagLst>
</file>

<file path=ppt/tags/tag1578.xml><?xml version="1.0" encoding="utf-8"?>
<p:tagLst xmlns:p="http://schemas.openxmlformats.org/presentationml/2006/main">
  <p:tag name="KSO_WM_UNIT_ADJUSTLAYOUT_ID" val="3"/>
  <p:tag name="KSO_WM_UNIT_COLOR_SCHEME_SHAPE_ID" val="3"/>
  <p:tag name="KSO_WM_UNIT_COLOR_SCHEME_PARENT_PAGE" val="0_1"/>
  <p:tag name="KSO_WM_UNIT_TEXT_PART_ID_V2" val="d-2-1"/>
  <p:tag name="KSO_WM_UNIT_TEXT_PART_ID" val="2-d"/>
  <p:tag name="KSO_WM_UNIT_TEXT_PART_SIZE" val="254.64*434.5"/>
  <p:tag name="KSO_WM_UNIT_NOCLEAR" val="0"/>
  <p:tag name="KSO_WM_UNIT_VALUE" val="260"/>
  <p:tag name="KSO_WM_UNIT_HIGHLIGHT" val="0"/>
  <p:tag name="KSO_WM_UNIT_COMPATIBLE" val="0"/>
  <p:tag name="KSO_WM_UNIT_DIAGRAM_ISNUMVISUAL" val="0"/>
  <p:tag name="KSO_WM_UNIT_DIAGRAM_ISREFERUNIT" val="0"/>
  <p:tag name="KSO_WM_UNIT_TYPE" val="f"/>
  <p:tag name="KSO_WM_UNIT_INDEX" val="1"/>
  <p:tag name="KSO_WM_UNIT_ID" val="diagram20191379_1*f*1"/>
  <p:tag name="KSO_WM_TEMPLATE_CATEGORY" val="diagram"/>
  <p:tag name="KSO_WM_TEMPLATE_INDEX" val="20191379"/>
  <p:tag name="KSO_WM_UNIT_LAYERLEVEL" val="1"/>
  <p:tag name="KSO_WM_TAG_VERSION" val="1.0"/>
  <p:tag name="KSO_WM_BEAUTIFY_FLAG" val="#wm#"/>
  <p:tag name="KSO_WM_UNIT_PRESET_TEXT" val="点击此处添加正文，文字是您思想的提炼，请言简意赅的阐述您的观点。&#13;根据需要您可以酌情增减文字，以便观者可以准确的理解您所传达的完整信息。&#13;您的正文已经字字珠玑，但信息却错综复杂，需要用更多的文字来表述；但请您尽可能提炼思想的精髓，否则容易造成观者的阅读压力，适得其反。&#13;您输入的文字到这里，就是最佳视觉效果，请务必注意"/>
</p:tagLst>
</file>

<file path=ppt/tags/tag1579.xml><?xml version="1.0" encoding="utf-8"?>
<p:tagLst xmlns:p="http://schemas.openxmlformats.org/presentationml/2006/main">
  <p:tag name="KSO_WM_UNIT_ADJUSTLAYOUT_ID" val="9"/>
  <p:tag name="KSO_WM_UNIT_COLOR_SCHEME_SHAPE_ID" val="9"/>
  <p:tag name="KSO_WM_UNIT_COLOR_SCHEME_PARENT_PAGE" val="0_1"/>
  <p:tag name="KSO_WM_UNIT_ISCONTENTSTITLE" val="0"/>
  <p:tag name="KSO_WM_UNIT_TEXT_PART_ID" val="1-X"/>
  <p:tag name="KSO_WM_UNIT_TEXT_PART_SIZE" val="49.2*286"/>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191379_1*a*1"/>
  <p:tag name="KSO_WM_TEMPLATE_CATEGORY" val="diagram"/>
  <p:tag name="KSO_WM_TEMPLATE_INDEX" val="20191379"/>
  <p:tag name="KSO_WM_UNIT_LAYERLEVEL" val="1"/>
  <p:tag name="KSO_WM_TAG_VERSION" val="1.0"/>
  <p:tag name="KSO_WM_BEAUTIFY_FLAG" val="#wm#"/>
  <p:tag name="KSO_WM_UNIT_PRESET_TEXT" val="单击添加大标题"/>
  <p:tag name="KSO_WM_UNIT_TEXT_PART_ID_V2" val="a-1-1"/>
</p:tagLst>
</file>

<file path=ppt/tags/tag1580.xml><?xml version="1.0" encoding="utf-8"?>
<p:tagLst xmlns:p="http://schemas.openxmlformats.org/presentationml/2006/main">
  <p:tag name="KSO_WM_UNIT_VALUE" val="1061*1414"/>
  <p:tag name="KSO_WM_UNIT_HIGHLIGHT" val="0"/>
  <p:tag name="KSO_WM_UNIT_COMPATIBLE" val="0"/>
  <p:tag name="KSO_WM_UNIT_DIAGRAM_ISNUMVISUAL" val="0"/>
  <p:tag name="KSO_WM_UNIT_DIAGRAM_ISREFERUNIT" val="0"/>
  <p:tag name="KSO_WM_UNIT_TYPE" val="d"/>
  <p:tag name="KSO_WM_UNIT_INDEX" val="1"/>
  <p:tag name="KSO_WM_UNIT_ID" val="diagram20191379_1*d*1"/>
  <p:tag name="KSO_WM_TEMPLATE_CATEGORY" val="diagram"/>
  <p:tag name="KSO_WM_TEMPLATE_INDEX" val="20191379"/>
  <p:tag name="KSO_WM_UNIT_SUPPORT_UNIT_TYPE" val="[]"/>
  <p:tag name="KSO_WM_UNIT_LAYERLEVEL" val="1"/>
  <p:tag name="KSO_WM_TAG_VERSION" val="1.0"/>
  <p:tag name="KSO_WM_BEAUTIFY_FLAG" val="#wm#"/>
  <p:tag name="REFSHAPE" val="698013084"/>
  <p:tag name="KSO_WM_UNIT_PICTURE_CLIP_FLAG" val="0"/>
</p:tagLst>
</file>

<file path=ppt/tags/tag1581.xml><?xml version="1.0" encoding="utf-8"?>
<p:tagLst xmlns:p="http://schemas.openxmlformats.org/presentationml/2006/main">
  <p:tag name="KSO_WM_BEAUTIFY_FLAG" val="#wm#"/>
  <p:tag name="KSO_WM_TEMPLATE_CATEGORY" val="diagram"/>
  <p:tag name="KSO_WM_TEMPLATE_INDEX" val="20191379"/>
  <p:tag name="KSO_WM_TEMPLATE_THUMBS_INDEX" val="1"/>
  <p:tag name="KSO_WM_SLIDE_ID" val="diagram20191379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941*540"/>
  <p:tag name="KSO_WM_SLIDE_POSITION" val="18*0"/>
  <p:tag name="KSO_WM_DIAGRAM_GROUP_CODE" val="l1-1"/>
  <p:tag name="KSO_WM_SLIDE_DIAGTYPE" val="l"/>
  <p:tag name="KSO_WM_TAG_VERSION" val="1.0"/>
  <p:tag name="KSO_WM_SLIDE_LAYOUT" val="a_d_f"/>
  <p:tag name="KSO_WM_SLIDE_LAYOUT_CNT" val="1_1_1"/>
  <p:tag name="KSO_WM_SLIDE_CONSTRAINT" val="%7b%22slideConstraint%22%3a%7b%22seriesAreas%22%3a%5b%5d%2c%22singleAreas%22%3a%5b%7b%22shapes%22%3a%5b11%5d%2c%22serialConstraintIndex%22%3a-1%2c%22areatextmark%22%3a0%2c%22pictureprocessmark%22%3a0%7d%5d%7d%7d"/>
  <p:tag name="KSO_WM_SLIDE_COLORSCHEME_VERSION" val="3.2"/>
</p:tagLst>
</file>

<file path=ppt/tags/tag1582.xml><?xml version="1.0" encoding="utf-8"?>
<p:tagLst xmlns:p="http://schemas.openxmlformats.org/presentationml/2006/main">
  <p:tag name="KSO_WM_UNIT_ISCONTENTSTITLE" val="0"/>
  <p:tag name="KSO_WM_UNIT_PRESET_TEXT" val="单击此处添加标题"/>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diagram20182492_1*a*1"/>
  <p:tag name="KSO_WM_TEMPLATE_CATEGORY" val="diagram"/>
  <p:tag name="KSO_WM_TEMPLATE_INDEX" val="20182492"/>
  <p:tag name="KSO_WM_UNIT_LAYERLEVEL" val="1"/>
  <p:tag name="KSO_WM_TAG_VERSION" val="1.0"/>
  <p:tag name="KSO_WM_BEAUTIFY_FLAG" val="#wm#"/>
</p:tagLst>
</file>

<file path=ppt/tags/tag1583.xml><?xml version="1.0" encoding="utf-8"?>
<p:tagLst xmlns:p="http://schemas.openxmlformats.org/presentationml/2006/main">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13;正如我们都希望改变世界，希望给别人带去光明，但更多时候我们只需要播下一颗种子，自然有微风吹拂，雨露滋养。恰如其分的表达观点，往往事半功倍。"/>
  <p:tag name="KSO_WM_UNIT_NOCLEAR" val="0"/>
  <p:tag name="KSO_WM_UNIT_VALUE" val="108"/>
  <p:tag name="KSO_WM_UNIT_HIGHLIGHT" val="0"/>
  <p:tag name="KSO_WM_UNIT_COMPATIBLE" val="0"/>
  <p:tag name="KSO_WM_UNIT_DIAGRAM_ISNUMVISUAL" val="0"/>
  <p:tag name="KSO_WM_UNIT_DIAGRAM_ISREFERUNIT" val="0"/>
  <p:tag name="KSO_WM_UNIT_TYPE" val="f"/>
  <p:tag name="KSO_WM_UNIT_INDEX" val="1"/>
  <p:tag name="KSO_WM_UNIT_ID" val="diagram20182492_1*f*1"/>
  <p:tag name="KSO_WM_TEMPLATE_CATEGORY" val="diagram"/>
  <p:tag name="KSO_WM_TEMPLATE_INDEX" val="20182492"/>
  <p:tag name="KSO_WM_UNIT_LAYERLEVEL" val="1"/>
  <p:tag name="KSO_WM_TAG_VERSION" val="1.0"/>
  <p:tag name="KSO_WM_BEAUTIFY_FLAG" val="#wm#"/>
</p:tagLst>
</file>

<file path=ppt/tags/tag15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182492_1*i*2"/>
  <p:tag name="KSO_WM_TEMPLATE_CATEGORY" val="diagram"/>
  <p:tag name="KSO_WM_TEMPLATE_INDEX" val="20182492"/>
  <p:tag name="KSO_WM_UNIT_LAYERLEVEL" val="1"/>
  <p:tag name="KSO_WM_TAG_VERSION" val="1.0"/>
  <p:tag name="KSO_WM_BEAUTIFY_FLAG" val="#wm#"/>
</p:tagLst>
</file>

<file path=ppt/tags/tag1585.xml><?xml version="1.0" encoding="utf-8"?>
<p:tagLst xmlns:p="http://schemas.openxmlformats.org/presentationml/2006/main">
  <p:tag name="KSO_WM_UNIT_VALUE" val="1371*1558"/>
  <p:tag name="KSO_WM_UNIT_HIGHLIGHT" val="0"/>
  <p:tag name="KSO_WM_UNIT_COMPATIBLE" val="0"/>
  <p:tag name="KSO_WM_UNIT_DIAGRAM_ISNUMVISUAL" val="0"/>
  <p:tag name="KSO_WM_UNIT_DIAGRAM_ISREFERUNIT" val="0"/>
  <p:tag name="KSO_WM_UNIT_TYPE" val="d"/>
  <p:tag name="KSO_WM_UNIT_INDEX" val="1"/>
  <p:tag name="KSO_WM_UNIT_ID" val="diagram20182492_1*d*1"/>
  <p:tag name="KSO_WM_TEMPLATE_CATEGORY" val="diagram"/>
  <p:tag name="KSO_WM_TEMPLATE_INDEX" val="20182492"/>
  <p:tag name="KSO_WM_UNIT_SUPPORT_UNIT_TYPE" val="[]"/>
  <p:tag name="KSO_WM_UNIT_LAYERLEVEL" val="1"/>
  <p:tag name="KSO_WM_TAG_VERSION" val="1.0"/>
  <p:tag name="KSO_WM_BEAUTIFY_FLAG" val="#wm#"/>
  <p:tag name="REFSHAPE" val="886233460"/>
  <p:tag name="KSO_WM_UNIT_PICTURE_CLIP_FLAG" val="0"/>
</p:tagLst>
</file>

<file path=ppt/tags/tag15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182492_1*i*4"/>
  <p:tag name="KSO_WM_TEMPLATE_CATEGORY" val="diagram"/>
  <p:tag name="KSO_WM_TEMPLATE_INDEX" val="20182492"/>
  <p:tag name="KSO_WM_UNIT_LAYERLEVEL" val="1"/>
  <p:tag name="KSO_WM_TAG_VERSION" val="1.0"/>
  <p:tag name="KSO_WM_BEAUTIFY_FLAG" val="#wm#"/>
</p:tagLst>
</file>

<file path=ppt/tags/tag15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182492_1*i*5"/>
  <p:tag name="KSO_WM_TEMPLATE_CATEGORY" val="diagram"/>
  <p:tag name="KSO_WM_TEMPLATE_INDEX" val="20182492"/>
  <p:tag name="KSO_WM_UNIT_LAYERLEVEL" val="1"/>
  <p:tag name="KSO_WM_TAG_VERSION" val="1.0"/>
  <p:tag name="KSO_WM_BEAUTIFY_FLAG" val="#wm#"/>
</p:tagLst>
</file>

<file path=ppt/tags/tag15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diagram20182492_1*i*6"/>
  <p:tag name="KSO_WM_TEMPLATE_CATEGORY" val="diagram"/>
  <p:tag name="KSO_WM_TEMPLATE_INDEX" val="20182492"/>
  <p:tag name="KSO_WM_UNIT_LAYERLEVEL" val="1"/>
  <p:tag name="KSO_WM_TAG_VERSION" val="1.0"/>
  <p:tag name="KSO_WM_BEAUTIFY_FLAG" val="#wm#"/>
</p:tagLst>
</file>

<file path=ppt/tags/tag15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diagram20182492_1*i*7"/>
  <p:tag name="KSO_WM_TEMPLATE_CATEGORY" val="diagram"/>
  <p:tag name="KSO_WM_TEMPLATE_INDEX" val="20182492"/>
  <p:tag name="KSO_WM_UNIT_LAYERLEVEL" val="1"/>
  <p:tag name="KSO_WM_TAG_VERSION" val="1.0"/>
  <p:tag name="KSO_WM_BEAUTIFY_FLAG" val="#wm#"/>
</p:tagLst>
</file>

<file path=ppt/tags/tag1590.xml><?xml version="1.0" encoding="utf-8"?>
<p:tagLst xmlns:p="http://schemas.openxmlformats.org/presentationml/2006/main">
  <p:tag name="KSO_WM_BEAUTIFY_FLAG" val="#wm#"/>
  <p:tag name="KSO_WM_TEMPLATE_CATEGORY" val="diagram"/>
  <p:tag name="KSO_WM_TEMPLATE_INDEX" val="20182492"/>
  <p:tag name="KSO_WM_TEMPLATE_THUMBS_INDEX" val="1"/>
  <p:tag name="KSO_WM_SLIDE_ID" val="diagram20182492_1"/>
  <p:tag name="KSO_WM_TEMPLATE_SUBCATEGORY" val="0"/>
  <p:tag name="KSO_WM_TEMPLATE_MASTER_TYPE" val="0"/>
  <p:tag name="KSO_WM_TEMPLATE_COLOR_TYPE" val="1"/>
  <p:tag name="KSO_WM_SLIDE_TYPE" val="text"/>
  <p:tag name="KSO_WM_SLIDE_SUBTYPE" val="picTxt"/>
  <p:tag name="KSO_WM_SLIDE_ITEM_CNT" val="0"/>
  <p:tag name="KSO_WM_SLIDE_INDEX" val="1"/>
  <p:tag name="KSO_WM_SLIDE_SIZE" val="891*430"/>
  <p:tag name="KSO_WM_SLIDE_POSITION" val="30*48"/>
  <p:tag name="KSO_WM_DIAGRAM_GROUP_CODE" val="l1-1"/>
  <p:tag name="KSO_WM_SLIDE_DIAGTYPE" val="l"/>
  <p:tag name="KSO_WM_TAG_VERSION" val="1.0"/>
  <p:tag name="KSO_WM_SLIDE_LAYOUT" val="a_d_f"/>
  <p:tag name="KSO_WM_SLIDE_LAYOUT_CNT" val="1_1_1"/>
  <p:tag name="KSO_WM_SLIDE_CONSTRAINT" val="%7b%22slideConstraint%22%3a%7b%22seriesAreas%22%3a%5b%5d%2c%22singleAreas%22%3a%5b%7b%22shapes%22%3a%5b11%5d%2c%22serialConstraintIndex%22%3a-1%2c%22areatextmark%22%3a0%2c%22pictureprocessmark%22%3a0%7d%5d%7d%7d"/>
  <p:tag name="KSO_WM_SLIDE_COLORSCHEME_VERSION" val="3.2"/>
</p:tagLst>
</file>

<file path=ppt/tags/tag1591.xml><?xml version="1.0" encoding="utf-8"?>
<p:tagLst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0"/>
  <p:tag name="KSO_WM_UNIT_ID" val="_16*i*0"/>
  <p:tag name="KSO_WM_UNIT_BK_DARK_LIGHT" val="2"/>
  <p:tag name="KSO_WM_UNIT_LAYERLEVEL" val="1"/>
  <p:tag name="KSO_WM_TAG_VERSION" val="1.0"/>
  <p:tag name="KSO_WM_BEAUTIFY_FLAG" val="#wm#"/>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1592.xml><?xml version="1.0" encoding="utf-8"?>
<p:tagLst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0"/>
  <p:tag name="KSO_WM_UNIT_ID" val="_16*i*0"/>
  <p:tag name="KSO_WM_UNIT_BK_DARK_LIGHT" val="2"/>
  <p:tag name="KSO_WM_UNIT_LAYERLEVEL" val="1"/>
  <p:tag name="KSO_WM_TAG_VERSION" val="1.0"/>
  <p:tag name="KSO_WM_BEAUTIFY_FLAG" val="#wm#"/>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59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59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UNIT_TYPE" val="i"/>
</p:tagLst>
</file>

<file path=ppt/tags/tag1595.xml><?xml version="1.0" encoding="utf-8"?>
<p:tagLst xmlns:p="http://schemas.openxmlformats.org/presentationml/2006/main">
  <p:tag name="KSO_WM_UNIT_ISCONTENTSTITLE" val="0"/>
  <p:tag name="KSO_WM_UNIT_PRESET_TEXT" val="点击输入大标题"/>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diagram20200321_1*a*1"/>
  <p:tag name="KSO_WM_TEMPLATE_CATEGORY" val="diagram"/>
  <p:tag name="KSO_WM_TEMPLATE_INDEX" val="20200321"/>
  <p:tag name="KSO_WM_UNIT_LAYERLEVEL" val="1"/>
  <p:tag name="KSO_WM_TAG_VERSION" val="1.0"/>
  <p:tag name="KSO_WM_BEAUTIFY_FLAG" val="#wm#"/>
  <p:tag name="KSO_WM_UNIT_ISNUMDGMTITLE" val="0"/>
  <p:tag name="KSO_WM_UNIT_SHOW_EDIT_AREA_INDICATION" val="1"/>
  <p:tag name="KSO_WM_UNIT_PLACING_PICTURE_MD4" val="0"/>
  <p:tag name="KSO_WM_UNIT_DEFAULT_FONT" val="32;36;4"/>
  <p:tag name="KSO_WM_UNIT_BLOCK" val="0"/>
  <p:tag name="KSO_WM_UNIT_SM_LIMIT_TYPE" val="1"/>
  <p:tag name="KSO_WM_UNIT_SMARTLAYOUT_COMPRESS_INFO" val="{&#10;    &quot;id&quot;: &quot;2020-04-23T16:08:39&quot;,&#10;    &quot;max&quot;: 0,&#10;    &quot;topChanged&quot;: 0&#10;}&#10;"/>
  <p:tag name="KSO_WM_UNIT_TEXT_FILL_FORE_SCHEMECOLOR_INDEX_BRIGHTNESS" val="0.25"/>
  <p:tag name="KSO_WM_UNIT_TEXT_FILL_FORE_SCHEMECOLOR_INDEX" val="13"/>
  <p:tag name="KSO_WM_UNIT_TEXT_FILL_TYPE" val="1"/>
</p:tagLst>
</file>

<file path=ppt/tags/tag1596.xml><?xml version="1.0" encoding="utf-8"?>
<p:tagLst xmlns:p="http://schemas.openxmlformats.org/presentationml/2006/main">
  <p:tag name="KSO_WM_UNIT_VALUE" val="1266*2031"/>
  <p:tag name="KSO_WM_UNIT_HIGHLIGHT" val="0"/>
  <p:tag name="KSO_WM_UNIT_COMPATIBLE" val="0"/>
  <p:tag name="KSO_WM_UNIT_DIAGRAM_ISNUMVISUAL" val="0"/>
  <p:tag name="KSO_WM_UNIT_DIAGRAM_ISREFERUNIT" val="0"/>
  <p:tag name="KSO_WM_UNIT_TYPE" val="d"/>
  <p:tag name="KSO_WM_UNIT_INDEX" val="1"/>
  <p:tag name="KSO_WM_UNIT_ID" val="diagram20200321_1*d*1"/>
  <p:tag name="KSO_WM_TEMPLATE_CATEGORY" val="diagram"/>
  <p:tag name="KSO_WM_TEMPLATE_INDEX" val="20200321"/>
  <p:tag name="KSO_WM_UNIT_LAYERLEVEL" val="1"/>
  <p:tag name="KSO_WM_TAG_VERSION" val="1.0"/>
  <p:tag name="KSO_WM_BEAUTIFY_FLAG" val="#wm#"/>
  <p:tag name="KSO_WM_UNIT_PLACING_PICTURE_INFO" val="{&quot;code&quot;:&quot;[1]&quot;,&quot;full_picture&quot;:false,&quot;last_crop_picture&quot;:&quot;[1]&quot;,&quot;scheme&quot;:&quot;1-1&quot;,&quot;spacing&quot;:6}"/>
  <p:tag name="KSO_WM_UNIT_SUPPORT_UNIT_TYPE" val="[&quot;all&quot;]"/>
  <p:tag name="KSO_WM_UNIT_PLACING_PICTURE_USER_VIEWPORT" val="{&quot;height&quot;:7185.3102362204727,&quot;width&quot;:11522.322834645669}"/>
  <p:tag name="KSO_WM_UNIT_PLACING_PICTURE_USER_RELATIVERECTANGLE" val="{&quot;bottom&quot;:0.00017000000000000001,&quot;left&quot;:0,&quot;right&quot;:0,&quot;top&quot;:0.00017000000000000001}"/>
  <p:tag name="KSO_WM_UNIT_PLACING_PICTURE_COLLAGE_RELATIVERECTANGLE" val="{&quot;bottom&quot;:0.00016999999999998112,&quot;left&quot;:0,&quot;right&quot;:0,&quot;top&quot;:0.00016999999999998112}"/>
  <p:tag name="KSO_WM_UNIT_PLACING_PICTURE_COLLAGE_VIEWPORT" val="{&quot;height&quot;:7185.3102362204736,&quot;width&quot;:11522.322834645671}"/>
  <p:tag name="KSO_WM_UNIT_PLACING_PICTURE_MD4" val="0"/>
  <p:tag name="KSO_WM_UNIT_BLOCK" val="0"/>
  <p:tag name="KSO_WM_UNIT_PLACING_PICTURE" val="43839.6939084144"/>
  <p:tag name="REFSHAPE" val="905568276"/>
  <p:tag name="KSO_WM_UNIT_PICTURE_CLIP_FLAG" val="0"/>
</p:tagLst>
</file>

<file path=ppt/tags/tag1597.xml><?xml version="1.0" encoding="utf-8"?>
<p:tagLst xmlns:p="http://schemas.openxmlformats.org/presentationml/2006/main">
  <p:tag name="KSO_WM_UNIT_PRESET_TEXT" val="点击输入正文"/>
  <p:tag name="KSO_WM_UNIT_NOCLEAR" val="0"/>
  <p:tag name="KSO_WM_UNIT_VALUE" val="154"/>
  <p:tag name="KSO_WM_UNIT_HIGHLIGHT" val="0"/>
  <p:tag name="KSO_WM_UNIT_COMPATIBLE" val="0"/>
  <p:tag name="KSO_WM_UNIT_DIAGRAM_ISNUMVISUAL" val="0"/>
  <p:tag name="KSO_WM_UNIT_DIAGRAM_ISREFERUNIT" val="0"/>
  <p:tag name="KSO_WM_UNIT_TYPE" val="f"/>
  <p:tag name="KSO_WM_UNIT_INDEX" val="1"/>
  <p:tag name="KSO_WM_UNIT_ID" val="diagram20200321_1*f*1"/>
  <p:tag name="KSO_WM_TEMPLATE_CATEGORY" val="diagram"/>
  <p:tag name="KSO_WM_TEMPLATE_INDEX" val="20200321"/>
  <p:tag name="KSO_WM_UNIT_LAYERLEVEL" val="1"/>
  <p:tag name="KSO_WM_TAG_VERSION" val="1.0"/>
  <p:tag name="KSO_WM_BEAUTIFY_FLAG" val="#wm#"/>
  <p:tag name="KSO_WM_UNIT_SHOW_EDIT_AREA_INDICATION" val="1"/>
  <p:tag name="KSO_WM_UNIT_PLACING_PICTURE_MD4" val="0"/>
  <p:tag name="KSO_WM_UNIT_DEFAULT_FONT" val="14;18;2"/>
  <p:tag name="KSO_WM_UNIT_BLOCK" val="0"/>
  <p:tag name="KSO_WM_UNIT_TEXT_FILL_FORE_SCHEMECOLOR_INDEX_BRIGHTNESS" val="0.35"/>
  <p:tag name="KSO_WM_UNIT_TEXT_FILL_FORE_SCHEMECOLOR_INDEX" val="13"/>
  <p:tag name="KSO_WM_UNIT_TEXT_FILL_TYPE" val="1"/>
</p:tagLst>
</file>

<file path=ppt/tags/tag15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00321_1*i*2"/>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5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00321_1*i*3"/>
  <p:tag name="KSO_WM_TEMPLATE_CATEGORY" val="diagram"/>
  <p:tag name="KSO_WM_TEMPLATE_INDEX" val="20200321"/>
  <p:tag name="KSO_WM_UNIT_LAYERLEVEL" val="1"/>
  <p:tag name="KSO_WM_TAG_VERSION" val="1.0"/>
  <p:tag name="KSO_WM_BEAUTIFY_FLAG" val="#wm#"/>
  <p:tag name="KSO_WM_UNIT_PLACING_PICTURE_MD4" val="0"/>
  <p:tag name="KSO_WM_UNIT_SM_LIMIT_TYPE" val="1"/>
  <p:tag name="KSO_WM_UNIT_LINE_FORE_SCHEMECOLOR_INDEX_BRIGHTNESS" val="0.25"/>
  <p:tag name="KSO_WM_UNIT_LINE_FORE_SCHEMECOLOR_INDEX" val="13"/>
  <p:tag name="KSO_WM_UNIT_LINE_FILL_TYPE" val="2"/>
</p:tagLst>
</file>

<file path=ppt/tags/tag1600.xml><?xml version="1.0" encoding="utf-8"?>
<p:tagLst xmlns:p="http://schemas.openxmlformats.org/presentationml/2006/main">
  <p:tag name="KSO_WM_BEAUTIFY_FLAG" val="#wm#"/>
  <p:tag name="KSO_WM_TEMPLATE_CATEGORY" val="diagram"/>
  <p:tag name="KSO_WM_TEMPLATE_INDEX" val="20200321"/>
  <p:tag name="KSO_WM_TEMPLATE_THUMBS_INDEX" val="1"/>
  <p:tag name="KSO_WM_SLIDE_ID" val="diagram20200321_1"/>
  <p:tag name="KSO_WM_TEMPLATE_SUBCATEGORY" val="11"/>
  <p:tag name="KSO_WM_TEMPLATE_MASTER_TYPE" val="0"/>
  <p:tag name="KSO_WM_TEMPLATE_COLOR_TYPE" val="1"/>
  <p:tag name="KSO_WM_SLIDE_TYPE" val="text"/>
  <p:tag name="KSO_WM_SLIDE_SUBTYPE" val="picTxt"/>
  <p:tag name="KSO_WM_SLIDE_ITEM_CNT" val="0"/>
  <p:tag name="KSO_WM_SLIDE_INDEX" val="1"/>
  <p:tag name="KSO_WM_SLIDE_SIZE" val="866*458"/>
  <p:tag name="KSO_WM_SLIDE_POSITION" val="47*34"/>
  <p:tag name="KSO_WM_DIAGRAM_GROUP_CODE" val="l1-1"/>
  <p:tag name="KSO_WM_SLIDE_DIAGTYPE" val="l"/>
  <p:tag name="KSO_WM_TAG_VERSION" val="1.0"/>
  <p:tag name="KSO_WM_SLIDE_LAYOUT" val="a_d_f"/>
  <p:tag name="KSO_WM_SLIDE_LAYOUT_CNT" val="1_1_1"/>
  <p:tag name="KSO_WM_SLIDE_CONSTRAINT" val="%7b%22slideConstraint%22%3a%7b%22seriesAreas%22%3a%5b%5d%2c%22singleAreas%22%3a%5b%7b%22shapes%22%3a%5b11%5d%2c%22serialConstraintIndex%22%3a-1%2c%22areatextmark%22%3a0%2c%22pictureprocessmark%22%3a0%7d%5d%7d%7d"/>
  <p:tag name="KSO_WM_SLIDE_COLORSCHEME_VERSION" val="3.2"/>
  <p:tag name="KSO_WM_UNIT_SHOW_EDIT_AREA_INDICATION" val="1"/>
  <p:tag name="KSO_WM_SLIDE_LAYOUT_INFO" val="{&#10;    &quot;backgroundInfo&quot;: [&#10;        {&#10;            &quot;bottom&quot;: 0,&#10;            &quot;bottomAbs&quot;: false,&#10;            &quot;left&quot;: 0,&#10;            &quot;leftAbs&quot;: false,&#10;            &quot;right&quot;: 0,&#10;            &quot;rightAbs&quot;: false,&#10;            &quot;top&quot;: 0,&#10;            &quot;topAbs&quot;: false,&#10;            &quot;type&quot;: &quot;general&quot;&#10;        },&#10;        {&#10;            &quot;bottom&quot;: 0,&#10;            &quot;bottomAbs&quot;: false,&#10;            &quot;left&quot;: 0,&#10;            &quot;leftAbs&quot;: false,&#10;            &quot;right&quot;: 0,&#10;            &quot;rightAbs&quot;: false,&#10;            &quot;top&quot;: 0,&#10;            &quot;topAbs&quot;: false,&#10;            &quot;type&quot;: &quot;frame&quot;&#10;        }&#10;    ],&#10;    &quot;id&quot;: &quot;2020-04-23T16:08:39&quot;,&#10;    &quot;maxSize&quot;: {&#10;        &quot;size1&quot;: 32.799999999999997&#10;    },&#10;    &quot;minSize&quot;: {&#10;        &quot;size1&quot;: 24.600000000000001&#10;    },&#10;    &quot;normalSize&quot;: {&#10;        &quot;size1&quot;: 24.600000000000001&#10;    },&#10;    &quot;subLayout&quot;: [&#10;        {&#10;            &quot;horizontalAlign&quot;: 0,&#10;            &quot;id&quot;: &quot;2020-04-23T16:08:39&quot;,&#10;            &quot;margin&quot;: {&#10;                &quot;bottom&quot;: 1.2439998388290405,&#10;                &quot;left&quot;: 1.690000057220459,&#10;                &quot;right&quot;: 1.690000057220459,&#10;                &quot;top&quot;: 1.690000057220459&#10;            },&#10;            &quot;type&quot;: 0,&#10;            &quot;verticalAlign&quot;: 1&#10;        },&#10;        {&#10;            &quot;backgroundInfo&quot;: [&#10;                {&#10;                    &quot;bottom&quot;: 0.058357569999999998,&#10;                    &quot;bottomAbs&quot;: false,&#10;                    &quot;left&quot;: 0,&#10;                    &quot;leftAbs&quot;: false,&#10;                    &quot;right&quot;: 0,&#10;                    &quot;rightAbs&quot;: false,&#10;                    &quot;top&quot;: -0.058357569999999998,&#10;                    &quot;topAbs&quot;: false,&#10;                    &quot;type&quot;: &quot;bottomTop&quot;&#10;                }&#10;            ],&#10;            &quot;direction&quot;: 1,&#10;            &quot;id&quot;: &quot;2020-04-23T16:08:39&quot;,&#10;            &quot;maxSize&quot;: {&#10;                &quot;size1&quot;: 68.099999999999994&#10;            },&#10;            &quot;minSize&quot;: {&#10;                &quot;size1&quot;: 36.200000000000003&#10;            },&#10;            &quot;normalSize&quot;: {&#10;                &quot;size1&quot;: 66.172916666666666&#10;            },&#10;            &quot;subLayout&quot;: [&#10;                {&#10;                    &quot;horizontalAlign&quot;: 0,&#10;                    &quot;id&quot;: &quot;2020-04-23T16:08:39&quot;,&#10;                    &quot;margin&quot;: {&#10;                        &quot;bottom&quot;: 1.690000057220459,&#10;                        &quot;left&quot;: 1.7029999494552612,&#10;                        &quot;right&quot;: 1.034000039100647,&#10;                        &quot;top&quot;: 0.026000002399086952&#10;                    },&#10;                    &quot;marginOverLayout&quot;: {&#10;                        &quot;bottom&quot;: 1.690000057220459,&#10;                        &quot;left&quot;: 1.7029999494552612,&#10;                        &quot;right&quot;: 1.034000039100647,&#10;                        &quot;top&quot;: 0.026000002399086952&#10;                    },&#10;                    &quot;type&quot;: 1,&#10;                    &quot;verticalAlign&quot;: 1&#10;                },&#10;                {&#10;                    &quot;horizontalAlign&quot;: 0,&#10;                    &quot;id&quot;: &quot;2020-04-23T16:08:39&quot;,&#10;                    &quot;margin&quot;: {&#10;                        &quot;bottom&quot;: 1.690000057220459,&#10;                        &quot;left&quot;: 0.026000002399086952,&#10;                        &quot;right&quot;: 1.690000057220459,&#10;                        &quot;top&quot;: 0.026000002399086952&#10;                    },&#10;                    &quot;type&quot;: 0,&#10;                    &quot;verticalAlign&quot;: 1&#10;                }&#10;            ],&#10;            &quot;type&quot;: 0&#10;        }&#10;    ],&#10;    &quot;type&quot;: 1&#10;}&#10;"/>
  <p:tag name="KSO_WM_SLIDE_CAN_ADD_NAVIGATION" val="1"/>
  <p:tag name="KSO_WM_SLIDE_BACKGROUND" val="[&quot;general&quot;,&quot;frame&quot;,&quot;bottomTop&quot;]"/>
  <p:tag name="KSO_WM_SLIDE_RATIO" val="1.777778"/>
  <p:tag name="KSO_WM_SLIDE_BK_DARK_LIGHT" val="2"/>
  <p:tag name="KSO_WM_SLIDE_BACKGROUND_TYPE" val="bottomTop"/>
</p:tagLst>
</file>

<file path=ppt/tags/tag16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8"/>
  <p:tag name="KSO_WM_UNIT_ID" val="diagram20198873_4*i*8"/>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16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9"/>
  <p:tag name="KSO_WM_UNIT_ID" val="diagram20198873_4*i*9"/>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16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0"/>
  <p:tag name="KSO_WM_UNIT_ID" val="diagram20198873_4*i*10"/>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16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1"/>
  <p:tag name="KSO_WM_UNIT_ID" val="diagram20198873_4*i*11"/>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16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2"/>
  <p:tag name="KSO_WM_UNIT_ID" val="diagram20198873_4*i*12"/>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16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3"/>
  <p:tag name="KSO_WM_UNIT_ID" val="diagram20198873_4*i*13"/>
  <p:tag name="KSO_WM_TEMPLATE_CATEGORY" val="diagram"/>
  <p:tag name="KSO_WM_TEMPLATE_INDEX" val="20198873"/>
  <p:tag name="KSO_WM_UNIT_LAYERLEVEL" val="1"/>
  <p:tag name="KSO_WM_TAG_VERSION" val="1.0"/>
  <p:tag name="KSO_WM_BEAUTIFY_FLAG" val="#wm#"/>
  <p:tag name="KSO_WM_UNIT_FILL_FORE_SCHEMECOLOR_INDEX" val="14"/>
  <p:tag name="KSO_WM_UNIT_FILL_TYPE" val="1"/>
  <p:tag name="KSO_WM_UNIT_USESOURCEFORMAT_APPLY" val="1"/>
</p:tagLst>
</file>

<file path=ppt/tags/tag16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4"/>
  <p:tag name="KSO_WM_UNIT_ID" val="diagram20198873_4*i*14"/>
  <p:tag name="KSO_WM_TEMPLATE_CATEGORY" val="diagram"/>
  <p:tag name="KSO_WM_TEMPLATE_INDEX" val="20198873"/>
  <p:tag name="KSO_WM_UNIT_LAYERLEVEL" val="1"/>
  <p:tag name="KSO_WM_TAG_VERSION" val="1.0"/>
  <p:tag name="KSO_WM_BEAUTIFY_FLAG" val="#wm#"/>
  <p:tag name="KSO_WM_UNIT_FILL_FORE_SCHEMECOLOR_INDEX" val="5"/>
  <p:tag name="KSO_WM_UNIT_FILL_TYPE" val="1"/>
  <p:tag name="KSO_WM_UNIT_USESOURCEFORMAT_APPLY" val="1"/>
</p:tagLst>
</file>

<file path=ppt/tags/tag1608.xml><?xml version="1.0" encoding="utf-8"?>
<p:tagLst xmlns:p="http://schemas.openxmlformats.org/presentationml/2006/main">
  <p:tag name="KSO_WM_UNIT_NOCLEAR" val="0"/>
  <p:tag name="KSO_WM_UNIT_VALUE" val="75"/>
  <p:tag name="KSO_WM_UNIT_HIGHLIGHT" val="0"/>
  <p:tag name="KSO_WM_UNIT_COMPATIBLE" val="0"/>
  <p:tag name="KSO_WM_UNIT_DIAGRAM_ISNUMVISUAL" val="0"/>
  <p:tag name="KSO_WM_UNIT_DIAGRAM_ISREFERUNIT" val="0"/>
  <p:tag name="KSO_WM_DIAGRAM_GROUP_CODE" val="l1-1"/>
  <p:tag name="KSO_WM_UNIT_TYPE" val="f"/>
  <p:tag name="KSO_WM_UNIT_INDEX" val="1"/>
  <p:tag name="KSO_WM_UNIT_ID" val="diagram20198873_4*f*1"/>
  <p:tag name="KSO_WM_TEMPLATE_CATEGORY" val="diagram"/>
  <p:tag name="KSO_WM_TEMPLATE_INDEX" val="20198873"/>
  <p:tag name="KSO_WM_UNIT_LAYERLEVEL" val="1"/>
  <p:tag name="KSO_WM_TAG_VERSION" val="1.0"/>
  <p:tag name="KSO_WM_BEAUTIFY_FLAG" val="#wm#"/>
  <p:tag name="KSO_WM_UNIT_PRESET_TEXT" val="点击此处添加正文，文字是您思想的提炼，为了最终呈现发布的良好效果，请尽量言简意赅的阐述观点；点击此处添加正文，文字是您思想的提炼。"/>
  <p:tag name="KSO_WM_UNIT_TEXT_FILL_FORE_SCHEMECOLOR_INDEX" val="14"/>
  <p:tag name="KSO_WM_UNIT_TEXT_FILL_TYPE" val="1"/>
  <p:tag name="KSO_WM_UNIT_USESOURCEFORMAT_APPLY" val="1"/>
</p:tagLst>
</file>

<file path=ppt/tags/tag1609.xml><?xml version="1.0" encoding="utf-8"?>
<p:tagLst xmlns:p="http://schemas.openxmlformats.org/presentationml/2006/main">
  <p:tag name="KSO_WM_UNIT_ISCONTENTSTITLE" val="0"/>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198873_4*a*1"/>
  <p:tag name="KSO_WM_TEMPLATE_CATEGORY" val="diagram"/>
  <p:tag name="KSO_WM_TEMPLATE_INDEX" val="20198873"/>
  <p:tag name="KSO_WM_UNIT_LAYERLEVEL" val="1"/>
  <p:tag name="KSO_WM_TAG_VERSION" val="1.0"/>
  <p:tag name="KSO_WM_BEAUTIFY_FLAG" val="#wm#"/>
  <p:tag name="KSO_WM_UNIT_PRESET_TEXT" val="单击此处添加大标题"/>
  <p:tag name="KSO_WM_UNIT_TEXT_FILL_FORE_SCHEMECOLOR_INDEX" val="14"/>
  <p:tag name="KSO_WM_UNIT_TEXT_FILL_TYPE" val="1"/>
  <p:tag name="KSO_WM_UNIT_USESOURCEFORMAT_APPLY" val="1"/>
</p:tagLst>
</file>

<file path=ppt/tags/tag16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diagram20198873_4*i*2"/>
  <p:tag name="KSO_WM_TEMPLATE_CATEGORY" val="diagram"/>
  <p:tag name="KSO_WM_TEMPLATE_INDEX" val="20198873"/>
  <p:tag name="KSO_WM_UNIT_LAYERLEVEL" val="1"/>
  <p:tag name="KSO_WM_TAG_VERSION" val="1.0"/>
  <p:tag name="KSO_WM_BEAUTIFY_FLAG" val="#wm#"/>
  <p:tag name="KSO_WM_UNIT_FILL_FORE_SCHEMECOLOR_INDEX" val="7"/>
  <p:tag name="KSO_WM_UNIT_FILL_TYPE" val="1"/>
  <p:tag name="KSO_WM_UNIT_USESOURCEFORMAT_APPLY" val="1"/>
</p:tagLst>
</file>

<file path=ppt/tags/tag16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diagram20198873_4*i*3"/>
  <p:tag name="KSO_WM_TEMPLATE_CATEGORY" val="diagram"/>
  <p:tag name="KSO_WM_TEMPLATE_INDEX" val="20198873"/>
  <p:tag name="KSO_WM_UNIT_LAYERLEVEL" val="1"/>
  <p:tag name="KSO_WM_TAG_VERSION" val="1.0"/>
  <p:tag name="KSO_WM_BEAUTIFY_FLAG" val="#wm#"/>
  <p:tag name="KSO_WM_UNIT_FILL_FORE_SCHEMECOLOR_INDEX" val="5"/>
  <p:tag name="KSO_WM_UNIT_FILL_TYPE" val="1"/>
  <p:tag name="KSO_WM_UNIT_USESOURCEFORMAT_APPLY" val="1"/>
</p:tagLst>
</file>

<file path=ppt/tags/tag16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diagram20198873_4*i*4"/>
  <p:tag name="KSO_WM_TEMPLATE_CATEGORY" val="diagram"/>
  <p:tag name="KSO_WM_TEMPLATE_INDEX" val="20198873"/>
  <p:tag name="KSO_WM_UNIT_LAYERLEVEL" val="1"/>
  <p:tag name="KSO_WM_TAG_VERSION" val="1.0"/>
  <p:tag name="KSO_WM_BEAUTIFY_FLAG" val="#wm#"/>
  <p:tag name="KSO_WM_UNIT_FILL_FORE_SCHEMECOLOR_INDEX" val="5"/>
  <p:tag name="KSO_WM_UNIT_FILL_TYPE" val="1"/>
  <p:tag name="KSO_WM_UNIT_USESOURCEFORMAT_APPLY" val="1"/>
</p:tagLst>
</file>

<file path=ppt/tags/tag1613.xml><?xml version="1.0" encoding="utf-8"?>
<p:tagLst xmlns:p="http://schemas.openxmlformats.org/presentationml/2006/main">
  <p:tag name="KSO_WM_UNIT_VALUE" val="1218*907"/>
  <p:tag name="KSO_WM_UNIT_HIGHLIGHT" val="0"/>
  <p:tag name="KSO_WM_UNIT_COMPATIBLE" val="0"/>
  <p:tag name="KSO_WM_UNIT_DIAGRAM_ISNUMVISUAL" val="0"/>
  <p:tag name="KSO_WM_UNIT_DIAGRAM_ISREFERUNIT" val="0"/>
  <p:tag name="KSO_WM_DIAGRAM_GROUP_CODE" val="l1-1"/>
  <p:tag name="KSO_WM_UNIT_TYPE" val="d"/>
  <p:tag name="KSO_WM_UNIT_INDEX" val="1"/>
  <p:tag name="KSO_WM_UNIT_ID" val="diagram20198873_4*d*1"/>
  <p:tag name="KSO_WM_TEMPLATE_CATEGORY" val="diagram"/>
  <p:tag name="KSO_WM_TEMPLATE_INDEX" val="20198873"/>
  <p:tag name="KSO_WM_UNIT_SUPPORT_UNIT_TYPE" val="[]"/>
  <p:tag name="KSO_WM_UNIT_LAYERLEVEL" val="1"/>
  <p:tag name="KSO_WM_TAG_VERSION" val="1.0"/>
  <p:tag name="KSO_WM_BEAUTIFY_FLAG" val="#wm#"/>
  <p:tag name="KSO_WM_UNIT_USESOURCEFORMAT_APPLY" val="1"/>
</p:tagLst>
</file>

<file path=ppt/tags/tag1614.xml><?xml version="1.0" encoding="utf-8"?>
<p:tagLst xmlns:p="http://schemas.openxmlformats.org/presentationml/2006/main">
  <p:tag name="KSO_WM_BEAUTIFY_FLAG" val="#wm#"/>
  <p:tag name="KSO_WM_TEMPLATE_CATEGORY" val="diagram"/>
  <p:tag name="KSO_WM_TEMPLATE_INDEX" val="20198873"/>
  <p:tag name="KSO_WM_TEMPLATE_THUMBS_INDEX" val="1"/>
  <p:tag name="KSO_WM_SLIDE_ID" val="diagram20198873_4"/>
  <p:tag name="KSO_WM_TEMPLATE_SUBCATEGORY" val="0"/>
  <p:tag name="KSO_WM_TEMPLATE_MASTER_TYPE" val="0"/>
  <p:tag name="KSO_WM_TEMPLATE_COLOR_TYPE" val="1"/>
  <p:tag name="KSO_WM_SLIDE_TYPE" val="text"/>
  <p:tag name="KSO_WM_SLIDE_SUBTYPE" val="diag"/>
  <p:tag name="KSO_WM_SLIDE_ITEM_CNT" val="5"/>
  <p:tag name="KSO_WM_SLIDE_INDEX" val="4"/>
  <p:tag name="KSO_WM_SLIDE_SIZE" val="527.739*207.326"/>
  <p:tag name="KSO_WM_SLIDE_POSITION" val="420.797*304.611"/>
  <p:tag name="KSO_WM_DIAGRAM_GROUP_CODE" val="l1-1"/>
  <p:tag name="KSO_WM_SLIDE_DIAGTYPE" val="l"/>
  <p:tag name="KSO_WM_TAG_VERSION" val="1.0"/>
  <p:tag name="KSO_WM_SLIDE_LAYOUT" val="a_d_f_k_l"/>
  <p:tag name="KSO_WM_SLIDE_LAYOUT_CNT" val="1_1_1_1_1"/>
</p:tagLst>
</file>

<file path=ppt/tags/tag1615.xml><?xml version="1.0" encoding="utf-8"?>
<p:tagLst xmlns:p="http://schemas.openxmlformats.org/presentationml/2006/main">
  <p:tag name="KSO_WM_UNIT_COLOR_SCHEME_SHAPE_ID" val="1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diagram20194762_1*i*2"/>
  <p:tag name="KSO_WM_TEMPLATE_CATEGORY" val="diagram"/>
  <p:tag name="KSO_WM_TEMPLATE_INDEX" val="20194762"/>
  <p:tag name="KSO_WM_UNIT_LAYERLEVEL" val="1"/>
  <p:tag name="KSO_WM_TAG_VERSION" val="1.0"/>
  <p:tag name="KSO_WM_BEAUTIFY_FLAG" val="#wm#"/>
  <p:tag name="KSO_WM_UNIT_SUBTYPE" val="h"/>
</p:tagLst>
</file>

<file path=ppt/tags/tag1616.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diagram20194762_1*i*3"/>
  <p:tag name="KSO_WM_TEMPLATE_CATEGORY" val="diagram"/>
  <p:tag name="KSO_WM_TEMPLATE_INDEX" val="20194762"/>
  <p:tag name="KSO_WM_UNIT_LAYERLEVEL" val="1"/>
  <p:tag name="KSO_WM_TAG_VERSION" val="1.0"/>
  <p:tag name="KSO_WM_BEAUTIFY_FLAG" val="#wm#"/>
  <p:tag name="KSO_WM_UNIT_SUBTYPE" val="h"/>
</p:tagLst>
</file>

<file path=ppt/tags/tag1617.xml><?xml version="1.0" encoding="utf-8"?>
<p:tagLst xmlns:p="http://schemas.openxmlformats.org/presentationml/2006/main">
  <p:tag name="KSO_WM_UNIT_COLOR_SCHEME_SHAPE_ID" val="1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
  <p:tag name="KSO_WM_UNIT_ID" val="diagram20194762_1*i*5"/>
  <p:tag name="KSO_WM_TEMPLATE_CATEGORY" val="diagram"/>
  <p:tag name="KSO_WM_TEMPLATE_INDEX" val="20194762"/>
  <p:tag name="KSO_WM_UNIT_LAYERLEVEL" val="1"/>
  <p:tag name="KSO_WM_TAG_VERSION" val="1.0"/>
  <p:tag name="KSO_WM_BEAUTIFY_FLAG" val="#wm#"/>
</p:tagLst>
</file>

<file path=ppt/tags/tag1618.xml><?xml version="1.0" encoding="utf-8"?>
<p:tagLst xmlns:p="http://schemas.openxmlformats.org/presentationml/2006/main">
  <p:tag name="KSO_WM_UNIT_COLOR_SCHEME_SHAPE_ID" val="2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
  <p:tag name="KSO_WM_UNIT_ID" val="diagram20194762_1*i*6"/>
  <p:tag name="KSO_WM_TEMPLATE_CATEGORY" val="diagram"/>
  <p:tag name="KSO_WM_TEMPLATE_INDEX" val="20194762"/>
  <p:tag name="KSO_WM_UNIT_LAYERLEVEL" val="1"/>
  <p:tag name="KSO_WM_TAG_VERSION" val="1.0"/>
  <p:tag name="KSO_WM_BEAUTIFY_FLAG" val="#wm#"/>
</p:tagLst>
</file>

<file path=ppt/tags/tag1619.xml><?xml version="1.0" encoding="utf-8"?>
<p:tagLst xmlns:p="http://schemas.openxmlformats.org/presentationml/2006/main">
  <p:tag name="KSO_WM_UNIT_COLOR_SCHEME_SHAPE_ID" val="22"/>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7"/>
  <p:tag name="KSO_WM_UNIT_ID" val="diagram20194762_1*i*7"/>
  <p:tag name="KSO_WM_TEMPLATE_CATEGORY" val="diagram"/>
  <p:tag name="KSO_WM_TEMPLATE_INDEX" val="20194762"/>
  <p:tag name="KSO_WM_UNIT_LAYERLEVEL" val="1"/>
  <p:tag name="KSO_WM_TAG_VERSION" val="1.0"/>
  <p:tag name="KSO_WM_BEAUTIFY_FLAG" val="#wm#"/>
</p:tagLst>
</file>

<file path=ppt/tags/tag1620.xml><?xml version="1.0" encoding="utf-8"?>
<p:tagLst xmlns:p="http://schemas.openxmlformats.org/presentationml/2006/main">
  <p:tag name="KSO_WM_UNIT_COLOR_SCHEME_SHAPE_ID" val="23"/>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8"/>
  <p:tag name="KSO_WM_UNIT_ID" val="diagram20194762_1*i*8"/>
  <p:tag name="KSO_WM_TEMPLATE_CATEGORY" val="diagram"/>
  <p:tag name="KSO_WM_TEMPLATE_INDEX" val="20194762"/>
  <p:tag name="KSO_WM_UNIT_LAYERLEVEL" val="1"/>
  <p:tag name="KSO_WM_TAG_VERSION" val="1.0"/>
  <p:tag name="KSO_WM_BEAUTIFY_FLAG" val="#wm#"/>
</p:tagLst>
</file>

<file path=ppt/tags/tag1621.xml><?xml version="1.0" encoding="utf-8"?>
<p:tagLst xmlns:p="http://schemas.openxmlformats.org/presentationml/2006/main">
  <p:tag name="KSO_WM_UNIT_COLOR_SCHEME_SHAPE_ID" val="25"/>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0"/>
  <p:tag name="KSO_WM_UNIT_ID" val="diagram20194762_1*i*10"/>
  <p:tag name="KSO_WM_TEMPLATE_CATEGORY" val="diagram"/>
  <p:tag name="KSO_WM_TEMPLATE_INDEX" val="20194762"/>
  <p:tag name="KSO_WM_UNIT_LAYERLEVEL" val="1"/>
  <p:tag name="KSO_WM_TAG_VERSION" val="1.0"/>
  <p:tag name="KSO_WM_BEAUTIFY_FLAG" val="#wm#"/>
</p:tagLst>
</file>

<file path=ppt/tags/tag1622.xml><?xml version="1.0" encoding="utf-8"?>
<p:tagLst xmlns:p="http://schemas.openxmlformats.org/presentationml/2006/main">
  <p:tag name="KSO_WM_UNIT_COLOR_SCHEME_SHAPE_ID" val="2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1"/>
  <p:tag name="KSO_WM_UNIT_ID" val="diagram20194762_1*i*11"/>
  <p:tag name="KSO_WM_TEMPLATE_CATEGORY" val="diagram"/>
  <p:tag name="KSO_WM_TEMPLATE_INDEX" val="20194762"/>
  <p:tag name="KSO_WM_UNIT_LAYERLEVEL" val="1"/>
  <p:tag name="KSO_WM_TAG_VERSION" val="1.0"/>
  <p:tag name="KSO_WM_BEAUTIFY_FLAG" val="#wm#"/>
</p:tagLst>
</file>

<file path=ppt/tags/tag1623.xml><?xml version="1.0" encoding="utf-8"?>
<p:tagLst xmlns:p="http://schemas.openxmlformats.org/presentationml/2006/main">
  <p:tag name="KSO_WM_UNIT_COLOR_SCHEME_SHAPE_ID" val="28"/>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2"/>
  <p:tag name="KSO_WM_UNIT_ID" val="diagram20194762_1*i*12"/>
  <p:tag name="KSO_WM_TEMPLATE_CATEGORY" val="diagram"/>
  <p:tag name="KSO_WM_TEMPLATE_INDEX" val="20194762"/>
  <p:tag name="KSO_WM_UNIT_LAYERLEVEL" val="1"/>
  <p:tag name="KSO_WM_TAG_VERSION" val="1.0"/>
  <p:tag name="KSO_WM_BEAUTIFY_FLAG" val="#wm#"/>
</p:tagLst>
</file>

<file path=ppt/tags/tag1624.xml><?xml version="1.0" encoding="utf-8"?>
<p:tagLst xmlns:p="http://schemas.openxmlformats.org/presentationml/2006/main">
  <p:tag name="KSO_WM_UNIT_COLOR_SCHEME_SHAPE_ID" val="29"/>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3"/>
  <p:tag name="KSO_WM_UNIT_ID" val="diagram20194762_1*i*13"/>
  <p:tag name="KSO_WM_TEMPLATE_CATEGORY" val="diagram"/>
  <p:tag name="KSO_WM_TEMPLATE_INDEX" val="20194762"/>
  <p:tag name="KSO_WM_UNIT_LAYERLEVEL" val="1"/>
  <p:tag name="KSO_WM_TAG_VERSION" val="1.0"/>
  <p:tag name="KSO_WM_BEAUTIFY_FLAG" val="#wm#"/>
</p:tagLst>
</file>

<file path=ppt/tags/tag1625.xml><?xml version="1.0" encoding="utf-8"?>
<p:tagLst xmlns:p="http://schemas.openxmlformats.org/presentationml/2006/main">
  <p:tag name="KSO_WM_UNIT_TEXT_PART_ID_V2" val="a-4-2"/>
  <p:tag name="KSO_WM_UNIT_COLOR_SCHEME_SHAPE_ID" val="14"/>
  <p:tag name="KSO_WM_UNIT_COLOR_SCHEME_PARENT_PAGE" val="0_1"/>
  <p:tag name="KSO_WM_UNIT_ISCONTENTSTITLE" val="0"/>
  <p:tag name="KSO_WM_UNIT_NOCLEAR" val="0"/>
  <p:tag name="KSO_WM_UNIT_VALUE" val="25"/>
  <p:tag name="KSO_WM_UNIT_HIGHLIGHT" val="0"/>
  <p:tag name="KSO_WM_UNIT_COMPATIBLE" val="0"/>
  <p:tag name="KSO_WM_UNIT_DIAGRAM_ISNUMVISUAL" val="0"/>
  <p:tag name="KSO_WM_UNIT_DIAGRAM_ISREFERUNIT" val="0"/>
  <p:tag name="KSO_WM_UNIT_TYPE" val="a"/>
  <p:tag name="KSO_WM_UNIT_INDEX" val="1"/>
  <p:tag name="KSO_WM_UNIT_ID" val="diagram20194762_1*a*1"/>
  <p:tag name="KSO_WM_TEMPLATE_CATEGORY" val="diagram"/>
  <p:tag name="KSO_WM_TEMPLATE_INDEX" val="20194762"/>
  <p:tag name="KSO_WM_UNIT_LAYERLEVEL" val="1"/>
  <p:tag name="KSO_WM_TAG_VERSION" val="1.0"/>
  <p:tag name="KSO_WM_BEAUTIFY_FLAG" val="#wm#"/>
  <p:tag name="KSO_WM_UNIT_PRESET_TEXT" val="单击此处添加标题"/>
</p:tagLst>
</file>

<file path=ppt/tags/tag1626.xml><?xml version="1.0" encoding="utf-8"?>
<p:tagLst xmlns:p="http://schemas.openxmlformats.org/presentationml/2006/main">
  <p:tag name="KSO_WM_UNIT_TEXT_PART_ID_V2" val="d-4-2"/>
  <p:tag name="KSO_WM_UNIT_COLOR_SCHEME_SHAPE_ID" val="15"/>
  <p:tag name="KSO_WM_UNIT_COLOR_SCHEME_PARENT_PAGE" val="0_1"/>
  <p:tag name="KSO_WM_UNIT_PRESET_TEXT" val="单击此处添加小标题&#13;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13;单击此处添加小标题&#13;正如我们都希望改变世界，希望给别人带去光明，但更多时候我们只需要播下一颗种子，自然有微风吹拂，雨露滋养。恰如其分的表达观点，往往事半功倍。&#13;为了能让您有更直观的字数感受，并进一步方便使用，我们为您标注了最适合的位置。您输入的文字到这里时，就是最佳视觉效果，请您务必注意。"/>
  <p:tag name="KSO_WM_UNIT_NOCLEAR" val="1"/>
  <p:tag name="KSO_WM_UNIT_VALUE" val="468"/>
  <p:tag name="KSO_WM_UNIT_HIGHLIGHT" val="0"/>
  <p:tag name="KSO_WM_UNIT_COMPATIBLE" val="0"/>
  <p:tag name="KSO_WM_UNIT_DIAGRAM_ISNUMVISUAL" val="0"/>
  <p:tag name="KSO_WM_UNIT_DIAGRAM_ISREFERUNIT" val="0"/>
  <p:tag name="KSO_WM_UNIT_TYPE" val="f"/>
  <p:tag name="KSO_WM_UNIT_INDEX" val="1"/>
  <p:tag name="KSO_WM_UNIT_ID" val="diagram20194762_1*f*1"/>
  <p:tag name="KSO_WM_TEMPLATE_CATEGORY" val="diagram"/>
  <p:tag name="KSO_WM_TEMPLATE_INDEX" val="20194762"/>
  <p:tag name="KSO_WM_UNIT_LAYERLEVEL" val="1"/>
  <p:tag name="KSO_WM_TAG_VERSION" val="1.0"/>
  <p:tag name="KSO_WM_BEAUTIFY_FLAG" val="#wm#"/>
</p:tagLst>
</file>

<file path=ppt/tags/tag1627.xml><?xml version="1.0" encoding="utf-8"?>
<p:tagLst xmlns:p="http://schemas.openxmlformats.org/presentationml/2006/main">
  <p:tag name="KSO_WM_SLIDE_COLORSCHEME_VERSION" val="3.2"/>
  <p:tag name="KSO_WM_SLIDE_ID" val="diagram20194762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15*497"/>
  <p:tag name="KSO_WM_SLIDE_POSITION" val="22*28"/>
  <p:tag name="KSO_WM_TAG_VERSION" val="1.0"/>
  <p:tag name="KSO_WM_BEAUTIFY_FLAG" val="#wm#"/>
  <p:tag name="KSO_WM_TEMPLATE_CATEGORY" val="diagram"/>
  <p:tag name="KSO_WM_TEMPLATE_INDEX" val="20194762"/>
  <p:tag name="KSO_WM_SLIDE_LAYOUT" val="a_f_i"/>
  <p:tag name="KSO_WM_SLIDE_LAYOUT_CNT" val="1_1_3"/>
</p:tagLst>
</file>

<file path=ppt/tags/tag1628.xml><?xml version="1.0" encoding="utf-8"?>
<p:tagLst xmlns:p="http://schemas.openxmlformats.org/presentationml/2006/main">
  <p:tag name="KSO_WM_UNIT_COLOR_SCHEME_SHAPE_ID" val="1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2"/>
  <p:tag name="KSO_WM_UNIT_ID" val="diagram20194762_1*i*2"/>
  <p:tag name="KSO_WM_TEMPLATE_CATEGORY" val="diagram"/>
  <p:tag name="KSO_WM_TEMPLATE_INDEX" val="20194762"/>
  <p:tag name="KSO_WM_UNIT_LAYERLEVEL" val="1"/>
  <p:tag name="KSO_WM_TAG_VERSION" val="1.0"/>
  <p:tag name="KSO_WM_BEAUTIFY_FLAG" val="#wm#"/>
  <p:tag name="KSO_WM_UNIT_SUBTYPE" val="h"/>
</p:tagLst>
</file>

<file path=ppt/tags/tag1629.xml><?xml version="1.0" encoding="utf-8"?>
<p:tagLst xmlns:p="http://schemas.openxmlformats.org/presentationml/2006/main">
  <p:tag name="KSO_WM_UNIT_COLOR_SCHEME_SHAPE_ID" val="17"/>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3"/>
  <p:tag name="KSO_WM_UNIT_ID" val="diagram20194762_1*i*3"/>
  <p:tag name="KSO_WM_TEMPLATE_CATEGORY" val="diagram"/>
  <p:tag name="KSO_WM_TEMPLATE_INDEX" val="20194762"/>
  <p:tag name="KSO_WM_UNIT_LAYERLEVEL" val="1"/>
  <p:tag name="KSO_WM_TAG_VERSION" val="1.0"/>
  <p:tag name="KSO_WM_BEAUTIFY_FLAG" val="#wm#"/>
  <p:tag name="KSO_WM_UNIT_SUBTYPE" val="h"/>
</p:tagLst>
</file>

<file path=ppt/tags/tag1630.xml><?xml version="1.0" encoding="utf-8"?>
<p:tagLst xmlns:p="http://schemas.openxmlformats.org/presentationml/2006/main">
  <p:tag name="KSO_WM_UNIT_COLOR_SCHEME_SHAPE_ID" val="19"/>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5"/>
  <p:tag name="KSO_WM_UNIT_ID" val="diagram20194762_1*i*5"/>
  <p:tag name="KSO_WM_TEMPLATE_CATEGORY" val="diagram"/>
  <p:tag name="KSO_WM_TEMPLATE_INDEX" val="20194762"/>
  <p:tag name="KSO_WM_UNIT_LAYERLEVEL" val="1"/>
  <p:tag name="KSO_WM_TAG_VERSION" val="1.0"/>
  <p:tag name="KSO_WM_BEAUTIFY_FLAG" val="#wm#"/>
</p:tagLst>
</file>

<file path=ppt/tags/tag1631.xml><?xml version="1.0" encoding="utf-8"?>
<p:tagLst xmlns:p="http://schemas.openxmlformats.org/presentationml/2006/main">
  <p:tag name="KSO_WM_UNIT_COLOR_SCHEME_SHAPE_ID" val="20"/>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6"/>
  <p:tag name="KSO_WM_UNIT_ID" val="diagram20194762_1*i*6"/>
  <p:tag name="KSO_WM_TEMPLATE_CATEGORY" val="diagram"/>
  <p:tag name="KSO_WM_TEMPLATE_INDEX" val="20194762"/>
  <p:tag name="KSO_WM_UNIT_LAYERLEVEL" val="1"/>
  <p:tag name="KSO_WM_TAG_VERSION" val="1.0"/>
  <p:tag name="KSO_WM_BEAUTIFY_FLAG" val="#wm#"/>
</p:tagLst>
</file>

<file path=ppt/tags/tag1632.xml><?xml version="1.0" encoding="utf-8"?>
<p:tagLst xmlns:p="http://schemas.openxmlformats.org/presentationml/2006/main">
  <p:tag name="KSO_WM_UNIT_COLOR_SCHEME_SHAPE_ID" val="22"/>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7"/>
  <p:tag name="KSO_WM_UNIT_ID" val="diagram20194762_1*i*7"/>
  <p:tag name="KSO_WM_TEMPLATE_CATEGORY" val="diagram"/>
  <p:tag name="KSO_WM_TEMPLATE_INDEX" val="20194762"/>
  <p:tag name="KSO_WM_UNIT_LAYERLEVEL" val="1"/>
  <p:tag name="KSO_WM_TAG_VERSION" val="1.0"/>
  <p:tag name="KSO_WM_BEAUTIFY_FLAG" val="#wm#"/>
</p:tagLst>
</file>

<file path=ppt/tags/tag1633.xml><?xml version="1.0" encoding="utf-8"?>
<p:tagLst xmlns:p="http://schemas.openxmlformats.org/presentationml/2006/main">
  <p:tag name="KSO_WM_UNIT_COLOR_SCHEME_SHAPE_ID" val="23"/>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8"/>
  <p:tag name="KSO_WM_UNIT_ID" val="diagram20194762_1*i*8"/>
  <p:tag name="KSO_WM_TEMPLATE_CATEGORY" val="diagram"/>
  <p:tag name="KSO_WM_TEMPLATE_INDEX" val="20194762"/>
  <p:tag name="KSO_WM_UNIT_LAYERLEVEL" val="1"/>
  <p:tag name="KSO_WM_TAG_VERSION" val="1.0"/>
  <p:tag name="KSO_WM_BEAUTIFY_FLAG" val="#wm#"/>
</p:tagLst>
</file>

<file path=ppt/tags/tag1634.xml><?xml version="1.0" encoding="utf-8"?>
<p:tagLst xmlns:p="http://schemas.openxmlformats.org/presentationml/2006/main">
  <p:tag name="KSO_WM_UNIT_COLOR_SCHEME_SHAPE_ID" val="25"/>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0"/>
  <p:tag name="KSO_WM_UNIT_ID" val="diagram20194762_1*i*10"/>
  <p:tag name="KSO_WM_TEMPLATE_CATEGORY" val="diagram"/>
  <p:tag name="KSO_WM_TEMPLATE_INDEX" val="20194762"/>
  <p:tag name="KSO_WM_UNIT_LAYERLEVEL" val="1"/>
  <p:tag name="KSO_WM_TAG_VERSION" val="1.0"/>
  <p:tag name="KSO_WM_BEAUTIFY_FLAG" val="#wm#"/>
</p:tagLst>
</file>

<file path=ppt/tags/tag1635.xml><?xml version="1.0" encoding="utf-8"?>
<p:tagLst xmlns:p="http://schemas.openxmlformats.org/presentationml/2006/main">
  <p:tag name="KSO_WM_UNIT_COLOR_SCHEME_SHAPE_ID" val="26"/>
  <p:tag name="KSO_WM_UNIT_COLOR_SCHEME_PARENT_PAGE" val="0_1"/>
  <p:tag name="KSO_WM_UNIT_DECOLORIZATION" val="1"/>
  <p:tag name="KSO_WM_UNIT_HIGHLIGHT" val="0"/>
  <p:tag name="KSO_WM_UNIT_COMPATIBLE" val="0"/>
  <p:tag name="KSO_WM_UNIT_DIAGRAM_ISNUMVISUAL" val="0"/>
  <p:tag name="KSO_WM_UNIT_DIAGRAM_ISREFERUNIT" val="0"/>
  <p:tag name="KSO_WM_UNIT_TYPE" val="i"/>
  <p:tag name="KSO_WM_UNIT_INDEX" val="11"/>
  <p:tag name="KSO_WM_UNIT_ID" val="diagram20194762_1*i*11"/>
  <p:tag name="KSO_WM_TEMPLATE_CATEGORY" val="diagram"/>
  <p:tag name="KSO_WM_TEMPLATE_INDEX" val="20194762"/>
  <p:tag name="KSO_WM_UNIT_LAYERLEVEL" val="1"/>
  <p:tag name="KSO_WM_TAG_VERSION" val="1.0"/>
  <p:tag name="KSO_WM_BEAUTIFY_FLAG" val="#wm#"/>
</p:tagLst>
</file>

<file path=ppt/tags/tag1636.xml><?xml version="1.0" encoding="utf-8"?>
<p:tagLst xmlns:p="http://schemas.openxmlformats.org/presentationml/2006/main">
  <p:tag name="KSO_WM_UNIT_COLOR_SCHEME_SHAPE_ID" val="28"/>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2"/>
  <p:tag name="KSO_WM_UNIT_ID" val="diagram20194762_1*i*12"/>
  <p:tag name="KSO_WM_TEMPLATE_CATEGORY" val="diagram"/>
  <p:tag name="KSO_WM_TEMPLATE_INDEX" val="20194762"/>
  <p:tag name="KSO_WM_UNIT_LAYERLEVEL" val="1"/>
  <p:tag name="KSO_WM_TAG_VERSION" val="1.0"/>
  <p:tag name="KSO_WM_BEAUTIFY_FLAG" val="#wm#"/>
</p:tagLst>
</file>

<file path=ppt/tags/tag1637.xml><?xml version="1.0" encoding="utf-8"?>
<p:tagLst xmlns:p="http://schemas.openxmlformats.org/presentationml/2006/main">
  <p:tag name="KSO_WM_UNIT_COLOR_SCHEME_SHAPE_ID" val="29"/>
  <p:tag name="KSO_WM_UNIT_COLOR_SCHEME_PARENT_PAGE" val="0_1"/>
  <p:tag name="KSO_WM_UNIT_HIGHLIGHT" val="0"/>
  <p:tag name="KSO_WM_UNIT_COMPATIBLE" val="0"/>
  <p:tag name="KSO_WM_UNIT_DIAGRAM_ISNUMVISUAL" val="0"/>
  <p:tag name="KSO_WM_UNIT_DIAGRAM_ISREFERUNIT" val="0"/>
  <p:tag name="KSO_WM_UNIT_TYPE" val="i"/>
  <p:tag name="KSO_WM_UNIT_INDEX" val="13"/>
  <p:tag name="KSO_WM_UNIT_ID" val="diagram20194762_1*i*13"/>
  <p:tag name="KSO_WM_TEMPLATE_CATEGORY" val="diagram"/>
  <p:tag name="KSO_WM_TEMPLATE_INDEX" val="20194762"/>
  <p:tag name="KSO_WM_UNIT_LAYERLEVEL" val="1"/>
  <p:tag name="KSO_WM_TAG_VERSION" val="1.0"/>
  <p:tag name="KSO_WM_BEAUTIFY_FLAG" val="#wm#"/>
</p:tagLst>
</file>

<file path=ppt/tags/tag1638.xml><?xml version="1.0" encoding="utf-8"?>
<p:tagLst xmlns:p="http://schemas.openxmlformats.org/presentationml/2006/main">
  <p:tag name="KSO_WM_UNIT_TEXT_PART_ID_V2" val="d-4-2"/>
  <p:tag name="KSO_WM_UNIT_COLOR_SCHEME_SHAPE_ID" val="15"/>
  <p:tag name="KSO_WM_UNIT_COLOR_SCHEME_PARENT_PAGE" val="0_1"/>
  <p:tag name="KSO_WM_UNIT_PRESET_TEXT" val="单击此处添加小标题&#13;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13;单击此处添加小标题&#13;正如我们都希望改变世界，希望给别人带去光明，但更多时候我们只需要播下一颗种子，自然有微风吹拂，雨露滋养。恰如其分的表达观点，往往事半功倍。&#13;为了能让您有更直观的字数感受，并进一步方便使用，我们为您标注了最适合的位置。您输入的文字到这里时，就是最佳视觉效果，请您务必注意。"/>
  <p:tag name="KSO_WM_UNIT_NOCLEAR" val="1"/>
  <p:tag name="KSO_WM_UNIT_VALUE" val="468"/>
  <p:tag name="KSO_WM_UNIT_HIGHLIGHT" val="0"/>
  <p:tag name="KSO_WM_UNIT_COMPATIBLE" val="0"/>
  <p:tag name="KSO_WM_UNIT_DIAGRAM_ISNUMVISUAL" val="0"/>
  <p:tag name="KSO_WM_UNIT_DIAGRAM_ISREFERUNIT" val="0"/>
  <p:tag name="KSO_WM_UNIT_TYPE" val="f"/>
  <p:tag name="KSO_WM_UNIT_INDEX" val="1"/>
  <p:tag name="KSO_WM_UNIT_ID" val="diagram20194762_1*f*1"/>
  <p:tag name="KSO_WM_TEMPLATE_CATEGORY" val="diagram"/>
  <p:tag name="KSO_WM_TEMPLATE_INDEX" val="20194762"/>
  <p:tag name="KSO_WM_UNIT_LAYERLEVEL" val="1"/>
  <p:tag name="KSO_WM_TAG_VERSION" val="1.0"/>
  <p:tag name="KSO_WM_BEAUTIFY_FLAG" val="#wm#"/>
</p:tagLst>
</file>

<file path=ppt/tags/tag1639.xml><?xml version="1.0" encoding="utf-8"?>
<p:tagLst xmlns:p="http://schemas.openxmlformats.org/presentationml/2006/main">
  <p:tag name="KSO_WM_SLIDE_COLORSCHEME_VERSION" val="3.2"/>
  <p:tag name="KSO_WM_SLIDE_ID" val="diagram20194762_1"/>
  <p:tag name="KSO_WM_TEMPLATE_SUBCATEGORY" val="0"/>
  <p:tag name="KSO_WM_TEMPLATE_MASTER_TYPE" val="0"/>
  <p:tag name="KSO_WM_TEMPLATE_COLOR_TYPE" val="1"/>
  <p:tag name="KSO_WM_SLIDE_TYPE" val="text"/>
  <p:tag name="KSO_WM_SLIDE_SUBTYPE" val="pureTxt"/>
  <p:tag name="KSO_WM_SLIDE_ITEM_CNT" val="0"/>
  <p:tag name="KSO_WM_SLIDE_INDEX" val="1"/>
  <p:tag name="KSO_WM_SLIDE_SIZE" val="915*497"/>
  <p:tag name="KSO_WM_SLIDE_POSITION" val="22*28"/>
  <p:tag name="KSO_WM_TAG_VERSION" val="1.0"/>
  <p:tag name="KSO_WM_BEAUTIFY_FLAG" val="#wm#"/>
  <p:tag name="KSO_WM_TEMPLATE_CATEGORY" val="diagram"/>
  <p:tag name="KSO_WM_TEMPLATE_INDEX" val="20194762"/>
  <p:tag name="KSO_WM_SLIDE_LAYOUT" val="a_f_i"/>
  <p:tag name="KSO_WM_SLIDE_LAYOUT_CNT" val="1_1_3"/>
</p:tagLst>
</file>

<file path=ppt/tags/tag1640.xml><?xml version="1.0" encoding="utf-8"?>
<p:tagLst xmlns:p="http://schemas.openxmlformats.org/presentationml/2006/main">
  <p:tag name="ISPRING_ULTRA_SCORM_COURSE_ID" val="82ADB108-2F67-4B4E-A97E-19ABB6FAC58E"/>
  <p:tag name="ISPRING_SCORM_RATE_SLIDES" val="1"/>
  <p:tag name="ISPRINGONLINEFOLDERID" val="0"/>
  <p:tag name="ISPRINGONLINEFOLDERPATH" val="Content List"/>
  <p:tag name="ISPRINGCLOUDFOLDERID" val="0"/>
  <p:tag name="ISPRINGCLOUDFOLDERPATH" val="Repository"/>
  <p:tag name="ISPRING_PLAYERS_CUSTOMIZATION" val="UEsDBBQAAgAIAJCuo0gOaiROYgQAAAURAAAdAAAAdW5pdmVyc2FsL2NvbW1vbl9tZXNzYWdlcy5sbmetWG1v2zYQ/l6g/4EQUGADtrQd0KIYEge0xNhEZMmV6DjZMAiMxNhEKDHVi9vs037Nfth+yY6UncR9gaQkgG2YlO+54909d0cfHn/JFdqIspK6OHLeHrxxkChSnclideQs2MmvHxxU1bzIuNKFOHIK7aDj0csXh4oXq4avBHx/+QKhw1xUFSyrkVndr5HMjpz5OHHD2RwHF4kfTsJkTCfOyNX5DS9uka9X+qff3n/48vbd+58PX2/l+sDEM+z7+0DIIr170wMoYFHoJ4BG/CQg58wZmc9hcuGC+TQgzmj7ZZj0PCJnzsh8dsotoogELIl96pGExkkQMusLnzDiOaML3aA13whUa7SR4jOq1wLiWMtSoErJzD5INWwUjehS5oUzTIMkIjGLqMtoGDijWJfl7S8Wljf1WpegrkKZrPilEpnVCRljn9+UogLVvIaMQvCq1xJ+qXMui4NO1RFe0mCSsDD044QE3m7HGZEiQ17JjZqBKBGOSQQAJa9E+QjZxGaZFUdYqWEIUzqZ+vBmxoSpXK0VvOuhdswJxGAuii4pyBESQXbF8TKMPOM0UIU4uuFV9VmX2V5+PAxUFzAN3BBS0GUPwJnB2AFDjCXUjbIUad0FNiNxjCckGYfnkMjAu3CIRHgKdDsdInFBYqAIibtkAnxGJ9gkvKHYLv93/Eq5SWd1i3iagpxx30bqpoId41JggWVadTBMTUw+LiBsFPs/oHGLCt61q5XcCLCjzETZqQgqi0s8k0UfF/SP5ARTn3gJpJUXLhNmS57RmPNbVOga8WzDi1SgS5HyBnL9Fp5lMrPPTJyt/k+N/BvxeltVXm0LUuCR81dD7dmrYd8xq6nAproW+U3dpdo4bGv+Y6wwOf1DE/oc/XH6Y5cEOKLh80Smknmj2qr75PjcWTY0Rp1GPNFT/aP13JbEbW0dUyhYY6n7SxDopqZ/QANU/aVocAKK5m2JhhpOi6sBOoNwCxBo9FiMM3DVngln4MIB8ksyjimD2WgpLitZd44dlo1tgL4f2hTmPCVqcU/GS3GlYcJRgm/a6QO6kI10Z0AfDDd7rYJR5oPJAQCu2uQBSCVzsD/rgbmYkZ0H2gK/d5KlblRmyavktS3y4NsmF9+OTVelzu2u4tUuedsmc/wUK9rDRa3S+YD2f8e/3vF5QL/HRykmOHKniYsDl5hB33BV9RQCChhX+CxOfDw24sCFnNfpGprplW6KrCdQO6t75AQD2PbMseBluv7vn397YnxlSbuLtru/DwIBYpsqSO7A/gx0Laq/ukAYHu/L2UUfqe3dZifX86rDKGThs9wheNtacp3D1kG3XkjybdAwY9idzoAHsU173ZQwug1BmOHoFGqZncKd0YyX11AImdZqEIp1tUnAepj2++tlUytZiCGyT2sl5sCMzhPsefauDeRTMr1ue2YGN4p0e+lWcOnuC+ZOcQB19is8kcl6IKBtTbsqBERv1/c033zbqe5Wlf3D4vD1g/8v/gdQSwMEFAACAAgAkK6jSAh+CyMpAwAAhgwAACcAAAB1bml2ZXJzYWwvZmxhc2hfcHVibGlzaGluZ19zZXR0aW5ncy54bWzVV91u2jAUvucpLE+9LGk7unYooaoKaNVaQIVt7VVlYkOsOnYW21B6tafZg+1JdhwDBbXr0h+kTQgRn5/v/J+Y8Og2FWjCcs2VjPBudQcjJmNFuRxH+MugvX2IkTZEUiKUZBGWCqOjRiXM7FBwnfSZMSCqEcBIXc9MhBNjsnoQTKfTKtdZ7rhKWAP4uhqrNMhyppk0LA8yQWbwY2YZ03iOUAIAvqmSc7VGpYJQ6JHOFbWCIU7Bc8ldUES0BdEJDrzYkMQ341xZSU+UUDnKx8MIvzs8dp+FjIdq8pRJlxPdAKIjmzqhlDsviOjzO4YSxscJuHtQw2jKqUkivFdzKCAdPEQpsH3oxKGcKMiBNHP4lBlCiSH+6O0Zdmv0guBJdCZJyuMBcJCLP8LNwfWnq17r4uy08/l60O2eDU573olCJ1jHCYN1QyE4pGwes6WdkBhD4gT8Bp0REZqFwSppITZScs05d0ZDJSD3hRa0UTpktENStlKN/g2XbZDcxWgEgYhZhI9zTgRG3BDB46WytkNtuCmq3l6VRIAF7cnQeR/fm/fZiROSa7bq1oKjXc7jxjdlBUUzZZHgNwwZhSB+m8JTwtBqcdAoV2lBhfYxSAsOFiecTRk9KnI6B/yToSswkVrQhF7NBDPewnfL79CQjVQOuIxMoLOBzrXHrz4LOCNa34OShY9b/bPTZuv6tNNsXW65AAmdEBk/ExwKztLMbASfzJBUZqEH6YiJ1awoCuW04JWJrfryMmieWuHL/NbFWIHeYEk2Y+U5hfmrB6XNJmRSDKIbrgIaRpBDSTwmMGJYF1xaVhYwJhIpKWaIxLDWtBvrCVdWA8UPsIfWL/fQ6yMui9MYVhtYzCnLS0Hu7O69r+1/ODj8WK8Gv3783H5Sab7we4I4c37jnzy58pdr/+E2DAO3pR9f2ia3/+bO7l20vpbJa6d1OShV0la/FFy3jFT3cxmpC/+S6a28YEq5AEtp7IcM1pLgKTeMvmWLvaBNXvVu9z22mTbZYMyvGY3/JmR/Wl4T1+6FYfDoxdVxUi55ColwK3F5223s13bgpvkoq1IBtPX/Do3Kb1BLAwQUAAIACACQrqNItfwJZLoCAABVCgAAIQAAAHVuaXZlcnNhbC9mbGFzaF9za2luX3NldHRpbmdzLnhtbJVWbW/iMAz+fr8Ccd/p7pWd1CExxkmTdrfpNu172po2Ik2qJGXHv784TdYEKPSwJhH7eWzHsc1StaV88WEySXPBhHwGrSkvFWq8bkKLm2nWai34LBdcA9czLmRN2HTx8af9pIlFXmKJHcixnA3JoQ8zt58xFBfj2xxliJCLuiF8/yBKMctIvi2laHlxMbVq34BklG8N8urHfLUeDMCo0vca6iin9TXKOEojQSnAlL6vUS6yGMmA+UhX9jOS04c6f/sD2o4qqi1t+QlliNaQEuIiXy9RhvHceI9fZY5ynqDhrzbQL59RBqGM7EHGzu++ogwyRNM2/9MjjRQlFjTmnH/Edw4TpDDjh1ldoVwk4IUw0MVXcOWxd70LQO5rOPcpjqsU7AnrerAQ8NEzBgstW0gTf+psqhJvj6028wGLDWHKAEJVD3oyST+RVnk3sa7H/YE3yovQl9P0kFfB2hpWXcKBu1jf41erW7srQqfvuiBDCTunDFLslT3yt6nrETJQ9shnRgt45Gx/nMGhqSP5R74l7jnP199YgRNzLJzVn7wVIz3g6KogVafwmFoUsFCYzgutAd8tTayuSyk5yinlZEdLoqngvxCX7e1lVJocGFyvne6sVFPN4FTD2RzNmg7LZc9xPzpr3JDdz0J/ue480WaL30yJ1iSvavOzpKYTxzNjYgozTU4zcE8aOMh7vhEBx8YeItVEbkG+CMHGhuFCgxrrXnTDNQRPk6AGaXK6yqlzcqr8vK0zkGvzahSUr3Ks7IAVLStm/vQrhTcoDhgD1o6qK+OPE/rel4HCNQEQmVe+a7tDZ6lbpimDHfjhDxT2ykN3S5Xp0qGGW+oH2Oiw5ZxmVE+6XdH3SrxDAv0J/KtJK3J8YBnR9ppkyt4smny/hvtcosXs1xk2X7jJ7Nn1UuTY2I8raJT47+Q/UEsDBBQAAgAIAJCuo0gqlg9n/gIAAJcLAAAmAAAAdW5pdmVyc2FsL2h0bWxfcHVibGlzaGluZ19zZXR0aW5ncy54bWzNlm9PGjEYwN/zKZouvpRT56YjdxgjGIlOiLBNX5lyLVxjr721PfB8tU+zD7ZPsqdXQIiOnUaWhRDo0z6/51/7tOHRfSrQhGnDlYzwbn0HIyZjRbkcR/jL4HT7ECNjiaREKMkiLBVGR81amOVDwU3SZ9bCUoMAI00jsxFOrM0aQTCdTuvcZNrNKpFb4Jt6rNIg08wwaZkOMkEK+LFFxgyeESoA4JsqOVNr1moIhZ70WdFcMMQpeC65C4qIM5sKHPhVQxLfjbXKJT1RQmmkx8MIvzs8dp/5Gk9q8ZRJlxLTBKET2wahlDsniOjzB4YSxscJeHuwj9GUU5tEeG/fUWB18JRSsn3kxFFOFKRA2hk+ZZZQYokfenuW3VszF3gRLSRJeTyAGeTCj3BrcHt202tfXXQuz28H3e7FoNPzTpQ6wSonDFYNheCQynXMFnZCYi2JE/AbdEZEGBYGy6L5spGSK865MRoqAakvtTAagaeiiPCx5kRgxC0RPF7MWqLHzJ5yATE43d36SFr8CPTxxgnRhi0bms8Yl8W4+U3lgqJC5UjwO4asQhBRnsK/hKHldKORVmkpFcRYZASnDE04mzJ6VGZpBvyToRswkeagCZsvE8x6C99z/oCGbKQ0cBmZwFYFOTeeX38ROCPGPELJ3Met/kWn1b7tXLba11suQEInRMYvhEMJWZrZjfBJgaSycz1IR0xyw8qiUE7LuSqx1V9fBsPTXPgyv3UxltAbLMlmrLykMH/1oLLZhEzKg+gOV4mGI8ihJJ4JEzEcdy5zVhUYE4mUFAUiMTQq4471hKvcgMQfYI82r/fQ6yMuy9EYbg6wqCnTlZA7u3vv9z98PDj81KgHv3783F6rNGvhPUGcOd/DT9Y28UUjf9oNw8D1zufbsNX5v+rCvav21yqZumxfDyoVqd2vhOtWWdU9r7Lqyl8bvaUro5IL0GbG/thAoxE85ZbRt9w0ryj8+vvXb4s3KvwGo1i7ff/fIPxo8dxaeV+FwbMPwBrIVx/TzdpvUEsDBBQAAgAIAJCuo0hocVKRmgEAAB8GAAAfAAAAdW5pdmVyc2FsL2h0bWxfc2tpbl9zZXR0aW5ncy5qc42UTW/CMAyG7/wKlF0nxD5hu6HBpEkcJo3btEMoplSkSZWkHR3iv68OX03qjsUX8vLkdewq3na61WIR6z53t+6327/7e6cBalbncO3rokVPUWdGJAuYJSmIRAILkOJ49CTvzgRlzKQznZcfaGtqfkzhP0suTB3PCAtNaIY6XBDgN6FtqMM/J7FTq2tfU63R89xaJXuRkhak7UmlU+4YdvXqVr3EAFYF6AvokkfgmQ7caiPPjg8DjDoXqTTjspyqWPXmPFrHWuVy0ZZ/VWagq0++3gP9p8HLxLMTibFvFtIw8WSI0U5mGoyBQ97HCQYJCz4HUfPtu/UH6hk3CwroIjGJPdKjG4w6nfEYGl0ajjB8TFZejW4OMJqchY3dE3e3GB4heAm6YTW+x/BAleXZPz5gplWMHWmgzZ6fUKH4IpHxIXUfg+Twsmjb1r1zoe76Y+Y9IRU8oRX1/NK22RGChgCtN5aOeU2Qd0rZCUqURA5FaNS0Kug5YsM5gvvPLuPW8miVVuOhGo5VG7heg54pJarbf126Z5irs/sFUEsDBBQAAgAIAJCuo0g9PC/RwQAAAOUBAAAaAAAAdW5pdmVyc2FsL2kxOG5fcHJlc2V0cy54bWydkbEKwjAQhvc+RbjdxG6lJHUT3Bx0lpqmGmkvJZdaH9+UinSRgEMg//F9PyQnd6++Y0/jyTpUkPMtMIPaNRZvCs6n/aYARqHGpu4cGgXogO2qTNq8wKM3ZAKxWIGk4B7CUAoxTRO3NPjYQK4bQywmrl0v4ukditkUw6LC4pb2L/szgyrLGJPX0XbhgFW8x7QgjLxWMDsXjdxi60D8AhqTAEyqwVACaH0CeAwJwI8rQIrvm+ekRwrxo2KQYrWeKnsDUEsDBBQAAgAIAJCuo0izv7NQbQAAAHIAAAAcAAAAdW5pdmVyc2FsL2xvY2FsX3NldHRpbmdzLnhtbA3MPQ6DMAxA4Z1TWJ7K0L+NgcDGWFUqPYAVLITk2CixqnJ7sr3h0+vHfxL4cS6bacDn7YHAGm3ZdA34nadrh1CcdCEx5YBqCOPQ9GKR5MPuFRbYhQ7OM6cazi9KVb4zF1Ynr2e4RNuPFu9DcwJQSwMEFAACAAgARJRXRyO0Tvv7AgAAsAgAABQAAAB1bml2ZXJzYWwvcGxheWVyLnhtbK1V30/bMBB+LtL+h8jv2C0dA6oExJDQHsaE1LHtrTKJm3hN4sx2COWv39nO76VsSHtolZzv++58993Fv3rOUu+JScVFHqAFniOP5aGIeB4H6OHr7fE5urp8d+QXKd0z6fEoQGXODYCmyIuYCiUvNIDvqU4C1DNgYEZeIbmQXO+B+xS420gnS/TuaAYuuQpQonWxIqSqKswVIPJYibQ0JAqHIiOFZIrlmkni0kBeg13pv6Phl4mc6H3BVA9Z6LcHrklajmfFByTVEgsZk5P5fEF+3H1ehwnL6DHPlaZ5yJAHlZzZUj7ScHcnojJlythmvktyzbQ2SVjbzNcrvjjPPSXDADmHTcaUojFTOM1jRByWTID9bUpVUvOoAa3hVTte81q/jXnfNG62c6RzLsrHlKsEjvqQzjoJ9Mkwqp/Z61oFPTQKujVMyJPsV8kli+zrt1aM8wVyAVvF2TyxqkI4gKdbGmoh9zcAAxXVHcRt07BrGraglgO30dcdBWpuu2VUl5I1pZr5Tzxi4guVkhpZXGpZMp+MjDWWDME+cVeum9Q1xE90lp7+Q2+M36g1P9VrnbGA/9GYT0DU1oTnEXu+5eCjWQY11QyKbWxYFyk2MbucVPmY9XQ9MLkc66bARTxNZcxgDCOqKens5BCUSarAJSzlCNs7OAhOeJyk8NOTDOPTgzQZlbtJht7BQXAqwt0EtDW3ZSTjOo7E1CrIJxPrxA9LpUXGX6w8B3tGr6wOXxu55ui64O3B2fyPURzEaAZziyZWl3nq7avm8N7MqVadz6ZwloFaYR6YLgvn1cxCWYx8IralZapv+jk1+7AHHeU8NR3TXN9B76Ja8xfmVTwyX7rF0tQkYUYzAfpwvuwxQD9huwzCW9OhiFuRN3XAmNg3928r2mz5unWu64c67EMNnzirHMbN1EdQRyxFmUejHuKi+4ioFHbatWTUS9kWbrQ4AZGKIkDv4aG+88XpRXfls8VFg7V53bvALpc3rPQ64U5BpNZ1exG/3g3w+BtQSwMEFAACAAgAkK6jSIyYS/o+CAAAjyAAACkAAAB1bml2ZXJzYWwvc2tpbl9jdXN0b21pemF0aW9uX3NldHRpbmdzLnhtbLVa627iShL+v0/RYnWks9IqXMwtK4aVL01iDTEc7CQzu1qhBneCFdvNsRtmOOLHPs0+2D7JVrftYBMgdmYWT6JxddVX1XXrCxnEL16ob2LOAu8Pwj0W2pRzL3yOh39CaLBkPoumEY0pj+sHyqMXuuybGT4xQQNqzEnoksjVxWg8bKCR/KB+T+0bfXhra+0W6rVxC/eRgTs6jF0rxrWiw5jRauqD+hFEghvRJQ35adRBvTD6VsAMYxpxM3Tp96FS5M4PFWdwExHXA7542G2LZ59p3Rtt8aB2s9Pr4H1LVRSli/SO0TQa+17vuqc2EW60Ow1lr/VbSktBzU6ned3dN3utjgJvo+suoLTxdRe1e+12y9i3cAukkapqRkvf95TrZlMFbbh/re9HI63XaKBms6m0jX2nq4y0BgJuBTBUpS8cqBiKpnT3qqY2+woa6SNt1N5jA3f1Duq3cLfR2Lc1TWk0Ds49zC7vrgO19HQyd74DeDIEJ0dFbtVPJNdguYkiYHZosPYJpygkAf1UkzkZcpmx6NclW+/+UksTVCZzxp7ZVaQmRCALsOEJrEFdjmRs0q58YeTpyHM/1RYbzll4tWQhB6irkEUB8WvDPye5k86sjCTb0qiK3BNZ0oO6nvyUFUt1QT7Dc0loyYI1CXdj9syuFmT58hyxTeiWMnO1W9PI98IX4G5c93R8UZHvxdzkNCjYh/viKS+2hnjGVJjXxeIpJemTBfUzjQ35qSB3UPm+R45Et17scSmqNsVzSXRNnmkxAH1VPJdlQtBSjFpPPO8LcfqdA7siyr91kd0nOxoVlSTt8qIUW2/WVfNpHbFn4eyi3PuBfpXzGXSf8FlY2BBPKSExQaGwVJRSt8n5G0eM6etxLxkEoAWCm28uKUlCTrW5PrmbqtbX+XhyM5lr5k1tqCdViURZ/trq9r83O13oXKlcSST7Th2Pi1hIgnUa5bAsZzYZzwEQj+cW/uLUhuJ3ZdHJvTM2LVwbpv+pDDCd4YfaUPwuI3o/m2HLmdtj08Bz055bE0f6ZYwdbNSGX9kGrciWIs7Q1qPfEF9RBO3ZiyiKfc+VA6Jle+GGltBnTO5U05rPsO3MTN0xJ1ZtaLMo2v1VIpMNX0HyrEiMXC8mC5+6Ui2kiBxf51co+MdXHnCygHjhVRntM/XRtG7mzmQytufYMjJKbYhDFxkREZqqA81UG88AIyKwjn9MfC6zTyIg1fcrg9yaN7dj+HGEIbfe88qHH/4Ba6YYQjKlYQlBSBw8g6yz7cfJzBA+BIWIoDWJ428scgtJkw9dCWzT0ieQmrqTw3cETIYNgffCJaQOXfISeHfYttUbPNcmXyDHoTYnFYUmn6EkP1cU+optqCFslxCz1AfzRhUVIcowK5CsBpdE5Lu/Q2S5BDnhza3HNjFQhIehTGQ1xleVNdn4t3sIpKmOz1R7AgzOlm/P3paCKZELy1wJXdCGdGyI7Prt3vzHfKSaY2zMId2MyePckV1SKA3IDoWMI+JuSbikaEGXZAOVsIMx13PlmIi8NOH3jfcHIjztP7+krcsy8JdfPmBSoeGdsAz2y6AMtilr/p524bZ0Bh80ROT6WSvKOODDJtg6ttSZOfk5IYq9YOMnXfpnBOrVuKrBeteOH/dX+bD9H4yxkxasmdDRNI9VEsKwEoslBxZPv5KgaY1AXXpYhIYvTqiVAKxJimEx9AMwD+C5giEP4NFqEI9Ys00HNluPdCFOHyWEZa0mUTsdb3FG9Ckc0F9LdUGfGOyXfEq2yUYG1i4Z/jJRzm2VCkuLYzpjMNwCzOckqQDV9wJxhioHe3+HM1ckq0FhPo9s47uyun3vRa4I4OdNQN/uw54iFkiqT+Isr5NF6e8/aEgyxVmid1ptA/FaoKVjlavPH4qYjdWZfjvXVUvH4kQh6tkvLwfVIXwyduz5WNUEApRJQPhyBavwkzjnlcdKTgQGHqmAl07epiRarv777/+UhzmyJ6GilPq3qjhQ/KJr4le8f1qM0/hfJXAcVSuKypeSgumBKhMtf75yTEjQn3JkIcmyFLBAXHGVUg0lkIZRdRxVv72DKrFlUbBNBHvBiiB36uwzND65168N70j0Ao3TYcyvCiQ9L3KTV7bhcMTdcN8LaUXxH16JxOQdczpXDUOe/aFGfW/5kiy/Lhxg0ms+5LPnKnj6rWpBdz6CpK7Hq2PKxS3rWtASkvdDQ9ieXOteCYcLFZ9AD+eF+5mQR8yfiputt1e5wCAu4iCNhzwSR/rsLc8Rr9i3NHbDJ+LHwJYnHbNOwYap2CymkEXaMfdM1I6bx00px4wPzId1QU+mk4Mu0o+ldF2TN795Ba+0N5bDMSsdypl+IB7zW/Q7f8OfIx7z22JNmcC57q1Nx0N50ew6TiNRnl4mdsBDQ9mlUp7srcgjLBiLa9k4N5GUUOQMmEuHcm10vICm5SxoeYPrZywehK/blzshs9jJacfia4fCwCF965fzd8A97tPzyS3nASWYd7V8P1UBKc+pEki+Pjh2RkJFfLemn2pwECHLlej0cQ2lGJ9qwp3JNzTn5NZZPxPtLCcprbksGsh+Ltt5JZWh6OLVVLGk2C8LDepv/DSoX4rQIIU9H8BwEyxohCEHPOhyaYSKxDz7KrsKe5A70iO5M6N5AL4C7BDOSFkl5AiFxJLbqqxakpf8OOwtuefTLc1aVY6Qc87l+Q9iqI7Lya3yMX3i+fROKZWrIO11h1ws9sAc/ayUPJHllRyNVCw6ThaxnP2JbpUtPgcbTyxHWZsW6Z7v0IwfRb1+QhXwnvP+oJ5fZqFHvfmW9ZgGooB39m8O/gdQSwMEFAACAAgAkK6jSCqKN+aHEQAA8GEAABcAAAB1bml2ZXJzYWwvdW5pdmVyc2FsLnBuZ+3d+VeS2f8AcEszJ2eizcwsbZq0xQXUGjMXWmzSkXKd1FLR1GwzNTMUWVKnsUUldcpdmlzaJW3S3MAlJdSgCZXSlAqFEJUQkR0+9J2az4x+5g/4nvNwDni49znPva/73NUf3lzyOrDvm0WrF2lpaX3j7ubqo6WlA9PS0o7T09WkqHZb7tP8mRfvs2+3VhV1DVfzRSdq1/5dWlrVOH1F2ALN969i3QLjtbQWt396zyPH3I7Q0gq74O66yy8xZGIIfuVBpJIsUOajtJzPH9AGteV+tHya9SNk04+uznrL59ssmXgGKf/ouv5F2jL9+Xt0Lnl5KrRTkJWBFJlobZNiSH7uQT2fdujRUcI2JuOX/fUcWml9FaOnNIlP6yE+LlBIpume9vxm8TC7BDFcL5Gyi2Jk3K9XhZ6fp/v3j7c/rF6lLDvkti2bizvMgrpI3qYZS7uuuNw01P4a0qL194/7Nl7REYoneuamWEV1wM2Vtv/MhrTsTNbucxsjP6BB1U3KsPt3YCb7MiNmlXcjPeWEWd0Y72xQIk4fQZss+Gf2+ZRI7b4fTyuVfKwhDFY1p7rnU8Df+FnUV1ha5ZlFjWTMzv8QuRPivcTAVXd2Rr7REliTd2LZnPvNay1n/PwsogdtN0tz1fghxHvpT3Nv9RBCuZezjNMzt+yWNte9fkuNZpfR0lbuv9R355D97Batn6e/3MB7b8ScOunnNm3ZHEfNmG0P0bWE+bkaZM++XpOMNLBZ0AsgAASAABAAAkAACAABIAAEgAAQAAJAAAgAASAABIAAEAACQAAIAAEgAASAABAAAkAACAABIAAEgAAQAAJAAAgAASAABIAAEAACQAAIAAEgAASAABAAAkAACAABIAAEgAAQAAJAAAgAASAABIAAEAACQAAIAAEgAASAABAA4v8RIkXaNvKI5jIo+R/RAs+nqO1ju8MS0+bG0dM9bb8uP+BVwCqb2WEBW3rOh77PbDNeMCeioJ750YNHD85OhcT+e/v+W/I12ObIOXV9dh5MmWc+v2zn3RezylirKTr1Umib1uwq+QucYS7SkdznHuDm35OmKBvtcU5Tz9gpC0221+NFZ/q6/cFRzU1rx/IY3qP/LNDaHqJEzayA5gXLbfs4jSJhHUkZPe0Q06wSbWVxGSrMLUkiWVUMDclHSd6lF5mqJeSNhm7WjU3IJN7oTFa7qck/YynCtflE+SRFVaH+dtdNF84DRjTlnDO1Hu1CYgedgFSzRfAdeGk7K3TqTTyt5CdLo/TDYARy+0kT9QXDkFe9tG04ebupKlZIdeSjJuLgaFHfczBGcOUKnuYiH7/LecwWC7d3Y5c0CTqN4SVKPlYtH6RikGBRYiP10eSpN0yoWkobNAE3M4J/qHovDkAGmqCn/3geSeD8VlqFLDi6t3Zc/sJROE3N//L0c1JkHtO+ykWXtnmHcuNKk9gFHTQzXtz1Ulq9S9PkzN30ZXEQB8bqn8Din0jVjI3ViKEERsfG7pOl4mbxsPwx+d4rH1IIvphBi8EIiwzVjWxpUnG7WuveI4KXT5SqmY/mv1cz6g9KViG8QY3yyUZEZxWyAVmMHEA2xYFHb65/qgcWqfMmTxVlC2rWTiUHzdT08g4R9gS6XG8OB9PvP1uMPRxQw333V4Wpr3cqR4dYOCgmPLz14hoPxNkqm4iJ7mAE6hoz57vF5ifhL3xRTWZOlHbe8h7ZyBMVYj/kTiSl1jP/pDdEuSHhvlZOXgdrUpzO0PuWpTgR7J1drkrW+UXw8HJ4gr+IaVDfWZL51taE4JTR4b3gIvf9iDFT0tn/wbb0XF42GotDru28ya3JqwjhvJMGtI7suH6cfCg7ST7An+iud7D/3K+2m2mLmq08BfG99zAF16mKu1iSLwqTwPDgPJx5l0opZX6VhOK2DbR442NppJHwQbPA/CCmqSWrO6hS7BX2myrZpGbLhgzRvguEpXu3pMLwmMTbXjbwKxlmf1TZU4N/mFE6j4ktbnmAuy9u8QAzBxBbBk34n2oSkL12akfyAC/58Ll+auGXDm7nxRx8vwJaDe3s/n26NjaDKewt5QzwOTVnD4piWyNoobaLEdGQO6RWPBZ7RbqgbyM3vOMhe8qJGoaFnGpsXApjC0JXw2oXXK9Pj8aRVmw4Z2QEphNJ5IG8SO6o49PBhOblziOR07+nNzs7QDnkz2Ph1rEbRCeWOZaZIyW/9kDEBpvmMbnMW8StUVzLfqcgSH1laM1Esm+G/t2rPiBDjyoxqMBX37wxQ8+cp349tY0/7UQVEUscYjjPP98Q8bJlv8r81uDNpy8DmdyrcSUkrJJO8eBUT8e2jqxOdUdvplbx432qy4mGXYUxeg1nC0xKlWF+8IN2mX50fpgPyUXJwFUy2yOQVJGZHx0rPYYC5coeC5RenSz4jDPM2u7MB371TGQ1hKJITI4P+WsaPG6cOPGYMYDanBUja1CCA+FYpSjtJmWtvnnRa9zx4w3jYekr7oQ37TksNHPIU8Y/EF1KWpArIIz0qk/Lb6XjBDUIbGkC1cCmU1xWgHH368hpyFt06LsTmedtlZUE+q07HLvM9QY7Kj3tQJvoQritbduBqWQYicsrzBvtTaWYqj6mP8C29MnTg/kLG4pmZPiZhdGTZOXnKRetm6UkbDWZSuLa4M9RXtlg+b6o4XTVycJUSop+ruznxAbXV7pnGXmHMsAdd9I9sdbOpAr7+SC4OusJtYE4UoHJ2mlLJazvSAyw2tdJ8NQUe3EzS1CJsH//g/P93V2R6vnPX+ad6uu+rjJhFRH7u5vZkfWWA2tObEniBPJ7hzHyiSunGya4OrkiIqjZ3pN///NC9jbomzVTnnoM+JvnWNWYP0k2Fk6XPUmSfTSEo+KEvb6e0RiVEM+cEfBqOb6kGYWQBkddaJWohbgkXlJf+xg2F1fGi8ubtEBjRBKRZk7Yjh4Q2PbzvEkhBHoVo84khOMPwpeGK5HOTJlItiaUQecnr2SNOo/IC/TMF+rmml01mQQZ6bocVmYRhwUYGfcWPLOH3f1IFtP6dPDXus1/BdK11YxVi5mvtFnH2XABRJXsmibLT2Dg7Jko4T1mMoPVC1/cz9/mMlmivpLDJ6lVHblZq7KbrD1ijCnCQjx561u/p7dNWYxOeOLp5BKe1A9211S0A8eoe++uXMWpFnqpxeeDecLHBBqRSXOFLIWttBh5aVySLtc+SWmJ5D+zTiZvyn/4OKK73Sjs8/p3J6VuGMm7EWCrSj2NWgY9uITuOb4PUoBZBo9jaSY+otVZGP7oILkdq+TBwSbYhuHbHF/olsL7mfPo5MPI5FecpCwcgycy9iRZ5AfNKMj0Xl7wHxE6ZUmrVnMcm9PQIZNS+q+ZFcICaJCmPke2brbF8UHVe1IpAb/2qBGDwojMbX+F/a1LuSfxj6u9kFUtu43bVbcgVyaCqgS4ugfW1zXXB8NYbh25Mm/4+xrPDQFTJJqwWLWAc9FVrpMrayY7ZO3tqh19Vp3q/jpgh2mr67pL2eW3nTB8aHntECm07Wex/l9jLGHVq416Pfijlk5jy8Uyh91uVusrW8tduKZMRLhqe/idmuj9zpk64ddsiWqK3iIhmB4oR1qVCAY4dnAkg3cIfLikVaKyEDVYod2pKDPb9d7OE2erbZXKLAPYmPhT4Rv0zDUrN/R7kmIUDN4Jw/YT+tpfts9IVFc/nNgJCSPdQxPs5X9WJ4iQgk5tqQ2tsTqbEROww+U30+oyk7rdu9HqHG5eXgaccAyidAjGZbzwUTsS19wiRkQyGeGUQRcawjKykxdM4FRdoCgSHjBOypIPkFZEMfLe6JnDMazOzW1JrQOih2jrRKfny0oFHy9/e0GkkvOZTjOvwos2lia+r8WDoIqP7EamcrKDpbeRIV8cO7EW2URvMGwd+X2yfTBd/mWHVHTibfY+k9eO32fgAjn6uVLSQTt1TvFSEDsulOtxZkxchLHrFYxuF2LdzaVrErkhuZxtzril9p3iYCO4jx0839JZfdkqPNhWrbJiHccZwLo6X0oD8i0tYS6yD2XPxSS1cv/e7NQGHofuCUULtoueiLZyW5NRWLcE21g3SAGxzITeGUwj0AuQwc2gsC9bKeLpt9f8Q+pzQs+8tl8zpJlSO/Ne9qivFW9jPjnb4PdaFLnF49sjE26hE8LXM2YOopP0C89qwZT6cSmj5qhr+fFNher4HvIi88jv0EWC/fCoeRX9G0AukrcV1RGrvcfieMdfpoklqvO8iNAJR7Y3h9x2SpV1CCI4R+dOdPK6HP9cJeRGiZrdH+iyuUf31WD1j1TJqnP3rc9peoXTzYxId2cVqqJmhvWBt8hcJM/ALk48DCnAuh9QIhZky8YyZDUVAmevMWkGI1kFnr/2u/xfL6GHS3Vy3SFJrEx7a2Ivu0azkUgfiqc5F2meEaKIpJyIwZS+NlKw7Un1kpcWUAR+V3PaIKeke/p4DmJatPiMYnn4YGnVsM3h/HFxa/tv4g/cks8V/bo4LcVTs2U98lU26usd6DeyDeqaWG9TUwarR21WtEiLZdzaLxxcCeok7MeSLn/FYnDUT0/LdlgOecoUnTwbKE72snjpnrG4sXeNIcwdBNmVP5CSabxX1S1jWpQs0o2FAmXuYyVY6Uce4Z6qdQ6CFGiG5NEqkbMH27vcWuyJldE7aDK1MB06/WJPEV4xsvEIpaAjZ+mTpzmjob/THPPQaZR82UQheJG5i5djb9mtqIufu17M2wd1wwOO+ePLDQ6MHr9+Ct/VnVQCJvMIJKK/5Z1HTeGaXRHo2IQTV7MNbpREZVfuKl/0CuXgQ/oeXVwoRskHmSthOrnGjX6BSHLj9EceMhmOdHBSsLGxI1lDNp8b52ttcPO0T+OxmhF1g4s19BqTU88pHXS8rmf+iA8/w28WY6Kda3jdp9gWuTFo3mHNmWB9/riksoshWhzPBemBxPNWfNmSv+hu0Uyaw1sKLaXEKly35zvxHaxBFBPcYcQ5FmYr1fGEcKXOASh3KlfTS4j80DzV+Y8fQ0zX1ceIv2w9TDGSd7uYtAgmzoPfS7cqIPmCGSUSNBMtHkrrN1tp/oj0DfNTj9Y0rkWuVGwjMHPgrD2kk8tamLuHyO0fQFSJki2V8969czl25MtgkRnd5odVz4R3xWObzJgclewBWgpPnnhsIX3T0haxbP8YfuHwzH44HCMdJdx0V6qjmdOPVUlhmi6d9Mvy1hFJaznxXOyEYx3alP+C4Bkka+9ol6NjR6lDDn/W2Z7ckoByauCTq/2lZz2OEqbEO/o4Cdfwhk81z0dVKVm1kMSOwasVHCgcBbo8jTdQURHER1IRAWuVX/xODJF2w1Vnwkn8Zz9duGGqeLtwIeN1uOe3vIlGDK4Cuk7zvFAvWNZDZp9buVx3zEI7S1DPvuNEk5Wu9YjywcVvAfNtQrIaWBV2biYmC3PjreJPWtBxmOmy5+0gaNOOwl5WP31D+mRcczxfs1f85eMqrFufsOkywXM8cWNIFP/KlyUoNyVcbTZsM3/nlBMDRU2uwtMIDunhCrMTa2DUpYFnYj8Fy68k5lE+9WmPMsp/p6yS4T8Sg5WtXX8/KHKO3VDdnAginXhfc+zhTPxwvAKFibZ06ITf7GwtH96UJbLvOLl4PboYrZqpn++GhubKfH6WMaV5HxTjUdBGiW0WMj/gPehyvCKtrbvH6r/HPn9tzrR0vJCGpdOSGkmqS/LmVPcp42IhizjVZVG0zxR91lf95uN0lPKQ83gx3B7cCF03+8j/KnonpEBJb3uYmN4654Cr6eFHNrfPSbbTZNgvilkx5ywOAZmrZQzSmsv2X+vO/fEAj/8L1i9nqs+tG970b8H6RR2G8O1L/se9W1rydO9eezOg4Kdfu8RX8Rx32s25IsowsxwTpJlzBJo+ts/dZ/mcf3DceJBy4jsW2b+1HPNOs+Dw2UIaNCYZ8mNhYdfs3yeAavftvnsJhlWYFhB7mn9T60K1NC/3vQdcq3aHpv4HUEsDBBQAAgAIAJCuo0iV7pF+SwAAAGsAAAAbAAAAdW5pdmVyc2FsL3VuaXZlcnNhbC5wbmcueG1ss7GvyM1RKEstKs7Mz7NVMtQzULK34+WyKShKLctMLVeoAIoBBSFASaESyDVCcMszU0oygEIG5mYIwYzUzPSMElslCwNzuKA+0EwAUEsBAgAAFAACAAgAkK6jSA5qJE5iBAAABREAAB0AAAAAAAAAAQAAAAAAAAAAAHVuaXZlcnNhbC9jb21tb25fbWVzc2FnZXMubG5nUEsBAgAAFAACAAgAkK6jSAh+CyMpAwAAhgwAACcAAAAAAAAAAQAAAAAAnQQAAHVuaXZlcnNhbC9mbGFzaF9wdWJsaXNoaW5nX3NldHRpbmdzLnhtbFBLAQIAABQAAgAIAJCuo0i1/AlkugIAAFUKAAAhAAAAAAAAAAEAAAAAAAsIAAB1bml2ZXJzYWwvZmxhc2hfc2tpbl9zZXR0aW5ncy54bWxQSwECAAAUAAIACACQrqNIKpYPZ/4CAACXCwAAJgAAAAAAAAABAAAAAAAECwAAdW5pdmVyc2FsL2h0bWxfcHVibGlzaGluZ19zZXR0aW5ncy54bWxQSwECAAAUAAIACACQrqNIaHFSkZoBAAAfBgAAHwAAAAAAAAABAAAAAABGDgAAdW5pdmVyc2FsL2h0bWxfc2tpbl9zZXR0aW5ncy5qc1BLAQIAABQAAgAIAJCuo0g9PC/RwQAAAOUBAAAaAAAAAAAAAAEAAAAAAB0QAAB1bml2ZXJzYWwvaTE4bl9wcmVzZXRzLnhtbFBLAQIAABQAAgAIAJCuo0izv7NQbQAAAHIAAAAcAAAAAAAAAAEAAAAAABYRAAB1bml2ZXJzYWwvbG9jYWxfc2V0dGluZ3MueG1sUEsBAgAAFAACAAgARJRXRyO0Tvv7AgAAsAgAABQAAAAAAAAAAQAAAAAAvREAAHVuaXZlcnNhbC9wbGF5ZXIueG1sUEsBAgAAFAACAAgAkK6jSIyYS/o+CAAAjyAAACkAAAAAAAAAAQAAAAAA6hQAAHVuaXZlcnNhbC9za2luX2N1c3RvbWl6YXRpb25fc2V0dGluZ3MueG1sUEsBAgAAFAACAAgAkK6jSCqKN+aHEQAA8GEAABcAAAAAAAAAAAAAAAAAbx0AAHVuaXZlcnNhbC91bml2ZXJzYWwucG5nUEsBAgAAFAACAAgAkK6jSJXukX5LAAAAawAAABsAAAAAAAAAAQAAAAAAKy8AAHVuaXZlcnNhbC91bml2ZXJzYWwucG5nLnhtbFBLBQYAAAAACwALAEkDAACvLwAAAAA="/>
  <p:tag name="ISPRING_PRESENTATION_TITLE" val="1"/>
  <p:tag name="ISPRING_SCORM_PASSING_SCORE" val="100.000000"/>
  <p:tag name="ISPRING_FIRST_PUBLISH" val="1"/>
  <p:tag name="ISPRING_SCORM_RATE_QUIZZES" val="0"/>
  <p:tag name="ISPRING_SCORM_ENDPOINT" val="&lt;endpoint&gt;&lt;enable&gt;0&lt;/enable&gt;&lt;lrs&gt;http://&lt;/lrs&gt;&lt;auth&gt;0&lt;/auth&gt;&lt;login&gt;&lt;/login&gt;&lt;password&gt;&lt;/password&gt;&lt;key&gt;&lt;/key&gt;&lt;name&gt;&lt;/name&gt;&lt;email&gt;&lt;/email&gt;&lt;/endpoint&gt;&#10;"/>
  <p:tag name="ISPRING_OUTPUT_FOLDER" val="F:\2月份我图原创上传文件\780公司商务工作汇报PPT"/>
  <p:tag name="commondata" val="eyJoZGlkIjoiZDBlZTk3YmQwOTBjMWNhMjNhNGIzMWI3ZGVmYWM2NzUifQ=="/>
</p:tagLst>
</file>

<file path=ppt/theme/theme1.xml><?xml version="1.0" encoding="utf-8"?>
<a:theme xmlns:a="http://schemas.openxmlformats.org/drawingml/2006/main" name="Office 主题">
  <a:themeElements>
    <a:clrScheme name="自定义 21">
      <a:dk1>
        <a:srgbClr val="000000"/>
      </a:dk1>
      <a:lt1>
        <a:srgbClr val="FFFFFF"/>
      </a:lt1>
      <a:dk2>
        <a:srgbClr val="000000"/>
      </a:dk2>
      <a:lt2>
        <a:srgbClr val="FFFFFF"/>
      </a:lt2>
      <a:accent1>
        <a:srgbClr val="415163"/>
      </a:accent1>
      <a:accent2>
        <a:srgbClr val="F46346"/>
      </a:accent2>
      <a:accent3>
        <a:srgbClr val="415163"/>
      </a:accent3>
      <a:accent4>
        <a:srgbClr val="F46346"/>
      </a:accent4>
      <a:accent5>
        <a:srgbClr val="415163"/>
      </a:accent5>
      <a:accent6>
        <a:srgbClr val="F46346"/>
      </a:accent6>
      <a:hlink>
        <a:srgbClr val="415163"/>
      </a:hlink>
      <a:folHlink>
        <a:srgbClr val="F46346"/>
      </a:folHlink>
    </a:clrScheme>
    <a:fontScheme name="自定义 1">
      <a:majorFont>
        <a:latin typeface="Calibri"/>
        <a:ea typeface="字魂35号-经典雅黑"/>
        <a:cs typeface=""/>
      </a:majorFont>
      <a:minorFont>
        <a:latin typeface="Calibri"/>
        <a:ea typeface="字魂35号-经典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1_Office 主题 1">
      <a:dk1>
        <a:srgbClr val="000000"/>
      </a:dk1>
      <a:lt1>
        <a:srgbClr val="FFFFFF"/>
      </a:lt1>
      <a:dk2>
        <a:srgbClr val="CB4C3B"/>
      </a:dk2>
      <a:lt2>
        <a:srgbClr val="C4E0E2"/>
      </a:lt2>
      <a:accent1>
        <a:srgbClr val="7CC8EC"/>
      </a:accent1>
      <a:accent2>
        <a:srgbClr val="F47264"/>
      </a:accent2>
      <a:accent3>
        <a:srgbClr val="F8D35E"/>
      </a:accent3>
      <a:accent4>
        <a:srgbClr val="84CBC5"/>
      </a:accent4>
      <a:accent5>
        <a:srgbClr val="FFFFFF"/>
      </a:accent5>
      <a:accent6>
        <a:srgbClr val="D7712B"/>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Calibri" panose="020F050202020403020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Calibri" panose="020F0502020204030204" charset="0"/>
            <a:ea typeface="宋体" panose="02010600030101010101" pitchFamily="2" charset="-122"/>
          </a:defRPr>
        </a:defPPr>
      </a:lstStyle>
    </a:lnDef>
  </a:objectDefaults>
  <a:extraClrSchemeLst>
    <a:extraClrScheme>
      <a:clrScheme name="1_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标准色修改（主题色浅蓝）">
      <a:dk1>
        <a:srgbClr val="000000"/>
      </a:dk1>
      <a:lt1>
        <a:srgbClr val="FFFFFF"/>
      </a:lt1>
      <a:dk2>
        <a:srgbClr val="7F7F7F"/>
      </a:dk2>
      <a:lt2>
        <a:srgbClr val="FFFFFF"/>
      </a:lt2>
      <a:accent1>
        <a:srgbClr val="2196F3"/>
      </a:accent1>
      <a:accent2>
        <a:srgbClr val="EC7B2F"/>
      </a:accent2>
      <a:accent3>
        <a:srgbClr val="C34343"/>
      </a:accent3>
      <a:accent4>
        <a:srgbClr val="FFBE00"/>
      </a:accent4>
      <a:accent5>
        <a:srgbClr val="5B9BD4"/>
      </a:accent5>
      <a:accent6>
        <a:srgbClr val="6EAC46"/>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
      <a:dk1>
        <a:srgbClr val="000000"/>
      </a:dk1>
      <a:lt1>
        <a:srgbClr val="FFFFFF"/>
      </a:lt1>
      <a:dk2>
        <a:srgbClr val="EEF5F6"/>
      </a:dk2>
      <a:lt2>
        <a:srgbClr val="FCFDFD"/>
      </a:lt2>
      <a:accent1>
        <a:srgbClr val="5A9FA6"/>
      </a:accent1>
      <a:accent2>
        <a:srgbClr val="5593B5"/>
      </a:accent2>
      <a:accent3>
        <a:srgbClr val="5F85BB"/>
      </a:accent3>
      <a:accent4>
        <a:srgbClr val="7475B3"/>
      </a:accent4>
      <a:accent5>
        <a:srgbClr val="8F659A"/>
      </a:accent5>
      <a:accent6>
        <a:srgbClr val="A65978"/>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1_Office 主题 1">
    <a:dk1>
      <a:srgbClr val="000000"/>
    </a:dk1>
    <a:lt1>
      <a:srgbClr val="FFFFFF"/>
    </a:lt1>
    <a:dk2>
      <a:srgbClr val="CB4C3B"/>
    </a:dk2>
    <a:lt2>
      <a:srgbClr val="C4E0E2"/>
    </a:lt2>
    <a:accent1>
      <a:srgbClr val="7CC8EC"/>
    </a:accent1>
    <a:accent2>
      <a:srgbClr val="F47264"/>
    </a:accent2>
    <a:accent3>
      <a:srgbClr val="F8D35E"/>
    </a:accent3>
    <a:accent4>
      <a:srgbClr val="84CBC5"/>
    </a:accent4>
    <a:accent5>
      <a:srgbClr val="FFFFFF"/>
    </a:accent5>
    <a:accent6>
      <a:srgbClr val="D7712B"/>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13141</Words>
  <Application>WPS 演示</Application>
  <PresentationFormat>全屏显示(16:9)</PresentationFormat>
  <Paragraphs>533</Paragraphs>
  <Slides>70</Slides>
  <Notes>24</Notes>
  <HiddenSlides>0</HiddenSlides>
  <MMClips>0</MMClips>
  <ScaleCrop>false</ScaleCrop>
  <HeadingPairs>
    <vt:vector size="6" baseType="variant">
      <vt:variant>
        <vt:lpstr>已用的字体</vt:lpstr>
      </vt:variant>
      <vt:variant>
        <vt:i4>26</vt:i4>
      </vt:variant>
      <vt:variant>
        <vt:lpstr>主题</vt:lpstr>
      </vt:variant>
      <vt:variant>
        <vt:i4>4</vt:i4>
      </vt:variant>
      <vt:variant>
        <vt:lpstr>幻灯片标题</vt:lpstr>
      </vt:variant>
      <vt:variant>
        <vt:i4>70</vt:i4>
      </vt:variant>
    </vt:vector>
  </HeadingPairs>
  <TitlesOfParts>
    <vt:vector size="100" baseType="lpstr">
      <vt:lpstr>Arial</vt:lpstr>
      <vt:lpstr>宋体</vt:lpstr>
      <vt:lpstr>Wingdings</vt:lpstr>
      <vt:lpstr>字魂35号-经典雅黑</vt:lpstr>
      <vt:lpstr>黑体</vt:lpstr>
      <vt:lpstr>Calibri</vt:lpstr>
      <vt:lpstr>Calibri Light</vt:lpstr>
      <vt:lpstr>微软雅黑</vt:lpstr>
      <vt:lpstr>汉仪旗黑-85S</vt:lpstr>
      <vt:lpstr>方正黑体简体</vt:lpstr>
      <vt:lpstr>Noto Serif CJK SC</vt:lpstr>
      <vt:lpstr>Wingdings</vt:lpstr>
      <vt:lpstr>Times New Roman</vt:lpstr>
      <vt:lpstr>Arial Unicode MS</vt:lpstr>
      <vt:lpstr>Segoe UI</vt:lpstr>
      <vt:lpstr>微软雅黑 Light</vt:lpstr>
      <vt:lpstr>Helvetica</vt:lpstr>
      <vt:lpstr>Roboto Medium</vt:lpstr>
      <vt:lpstr>WPS-Bullets</vt:lpstr>
      <vt:lpstr>Agency FB</vt:lpstr>
      <vt:lpstr>Calibri</vt:lpstr>
      <vt:lpstr>Gill Sans</vt:lpstr>
      <vt:lpstr>Lato Regular</vt:lpstr>
      <vt:lpstr>Segoe Print</vt:lpstr>
      <vt:lpstr>Gill Sans MT</vt:lpstr>
      <vt:lpstr>字魂35号-经典雅黑</vt:lpstr>
      <vt:lpstr>Office 主题</vt:lpstr>
      <vt:lpstr>1_Office 主题</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FWC101</cp:lastModifiedBy>
  <cp:revision>16</cp:revision>
  <dcterms:created xsi:type="dcterms:W3CDTF">2019-03-14T04:19:00Z</dcterms:created>
  <dcterms:modified xsi:type="dcterms:W3CDTF">2024-09-03T03:12:20Z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2052-12.1.0.17857</vt:lpwstr>
  </property>
  <property fmtid="{D5CDD505-2E9C-101B-9397-08002B2CF9AE}" pid="3" name="ICV">
    <vt:lpwstr>9171ADC192F84827A7058DE683208717_12</vt:lpwstr>
  </property>
</Properties>
</file>
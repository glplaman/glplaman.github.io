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4.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5.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notesSlides/notesSlide6.xml" ContentType="application/vnd.openxmlformats-officedocument.presentationml.notesSlid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7.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8.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9.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10.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11.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12.xml" ContentType="application/vnd.openxmlformats-officedocument.presentationml.notesSlide+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notesSlides/notesSlide13.xml" ContentType="application/vnd.openxmlformats-officedocument.presentationml.notesSlide+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notesSlides/notesSlide14.xml" ContentType="application/vnd.openxmlformats-officedocument.presentationml.notesSlide+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notesSlides/notesSlide15.xml" ContentType="application/vnd.openxmlformats-officedocument.presentationml.notesSlide+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notesSlides/notesSlide16.xml" ContentType="application/vnd.openxmlformats-officedocument.presentationml.notesSlide+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notesSlides/notesSlide17.xml" ContentType="application/vnd.openxmlformats-officedocument.presentationml.notesSlide+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notesSlides/notesSlide18.xml" ContentType="application/vnd.openxmlformats-officedocument.presentationml.notesSlide+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notesSlides/notesSlide19.xml" ContentType="application/vnd.openxmlformats-officedocument.presentationml.notesSlide+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notesSlides/notesSlide20.xml" ContentType="application/vnd.openxmlformats-officedocument.presentationml.notesSlide+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21.xml" ContentType="application/vnd.openxmlformats-officedocument.presentationml.notesSlide+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notesSlides/notesSlide22.xml" ContentType="application/vnd.openxmlformats-officedocument.presentationml.notesSlide+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notesSlides/notesSlide23.xml" ContentType="application/vnd.openxmlformats-officedocument.presentationml.notesSlide+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notesSlides/notesSlide24.xml" ContentType="application/vnd.openxmlformats-officedocument.presentationml.notesSlide+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notesSlides/notesSlide25.xml" ContentType="application/vnd.openxmlformats-officedocument.presentationml.notesSlide+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notesSlides/notesSlide26.xml" ContentType="application/vnd.openxmlformats-officedocument.presentationml.notesSlide+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notesSlides/notesSlide27.xml" ContentType="application/vnd.openxmlformats-officedocument.presentationml.notesSlide+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notesSlides/notesSlide28.xml" ContentType="application/vnd.openxmlformats-officedocument.presentationml.notesSlide+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notesSlides/notesSlide29.xml" ContentType="application/vnd.openxmlformats-officedocument.presentationml.notesSlide+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notesSlides/notesSlide30.xml" ContentType="application/vnd.openxmlformats-officedocument.presentationml.notesSlide+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notesSlides/notesSlide31.xml" ContentType="application/vnd.openxmlformats-officedocument.presentationml.notesSlide+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notesSlides/notesSlide39.xml" ContentType="application/vnd.openxmlformats-officedocument.presentationml.notesSlide+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notesSlides/notesSlide40.xml" ContentType="application/vnd.openxmlformats-officedocument.presentationml.notesSlide+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notesSlides/notesSlide41.xml" ContentType="application/vnd.openxmlformats-officedocument.presentationml.notesSlide+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notesSlides/notesSlide42.xml" ContentType="application/vnd.openxmlformats-officedocument.presentationml.notesSlide+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notesSlides/notesSlide43.xml" ContentType="application/vnd.openxmlformats-officedocument.presentationml.notesSlide+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notesSlides/notesSlide44.xml" ContentType="application/vnd.openxmlformats-officedocument.presentationml.notesSlide+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notesSlides/notesSlide45.xml" ContentType="application/vnd.openxmlformats-officedocument.presentationml.notesSlide+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notesSlides/notesSlide46.xml" ContentType="application/vnd.openxmlformats-officedocument.presentationml.notesSlide+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notesSlides/notesSlide47.xml" ContentType="application/vnd.openxmlformats-officedocument.presentationml.notesSlide+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notesSlides/notesSlide48.xml" ContentType="application/vnd.openxmlformats-officedocument.presentationml.notesSlide+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notesSlides/notesSlide49.xml" ContentType="application/vnd.openxmlformats-officedocument.presentationml.notesSlide+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notesSlides/notesSlide50.xml" ContentType="application/vnd.openxmlformats-officedocument.presentationml.notesSlide+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notesSlides/notesSlide51.xml" ContentType="application/vnd.openxmlformats-officedocument.presentationml.notesSlide+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notesSlides/notesSlide52.xml" ContentType="application/vnd.openxmlformats-officedocument.presentationml.notesSlide+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notesSlides/notesSlide53.xml" ContentType="application/vnd.openxmlformats-officedocument.presentationml.notesSlide+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notesSlides/notesSlide54.xml" ContentType="application/vnd.openxmlformats-officedocument.presentationml.notesSlide+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notesSlides/notesSlide55.xml" ContentType="application/vnd.openxmlformats-officedocument.presentationml.notesSlide+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notesSlides/notesSlide56.xml" ContentType="application/vnd.openxmlformats-officedocument.presentationml.notesSlide+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notesSlides/notesSlide57.xml" ContentType="application/vnd.openxmlformats-officedocument.presentationml.notesSlide+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notesSlides/notesSlide58.xml" ContentType="application/vnd.openxmlformats-officedocument.presentationml.notesSlide+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notesSlides/notesSlide59.xml" ContentType="application/vnd.openxmlformats-officedocument.presentationml.notesSlide+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notesSlides/notesSlide60.xml" ContentType="application/vnd.openxmlformats-officedocument.presentationml.notesSlide+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notesSlides/notesSlide61.xml" ContentType="application/vnd.openxmlformats-officedocument.presentationml.notesSlide+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notesSlides/notesSlide65.xml" ContentType="application/vnd.openxmlformats-officedocument.presentationml.notesSlide+xml"/>
  <Override PartName="/ppt/tags/tag1327.xml" ContentType="application/vnd.openxmlformats-officedocument.presentationml.tags+xml"/>
  <Override PartName="/ppt/tags/tag1328.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notesSlides/notesSlide70.xml" ContentType="application/vnd.openxmlformats-officedocument.presentationml.notesSlide+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notesSlides/notesSlide73.xml" ContentType="application/vnd.openxmlformats-officedocument.presentationml.notesSlide+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notesSlides/notesSlide76.xml" ContentType="application/vnd.openxmlformats-officedocument.presentationml.notesSlide+xml"/>
  <Override PartName="/ppt/tags/tag1387.xml" ContentType="application/vnd.openxmlformats-officedocument.presentationml.tags+xml"/>
  <Override PartName="/ppt/tags/tag1388.xml" ContentType="application/vnd.openxmlformats-officedocument.presentationml.tags+xml"/>
  <Override PartName="/ppt/notesSlides/notesSlide77.xml" ContentType="application/vnd.openxmlformats-officedocument.presentationml.notesSlide+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notesSlides/notesSlide78.xml" ContentType="application/vnd.openxmlformats-officedocument.presentationml.notesSlide+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notesSlides/notesSlide79.xml" ContentType="application/vnd.openxmlformats-officedocument.presentationml.notesSlide+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notesSlides/notesSlide80.xml" ContentType="application/vnd.openxmlformats-officedocument.presentationml.notesSlide+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notesSlides/notesSlide81.xml" ContentType="application/vnd.openxmlformats-officedocument.presentationml.notesSlide+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91"/>
  </p:notesMasterIdLst>
  <p:sldIdLst>
    <p:sldId id="394" r:id="rId2"/>
    <p:sldId id="481" r:id="rId3"/>
    <p:sldId id="482" r:id="rId4"/>
    <p:sldId id="504" r:id="rId5"/>
    <p:sldId id="505" r:id="rId6"/>
    <p:sldId id="506" r:id="rId7"/>
    <p:sldId id="507" r:id="rId8"/>
    <p:sldId id="517" r:id="rId9"/>
    <p:sldId id="711" r:id="rId10"/>
    <p:sldId id="508" r:id="rId11"/>
    <p:sldId id="520" r:id="rId12"/>
    <p:sldId id="521" r:id="rId13"/>
    <p:sldId id="522" r:id="rId14"/>
    <p:sldId id="523" r:id="rId15"/>
    <p:sldId id="525" r:id="rId16"/>
    <p:sldId id="518" r:id="rId17"/>
    <p:sldId id="546" r:id="rId18"/>
    <p:sldId id="526" r:id="rId19"/>
    <p:sldId id="553" r:id="rId20"/>
    <p:sldId id="548" r:id="rId21"/>
    <p:sldId id="584" r:id="rId22"/>
    <p:sldId id="585" r:id="rId23"/>
    <p:sldId id="536" r:id="rId24"/>
    <p:sldId id="587" r:id="rId25"/>
    <p:sldId id="589" r:id="rId26"/>
    <p:sldId id="592" r:id="rId27"/>
    <p:sldId id="597" r:id="rId28"/>
    <p:sldId id="596" r:id="rId29"/>
    <p:sldId id="591" r:id="rId30"/>
    <p:sldId id="583" r:id="rId31"/>
    <p:sldId id="594" r:id="rId32"/>
    <p:sldId id="631" r:id="rId33"/>
    <p:sldId id="632" r:id="rId34"/>
    <p:sldId id="528" r:id="rId35"/>
    <p:sldId id="633" r:id="rId36"/>
    <p:sldId id="550" r:id="rId37"/>
    <p:sldId id="634" r:id="rId38"/>
    <p:sldId id="452" r:id="rId39"/>
    <p:sldId id="636" r:id="rId40"/>
    <p:sldId id="637" r:id="rId41"/>
    <p:sldId id="443" r:id="rId42"/>
    <p:sldId id="629" r:id="rId43"/>
    <p:sldId id="640" r:id="rId44"/>
    <p:sldId id="638" r:id="rId45"/>
    <p:sldId id="544" r:id="rId46"/>
    <p:sldId id="641" r:id="rId47"/>
    <p:sldId id="642" r:id="rId48"/>
    <p:sldId id="540" r:id="rId49"/>
    <p:sldId id="534" r:id="rId50"/>
    <p:sldId id="646" r:id="rId51"/>
    <p:sldId id="647" r:id="rId52"/>
    <p:sldId id="648" r:id="rId53"/>
    <p:sldId id="649" r:id="rId54"/>
    <p:sldId id="538" r:id="rId55"/>
    <p:sldId id="644" r:id="rId56"/>
    <p:sldId id="655" r:id="rId57"/>
    <p:sldId id="650" r:id="rId58"/>
    <p:sldId id="530" r:id="rId59"/>
    <p:sldId id="657" r:id="rId60"/>
    <p:sldId id="661" r:id="rId61"/>
    <p:sldId id="665" r:id="rId62"/>
    <p:sldId id="667" r:id="rId63"/>
    <p:sldId id="668" r:id="rId64"/>
    <p:sldId id="672" r:id="rId65"/>
    <p:sldId id="676" r:id="rId66"/>
    <p:sldId id="542" r:id="rId67"/>
    <p:sldId id="674" r:id="rId68"/>
    <p:sldId id="678" r:id="rId69"/>
    <p:sldId id="680" r:id="rId70"/>
    <p:sldId id="635" r:id="rId71"/>
    <p:sldId id="682" r:id="rId72"/>
    <p:sldId id="532" r:id="rId73"/>
    <p:sldId id="450" r:id="rId74"/>
    <p:sldId id="684" r:id="rId75"/>
    <p:sldId id="456" r:id="rId76"/>
    <p:sldId id="686" r:id="rId77"/>
    <p:sldId id="685" r:id="rId78"/>
    <p:sldId id="687" r:id="rId79"/>
    <p:sldId id="696" r:id="rId80"/>
    <p:sldId id="697" r:id="rId81"/>
    <p:sldId id="698" r:id="rId82"/>
    <p:sldId id="692" r:id="rId83"/>
    <p:sldId id="700" r:id="rId84"/>
    <p:sldId id="457" r:id="rId85"/>
    <p:sldId id="699" r:id="rId86"/>
    <p:sldId id="702" r:id="rId87"/>
    <p:sldId id="708" r:id="rId88"/>
    <p:sldId id="709" r:id="rId89"/>
    <p:sldId id="710" r:id="rId90"/>
  </p:sldIdLst>
  <p:sldSz cx="9144000" cy="5143500" type="screen16x9"/>
  <p:notesSz cx="6858000" cy="9144000"/>
  <p:custDataLst>
    <p:tags r:id="rId9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9" userDrawn="1">
          <p15:clr>
            <a:srgbClr val="A4A3A4"/>
          </p15:clr>
        </p15:guide>
        <p15:guide id="2" pos="287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D0D0"/>
    <a:srgbClr val="415163"/>
    <a:srgbClr val="E95730"/>
    <a:srgbClr val="00AFE1"/>
    <a:srgbClr val="F6F6F6"/>
    <a:srgbClr val="F2F6F9"/>
    <a:srgbClr val="535353"/>
    <a:srgbClr val="F77B21"/>
    <a:srgbClr val="0A3F69"/>
    <a:srgbClr val="F5FB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3" autoAdjust="0"/>
    <p:restoredTop sz="94700" autoAdjust="0"/>
  </p:normalViewPr>
  <p:slideViewPr>
    <p:cSldViewPr showGuides="1">
      <p:cViewPr varScale="1">
        <p:scale>
          <a:sx n="141" d="100"/>
          <a:sy n="141" d="100"/>
        </p:scale>
        <p:origin x="888" y="126"/>
      </p:cViewPr>
      <p:guideLst>
        <p:guide orient="horz" pos="1539"/>
        <p:guide pos="287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8" d="100"/>
          <a:sy n="88" d="100"/>
        </p:scale>
        <p:origin x="382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gs" Target="tags/tag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微软雅黑" panose="020B0503020204020204" pitchFamily="34" charset="-122"/>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微软雅黑" panose="020B0503020204020204" pitchFamily="34" charset="-122"/>
              </a:defRPr>
            </a:lvl1pPr>
          </a:lstStyle>
          <a:p>
            <a:fld id="{8AADD754-F49E-4351-AAFE-19D83F43501C}" type="datetimeFigureOut">
              <a:rPr lang="en-US" smtClean="0"/>
              <a:pPr/>
              <a:t>9/9/2026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微软雅黑" panose="020B0503020204020204" pitchFamily="34" charset="-122"/>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微软雅黑" panose="020B0503020204020204" pitchFamily="34" charset="-122"/>
              </a:defRPr>
            </a:lvl1pPr>
          </a:lstStyle>
          <a:p>
            <a:fld id="{B78F6036-E835-44CB-A25A-34C755DFD5D4}"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B78F6036-E835-44CB-A25A-34C755DFD5D4}"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B78F6036-E835-44CB-A25A-34C755DFD5D4}"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B78F6036-E835-44CB-A25A-34C755DFD5D4}"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ea typeface="微软雅黑 Light" panose="020B0502040204020203" pitchFamily="3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7</a:t>
            </a:fld>
            <a:endParaRPr lang="zh-CN" altLang="en-US" dirty="0">
              <a:ea typeface="微软雅黑 Light" panose="020B0502040204020203" pitchFamily="3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9</a:t>
            </a:fld>
            <a:endParaRPr lang="zh-CN" altLang="en-US" dirty="0">
              <a:ea typeface="微软雅黑 Light" panose="020B0502040204020203" pitchFamily="3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10</a:t>
            </a:fld>
            <a:endParaRPr lang="zh-CN" altLang="en-US" dirty="0">
              <a:ea typeface="微软雅黑 Light" panose="020B0502040204020203" pitchFamily="3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11</a:t>
            </a:fld>
            <a:endParaRPr lang="zh-CN" altLang="en-US" dirty="0">
              <a:ea typeface="微软雅黑 Light" panose="020B0502040204020203" pitchFamily="3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12</a:t>
            </a:fld>
            <a:endParaRPr lang="zh-CN" altLang="en-US" dirty="0">
              <a:ea typeface="微软雅黑 Light" panose="020B0502040204020203" pitchFamily="34"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13</a:t>
            </a:fld>
            <a:endParaRPr lang="zh-CN" altLang="en-US" dirty="0">
              <a:ea typeface="微软雅黑 Light" panose="020B0502040204020203" pitchFamily="34"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14</a:t>
            </a:fld>
            <a:endParaRPr lang="zh-CN" altLang="en-US" dirty="0">
              <a:ea typeface="微软雅黑 Light" panose="020B0502040204020203" pitchFamily="34"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ea typeface="微软雅黑 Light" panose="020B0502040204020203" pitchFamily="34"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16</a:t>
            </a:fld>
            <a:endParaRPr lang="zh-CN" altLang="en-US" dirty="0">
              <a:ea typeface="微软雅黑 Light" panose="020B0502040204020203" pitchFamily="34"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17</a:t>
            </a:fld>
            <a:endParaRPr lang="zh-CN" altLang="en-US" dirty="0">
              <a:ea typeface="微软雅黑 Light" panose="020B0502040204020203" pitchFamily="34"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18</a:t>
            </a:fld>
            <a:endParaRPr lang="zh-CN" altLang="en-US" dirty="0">
              <a:ea typeface="微软雅黑 Light" panose="020B0502040204020203" pitchFamily="34"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20</a:t>
            </a:fld>
            <a:endParaRPr lang="zh-CN" altLang="en-US" dirty="0">
              <a:ea typeface="微软雅黑 Light" panose="020B0502040204020203" pitchFamily="34"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21</a:t>
            </a:fld>
            <a:endParaRPr lang="zh-CN" altLang="en-US" dirty="0">
              <a:ea typeface="微软雅黑 Light" panose="020B0502040204020203" pitchFamily="34"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22</a:t>
            </a:fld>
            <a:endParaRPr lang="zh-CN" altLang="en-US" dirty="0">
              <a:ea typeface="微软雅黑 Light" panose="020B0502040204020203" pitchFamily="34"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23</a:t>
            </a:fld>
            <a:endParaRPr lang="zh-CN" altLang="en-US" dirty="0">
              <a:ea typeface="微软雅黑 Light" panose="020B0502040204020203" pitchFamily="34"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24</a:t>
            </a:fld>
            <a:endParaRPr lang="zh-CN" altLang="en-US" dirty="0">
              <a:ea typeface="微软雅黑 Light" panose="020B0502040204020203" pitchFamily="34"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25</a:t>
            </a:fld>
            <a:endParaRPr lang="zh-CN" altLang="en-US" dirty="0">
              <a:ea typeface="微软雅黑 Light" panose="020B0502040204020203" pitchFamily="34"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26</a:t>
            </a:fld>
            <a:endParaRPr lang="zh-CN" altLang="en-US" dirty="0">
              <a:ea typeface="微软雅黑 Light" panose="020B0502040204020203" pitchFamily="34"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ea typeface="微软雅黑 Light" panose="020B0502040204020203" pitchFamily="34"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ea typeface="微软雅黑 Light" panose="020B0502040204020203" pitchFamily="34"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29</a:t>
            </a:fld>
            <a:endParaRPr lang="zh-CN" altLang="en-US" dirty="0">
              <a:ea typeface="微软雅黑 Light" panose="020B0502040204020203" pitchFamily="34"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31</a:t>
            </a:fld>
            <a:endParaRPr lang="zh-CN" altLang="en-US" dirty="0">
              <a:ea typeface="微软雅黑 Light" panose="020B0502040204020203" pitchFamily="34"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32</a:t>
            </a:fld>
            <a:endParaRPr lang="zh-CN" altLang="en-US" dirty="0">
              <a:ea typeface="微软雅黑 Light" panose="020B0502040204020203" pitchFamily="34"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33</a:t>
            </a:fld>
            <a:endParaRPr lang="zh-CN" altLang="en-US" dirty="0">
              <a:ea typeface="微软雅黑 Light" panose="020B0502040204020203" pitchFamily="34"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34</a:t>
            </a:fld>
            <a:endParaRPr lang="zh-CN" altLang="en-US" dirty="0">
              <a:ea typeface="微软雅黑 Light" panose="020B0502040204020203" pitchFamily="34"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35</a:t>
            </a:fld>
            <a:endParaRPr lang="zh-CN" altLang="en-US" dirty="0">
              <a:ea typeface="微软雅黑 Light" panose="020B0502040204020203" pitchFamily="34"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36</a:t>
            </a:fld>
            <a:endParaRPr lang="zh-CN" altLang="en-US" dirty="0">
              <a:ea typeface="微软雅黑 Light" panose="020B0502040204020203" pitchFamily="34"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418F03C3-53C1-4F10-8DAF-D1F318E96C6E}" type="slidenum">
              <a:rPr lang="zh-CN" altLang="en-US" smtClean="0">
                <a:ea typeface="微软雅黑 Light" panose="020B0502040204020203" pitchFamily="34" charset="-122"/>
              </a:rPr>
              <a:t>38</a:t>
            </a:fld>
            <a:endParaRPr lang="zh-CN" altLang="en-US" dirty="0">
              <a:ea typeface="微软雅黑 Light" panose="020B0502040204020203" pitchFamily="34"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418F03C3-53C1-4F10-8DAF-D1F318E96C6E}" type="slidenum">
              <a:rPr lang="zh-CN" altLang="en-US" smtClean="0">
                <a:ea typeface="微软雅黑 Light" panose="020B0502040204020203" pitchFamily="34" charset="-122"/>
              </a:rPr>
              <a:t>39</a:t>
            </a:fld>
            <a:endParaRPr lang="zh-CN" altLang="en-US" dirty="0">
              <a:ea typeface="微软雅黑 Light" panose="020B0502040204020203" pitchFamily="34"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40</a:t>
            </a:fld>
            <a:endParaRPr lang="zh-CN" altLang="en-US" dirty="0">
              <a:ea typeface="微软雅黑 Light" panose="020B0502040204020203" pitchFamily="34"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B40826B-D42A-9844-8E6E-DB15A56B1805}" type="slidenum">
              <a:rPr lang="en-US" smtClean="0"/>
              <a:t>41</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42</a:t>
            </a:fld>
            <a:endParaRPr lang="zh-CN" altLang="en-US" dirty="0">
              <a:ea typeface="微软雅黑 Light" panose="020B0502040204020203" pitchFamily="34"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71730213-C7A7-41CC-918A-A6DC9FA17251}" type="slidenum">
              <a:rPr lang="zh-CN" altLang="en-US" smtClean="0">
                <a:ea typeface="微软雅黑 Light" panose="020B0502040204020203" pitchFamily="34" charset="-122"/>
              </a:rPr>
              <a:t>43</a:t>
            </a:fld>
            <a:endParaRPr lang="zh-CN" altLang="en-US" dirty="0">
              <a:ea typeface="微软雅黑 Light" panose="020B0502040204020203" pitchFamily="34"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44</a:t>
            </a:fld>
            <a:endParaRPr lang="zh-CN" altLang="en-US" dirty="0">
              <a:ea typeface="微软雅黑 Light" panose="020B0502040204020203" pitchFamily="34"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45</a:t>
            </a:fld>
            <a:endParaRPr lang="zh-CN" altLang="en-US" dirty="0">
              <a:ea typeface="微软雅黑 Light" panose="020B0502040204020203" pitchFamily="34"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46</a:t>
            </a:fld>
            <a:endParaRPr lang="zh-CN" altLang="en-US" dirty="0">
              <a:ea typeface="微软雅黑 Light" panose="020B0502040204020203" pitchFamily="34"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47</a:t>
            </a:fld>
            <a:endParaRPr lang="zh-CN" altLang="en-US" dirty="0">
              <a:ea typeface="微软雅黑 Light" panose="020B0502040204020203" pitchFamily="34"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48</a:t>
            </a:fld>
            <a:endParaRPr lang="zh-CN" altLang="en-US" dirty="0">
              <a:ea typeface="微软雅黑 Light" panose="020B0502040204020203" pitchFamily="34"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49</a:t>
            </a:fld>
            <a:endParaRPr lang="zh-CN" altLang="en-US" dirty="0">
              <a:ea typeface="微软雅黑 Light" panose="020B0502040204020203" pitchFamily="34"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50</a:t>
            </a:fld>
            <a:endParaRPr lang="zh-CN" altLang="en-US" dirty="0">
              <a:ea typeface="微软雅黑 Light" panose="020B0502040204020203" pitchFamily="34"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51</a:t>
            </a:fld>
            <a:endParaRPr lang="zh-CN" altLang="en-US" dirty="0">
              <a:ea typeface="微软雅黑 Light" panose="020B0502040204020203" pitchFamily="34"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52</a:t>
            </a:fld>
            <a:endParaRPr lang="zh-CN" altLang="en-US" dirty="0">
              <a:ea typeface="微软雅黑 Light" panose="020B0502040204020203" pitchFamily="34"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53</a:t>
            </a:fld>
            <a:endParaRPr lang="zh-CN" altLang="en-US" dirty="0">
              <a:ea typeface="微软雅黑 Light" panose="020B0502040204020203" pitchFamily="34"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54</a:t>
            </a:fld>
            <a:endParaRPr lang="zh-CN" altLang="en-US" dirty="0">
              <a:ea typeface="微软雅黑 Light" panose="020B0502040204020203" pitchFamily="34"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55</a:t>
            </a:fld>
            <a:endParaRPr lang="zh-CN" altLang="en-US" dirty="0">
              <a:ea typeface="微软雅黑 Light" panose="020B0502040204020203" pitchFamily="34"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57</a:t>
            </a:fld>
            <a:endParaRPr lang="zh-CN" altLang="en-US" dirty="0">
              <a:ea typeface="微软雅黑 Light" panose="020B0502040204020203" pitchFamily="34"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58</a:t>
            </a:fld>
            <a:endParaRPr lang="zh-CN" altLang="en-US" dirty="0">
              <a:ea typeface="微软雅黑 Light" panose="020B0502040204020203" pitchFamily="34"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59</a:t>
            </a:fld>
            <a:endParaRPr lang="zh-CN" altLang="en-US" dirty="0">
              <a:ea typeface="微软雅黑 Light" panose="020B0502040204020203" pitchFamily="34"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60</a:t>
            </a:fld>
            <a:endParaRPr lang="zh-CN" altLang="en-US" dirty="0">
              <a:ea typeface="微软雅黑 Light" panose="020B0502040204020203" pitchFamily="34"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61</a:t>
            </a:fld>
            <a:endParaRPr lang="zh-CN" altLang="en-US" dirty="0">
              <a:ea typeface="微软雅黑 Light" panose="020B0502040204020203" pitchFamily="34"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62</a:t>
            </a:fld>
            <a:endParaRPr lang="zh-CN" altLang="en-US" dirty="0">
              <a:ea typeface="微软雅黑 Light" panose="020B0502040204020203" pitchFamily="34"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63</a:t>
            </a:fld>
            <a:endParaRPr lang="zh-CN" altLang="en-US" dirty="0">
              <a:ea typeface="微软雅黑 Light" panose="020B0502040204020203" pitchFamily="34"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64</a:t>
            </a:fld>
            <a:endParaRPr lang="zh-CN" altLang="en-US" dirty="0">
              <a:ea typeface="微软雅黑 Light" panose="020B0502040204020203" pitchFamily="34"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65</a:t>
            </a:fld>
            <a:endParaRPr lang="zh-CN" altLang="en-US" dirty="0">
              <a:ea typeface="微软雅黑 Light" panose="020B0502040204020203" pitchFamily="34"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66</a:t>
            </a:fld>
            <a:endParaRPr lang="zh-CN" altLang="en-US" dirty="0">
              <a:ea typeface="微软雅黑 Light" panose="020B0502040204020203" pitchFamily="34"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67</a:t>
            </a:fld>
            <a:endParaRPr lang="zh-CN" altLang="en-US" dirty="0">
              <a:ea typeface="微软雅黑 Light" panose="020B0502040204020203" pitchFamily="34"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68</a:t>
            </a:fld>
            <a:endParaRPr lang="zh-CN" altLang="en-US" dirty="0">
              <a:ea typeface="微软雅黑 Light" panose="020B0502040204020203" pitchFamily="34"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69</a:t>
            </a:fld>
            <a:endParaRPr lang="zh-CN" altLang="en-US" dirty="0">
              <a:ea typeface="微软雅黑 Light" panose="020B0502040204020203" pitchFamily="34"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418F03C3-53C1-4F10-8DAF-D1F318E96C6E}" type="slidenum">
              <a:rPr lang="zh-CN" altLang="en-US" smtClean="0">
                <a:ea typeface="微软雅黑 Light" panose="020B0502040204020203" pitchFamily="34" charset="-122"/>
              </a:rPr>
              <a:t>70</a:t>
            </a:fld>
            <a:endParaRPr lang="zh-CN" altLang="en-US" dirty="0">
              <a:ea typeface="微软雅黑 Light" panose="020B0502040204020203" pitchFamily="34"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71</a:t>
            </a:fld>
            <a:endParaRPr lang="zh-CN" altLang="en-US" dirty="0">
              <a:ea typeface="微软雅黑 Light" panose="020B0502040204020203" pitchFamily="34"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72</a:t>
            </a:fld>
            <a:endParaRPr lang="zh-CN" altLang="en-US" dirty="0">
              <a:ea typeface="微软雅黑 Light" panose="020B0502040204020203" pitchFamily="34"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67BF2FF-AB26-42B1-B18B-19F5B70C603D}" type="slidenum">
              <a:rPr lang="zh-CN" altLang="en-US" smtClean="0">
                <a:ea typeface="微软雅黑 Light" panose="020B0502040204020203" pitchFamily="34" charset="-122"/>
              </a:rPr>
              <a:t>73</a:t>
            </a:fld>
            <a:endParaRPr lang="zh-CN" altLang="en-US" dirty="0">
              <a:ea typeface="微软雅黑 Light" panose="020B0502040204020203" pitchFamily="34"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74</a:t>
            </a:fld>
            <a:endParaRPr lang="zh-CN" altLang="en-US" dirty="0">
              <a:ea typeface="微软雅黑 Light" panose="020B0502040204020203" pitchFamily="34"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ea typeface="微软雅黑 Light" panose="020B0502040204020203" pitchFamily="34" charset="-122"/>
              </a:rPr>
              <a:t>75</a:t>
            </a:fld>
            <a:endParaRPr lang="zh-CN" altLang="en-US" dirty="0">
              <a:ea typeface="微软雅黑 Light" panose="020B0502040204020203" pitchFamily="34"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76</a:t>
            </a:fld>
            <a:endParaRPr lang="zh-CN" altLang="en-US" dirty="0">
              <a:ea typeface="微软雅黑 Light" panose="020B0502040204020203" pitchFamily="34"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77</a:t>
            </a:fld>
            <a:endParaRPr lang="zh-CN" altLang="en-US" dirty="0">
              <a:ea typeface="微软雅黑 Light" panose="020B0502040204020203" pitchFamily="34"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78</a:t>
            </a:fld>
            <a:endParaRPr lang="zh-CN" altLang="en-US" dirty="0">
              <a:ea typeface="微软雅黑 Light" panose="020B0502040204020203" pitchFamily="34"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79</a:t>
            </a:fld>
            <a:endParaRPr lang="zh-CN" altLang="en-US" dirty="0">
              <a:ea typeface="微软雅黑 Light" panose="020B0502040204020203" pitchFamily="34"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80</a:t>
            </a:fld>
            <a:endParaRPr lang="zh-CN" altLang="en-US" dirty="0">
              <a:ea typeface="微软雅黑 Light" panose="020B0502040204020203" pitchFamily="34"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81</a:t>
            </a:fld>
            <a:endParaRPr lang="zh-CN" altLang="en-US" dirty="0">
              <a:ea typeface="微软雅黑 Light" panose="020B0502040204020203" pitchFamily="34"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82</a:t>
            </a:fld>
            <a:endParaRPr lang="zh-CN" altLang="en-US" dirty="0">
              <a:ea typeface="微软雅黑 Light" panose="020B0502040204020203" pitchFamily="34"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83</a:t>
            </a:fld>
            <a:endParaRPr lang="zh-CN" altLang="en-US" dirty="0">
              <a:ea typeface="微软雅黑 Light" panose="020B0502040204020203" pitchFamily="34"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3849D3E0-124D-4DFF-AE99-4EA4CC201DB4}" type="slidenum">
              <a:rPr lang="zh-CN" altLang="en-US" smtClean="0">
                <a:ea typeface="微软雅黑 Light" panose="020B0502040204020203" pitchFamily="34" charset="-122"/>
              </a:rPr>
              <a:t>84</a:t>
            </a:fld>
            <a:endParaRPr lang="zh-CN" altLang="en-US" dirty="0">
              <a:ea typeface="微软雅黑 Light" panose="020B0502040204020203" pitchFamily="34"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85</a:t>
            </a:fld>
            <a:endParaRPr lang="zh-CN" altLang="en-US" dirty="0">
              <a:ea typeface="微软雅黑 Light" panose="020B0502040204020203" pitchFamily="34"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86</a:t>
            </a:fld>
            <a:endParaRPr lang="zh-CN" altLang="en-US" dirty="0">
              <a:ea typeface="微软雅黑 Light" panose="020B0502040204020203" pitchFamily="34"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87</a:t>
            </a:fld>
            <a:endParaRPr lang="zh-CN" altLang="en-US" dirty="0">
              <a:ea typeface="微软雅黑 Light" panose="020B0502040204020203" pitchFamily="34"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a typeface="微软雅黑 Light" panose="020B0502040204020203" pitchFamily="34" charset="-122"/>
            </a:endParaRPr>
          </a:p>
        </p:txBody>
      </p:sp>
      <p:sp>
        <p:nvSpPr>
          <p:cNvPr id="4" name="灯片编号占位符 3"/>
          <p:cNvSpPr>
            <a:spLocks noGrp="1"/>
          </p:cNvSpPr>
          <p:nvPr>
            <p:ph type="sldNum" sz="quarter" idx="10"/>
          </p:nvPr>
        </p:nvSpPr>
        <p:spPr/>
        <p:txBody>
          <a:bodyPr/>
          <a:lstStyle/>
          <a:p>
            <a:fld id="{E2E3AE05-7DD1-4AF0-924E-BEEA496F3737}" type="slidenum">
              <a:rPr lang="zh-CN" altLang="en-US" smtClean="0">
                <a:ea typeface="微软雅黑 Light" panose="020B0502040204020203" pitchFamily="34" charset="-122"/>
              </a:rPr>
              <a:t>88</a:t>
            </a:fld>
            <a:endParaRPr lang="zh-CN" altLang="en-US" dirty="0">
              <a:ea typeface="微软雅黑 Light" panose="020B0502040204020203"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3" name="任意多边形 2"/>
          <p:cNvSpPr/>
          <p:nvPr userDrawn="1"/>
        </p:nvSpPr>
        <p:spPr>
          <a:xfrm>
            <a:off x="198700" y="186399"/>
            <a:ext cx="8763000" cy="4767565"/>
          </a:xfrm>
          <a:custGeom>
            <a:avLst/>
            <a:gdLst>
              <a:gd name="connsiteX0" fmla="*/ 0 w 8763000"/>
              <a:gd name="connsiteY0" fmla="*/ 3802844 h 4767565"/>
              <a:gd name="connsiteX1" fmla="*/ 17211 w 8763000"/>
              <a:gd name="connsiteY1" fmla="*/ 3802844 h 4767565"/>
              <a:gd name="connsiteX2" fmla="*/ 17211 w 8763000"/>
              <a:gd name="connsiteY2" fmla="*/ 4750354 h 4767565"/>
              <a:gd name="connsiteX3" fmla="*/ 8745789 w 8763000"/>
              <a:gd name="connsiteY3" fmla="*/ 4750354 h 4767565"/>
              <a:gd name="connsiteX4" fmla="*/ 8745789 w 8763000"/>
              <a:gd name="connsiteY4" fmla="*/ 3885723 h 4767565"/>
              <a:gd name="connsiteX5" fmla="*/ 8763000 w 8763000"/>
              <a:gd name="connsiteY5" fmla="*/ 3885723 h 4767565"/>
              <a:gd name="connsiteX6" fmla="*/ 8763000 w 8763000"/>
              <a:gd name="connsiteY6" fmla="*/ 4767565 h 4767565"/>
              <a:gd name="connsiteX7" fmla="*/ 0 w 8763000"/>
              <a:gd name="connsiteY7" fmla="*/ 4767565 h 4767565"/>
              <a:gd name="connsiteX8" fmla="*/ 0 w 8763000"/>
              <a:gd name="connsiteY8" fmla="*/ 0 h 4767565"/>
              <a:gd name="connsiteX9" fmla="*/ 8763000 w 8763000"/>
              <a:gd name="connsiteY9" fmla="*/ 0 h 4767565"/>
              <a:gd name="connsiteX10" fmla="*/ 8763000 w 8763000"/>
              <a:gd name="connsiteY10" fmla="*/ 1241548 h 4767565"/>
              <a:gd name="connsiteX11" fmla="*/ 8745789 w 8763000"/>
              <a:gd name="connsiteY11" fmla="*/ 1241548 h 4767565"/>
              <a:gd name="connsiteX12" fmla="*/ 8745789 w 8763000"/>
              <a:gd name="connsiteY12" fmla="*/ 17211 h 4767565"/>
              <a:gd name="connsiteX13" fmla="*/ 17211 w 8763000"/>
              <a:gd name="connsiteY13" fmla="*/ 17211 h 4767565"/>
              <a:gd name="connsiteX14" fmla="*/ 17211 w 8763000"/>
              <a:gd name="connsiteY14" fmla="*/ 1158669 h 4767565"/>
              <a:gd name="connsiteX15" fmla="*/ 0 w 8763000"/>
              <a:gd name="connsiteY15" fmla="*/ 1158669 h 476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3000" h="4767565">
                <a:moveTo>
                  <a:pt x="0" y="3802844"/>
                </a:moveTo>
                <a:lnTo>
                  <a:pt x="17211" y="3802844"/>
                </a:lnTo>
                <a:lnTo>
                  <a:pt x="17211" y="4750354"/>
                </a:lnTo>
                <a:lnTo>
                  <a:pt x="8745789" y="4750354"/>
                </a:lnTo>
                <a:lnTo>
                  <a:pt x="8745789" y="3885723"/>
                </a:lnTo>
                <a:lnTo>
                  <a:pt x="8763000" y="3885723"/>
                </a:lnTo>
                <a:lnTo>
                  <a:pt x="8763000" y="4767565"/>
                </a:lnTo>
                <a:lnTo>
                  <a:pt x="0" y="4767565"/>
                </a:lnTo>
                <a:close/>
                <a:moveTo>
                  <a:pt x="0" y="0"/>
                </a:moveTo>
                <a:lnTo>
                  <a:pt x="8763000" y="0"/>
                </a:lnTo>
                <a:lnTo>
                  <a:pt x="8763000" y="1241548"/>
                </a:lnTo>
                <a:lnTo>
                  <a:pt x="8745789" y="1241548"/>
                </a:lnTo>
                <a:lnTo>
                  <a:pt x="8745789" y="17211"/>
                </a:lnTo>
                <a:lnTo>
                  <a:pt x="17211" y="17211"/>
                </a:lnTo>
                <a:lnTo>
                  <a:pt x="17211" y="1158669"/>
                </a:lnTo>
                <a:lnTo>
                  <a:pt x="0" y="11586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 name="任意多边形 2"/>
          <p:cNvSpPr/>
          <p:nvPr userDrawn="1"/>
        </p:nvSpPr>
        <p:spPr>
          <a:xfrm>
            <a:off x="198700" y="186399"/>
            <a:ext cx="8763000" cy="4767565"/>
          </a:xfrm>
          <a:custGeom>
            <a:avLst/>
            <a:gdLst>
              <a:gd name="connsiteX0" fmla="*/ 0 w 8763000"/>
              <a:gd name="connsiteY0" fmla="*/ 3802844 h 4767565"/>
              <a:gd name="connsiteX1" fmla="*/ 17211 w 8763000"/>
              <a:gd name="connsiteY1" fmla="*/ 3802844 h 4767565"/>
              <a:gd name="connsiteX2" fmla="*/ 17211 w 8763000"/>
              <a:gd name="connsiteY2" fmla="*/ 4750354 h 4767565"/>
              <a:gd name="connsiteX3" fmla="*/ 8745789 w 8763000"/>
              <a:gd name="connsiteY3" fmla="*/ 4750354 h 4767565"/>
              <a:gd name="connsiteX4" fmla="*/ 8745789 w 8763000"/>
              <a:gd name="connsiteY4" fmla="*/ 3885723 h 4767565"/>
              <a:gd name="connsiteX5" fmla="*/ 8763000 w 8763000"/>
              <a:gd name="connsiteY5" fmla="*/ 3885723 h 4767565"/>
              <a:gd name="connsiteX6" fmla="*/ 8763000 w 8763000"/>
              <a:gd name="connsiteY6" fmla="*/ 4767565 h 4767565"/>
              <a:gd name="connsiteX7" fmla="*/ 0 w 8763000"/>
              <a:gd name="connsiteY7" fmla="*/ 4767565 h 4767565"/>
              <a:gd name="connsiteX8" fmla="*/ 0 w 8763000"/>
              <a:gd name="connsiteY8" fmla="*/ 0 h 4767565"/>
              <a:gd name="connsiteX9" fmla="*/ 8763000 w 8763000"/>
              <a:gd name="connsiteY9" fmla="*/ 0 h 4767565"/>
              <a:gd name="connsiteX10" fmla="*/ 8763000 w 8763000"/>
              <a:gd name="connsiteY10" fmla="*/ 1241548 h 4767565"/>
              <a:gd name="connsiteX11" fmla="*/ 8745789 w 8763000"/>
              <a:gd name="connsiteY11" fmla="*/ 1241548 h 4767565"/>
              <a:gd name="connsiteX12" fmla="*/ 8745789 w 8763000"/>
              <a:gd name="connsiteY12" fmla="*/ 17211 h 4767565"/>
              <a:gd name="connsiteX13" fmla="*/ 17211 w 8763000"/>
              <a:gd name="connsiteY13" fmla="*/ 17211 h 4767565"/>
              <a:gd name="connsiteX14" fmla="*/ 17211 w 8763000"/>
              <a:gd name="connsiteY14" fmla="*/ 1158669 h 4767565"/>
              <a:gd name="connsiteX15" fmla="*/ 0 w 8763000"/>
              <a:gd name="connsiteY15" fmla="*/ 1158669 h 476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3000" h="4767565">
                <a:moveTo>
                  <a:pt x="0" y="3802844"/>
                </a:moveTo>
                <a:lnTo>
                  <a:pt x="17211" y="3802844"/>
                </a:lnTo>
                <a:lnTo>
                  <a:pt x="17211" y="4750354"/>
                </a:lnTo>
                <a:lnTo>
                  <a:pt x="8745789" y="4750354"/>
                </a:lnTo>
                <a:lnTo>
                  <a:pt x="8745789" y="3885723"/>
                </a:lnTo>
                <a:lnTo>
                  <a:pt x="8763000" y="3885723"/>
                </a:lnTo>
                <a:lnTo>
                  <a:pt x="8763000" y="4767565"/>
                </a:lnTo>
                <a:lnTo>
                  <a:pt x="0" y="4767565"/>
                </a:lnTo>
                <a:close/>
                <a:moveTo>
                  <a:pt x="0" y="0"/>
                </a:moveTo>
                <a:lnTo>
                  <a:pt x="8763000" y="0"/>
                </a:lnTo>
                <a:lnTo>
                  <a:pt x="8763000" y="1241548"/>
                </a:lnTo>
                <a:lnTo>
                  <a:pt x="8745789" y="1241548"/>
                </a:lnTo>
                <a:lnTo>
                  <a:pt x="8745789" y="17211"/>
                </a:lnTo>
                <a:lnTo>
                  <a:pt x="17211" y="17211"/>
                </a:lnTo>
                <a:lnTo>
                  <a:pt x="17211" y="1158669"/>
                </a:lnTo>
                <a:lnTo>
                  <a:pt x="0" y="11586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defRPr>
            </a:lvl1pPr>
          </a:lstStyle>
          <a:p>
            <a:fld id="{0CEB1B6A-AEF1-4ACD-BD61-958570690F55}" type="datetimeFigureOut">
              <a:rPr lang="zh-CN" altLang="en-US" smtClean="0"/>
              <a:pPr/>
              <a:t>2026/9/9</a:t>
            </a:fld>
            <a:endParaRPr lang="zh-CN" altLang="en-US" dirty="0"/>
          </a:p>
        </p:txBody>
      </p:sp>
      <p:sp>
        <p:nvSpPr>
          <p:cNvPr id="5" name="页脚占位符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defRPr>
            </a:lvl1pPr>
          </a:lstStyle>
          <a:p>
            <a:fld id="{BB6CB991-6BD3-42F2-8A94-1903E9425430}"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 id="2147483656" r:id="rId4"/>
    <p:sldLayoutId id="2147483661" r:id="rId5"/>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lang="zh-CN" altLang="en-US" sz="4400" kern="1200" dirty="0">
          <a:solidFill>
            <a:schemeClr val="tx1"/>
          </a:solidFill>
          <a:latin typeface="微软雅黑" panose="020B0503020204020204" pitchFamily="34"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微软雅黑" panose="020B0503020204020204"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2400" kern="1200" dirty="0">
          <a:solidFill>
            <a:schemeClr val="tx1"/>
          </a:solidFill>
          <a:latin typeface="微软雅黑" panose="020B0503020204020204"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2000" kern="1200" dirty="0">
          <a:solidFill>
            <a:schemeClr val="tx1"/>
          </a:solidFill>
          <a:latin typeface="微软雅黑" panose="020B0503020204020204"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800" kern="1200" dirty="0">
          <a:solidFill>
            <a:schemeClr val="tx1"/>
          </a:solidFill>
          <a:latin typeface="微软雅黑" panose="020B0503020204020204"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800" kern="1200" dirty="0">
          <a:solidFill>
            <a:schemeClr val="tx1"/>
          </a:solidFill>
          <a:latin typeface="微软雅黑" panose="020B0503020204020204"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5.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5.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26" Type="http://schemas.openxmlformats.org/officeDocument/2006/relationships/tags" Target="../tags/tag48.xml"/><Relationship Id="rId21" Type="http://schemas.openxmlformats.org/officeDocument/2006/relationships/tags" Target="../tags/tag43.xml"/><Relationship Id="rId42" Type="http://schemas.openxmlformats.org/officeDocument/2006/relationships/tags" Target="../tags/tag64.xml"/><Relationship Id="rId47" Type="http://schemas.openxmlformats.org/officeDocument/2006/relationships/tags" Target="../tags/tag69.xml"/><Relationship Id="rId63" Type="http://schemas.openxmlformats.org/officeDocument/2006/relationships/tags" Target="../tags/tag85.xml"/><Relationship Id="rId68" Type="http://schemas.openxmlformats.org/officeDocument/2006/relationships/tags" Target="../tags/tag90.xml"/><Relationship Id="rId84" Type="http://schemas.openxmlformats.org/officeDocument/2006/relationships/tags" Target="../tags/tag106.xml"/><Relationship Id="rId89" Type="http://schemas.openxmlformats.org/officeDocument/2006/relationships/tags" Target="../tags/tag111.xml"/><Relationship Id="rId16" Type="http://schemas.openxmlformats.org/officeDocument/2006/relationships/tags" Target="../tags/tag38.xml"/><Relationship Id="rId11" Type="http://schemas.openxmlformats.org/officeDocument/2006/relationships/tags" Target="../tags/tag33.xml"/><Relationship Id="rId32" Type="http://schemas.openxmlformats.org/officeDocument/2006/relationships/tags" Target="../tags/tag54.xml"/><Relationship Id="rId37" Type="http://schemas.openxmlformats.org/officeDocument/2006/relationships/tags" Target="../tags/tag59.xml"/><Relationship Id="rId53" Type="http://schemas.openxmlformats.org/officeDocument/2006/relationships/tags" Target="../tags/tag75.xml"/><Relationship Id="rId58" Type="http://schemas.openxmlformats.org/officeDocument/2006/relationships/tags" Target="../tags/tag80.xml"/><Relationship Id="rId74" Type="http://schemas.openxmlformats.org/officeDocument/2006/relationships/tags" Target="../tags/tag96.xml"/><Relationship Id="rId79" Type="http://schemas.openxmlformats.org/officeDocument/2006/relationships/tags" Target="../tags/tag101.xml"/><Relationship Id="rId102" Type="http://schemas.openxmlformats.org/officeDocument/2006/relationships/tags" Target="../tags/tag124.xml"/><Relationship Id="rId5" Type="http://schemas.openxmlformats.org/officeDocument/2006/relationships/tags" Target="../tags/tag27.xml"/><Relationship Id="rId90" Type="http://schemas.openxmlformats.org/officeDocument/2006/relationships/tags" Target="../tags/tag112.xml"/><Relationship Id="rId95" Type="http://schemas.openxmlformats.org/officeDocument/2006/relationships/tags" Target="../tags/tag117.xml"/><Relationship Id="rId22" Type="http://schemas.openxmlformats.org/officeDocument/2006/relationships/tags" Target="../tags/tag44.xml"/><Relationship Id="rId27" Type="http://schemas.openxmlformats.org/officeDocument/2006/relationships/tags" Target="../tags/tag49.xml"/><Relationship Id="rId43" Type="http://schemas.openxmlformats.org/officeDocument/2006/relationships/tags" Target="../tags/tag65.xml"/><Relationship Id="rId48" Type="http://schemas.openxmlformats.org/officeDocument/2006/relationships/tags" Target="../tags/tag70.xml"/><Relationship Id="rId64" Type="http://schemas.openxmlformats.org/officeDocument/2006/relationships/tags" Target="../tags/tag86.xml"/><Relationship Id="rId69" Type="http://schemas.openxmlformats.org/officeDocument/2006/relationships/tags" Target="../tags/tag91.xml"/><Relationship Id="rId80" Type="http://schemas.openxmlformats.org/officeDocument/2006/relationships/tags" Target="../tags/tag102.xml"/><Relationship Id="rId85" Type="http://schemas.openxmlformats.org/officeDocument/2006/relationships/tags" Target="../tags/tag107.xml"/><Relationship Id="rId12" Type="http://schemas.openxmlformats.org/officeDocument/2006/relationships/tags" Target="../tags/tag34.xml"/><Relationship Id="rId17" Type="http://schemas.openxmlformats.org/officeDocument/2006/relationships/tags" Target="../tags/tag39.xml"/><Relationship Id="rId33" Type="http://schemas.openxmlformats.org/officeDocument/2006/relationships/tags" Target="../tags/tag55.xml"/><Relationship Id="rId38" Type="http://schemas.openxmlformats.org/officeDocument/2006/relationships/tags" Target="../tags/tag60.xml"/><Relationship Id="rId59" Type="http://schemas.openxmlformats.org/officeDocument/2006/relationships/tags" Target="../tags/tag81.xml"/><Relationship Id="rId103" Type="http://schemas.openxmlformats.org/officeDocument/2006/relationships/tags" Target="../tags/tag125.xml"/><Relationship Id="rId20" Type="http://schemas.openxmlformats.org/officeDocument/2006/relationships/tags" Target="../tags/tag42.xml"/><Relationship Id="rId41" Type="http://schemas.openxmlformats.org/officeDocument/2006/relationships/tags" Target="../tags/tag63.xml"/><Relationship Id="rId54" Type="http://schemas.openxmlformats.org/officeDocument/2006/relationships/tags" Target="../tags/tag76.xml"/><Relationship Id="rId62" Type="http://schemas.openxmlformats.org/officeDocument/2006/relationships/tags" Target="../tags/tag84.xml"/><Relationship Id="rId70" Type="http://schemas.openxmlformats.org/officeDocument/2006/relationships/tags" Target="../tags/tag92.xml"/><Relationship Id="rId75" Type="http://schemas.openxmlformats.org/officeDocument/2006/relationships/tags" Target="../tags/tag97.xml"/><Relationship Id="rId83" Type="http://schemas.openxmlformats.org/officeDocument/2006/relationships/tags" Target="../tags/tag105.xml"/><Relationship Id="rId88" Type="http://schemas.openxmlformats.org/officeDocument/2006/relationships/tags" Target="../tags/tag110.xml"/><Relationship Id="rId91" Type="http://schemas.openxmlformats.org/officeDocument/2006/relationships/tags" Target="../tags/tag113.xml"/><Relationship Id="rId96" Type="http://schemas.openxmlformats.org/officeDocument/2006/relationships/tags" Target="../tags/tag118.xml"/><Relationship Id="rId1" Type="http://schemas.openxmlformats.org/officeDocument/2006/relationships/tags" Target="../tags/tag23.xml"/><Relationship Id="rId6" Type="http://schemas.openxmlformats.org/officeDocument/2006/relationships/tags" Target="../tags/tag28.xml"/><Relationship Id="rId15" Type="http://schemas.openxmlformats.org/officeDocument/2006/relationships/tags" Target="../tags/tag37.xml"/><Relationship Id="rId23" Type="http://schemas.openxmlformats.org/officeDocument/2006/relationships/tags" Target="../tags/tag45.xml"/><Relationship Id="rId28" Type="http://schemas.openxmlformats.org/officeDocument/2006/relationships/tags" Target="../tags/tag50.xml"/><Relationship Id="rId36" Type="http://schemas.openxmlformats.org/officeDocument/2006/relationships/tags" Target="../tags/tag58.xml"/><Relationship Id="rId49" Type="http://schemas.openxmlformats.org/officeDocument/2006/relationships/tags" Target="../tags/tag71.xml"/><Relationship Id="rId57" Type="http://schemas.openxmlformats.org/officeDocument/2006/relationships/tags" Target="../tags/tag79.xml"/><Relationship Id="rId106" Type="http://schemas.openxmlformats.org/officeDocument/2006/relationships/notesSlide" Target="../notesSlides/notesSlide4.xml"/><Relationship Id="rId10" Type="http://schemas.openxmlformats.org/officeDocument/2006/relationships/tags" Target="../tags/tag32.xml"/><Relationship Id="rId31" Type="http://schemas.openxmlformats.org/officeDocument/2006/relationships/tags" Target="../tags/tag53.xml"/><Relationship Id="rId44" Type="http://schemas.openxmlformats.org/officeDocument/2006/relationships/tags" Target="../tags/tag66.xml"/><Relationship Id="rId52" Type="http://schemas.openxmlformats.org/officeDocument/2006/relationships/tags" Target="../tags/tag74.xml"/><Relationship Id="rId60" Type="http://schemas.openxmlformats.org/officeDocument/2006/relationships/tags" Target="../tags/tag82.xml"/><Relationship Id="rId65" Type="http://schemas.openxmlformats.org/officeDocument/2006/relationships/tags" Target="../tags/tag87.xml"/><Relationship Id="rId73" Type="http://schemas.openxmlformats.org/officeDocument/2006/relationships/tags" Target="../tags/tag95.xml"/><Relationship Id="rId78" Type="http://schemas.openxmlformats.org/officeDocument/2006/relationships/tags" Target="../tags/tag100.xml"/><Relationship Id="rId81" Type="http://schemas.openxmlformats.org/officeDocument/2006/relationships/tags" Target="../tags/tag103.xml"/><Relationship Id="rId86" Type="http://schemas.openxmlformats.org/officeDocument/2006/relationships/tags" Target="../tags/tag108.xml"/><Relationship Id="rId94" Type="http://schemas.openxmlformats.org/officeDocument/2006/relationships/tags" Target="../tags/tag116.xml"/><Relationship Id="rId99" Type="http://schemas.openxmlformats.org/officeDocument/2006/relationships/tags" Target="../tags/tag121.xml"/><Relationship Id="rId101" Type="http://schemas.openxmlformats.org/officeDocument/2006/relationships/tags" Target="../tags/tag123.xml"/><Relationship Id="rId4" Type="http://schemas.openxmlformats.org/officeDocument/2006/relationships/tags" Target="../tags/tag26.xml"/><Relationship Id="rId9" Type="http://schemas.openxmlformats.org/officeDocument/2006/relationships/tags" Target="../tags/tag31.xml"/><Relationship Id="rId13" Type="http://schemas.openxmlformats.org/officeDocument/2006/relationships/tags" Target="../tags/tag35.xml"/><Relationship Id="rId18" Type="http://schemas.openxmlformats.org/officeDocument/2006/relationships/tags" Target="../tags/tag40.xml"/><Relationship Id="rId39" Type="http://schemas.openxmlformats.org/officeDocument/2006/relationships/tags" Target="../tags/tag61.xml"/><Relationship Id="rId34" Type="http://schemas.openxmlformats.org/officeDocument/2006/relationships/tags" Target="../tags/tag56.xml"/><Relationship Id="rId50" Type="http://schemas.openxmlformats.org/officeDocument/2006/relationships/tags" Target="../tags/tag72.xml"/><Relationship Id="rId55" Type="http://schemas.openxmlformats.org/officeDocument/2006/relationships/tags" Target="../tags/tag77.xml"/><Relationship Id="rId76" Type="http://schemas.openxmlformats.org/officeDocument/2006/relationships/tags" Target="../tags/tag98.xml"/><Relationship Id="rId97" Type="http://schemas.openxmlformats.org/officeDocument/2006/relationships/tags" Target="../tags/tag119.xml"/><Relationship Id="rId104" Type="http://schemas.openxmlformats.org/officeDocument/2006/relationships/tags" Target="../tags/tag126.xml"/><Relationship Id="rId7" Type="http://schemas.openxmlformats.org/officeDocument/2006/relationships/tags" Target="../tags/tag29.xml"/><Relationship Id="rId71" Type="http://schemas.openxmlformats.org/officeDocument/2006/relationships/tags" Target="../tags/tag93.xml"/><Relationship Id="rId92" Type="http://schemas.openxmlformats.org/officeDocument/2006/relationships/tags" Target="../tags/tag114.xml"/><Relationship Id="rId2" Type="http://schemas.openxmlformats.org/officeDocument/2006/relationships/tags" Target="../tags/tag24.xml"/><Relationship Id="rId29" Type="http://schemas.openxmlformats.org/officeDocument/2006/relationships/tags" Target="../tags/tag51.xml"/><Relationship Id="rId24" Type="http://schemas.openxmlformats.org/officeDocument/2006/relationships/tags" Target="../tags/tag46.xml"/><Relationship Id="rId40" Type="http://schemas.openxmlformats.org/officeDocument/2006/relationships/tags" Target="../tags/tag62.xml"/><Relationship Id="rId45" Type="http://schemas.openxmlformats.org/officeDocument/2006/relationships/tags" Target="../tags/tag67.xml"/><Relationship Id="rId66" Type="http://schemas.openxmlformats.org/officeDocument/2006/relationships/tags" Target="../tags/tag88.xml"/><Relationship Id="rId87" Type="http://schemas.openxmlformats.org/officeDocument/2006/relationships/tags" Target="../tags/tag109.xml"/><Relationship Id="rId61" Type="http://schemas.openxmlformats.org/officeDocument/2006/relationships/tags" Target="../tags/tag83.xml"/><Relationship Id="rId82" Type="http://schemas.openxmlformats.org/officeDocument/2006/relationships/tags" Target="../tags/tag104.xml"/><Relationship Id="rId19" Type="http://schemas.openxmlformats.org/officeDocument/2006/relationships/tags" Target="../tags/tag41.xml"/><Relationship Id="rId14" Type="http://schemas.openxmlformats.org/officeDocument/2006/relationships/tags" Target="../tags/tag36.xml"/><Relationship Id="rId30" Type="http://schemas.openxmlformats.org/officeDocument/2006/relationships/tags" Target="../tags/tag52.xml"/><Relationship Id="rId35" Type="http://schemas.openxmlformats.org/officeDocument/2006/relationships/tags" Target="../tags/tag57.xml"/><Relationship Id="rId56" Type="http://schemas.openxmlformats.org/officeDocument/2006/relationships/tags" Target="../tags/tag78.xml"/><Relationship Id="rId77" Type="http://schemas.openxmlformats.org/officeDocument/2006/relationships/tags" Target="../tags/tag99.xml"/><Relationship Id="rId100" Type="http://schemas.openxmlformats.org/officeDocument/2006/relationships/tags" Target="../tags/tag122.xml"/><Relationship Id="rId105" Type="http://schemas.openxmlformats.org/officeDocument/2006/relationships/slideLayout" Target="../slideLayouts/slideLayout2.xml"/><Relationship Id="rId8" Type="http://schemas.openxmlformats.org/officeDocument/2006/relationships/tags" Target="../tags/tag30.xml"/><Relationship Id="rId51" Type="http://schemas.openxmlformats.org/officeDocument/2006/relationships/tags" Target="../tags/tag73.xml"/><Relationship Id="rId72" Type="http://schemas.openxmlformats.org/officeDocument/2006/relationships/tags" Target="../tags/tag94.xml"/><Relationship Id="rId93" Type="http://schemas.openxmlformats.org/officeDocument/2006/relationships/tags" Target="../tags/tag115.xml"/><Relationship Id="rId98" Type="http://schemas.openxmlformats.org/officeDocument/2006/relationships/tags" Target="../tags/tag120.xml"/><Relationship Id="rId3" Type="http://schemas.openxmlformats.org/officeDocument/2006/relationships/tags" Target="../tags/tag25.xml"/><Relationship Id="rId25" Type="http://schemas.openxmlformats.org/officeDocument/2006/relationships/tags" Target="../tags/tag47.xml"/><Relationship Id="rId46" Type="http://schemas.openxmlformats.org/officeDocument/2006/relationships/tags" Target="../tags/tag68.xml"/><Relationship Id="rId67" Type="http://schemas.openxmlformats.org/officeDocument/2006/relationships/tags" Target="../tags/tag89.xml"/></Relationships>
</file>

<file path=ppt/slides/_rels/slide6.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tags" Target="../tags/tag138.xml"/><Relationship Id="rId2" Type="http://schemas.openxmlformats.org/officeDocument/2006/relationships/tags" Target="../tags/tag128.xml"/><Relationship Id="rId16" Type="http://schemas.openxmlformats.org/officeDocument/2006/relationships/slideLayout" Target="../slideLayouts/slideLayout2.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5" Type="http://schemas.openxmlformats.org/officeDocument/2006/relationships/tags" Target="../tags/tag141.xml"/><Relationship Id="rId10" Type="http://schemas.openxmlformats.org/officeDocument/2006/relationships/tags" Target="../tags/tag136.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s>
</file>

<file path=ppt/slides/_rels/slide7.xml.rels><?xml version="1.0" encoding="UTF-8" standalone="yes"?>
<Relationships xmlns="http://schemas.openxmlformats.org/package/2006/relationships"><Relationship Id="rId8" Type="http://schemas.openxmlformats.org/officeDocument/2006/relationships/tags" Target="../tags/tag149.xml"/><Relationship Id="rId3" Type="http://schemas.openxmlformats.org/officeDocument/2006/relationships/tags" Target="../tags/tag144.xml"/><Relationship Id="rId7" Type="http://schemas.openxmlformats.org/officeDocument/2006/relationships/tags" Target="../tags/tag148.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tags" Target="../tags/tag147.xml"/><Relationship Id="rId5" Type="http://schemas.openxmlformats.org/officeDocument/2006/relationships/tags" Target="../tags/tag146.xml"/><Relationship Id="rId10" Type="http://schemas.openxmlformats.org/officeDocument/2006/relationships/notesSlide" Target="../notesSlides/notesSlide5.xml"/><Relationship Id="rId4" Type="http://schemas.openxmlformats.org/officeDocument/2006/relationships/tags" Target="../tags/tag145.xml"/><Relationship Id="rId9"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tags" Target="../tags/tag162.xml"/><Relationship Id="rId18" Type="http://schemas.openxmlformats.org/officeDocument/2006/relationships/tags" Target="../tags/tag167.xml"/><Relationship Id="rId3" Type="http://schemas.openxmlformats.org/officeDocument/2006/relationships/tags" Target="../tags/tag152.xml"/><Relationship Id="rId21" Type="http://schemas.openxmlformats.org/officeDocument/2006/relationships/tags" Target="../tags/tag170.xml"/><Relationship Id="rId7" Type="http://schemas.openxmlformats.org/officeDocument/2006/relationships/tags" Target="../tags/tag156.xml"/><Relationship Id="rId12" Type="http://schemas.openxmlformats.org/officeDocument/2006/relationships/tags" Target="../tags/tag161.xml"/><Relationship Id="rId17" Type="http://schemas.openxmlformats.org/officeDocument/2006/relationships/tags" Target="../tags/tag166.xml"/><Relationship Id="rId2" Type="http://schemas.openxmlformats.org/officeDocument/2006/relationships/tags" Target="../tags/tag151.xml"/><Relationship Id="rId16" Type="http://schemas.openxmlformats.org/officeDocument/2006/relationships/tags" Target="../tags/tag165.xml"/><Relationship Id="rId20" Type="http://schemas.openxmlformats.org/officeDocument/2006/relationships/tags" Target="../tags/tag169.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tags" Target="../tags/tag160.xml"/><Relationship Id="rId5" Type="http://schemas.openxmlformats.org/officeDocument/2006/relationships/tags" Target="../tags/tag154.xml"/><Relationship Id="rId15" Type="http://schemas.openxmlformats.org/officeDocument/2006/relationships/tags" Target="../tags/tag164.xml"/><Relationship Id="rId23" Type="http://schemas.openxmlformats.org/officeDocument/2006/relationships/slideLayout" Target="../slideLayouts/slideLayout2.xml"/><Relationship Id="rId10" Type="http://schemas.openxmlformats.org/officeDocument/2006/relationships/tags" Target="../tags/tag159.xml"/><Relationship Id="rId19" Type="http://schemas.openxmlformats.org/officeDocument/2006/relationships/tags" Target="../tags/tag168.xml"/><Relationship Id="rId4" Type="http://schemas.openxmlformats.org/officeDocument/2006/relationships/tags" Target="../tags/tag153.xml"/><Relationship Id="rId9" Type="http://schemas.openxmlformats.org/officeDocument/2006/relationships/tags" Target="../tags/tag158.xml"/><Relationship Id="rId14" Type="http://schemas.openxmlformats.org/officeDocument/2006/relationships/tags" Target="../tags/tag163.xml"/><Relationship Id="rId22" Type="http://schemas.openxmlformats.org/officeDocument/2006/relationships/tags" Target="../tags/tag171.xml"/></Relationships>
</file>

<file path=ppt/slides/_rels/slide9.xml.rels><?xml version="1.0" encoding="UTF-8" standalone="yes"?>
<Relationships xmlns="http://schemas.openxmlformats.org/package/2006/relationships"><Relationship Id="rId3" Type="http://schemas.openxmlformats.org/officeDocument/2006/relationships/tags" Target="../tags/tag174.xml"/><Relationship Id="rId7" Type="http://schemas.openxmlformats.org/officeDocument/2006/relationships/notesSlide" Target="../notesSlides/notesSlide6.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slideLayout" Target="../slideLayouts/slideLayout5.xml"/><Relationship Id="rId5" Type="http://schemas.openxmlformats.org/officeDocument/2006/relationships/tags" Target="../tags/tag176.xml"/><Relationship Id="rId4" Type="http://schemas.openxmlformats.org/officeDocument/2006/relationships/tags" Target="../tags/tag175.xml"/></Relationships>
</file>

<file path=ppt/slides/_rels/slide10.xml.rels><?xml version="1.0" encoding="UTF-8" standalone="yes"?>
<Relationships xmlns="http://schemas.openxmlformats.org/package/2006/relationships"><Relationship Id="rId3" Type="http://schemas.openxmlformats.org/officeDocument/2006/relationships/tags" Target="../tags/tag179.xml"/><Relationship Id="rId7" Type="http://schemas.openxmlformats.org/officeDocument/2006/relationships/image" Target="../media/image3.png"/><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notesSlide" Target="../notesSlides/notesSlide7.xml"/><Relationship Id="rId5" Type="http://schemas.openxmlformats.org/officeDocument/2006/relationships/slideLayout" Target="../slideLayouts/slideLayout5.xml"/><Relationship Id="rId4" Type="http://schemas.openxmlformats.org/officeDocument/2006/relationships/tags" Target="../tags/tag180.xml"/></Relationships>
</file>

<file path=ppt/slides/_rels/slide11.xml.rels><?xml version="1.0" encoding="UTF-8" standalone="yes"?>
<Relationships xmlns="http://schemas.openxmlformats.org/package/2006/relationships"><Relationship Id="rId3" Type="http://schemas.openxmlformats.org/officeDocument/2006/relationships/tags" Target="../tags/tag183.xml"/><Relationship Id="rId7" Type="http://schemas.openxmlformats.org/officeDocument/2006/relationships/notesSlide" Target="../notesSlides/notesSlide8.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slideLayout" Target="../slideLayouts/slideLayout5.xml"/><Relationship Id="rId5" Type="http://schemas.openxmlformats.org/officeDocument/2006/relationships/tags" Target="../tags/tag185.xml"/><Relationship Id="rId4" Type="http://schemas.openxmlformats.org/officeDocument/2006/relationships/tags" Target="../tags/tag184.xml"/></Relationships>
</file>

<file path=ppt/slides/_rels/slide12.xml.rels><?xml version="1.0" encoding="UTF-8" standalone="yes"?>
<Relationships xmlns="http://schemas.openxmlformats.org/package/2006/relationships"><Relationship Id="rId3" Type="http://schemas.openxmlformats.org/officeDocument/2006/relationships/tags" Target="../tags/tag188.xml"/><Relationship Id="rId7" Type="http://schemas.openxmlformats.org/officeDocument/2006/relationships/notesSlide" Target="../notesSlides/notesSlide9.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slideLayout" Target="../slideLayouts/slideLayout5.xml"/><Relationship Id="rId5" Type="http://schemas.openxmlformats.org/officeDocument/2006/relationships/tags" Target="../tags/tag190.xml"/><Relationship Id="rId4" Type="http://schemas.openxmlformats.org/officeDocument/2006/relationships/tags" Target="../tags/tag189.xml"/></Relationships>
</file>

<file path=ppt/slides/_rels/slide13.xml.rels><?xml version="1.0" encoding="UTF-8" standalone="yes"?>
<Relationships xmlns="http://schemas.openxmlformats.org/package/2006/relationships"><Relationship Id="rId3" Type="http://schemas.openxmlformats.org/officeDocument/2006/relationships/tags" Target="../tags/tag193.xml"/><Relationship Id="rId7" Type="http://schemas.openxmlformats.org/officeDocument/2006/relationships/notesSlide" Target="../notesSlides/notesSlide10.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slideLayout" Target="../slideLayouts/slideLayout5.xml"/><Relationship Id="rId5" Type="http://schemas.openxmlformats.org/officeDocument/2006/relationships/tags" Target="../tags/tag195.xml"/><Relationship Id="rId4" Type="http://schemas.openxmlformats.org/officeDocument/2006/relationships/tags" Target="../tags/tag194.xml"/></Relationships>
</file>

<file path=ppt/slides/_rels/slide14.xml.rels><?xml version="1.0" encoding="UTF-8" standalone="yes"?>
<Relationships xmlns="http://schemas.openxmlformats.org/package/2006/relationships"><Relationship Id="rId3" Type="http://schemas.openxmlformats.org/officeDocument/2006/relationships/tags" Target="../tags/tag198.xml"/><Relationship Id="rId7" Type="http://schemas.openxmlformats.org/officeDocument/2006/relationships/notesSlide" Target="../notesSlides/notesSlide11.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slideLayout" Target="../slideLayouts/slideLayout5.xml"/><Relationship Id="rId5" Type="http://schemas.openxmlformats.org/officeDocument/2006/relationships/tags" Target="../tags/tag200.xml"/><Relationship Id="rId4" Type="http://schemas.openxmlformats.org/officeDocument/2006/relationships/tags" Target="../tags/tag199.xml"/></Relationships>
</file>

<file path=ppt/slides/_rels/slide15.xml.rels><?xml version="1.0" encoding="UTF-8" standalone="yes"?>
<Relationships xmlns="http://schemas.openxmlformats.org/package/2006/relationships"><Relationship Id="rId13" Type="http://schemas.openxmlformats.org/officeDocument/2006/relationships/tags" Target="../tags/tag213.xml"/><Relationship Id="rId18" Type="http://schemas.openxmlformats.org/officeDocument/2006/relationships/tags" Target="../tags/tag218.xml"/><Relationship Id="rId26" Type="http://schemas.openxmlformats.org/officeDocument/2006/relationships/tags" Target="../tags/tag226.xml"/><Relationship Id="rId3" Type="http://schemas.openxmlformats.org/officeDocument/2006/relationships/tags" Target="../tags/tag203.xml"/><Relationship Id="rId21" Type="http://schemas.openxmlformats.org/officeDocument/2006/relationships/tags" Target="../tags/tag221.xml"/><Relationship Id="rId7" Type="http://schemas.openxmlformats.org/officeDocument/2006/relationships/tags" Target="../tags/tag207.xml"/><Relationship Id="rId12" Type="http://schemas.openxmlformats.org/officeDocument/2006/relationships/tags" Target="../tags/tag212.xml"/><Relationship Id="rId17" Type="http://schemas.openxmlformats.org/officeDocument/2006/relationships/tags" Target="../tags/tag217.xml"/><Relationship Id="rId25" Type="http://schemas.openxmlformats.org/officeDocument/2006/relationships/tags" Target="../tags/tag225.xml"/><Relationship Id="rId33" Type="http://schemas.openxmlformats.org/officeDocument/2006/relationships/image" Target="../media/image4.jpeg"/><Relationship Id="rId2" Type="http://schemas.openxmlformats.org/officeDocument/2006/relationships/tags" Target="../tags/tag202.xml"/><Relationship Id="rId16" Type="http://schemas.openxmlformats.org/officeDocument/2006/relationships/tags" Target="../tags/tag216.xml"/><Relationship Id="rId20" Type="http://schemas.openxmlformats.org/officeDocument/2006/relationships/tags" Target="../tags/tag220.xml"/><Relationship Id="rId29" Type="http://schemas.openxmlformats.org/officeDocument/2006/relationships/tags" Target="../tags/tag229.xml"/><Relationship Id="rId1" Type="http://schemas.openxmlformats.org/officeDocument/2006/relationships/tags" Target="../tags/tag201.xml"/><Relationship Id="rId6" Type="http://schemas.openxmlformats.org/officeDocument/2006/relationships/tags" Target="../tags/tag206.xml"/><Relationship Id="rId11" Type="http://schemas.openxmlformats.org/officeDocument/2006/relationships/tags" Target="../tags/tag211.xml"/><Relationship Id="rId24" Type="http://schemas.openxmlformats.org/officeDocument/2006/relationships/tags" Target="../tags/tag224.xml"/><Relationship Id="rId32" Type="http://schemas.openxmlformats.org/officeDocument/2006/relationships/notesSlide" Target="../notesSlides/notesSlide12.xml"/><Relationship Id="rId5" Type="http://schemas.openxmlformats.org/officeDocument/2006/relationships/tags" Target="../tags/tag205.xml"/><Relationship Id="rId15" Type="http://schemas.openxmlformats.org/officeDocument/2006/relationships/tags" Target="../tags/tag215.xml"/><Relationship Id="rId23" Type="http://schemas.openxmlformats.org/officeDocument/2006/relationships/tags" Target="../tags/tag223.xml"/><Relationship Id="rId28" Type="http://schemas.openxmlformats.org/officeDocument/2006/relationships/tags" Target="../tags/tag228.xml"/><Relationship Id="rId10" Type="http://schemas.openxmlformats.org/officeDocument/2006/relationships/tags" Target="../tags/tag210.xml"/><Relationship Id="rId19" Type="http://schemas.openxmlformats.org/officeDocument/2006/relationships/tags" Target="../tags/tag219.xml"/><Relationship Id="rId31" Type="http://schemas.openxmlformats.org/officeDocument/2006/relationships/slideLayout" Target="../slideLayouts/slideLayout5.xml"/><Relationship Id="rId4" Type="http://schemas.openxmlformats.org/officeDocument/2006/relationships/tags" Target="../tags/tag204.xml"/><Relationship Id="rId9" Type="http://schemas.openxmlformats.org/officeDocument/2006/relationships/tags" Target="../tags/tag209.xml"/><Relationship Id="rId14" Type="http://schemas.openxmlformats.org/officeDocument/2006/relationships/tags" Target="../tags/tag214.xml"/><Relationship Id="rId22" Type="http://schemas.openxmlformats.org/officeDocument/2006/relationships/tags" Target="../tags/tag222.xml"/><Relationship Id="rId27" Type="http://schemas.openxmlformats.org/officeDocument/2006/relationships/tags" Target="../tags/tag227.xml"/><Relationship Id="rId30" Type="http://schemas.openxmlformats.org/officeDocument/2006/relationships/tags" Target="../tags/tag230.xml"/><Relationship Id="rId8" Type="http://schemas.openxmlformats.org/officeDocument/2006/relationships/tags" Target="../tags/tag208.xml"/></Relationships>
</file>

<file path=ppt/slides/_rels/slide16.xml.rels><?xml version="1.0" encoding="UTF-8" standalone="yes"?>
<Relationships xmlns="http://schemas.openxmlformats.org/package/2006/relationships"><Relationship Id="rId26" Type="http://schemas.openxmlformats.org/officeDocument/2006/relationships/tags" Target="../tags/tag256.xml"/><Relationship Id="rId21" Type="http://schemas.openxmlformats.org/officeDocument/2006/relationships/tags" Target="../tags/tag251.xml"/><Relationship Id="rId42" Type="http://schemas.openxmlformats.org/officeDocument/2006/relationships/tags" Target="../tags/tag272.xml"/><Relationship Id="rId47" Type="http://schemas.openxmlformats.org/officeDocument/2006/relationships/tags" Target="../tags/tag277.xml"/><Relationship Id="rId63" Type="http://schemas.openxmlformats.org/officeDocument/2006/relationships/tags" Target="../tags/tag293.xml"/><Relationship Id="rId68" Type="http://schemas.openxmlformats.org/officeDocument/2006/relationships/tags" Target="../tags/tag298.xml"/><Relationship Id="rId84" Type="http://schemas.openxmlformats.org/officeDocument/2006/relationships/tags" Target="../tags/tag314.xml"/><Relationship Id="rId89" Type="http://schemas.openxmlformats.org/officeDocument/2006/relationships/tags" Target="../tags/tag319.xml"/><Relationship Id="rId112" Type="http://schemas.openxmlformats.org/officeDocument/2006/relationships/tags" Target="../tags/tag342.xml"/><Relationship Id="rId16" Type="http://schemas.openxmlformats.org/officeDocument/2006/relationships/tags" Target="../tags/tag246.xml"/><Relationship Id="rId107" Type="http://schemas.openxmlformats.org/officeDocument/2006/relationships/tags" Target="../tags/tag337.xml"/><Relationship Id="rId11" Type="http://schemas.openxmlformats.org/officeDocument/2006/relationships/tags" Target="../tags/tag241.xml"/><Relationship Id="rId32" Type="http://schemas.openxmlformats.org/officeDocument/2006/relationships/tags" Target="../tags/tag262.xml"/><Relationship Id="rId37" Type="http://schemas.openxmlformats.org/officeDocument/2006/relationships/tags" Target="../tags/tag267.xml"/><Relationship Id="rId53" Type="http://schemas.openxmlformats.org/officeDocument/2006/relationships/tags" Target="../tags/tag283.xml"/><Relationship Id="rId58" Type="http://schemas.openxmlformats.org/officeDocument/2006/relationships/tags" Target="../tags/tag288.xml"/><Relationship Id="rId74" Type="http://schemas.openxmlformats.org/officeDocument/2006/relationships/tags" Target="../tags/tag304.xml"/><Relationship Id="rId79" Type="http://schemas.openxmlformats.org/officeDocument/2006/relationships/tags" Target="../tags/tag309.xml"/><Relationship Id="rId102" Type="http://schemas.openxmlformats.org/officeDocument/2006/relationships/tags" Target="../tags/tag332.xml"/><Relationship Id="rId5" Type="http://schemas.openxmlformats.org/officeDocument/2006/relationships/tags" Target="../tags/tag235.xml"/><Relationship Id="rId90" Type="http://schemas.openxmlformats.org/officeDocument/2006/relationships/tags" Target="../tags/tag320.xml"/><Relationship Id="rId95" Type="http://schemas.openxmlformats.org/officeDocument/2006/relationships/tags" Target="../tags/tag325.xml"/><Relationship Id="rId22" Type="http://schemas.openxmlformats.org/officeDocument/2006/relationships/tags" Target="../tags/tag252.xml"/><Relationship Id="rId27" Type="http://schemas.openxmlformats.org/officeDocument/2006/relationships/tags" Target="../tags/tag257.xml"/><Relationship Id="rId43" Type="http://schemas.openxmlformats.org/officeDocument/2006/relationships/tags" Target="../tags/tag273.xml"/><Relationship Id="rId48" Type="http://schemas.openxmlformats.org/officeDocument/2006/relationships/tags" Target="../tags/tag278.xml"/><Relationship Id="rId64" Type="http://schemas.openxmlformats.org/officeDocument/2006/relationships/tags" Target="../tags/tag294.xml"/><Relationship Id="rId69" Type="http://schemas.openxmlformats.org/officeDocument/2006/relationships/tags" Target="../tags/tag299.xml"/><Relationship Id="rId113" Type="http://schemas.openxmlformats.org/officeDocument/2006/relationships/slideLayout" Target="../slideLayouts/slideLayout5.xml"/><Relationship Id="rId80" Type="http://schemas.openxmlformats.org/officeDocument/2006/relationships/tags" Target="../tags/tag310.xml"/><Relationship Id="rId85" Type="http://schemas.openxmlformats.org/officeDocument/2006/relationships/tags" Target="../tags/tag315.xml"/><Relationship Id="rId12" Type="http://schemas.openxmlformats.org/officeDocument/2006/relationships/tags" Target="../tags/tag242.xml"/><Relationship Id="rId17" Type="http://schemas.openxmlformats.org/officeDocument/2006/relationships/tags" Target="../tags/tag247.xml"/><Relationship Id="rId33" Type="http://schemas.openxmlformats.org/officeDocument/2006/relationships/tags" Target="../tags/tag263.xml"/><Relationship Id="rId38" Type="http://schemas.openxmlformats.org/officeDocument/2006/relationships/tags" Target="../tags/tag268.xml"/><Relationship Id="rId59" Type="http://schemas.openxmlformats.org/officeDocument/2006/relationships/tags" Target="../tags/tag289.xml"/><Relationship Id="rId103" Type="http://schemas.openxmlformats.org/officeDocument/2006/relationships/tags" Target="../tags/tag333.xml"/><Relationship Id="rId108" Type="http://schemas.openxmlformats.org/officeDocument/2006/relationships/tags" Target="../tags/tag338.xml"/><Relationship Id="rId54" Type="http://schemas.openxmlformats.org/officeDocument/2006/relationships/tags" Target="../tags/tag284.xml"/><Relationship Id="rId70" Type="http://schemas.openxmlformats.org/officeDocument/2006/relationships/tags" Target="../tags/tag300.xml"/><Relationship Id="rId75" Type="http://schemas.openxmlformats.org/officeDocument/2006/relationships/tags" Target="../tags/tag305.xml"/><Relationship Id="rId91" Type="http://schemas.openxmlformats.org/officeDocument/2006/relationships/tags" Target="../tags/tag321.xml"/><Relationship Id="rId96" Type="http://schemas.openxmlformats.org/officeDocument/2006/relationships/tags" Target="../tags/tag326.xml"/><Relationship Id="rId1" Type="http://schemas.openxmlformats.org/officeDocument/2006/relationships/tags" Target="../tags/tag231.xml"/><Relationship Id="rId6" Type="http://schemas.openxmlformats.org/officeDocument/2006/relationships/tags" Target="../tags/tag236.xml"/><Relationship Id="rId15" Type="http://schemas.openxmlformats.org/officeDocument/2006/relationships/tags" Target="../tags/tag245.xml"/><Relationship Id="rId23" Type="http://schemas.openxmlformats.org/officeDocument/2006/relationships/tags" Target="../tags/tag253.xml"/><Relationship Id="rId28" Type="http://schemas.openxmlformats.org/officeDocument/2006/relationships/tags" Target="../tags/tag258.xml"/><Relationship Id="rId36" Type="http://schemas.openxmlformats.org/officeDocument/2006/relationships/tags" Target="../tags/tag266.xml"/><Relationship Id="rId49" Type="http://schemas.openxmlformats.org/officeDocument/2006/relationships/tags" Target="../tags/tag279.xml"/><Relationship Id="rId57" Type="http://schemas.openxmlformats.org/officeDocument/2006/relationships/tags" Target="../tags/tag287.xml"/><Relationship Id="rId106" Type="http://schemas.openxmlformats.org/officeDocument/2006/relationships/tags" Target="../tags/tag336.xml"/><Relationship Id="rId114" Type="http://schemas.openxmlformats.org/officeDocument/2006/relationships/notesSlide" Target="../notesSlides/notesSlide13.xml"/><Relationship Id="rId10" Type="http://schemas.openxmlformats.org/officeDocument/2006/relationships/tags" Target="../tags/tag240.xml"/><Relationship Id="rId31" Type="http://schemas.openxmlformats.org/officeDocument/2006/relationships/tags" Target="../tags/tag261.xml"/><Relationship Id="rId44" Type="http://schemas.openxmlformats.org/officeDocument/2006/relationships/tags" Target="../tags/tag274.xml"/><Relationship Id="rId52" Type="http://schemas.openxmlformats.org/officeDocument/2006/relationships/tags" Target="../tags/tag282.xml"/><Relationship Id="rId60" Type="http://schemas.openxmlformats.org/officeDocument/2006/relationships/tags" Target="../tags/tag290.xml"/><Relationship Id="rId65" Type="http://schemas.openxmlformats.org/officeDocument/2006/relationships/tags" Target="../tags/tag295.xml"/><Relationship Id="rId73" Type="http://schemas.openxmlformats.org/officeDocument/2006/relationships/tags" Target="../tags/tag303.xml"/><Relationship Id="rId78" Type="http://schemas.openxmlformats.org/officeDocument/2006/relationships/tags" Target="../tags/tag308.xml"/><Relationship Id="rId81" Type="http://schemas.openxmlformats.org/officeDocument/2006/relationships/tags" Target="../tags/tag311.xml"/><Relationship Id="rId86" Type="http://schemas.openxmlformats.org/officeDocument/2006/relationships/tags" Target="../tags/tag316.xml"/><Relationship Id="rId94" Type="http://schemas.openxmlformats.org/officeDocument/2006/relationships/tags" Target="../tags/tag324.xml"/><Relationship Id="rId99" Type="http://schemas.openxmlformats.org/officeDocument/2006/relationships/tags" Target="../tags/tag329.xml"/><Relationship Id="rId101" Type="http://schemas.openxmlformats.org/officeDocument/2006/relationships/tags" Target="../tags/tag331.xml"/><Relationship Id="rId4" Type="http://schemas.openxmlformats.org/officeDocument/2006/relationships/tags" Target="../tags/tag234.xml"/><Relationship Id="rId9" Type="http://schemas.openxmlformats.org/officeDocument/2006/relationships/tags" Target="../tags/tag239.xml"/><Relationship Id="rId13" Type="http://schemas.openxmlformats.org/officeDocument/2006/relationships/tags" Target="../tags/tag243.xml"/><Relationship Id="rId18" Type="http://schemas.openxmlformats.org/officeDocument/2006/relationships/tags" Target="../tags/tag248.xml"/><Relationship Id="rId39" Type="http://schemas.openxmlformats.org/officeDocument/2006/relationships/tags" Target="../tags/tag269.xml"/><Relationship Id="rId109" Type="http://schemas.openxmlformats.org/officeDocument/2006/relationships/tags" Target="../tags/tag339.xml"/><Relationship Id="rId34" Type="http://schemas.openxmlformats.org/officeDocument/2006/relationships/tags" Target="../tags/tag264.xml"/><Relationship Id="rId50" Type="http://schemas.openxmlformats.org/officeDocument/2006/relationships/tags" Target="../tags/tag280.xml"/><Relationship Id="rId55" Type="http://schemas.openxmlformats.org/officeDocument/2006/relationships/tags" Target="../tags/tag285.xml"/><Relationship Id="rId76" Type="http://schemas.openxmlformats.org/officeDocument/2006/relationships/tags" Target="../tags/tag306.xml"/><Relationship Id="rId97" Type="http://schemas.openxmlformats.org/officeDocument/2006/relationships/tags" Target="../tags/tag327.xml"/><Relationship Id="rId104" Type="http://schemas.openxmlformats.org/officeDocument/2006/relationships/tags" Target="../tags/tag334.xml"/><Relationship Id="rId7" Type="http://schemas.openxmlformats.org/officeDocument/2006/relationships/tags" Target="../tags/tag237.xml"/><Relationship Id="rId71" Type="http://schemas.openxmlformats.org/officeDocument/2006/relationships/tags" Target="../tags/tag301.xml"/><Relationship Id="rId92" Type="http://schemas.openxmlformats.org/officeDocument/2006/relationships/tags" Target="../tags/tag322.xml"/><Relationship Id="rId2" Type="http://schemas.openxmlformats.org/officeDocument/2006/relationships/tags" Target="../tags/tag232.xml"/><Relationship Id="rId29" Type="http://schemas.openxmlformats.org/officeDocument/2006/relationships/tags" Target="../tags/tag259.xml"/><Relationship Id="rId24" Type="http://schemas.openxmlformats.org/officeDocument/2006/relationships/tags" Target="../tags/tag254.xml"/><Relationship Id="rId40" Type="http://schemas.openxmlformats.org/officeDocument/2006/relationships/tags" Target="../tags/tag270.xml"/><Relationship Id="rId45" Type="http://schemas.openxmlformats.org/officeDocument/2006/relationships/tags" Target="../tags/tag275.xml"/><Relationship Id="rId66" Type="http://schemas.openxmlformats.org/officeDocument/2006/relationships/tags" Target="../tags/tag296.xml"/><Relationship Id="rId87" Type="http://schemas.openxmlformats.org/officeDocument/2006/relationships/tags" Target="../tags/tag317.xml"/><Relationship Id="rId110" Type="http://schemas.openxmlformats.org/officeDocument/2006/relationships/tags" Target="../tags/tag340.xml"/><Relationship Id="rId115" Type="http://schemas.openxmlformats.org/officeDocument/2006/relationships/image" Target="../media/image5.png"/><Relationship Id="rId61" Type="http://schemas.openxmlformats.org/officeDocument/2006/relationships/tags" Target="../tags/tag291.xml"/><Relationship Id="rId82" Type="http://schemas.openxmlformats.org/officeDocument/2006/relationships/tags" Target="../tags/tag312.xml"/><Relationship Id="rId19" Type="http://schemas.openxmlformats.org/officeDocument/2006/relationships/tags" Target="../tags/tag249.xml"/><Relationship Id="rId14" Type="http://schemas.openxmlformats.org/officeDocument/2006/relationships/tags" Target="../tags/tag244.xml"/><Relationship Id="rId30" Type="http://schemas.openxmlformats.org/officeDocument/2006/relationships/tags" Target="../tags/tag260.xml"/><Relationship Id="rId35" Type="http://schemas.openxmlformats.org/officeDocument/2006/relationships/tags" Target="../tags/tag265.xml"/><Relationship Id="rId56" Type="http://schemas.openxmlformats.org/officeDocument/2006/relationships/tags" Target="../tags/tag286.xml"/><Relationship Id="rId77" Type="http://schemas.openxmlformats.org/officeDocument/2006/relationships/tags" Target="../tags/tag307.xml"/><Relationship Id="rId100" Type="http://schemas.openxmlformats.org/officeDocument/2006/relationships/tags" Target="../tags/tag330.xml"/><Relationship Id="rId105" Type="http://schemas.openxmlformats.org/officeDocument/2006/relationships/tags" Target="../tags/tag335.xml"/><Relationship Id="rId8" Type="http://schemas.openxmlformats.org/officeDocument/2006/relationships/tags" Target="../tags/tag238.xml"/><Relationship Id="rId51" Type="http://schemas.openxmlformats.org/officeDocument/2006/relationships/tags" Target="../tags/tag281.xml"/><Relationship Id="rId72" Type="http://schemas.openxmlformats.org/officeDocument/2006/relationships/tags" Target="../tags/tag302.xml"/><Relationship Id="rId93" Type="http://schemas.openxmlformats.org/officeDocument/2006/relationships/tags" Target="../tags/tag323.xml"/><Relationship Id="rId98" Type="http://schemas.openxmlformats.org/officeDocument/2006/relationships/tags" Target="../tags/tag328.xml"/><Relationship Id="rId3" Type="http://schemas.openxmlformats.org/officeDocument/2006/relationships/tags" Target="../tags/tag233.xml"/><Relationship Id="rId25" Type="http://schemas.openxmlformats.org/officeDocument/2006/relationships/tags" Target="../tags/tag255.xml"/><Relationship Id="rId46" Type="http://schemas.openxmlformats.org/officeDocument/2006/relationships/tags" Target="../tags/tag276.xml"/><Relationship Id="rId67" Type="http://schemas.openxmlformats.org/officeDocument/2006/relationships/tags" Target="../tags/tag297.xml"/><Relationship Id="rId20" Type="http://schemas.openxmlformats.org/officeDocument/2006/relationships/tags" Target="../tags/tag250.xml"/><Relationship Id="rId41" Type="http://schemas.openxmlformats.org/officeDocument/2006/relationships/tags" Target="../tags/tag271.xml"/><Relationship Id="rId62" Type="http://schemas.openxmlformats.org/officeDocument/2006/relationships/tags" Target="../tags/tag292.xml"/><Relationship Id="rId83" Type="http://schemas.openxmlformats.org/officeDocument/2006/relationships/tags" Target="../tags/tag313.xml"/><Relationship Id="rId88" Type="http://schemas.openxmlformats.org/officeDocument/2006/relationships/tags" Target="../tags/tag318.xml"/><Relationship Id="rId111" Type="http://schemas.openxmlformats.org/officeDocument/2006/relationships/tags" Target="../tags/tag341.xml"/></Relationships>
</file>

<file path=ppt/slides/_rels/slide17.xml.rels><?xml version="1.0" encoding="UTF-8" standalone="yes"?>
<Relationships xmlns="http://schemas.openxmlformats.org/package/2006/relationships"><Relationship Id="rId8" Type="http://schemas.openxmlformats.org/officeDocument/2006/relationships/tags" Target="../tags/tag350.xml"/><Relationship Id="rId13" Type="http://schemas.openxmlformats.org/officeDocument/2006/relationships/image" Target="../media/image6.png"/><Relationship Id="rId3" Type="http://schemas.openxmlformats.org/officeDocument/2006/relationships/tags" Target="../tags/tag345.xml"/><Relationship Id="rId7" Type="http://schemas.openxmlformats.org/officeDocument/2006/relationships/tags" Target="../tags/tag349.xml"/><Relationship Id="rId12" Type="http://schemas.openxmlformats.org/officeDocument/2006/relationships/notesSlide" Target="../notesSlides/notesSlide14.xml"/><Relationship Id="rId2" Type="http://schemas.openxmlformats.org/officeDocument/2006/relationships/tags" Target="../tags/tag344.xml"/><Relationship Id="rId1" Type="http://schemas.openxmlformats.org/officeDocument/2006/relationships/tags" Target="../tags/tag343.xml"/><Relationship Id="rId6" Type="http://schemas.openxmlformats.org/officeDocument/2006/relationships/tags" Target="../tags/tag348.xml"/><Relationship Id="rId11" Type="http://schemas.openxmlformats.org/officeDocument/2006/relationships/slideLayout" Target="../slideLayouts/slideLayout5.xml"/><Relationship Id="rId5" Type="http://schemas.openxmlformats.org/officeDocument/2006/relationships/tags" Target="../tags/tag347.xml"/><Relationship Id="rId10" Type="http://schemas.openxmlformats.org/officeDocument/2006/relationships/tags" Target="../tags/tag352.xml"/><Relationship Id="rId4" Type="http://schemas.openxmlformats.org/officeDocument/2006/relationships/tags" Target="../tags/tag346.xml"/><Relationship Id="rId9" Type="http://schemas.openxmlformats.org/officeDocument/2006/relationships/tags" Target="../tags/tag351.xml"/><Relationship Id="rId14" Type="http://schemas.openxmlformats.org/officeDocument/2006/relationships/image" Target="../media/image7.jpeg"/></Relationships>
</file>

<file path=ppt/slides/_rels/slide18.xml.rels><?xml version="1.0" encoding="UTF-8" standalone="yes"?>
<Relationships xmlns="http://schemas.openxmlformats.org/package/2006/relationships"><Relationship Id="rId8" Type="http://schemas.openxmlformats.org/officeDocument/2006/relationships/tags" Target="../tags/tag360.xml"/><Relationship Id="rId13" Type="http://schemas.openxmlformats.org/officeDocument/2006/relationships/notesSlide" Target="../notesSlides/notesSlide15.xml"/><Relationship Id="rId3" Type="http://schemas.openxmlformats.org/officeDocument/2006/relationships/tags" Target="../tags/tag355.xml"/><Relationship Id="rId7" Type="http://schemas.openxmlformats.org/officeDocument/2006/relationships/tags" Target="../tags/tag359.xml"/><Relationship Id="rId12" Type="http://schemas.openxmlformats.org/officeDocument/2006/relationships/slideLayout" Target="../slideLayouts/slideLayout5.xml"/><Relationship Id="rId2" Type="http://schemas.openxmlformats.org/officeDocument/2006/relationships/tags" Target="../tags/tag354.xml"/><Relationship Id="rId1" Type="http://schemas.openxmlformats.org/officeDocument/2006/relationships/tags" Target="../tags/tag353.xml"/><Relationship Id="rId6" Type="http://schemas.openxmlformats.org/officeDocument/2006/relationships/tags" Target="../tags/tag358.xml"/><Relationship Id="rId11" Type="http://schemas.openxmlformats.org/officeDocument/2006/relationships/tags" Target="../tags/tag363.xml"/><Relationship Id="rId5" Type="http://schemas.openxmlformats.org/officeDocument/2006/relationships/tags" Target="../tags/tag357.xml"/><Relationship Id="rId10" Type="http://schemas.openxmlformats.org/officeDocument/2006/relationships/tags" Target="../tags/tag362.xml"/><Relationship Id="rId4" Type="http://schemas.openxmlformats.org/officeDocument/2006/relationships/tags" Target="../tags/tag356.xml"/><Relationship Id="rId9" Type="http://schemas.openxmlformats.org/officeDocument/2006/relationships/tags" Target="../tags/tag361.xml"/><Relationship Id="rId1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tags" Target="../tags/tag371.xml"/><Relationship Id="rId3" Type="http://schemas.openxmlformats.org/officeDocument/2006/relationships/tags" Target="../tags/tag366.xml"/><Relationship Id="rId7" Type="http://schemas.openxmlformats.org/officeDocument/2006/relationships/tags" Target="../tags/tag370.xml"/><Relationship Id="rId2" Type="http://schemas.openxmlformats.org/officeDocument/2006/relationships/tags" Target="../tags/tag365.xml"/><Relationship Id="rId1" Type="http://schemas.openxmlformats.org/officeDocument/2006/relationships/tags" Target="../tags/tag364.xml"/><Relationship Id="rId6" Type="http://schemas.openxmlformats.org/officeDocument/2006/relationships/tags" Target="../tags/tag369.xml"/><Relationship Id="rId5" Type="http://schemas.openxmlformats.org/officeDocument/2006/relationships/tags" Target="../tags/tag368.xml"/><Relationship Id="rId10" Type="http://schemas.openxmlformats.org/officeDocument/2006/relationships/image" Target="../media/image9.png"/><Relationship Id="rId4" Type="http://schemas.openxmlformats.org/officeDocument/2006/relationships/tags" Target="../tags/tag367.xml"/><Relationship Id="rId9"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374.xml"/><Relationship Id="rId7" Type="http://schemas.openxmlformats.org/officeDocument/2006/relationships/notesSlide" Target="../notesSlides/notesSlide16.xml"/><Relationship Id="rId2" Type="http://schemas.openxmlformats.org/officeDocument/2006/relationships/tags" Target="../tags/tag373.xml"/><Relationship Id="rId1" Type="http://schemas.openxmlformats.org/officeDocument/2006/relationships/tags" Target="../tags/tag372.xml"/><Relationship Id="rId6" Type="http://schemas.openxmlformats.org/officeDocument/2006/relationships/slideLayout" Target="../slideLayouts/slideLayout1.xml"/><Relationship Id="rId5" Type="http://schemas.openxmlformats.org/officeDocument/2006/relationships/tags" Target="../tags/tag376.xml"/><Relationship Id="rId4" Type="http://schemas.openxmlformats.org/officeDocument/2006/relationships/tags" Target="../tags/tag375.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5.xml"/><Relationship Id="rId3" Type="http://schemas.openxmlformats.org/officeDocument/2006/relationships/tags" Target="../tags/tag379.xml"/><Relationship Id="rId7" Type="http://schemas.openxmlformats.org/officeDocument/2006/relationships/tags" Target="../tags/tag383.xml"/><Relationship Id="rId2" Type="http://schemas.openxmlformats.org/officeDocument/2006/relationships/tags" Target="../tags/tag378.xml"/><Relationship Id="rId1" Type="http://schemas.openxmlformats.org/officeDocument/2006/relationships/tags" Target="../tags/tag377.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tags" Target="../tags/tag380.xml"/><Relationship Id="rId9"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3" Type="http://schemas.openxmlformats.org/officeDocument/2006/relationships/tags" Target="../tags/tag386.xml"/><Relationship Id="rId7" Type="http://schemas.openxmlformats.org/officeDocument/2006/relationships/image" Target="../media/image11.png"/><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notesSlide" Target="../notesSlides/notesSlide18.xml"/><Relationship Id="rId5" Type="http://schemas.openxmlformats.org/officeDocument/2006/relationships/slideLayout" Target="../slideLayouts/slideLayout3.xml"/><Relationship Id="rId4" Type="http://schemas.openxmlformats.org/officeDocument/2006/relationships/tags" Target="../tags/tag387.xml"/></Relationships>
</file>

<file path=ppt/slides/_rels/slide23.xml.rels><?xml version="1.0" encoding="UTF-8" standalone="yes"?>
<Relationships xmlns="http://schemas.openxmlformats.org/package/2006/relationships"><Relationship Id="rId8" Type="http://schemas.openxmlformats.org/officeDocument/2006/relationships/tags" Target="../tags/tag395.xml"/><Relationship Id="rId3" Type="http://schemas.openxmlformats.org/officeDocument/2006/relationships/tags" Target="../tags/tag390.xml"/><Relationship Id="rId7" Type="http://schemas.openxmlformats.org/officeDocument/2006/relationships/tags" Target="../tags/tag394.xml"/><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tags" Target="../tags/tag393.xml"/><Relationship Id="rId5" Type="http://schemas.openxmlformats.org/officeDocument/2006/relationships/tags" Target="../tags/tag392.xml"/><Relationship Id="rId10" Type="http://schemas.openxmlformats.org/officeDocument/2006/relationships/notesSlide" Target="../notesSlides/notesSlide19.xml"/><Relationship Id="rId4" Type="http://schemas.openxmlformats.org/officeDocument/2006/relationships/tags" Target="../tags/tag391.xml"/><Relationship Id="rId9"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8" Type="http://schemas.openxmlformats.org/officeDocument/2006/relationships/tags" Target="../tags/tag403.xml"/><Relationship Id="rId13" Type="http://schemas.openxmlformats.org/officeDocument/2006/relationships/notesSlide" Target="../notesSlides/notesSlide20.xml"/><Relationship Id="rId3" Type="http://schemas.openxmlformats.org/officeDocument/2006/relationships/tags" Target="../tags/tag398.xml"/><Relationship Id="rId7" Type="http://schemas.openxmlformats.org/officeDocument/2006/relationships/tags" Target="../tags/tag402.xml"/><Relationship Id="rId12" Type="http://schemas.openxmlformats.org/officeDocument/2006/relationships/slideLayout" Target="../slideLayouts/slideLayout5.xml"/><Relationship Id="rId2" Type="http://schemas.openxmlformats.org/officeDocument/2006/relationships/tags" Target="../tags/tag397.xml"/><Relationship Id="rId1" Type="http://schemas.openxmlformats.org/officeDocument/2006/relationships/tags" Target="../tags/tag396.xml"/><Relationship Id="rId6" Type="http://schemas.openxmlformats.org/officeDocument/2006/relationships/tags" Target="../tags/tag401.xml"/><Relationship Id="rId11" Type="http://schemas.openxmlformats.org/officeDocument/2006/relationships/tags" Target="../tags/tag406.xml"/><Relationship Id="rId5" Type="http://schemas.openxmlformats.org/officeDocument/2006/relationships/tags" Target="../tags/tag400.xml"/><Relationship Id="rId10" Type="http://schemas.openxmlformats.org/officeDocument/2006/relationships/tags" Target="../tags/tag405.xml"/><Relationship Id="rId4" Type="http://schemas.openxmlformats.org/officeDocument/2006/relationships/tags" Target="../tags/tag399.xml"/><Relationship Id="rId9" Type="http://schemas.openxmlformats.org/officeDocument/2006/relationships/tags" Target="../tags/tag404.xml"/><Relationship Id="rId14" Type="http://schemas.openxmlformats.org/officeDocument/2006/relationships/image" Target="../media/image12.png"/></Relationships>
</file>

<file path=ppt/slides/_rels/slide25.xml.rels><?xml version="1.0" encoding="UTF-8" standalone="yes"?>
<Relationships xmlns="http://schemas.openxmlformats.org/package/2006/relationships"><Relationship Id="rId8" Type="http://schemas.openxmlformats.org/officeDocument/2006/relationships/tags" Target="../tags/tag414.xml"/><Relationship Id="rId3" Type="http://schemas.openxmlformats.org/officeDocument/2006/relationships/tags" Target="../tags/tag409.xml"/><Relationship Id="rId7" Type="http://schemas.openxmlformats.org/officeDocument/2006/relationships/tags" Target="../tags/tag413.xml"/><Relationship Id="rId2" Type="http://schemas.openxmlformats.org/officeDocument/2006/relationships/tags" Target="../tags/tag408.xml"/><Relationship Id="rId1" Type="http://schemas.openxmlformats.org/officeDocument/2006/relationships/tags" Target="../tags/tag407.xml"/><Relationship Id="rId6" Type="http://schemas.openxmlformats.org/officeDocument/2006/relationships/tags" Target="../tags/tag412.xml"/><Relationship Id="rId11" Type="http://schemas.openxmlformats.org/officeDocument/2006/relationships/notesSlide" Target="../notesSlides/notesSlide21.xml"/><Relationship Id="rId5" Type="http://schemas.openxmlformats.org/officeDocument/2006/relationships/tags" Target="../tags/tag411.xml"/><Relationship Id="rId10" Type="http://schemas.openxmlformats.org/officeDocument/2006/relationships/slideLayout" Target="../slideLayouts/slideLayout5.xml"/><Relationship Id="rId4" Type="http://schemas.openxmlformats.org/officeDocument/2006/relationships/tags" Target="../tags/tag410.xml"/><Relationship Id="rId9" Type="http://schemas.openxmlformats.org/officeDocument/2006/relationships/tags" Target="../tags/tag415.xml"/></Relationships>
</file>

<file path=ppt/slides/_rels/slide26.xml.rels><?xml version="1.0" encoding="UTF-8" standalone="yes"?>
<Relationships xmlns="http://schemas.openxmlformats.org/package/2006/relationships"><Relationship Id="rId8" Type="http://schemas.openxmlformats.org/officeDocument/2006/relationships/tags" Target="../tags/tag423.xml"/><Relationship Id="rId13" Type="http://schemas.openxmlformats.org/officeDocument/2006/relationships/tags" Target="../tags/tag428.xml"/><Relationship Id="rId3" Type="http://schemas.openxmlformats.org/officeDocument/2006/relationships/tags" Target="../tags/tag418.xml"/><Relationship Id="rId7" Type="http://schemas.openxmlformats.org/officeDocument/2006/relationships/tags" Target="../tags/tag422.xml"/><Relationship Id="rId12" Type="http://schemas.openxmlformats.org/officeDocument/2006/relationships/tags" Target="../tags/tag427.xml"/><Relationship Id="rId2" Type="http://schemas.openxmlformats.org/officeDocument/2006/relationships/tags" Target="../tags/tag417.xml"/><Relationship Id="rId1" Type="http://schemas.openxmlformats.org/officeDocument/2006/relationships/tags" Target="../tags/tag416.xml"/><Relationship Id="rId6" Type="http://schemas.openxmlformats.org/officeDocument/2006/relationships/tags" Target="../tags/tag421.xml"/><Relationship Id="rId11" Type="http://schemas.openxmlformats.org/officeDocument/2006/relationships/tags" Target="../tags/tag426.xml"/><Relationship Id="rId5" Type="http://schemas.openxmlformats.org/officeDocument/2006/relationships/tags" Target="../tags/tag420.xml"/><Relationship Id="rId15" Type="http://schemas.openxmlformats.org/officeDocument/2006/relationships/notesSlide" Target="../notesSlides/notesSlide22.xml"/><Relationship Id="rId10" Type="http://schemas.openxmlformats.org/officeDocument/2006/relationships/tags" Target="../tags/tag425.xml"/><Relationship Id="rId4" Type="http://schemas.openxmlformats.org/officeDocument/2006/relationships/tags" Target="../tags/tag419.xml"/><Relationship Id="rId9" Type="http://schemas.openxmlformats.org/officeDocument/2006/relationships/tags" Target="../tags/tag424.xml"/><Relationship Id="rId14"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8" Type="http://schemas.openxmlformats.org/officeDocument/2006/relationships/tags" Target="../tags/tag436.xml"/><Relationship Id="rId13" Type="http://schemas.openxmlformats.org/officeDocument/2006/relationships/tags" Target="../tags/tag441.xml"/><Relationship Id="rId18" Type="http://schemas.openxmlformats.org/officeDocument/2006/relationships/notesSlide" Target="../notesSlides/notesSlide23.xml"/><Relationship Id="rId3" Type="http://schemas.openxmlformats.org/officeDocument/2006/relationships/tags" Target="../tags/tag431.xml"/><Relationship Id="rId7" Type="http://schemas.openxmlformats.org/officeDocument/2006/relationships/tags" Target="../tags/tag435.xml"/><Relationship Id="rId12" Type="http://schemas.openxmlformats.org/officeDocument/2006/relationships/tags" Target="../tags/tag440.xml"/><Relationship Id="rId17" Type="http://schemas.openxmlformats.org/officeDocument/2006/relationships/slideLayout" Target="../slideLayouts/slideLayout5.xml"/><Relationship Id="rId2" Type="http://schemas.openxmlformats.org/officeDocument/2006/relationships/tags" Target="../tags/tag430.xml"/><Relationship Id="rId16" Type="http://schemas.openxmlformats.org/officeDocument/2006/relationships/tags" Target="../tags/tag444.xml"/><Relationship Id="rId20" Type="http://schemas.openxmlformats.org/officeDocument/2006/relationships/image" Target="../media/image14.png"/><Relationship Id="rId1" Type="http://schemas.openxmlformats.org/officeDocument/2006/relationships/tags" Target="../tags/tag429.xml"/><Relationship Id="rId6" Type="http://schemas.openxmlformats.org/officeDocument/2006/relationships/tags" Target="../tags/tag434.xml"/><Relationship Id="rId11" Type="http://schemas.openxmlformats.org/officeDocument/2006/relationships/tags" Target="../tags/tag439.xml"/><Relationship Id="rId5" Type="http://schemas.openxmlformats.org/officeDocument/2006/relationships/tags" Target="../tags/tag433.xml"/><Relationship Id="rId15" Type="http://schemas.openxmlformats.org/officeDocument/2006/relationships/tags" Target="../tags/tag443.xml"/><Relationship Id="rId10" Type="http://schemas.openxmlformats.org/officeDocument/2006/relationships/tags" Target="../tags/tag438.xml"/><Relationship Id="rId19" Type="http://schemas.openxmlformats.org/officeDocument/2006/relationships/image" Target="../media/image13.png"/><Relationship Id="rId4" Type="http://schemas.openxmlformats.org/officeDocument/2006/relationships/tags" Target="../tags/tag432.xml"/><Relationship Id="rId9" Type="http://schemas.openxmlformats.org/officeDocument/2006/relationships/tags" Target="../tags/tag437.xml"/><Relationship Id="rId14" Type="http://schemas.openxmlformats.org/officeDocument/2006/relationships/tags" Target="../tags/tag442.xml"/></Relationships>
</file>

<file path=ppt/slides/_rels/slide28.xml.rels><?xml version="1.0" encoding="UTF-8" standalone="yes"?>
<Relationships xmlns="http://schemas.openxmlformats.org/package/2006/relationships"><Relationship Id="rId8" Type="http://schemas.openxmlformats.org/officeDocument/2006/relationships/tags" Target="../tags/tag452.xml"/><Relationship Id="rId13" Type="http://schemas.openxmlformats.org/officeDocument/2006/relationships/tags" Target="../tags/tag457.xml"/><Relationship Id="rId18" Type="http://schemas.openxmlformats.org/officeDocument/2006/relationships/tags" Target="../tags/tag462.xml"/><Relationship Id="rId3" Type="http://schemas.openxmlformats.org/officeDocument/2006/relationships/tags" Target="../tags/tag447.xml"/><Relationship Id="rId21" Type="http://schemas.openxmlformats.org/officeDocument/2006/relationships/image" Target="../media/image15.jpeg"/><Relationship Id="rId7" Type="http://schemas.openxmlformats.org/officeDocument/2006/relationships/tags" Target="../tags/tag451.xml"/><Relationship Id="rId12" Type="http://schemas.openxmlformats.org/officeDocument/2006/relationships/tags" Target="../tags/tag456.xml"/><Relationship Id="rId17" Type="http://schemas.openxmlformats.org/officeDocument/2006/relationships/tags" Target="../tags/tag461.xml"/><Relationship Id="rId2" Type="http://schemas.openxmlformats.org/officeDocument/2006/relationships/tags" Target="../tags/tag446.xml"/><Relationship Id="rId16" Type="http://schemas.openxmlformats.org/officeDocument/2006/relationships/tags" Target="../tags/tag460.xml"/><Relationship Id="rId20" Type="http://schemas.openxmlformats.org/officeDocument/2006/relationships/notesSlide" Target="../notesSlides/notesSlide24.xml"/><Relationship Id="rId1" Type="http://schemas.openxmlformats.org/officeDocument/2006/relationships/tags" Target="../tags/tag445.xml"/><Relationship Id="rId6" Type="http://schemas.openxmlformats.org/officeDocument/2006/relationships/tags" Target="../tags/tag450.xml"/><Relationship Id="rId11" Type="http://schemas.openxmlformats.org/officeDocument/2006/relationships/tags" Target="../tags/tag455.xml"/><Relationship Id="rId5" Type="http://schemas.openxmlformats.org/officeDocument/2006/relationships/tags" Target="../tags/tag449.xml"/><Relationship Id="rId15" Type="http://schemas.openxmlformats.org/officeDocument/2006/relationships/tags" Target="../tags/tag459.xml"/><Relationship Id="rId10" Type="http://schemas.openxmlformats.org/officeDocument/2006/relationships/tags" Target="../tags/tag454.xml"/><Relationship Id="rId19" Type="http://schemas.openxmlformats.org/officeDocument/2006/relationships/slideLayout" Target="../slideLayouts/slideLayout5.xml"/><Relationship Id="rId4" Type="http://schemas.openxmlformats.org/officeDocument/2006/relationships/tags" Target="../tags/tag448.xml"/><Relationship Id="rId9" Type="http://schemas.openxmlformats.org/officeDocument/2006/relationships/tags" Target="../tags/tag453.xml"/><Relationship Id="rId14" Type="http://schemas.openxmlformats.org/officeDocument/2006/relationships/tags" Target="../tags/tag458.xml"/></Relationships>
</file>

<file path=ppt/slides/_rels/slide29.xml.rels><?xml version="1.0" encoding="UTF-8" standalone="yes"?>
<Relationships xmlns="http://schemas.openxmlformats.org/package/2006/relationships"><Relationship Id="rId8" Type="http://schemas.openxmlformats.org/officeDocument/2006/relationships/tags" Target="../tags/tag470.xml"/><Relationship Id="rId13" Type="http://schemas.openxmlformats.org/officeDocument/2006/relationships/image" Target="../media/image16.png"/><Relationship Id="rId3" Type="http://schemas.openxmlformats.org/officeDocument/2006/relationships/tags" Target="../tags/tag465.xml"/><Relationship Id="rId7" Type="http://schemas.openxmlformats.org/officeDocument/2006/relationships/tags" Target="../tags/tag469.xml"/><Relationship Id="rId12" Type="http://schemas.openxmlformats.org/officeDocument/2006/relationships/notesSlide" Target="../notesSlides/notesSlide25.xml"/><Relationship Id="rId2" Type="http://schemas.openxmlformats.org/officeDocument/2006/relationships/tags" Target="../tags/tag464.xml"/><Relationship Id="rId1" Type="http://schemas.openxmlformats.org/officeDocument/2006/relationships/tags" Target="../tags/tag463.xml"/><Relationship Id="rId6" Type="http://schemas.openxmlformats.org/officeDocument/2006/relationships/tags" Target="../tags/tag468.xml"/><Relationship Id="rId11" Type="http://schemas.openxmlformats.org/officeDocument/2006/relationships/slideLayout" Target="../slideLayouts/slideLayout5.xml"/><Relationship Id="rId5" Type="http://schemas.openxmlformats.org/officeDocument/2006/relationships/tags" Target="../tags/tag467.xml"/><Relationship Id="rId15" Type="http://schemas.openxmlformats.org/officeDocument/2006/relationships/image" Target="../media/image17.jpeg"/><Relationship Id="rId10" Type="http://schemas.openxmlformats.org/officeDocument/2006/relationships/tags" Target="../tags/tag472.xml"/><Relationship Id="rId4" Type="http://schemas.openxmlformats.org/officeDocument/2006/relationships/tags" Target="../tags/tag466.xml"/><Relationship Id="rId9" Type="http://schemas.openxmlformats.org/officeDocument/2006/relationships/tags" Target="../tags/tag471.xml"/><Relationship Id="rId14" Type="http://schemas.openxmlformats.org/officeDocument/2006/relationships/image" Target="../media/image7.jpeg"/></Relationships>
</file>

<file path=ppt/slides/_rels/slide30.xml.rels><?xml version="1.0" encoding="UTF-8" standalone="yes"?>
<Relationships xmlns="http://schemas.openxmlformats.org/package/2006/relationships"><Relationship Id="rId8" Type="http://schemas.openxmlformats.org/officeDocument/2006/relationships/tags" Target="../tags/tag480.xml"/><Relationship Id="rId3" Type="http://schemas.openxmlformats.org/officeDocument/2006/relationships/tags" Target="../tags/tag475.xml"/><Relationship Id="rId7" Type="http://schemas.openxmlformats.org/officeDocument/2006/relationships/tags" Target="../tags/tag479.xml"/><Relationship Id="rId12" Type="http://schemas.openxmlformats.org/officeDocument/2006/relationships/image" Target="../media/image18.emf"/><Relationship Id="rId2" Type="http://schemas.openxmlformats.org/officeDocument/2006/relationships/tags" Target="../tags/tag474.xml"/><Relationship Id="rId1" Type="http://schemas.openxmlformats.org/officeDocument/2006/relationships/tags" Target="../tags/tag473.xml"/><Relationship Id="rId6" Type="http://schemas.openxmlformats.org/officeDocument/2006/relationships/tags" Target="../tags/tag478.xml"/><Relationship Id="rId11" Type="http://schemas.openxmlformats.org/officeDocument/2006/relationships/image" Target="../media/image17.jpeg"/><Relationship Id="rId5" Type="http://schemas.openxmlformats.org/officeDocument/2006/relationships/tags" Target="../tags/tag477.xml"/><Relationship Id="rId10" Type="http://schemas.openxmlformats.org/officeDocument/2006/relationships/slideLayout" Target="../slideLayouts/slideLayout5.xml"/><Relationship Id="rId4" Type="http://schemas.openxmlformats.org/officeDocument/2006/relationships/tags" Target="../tags/tag476.xml"/><Relationship Id="rId9" Type="http://schemas.openxmlformats.org/officeDocument/2006/relationships/tags" Target="../tags/tag481.xml"/></Relationships>
</file>

<file path=ppt/slides/_rels/slide31.xml.rels><?xml version="1.0" encoding="UTF-8" standalone="yes"?>
<Relationships xmlns="http://schemas.openxmlformats.org/package/2006/relationships"><Relationship Id="rId8" Type="http://schemas.openxmlformats.org/officeDocument/2006/relationships/tags" Target="../tags/tag489.xml"/><Relationship Id="rId3" Type="http://schemas.openxmlformats.org/officeDocument/2006/relationships/tags" Target="../tags/tag484.xml"/><Relationship Id="rId7" Type="http://schemas.openxmlformats.org/officeDocument/2006/relationships/tags" Target="../tags/tag488.xml"/><Relationship Id="rId2" Type="http://schemas.openxmlformats.org/officeDocument/2006/relationships/tags" Target="../tags/tag483.xml"/><Relationship Id="rId1" Type="http://schemas.openxmlformats.org/officeDocument/2006/relationships/tags" Target="../tags/tag482.xml"/><Relationship Id="rId6" Type="http://schemas.openxmlformats.org/officeDocument/2006/relationships/tags" Target="../tags/tag487.xml"/><Relationship Id="rId11" Type="http://schemas.openxmlformats.org/officeDocument/2006/relationships/image" Target="../media/image19.png"/><Relationship Id="rId5" Type="http://schemas.openxmlformats.org/officeDocument/2006/relationships/tags" Target="../tags/tag486.xml"/><Relationship Id="rId10" Type="http://schemas.openxmlformats.org/officeDocument/2006/relationships/notesSlide" Target="../notesSlides/notesSlide26.xml"/><Relationship Id="rId4" Type="http://schemas.openxmlformats.org/officeDocument/2006/relationships/tags" Target="../tags/tag485.xml"/><Relationship Id="rId9"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8" Type="http://schemas.openxmlformats.org/officeDocument/2006/relationships/tags" Target="../tags/tag497.xml"/><Relationship Id="rId13" Type="http://schemas.openxmlformats.org/officeDocument/2006/relationships/slideLayout" Target="../slideLayouts/slideLayout5.xml"/><Relationship Id="rId3" Type="http://schemas.openxmlformats.org/officeDocument/2006/relationships/tags" Target="../tags/tag492.xml"/><Relationship Id="rId7" Type="http://schemas.openxmlformats.org/officeDocument/2006/relationships/tags" Target="../tags/tag496.xml"/><Relationship Id="rId12" Type="http://schemas.openxmlformats.org/officeDocument/2006/relationships/tags" Target="../tags/tag501.xml"/><Relationship Id="rId2" Type="http://schemas.openxmlformats.org/officeDocument/2006/relationships/tags" Target="../tags/tag491.xml"/><Relationship Id="rId1" Type="http://schemas.openxmlformats.org/officeDocument/2006/relationships/tags" Target="../tags/tag490.xml"/><Relationship Id="rId6" Type="http://schemas.openxmlformats.org/officeDocument/2006/relationships/tags" Target="../tags/tag495.xml"/><Relationship Id="rId11" Type="http://schemas.openxmlformats.org/officeDocument/2006/relationships/tags" Target="../tags/tag500.xml"/><Relationship Id="rId5" Type="http://schemas.openxmlformats.org/officeDocument/2006/relationships/tags" Target="../tags/tag494.xml"/><Relationship Id="rId15" Type="http://schemas.openxmlformats.org/officeDocument/2006/relationships/image" Target="../media/image20.png"/><Relationship Id="rId10" Type="http://schemas.openxmlformats.org/officeDocument/2006/relationships/tags" Target="../tags/tag499.xml"/><Relationship Id="rId4" Type="http://schemas.openxmlformats.org/officeDocument/2006/relationships/tags" Target="../tags/tag493.xml"/><Relationship Id="rId9" Type="http://schemas.openxmlformats.org/officeDocument/2006/relationships/tags" Target="../tags/tag498.xml"/><Relationship Id="rId14"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8" Type="http://schemas.openxmlformats.org/officeDocument/2006/relationships/tags" Target="../tags/tag509.xml"/><Relationship Id="rId13" Type="http://schemas.openxmlformats.org/officeDocument/2006/relationships/image" Target="../media/image22.emf"/><Relationship Id="rId3" Type="http://schemas.openxmlformats.org/officeDocument/2006/relationships/tags" Target="../tags/tag504.xml"/><Relationship Id="rId7" Type="http://schemas.openxmlformats.org/officeDocument/2006/relationships/tags" Target="../tags/tag508.xml"/><Relationship Id="rId12" Type="http://schemas.openxmlformats.org/officeDocument/2006/relationships/image" Target="../media/image21.png"/><Relationship Id="rId2" Type="http://schemas.openxmlformats.org/officeDocument/2006/relationships/tags" Target="../tags/tag503.xml"/><Relationship Id="rId1" Type="http://schemas.openxmlformats.org/officeDocument/2006/relationships/tags" Target="../tags/tag502.xml"/><Relationship Id="rId6" Type="http://schemas.openxmlformats.org/officeDocument/2006/relationships/tags" Target="../tags/tag507.xml"/><Relationship Id="rId11" Type="http://schemas.openxmlformats.org/officeDocument/2006/relationships/image" Target="../media/image19.png"/><Relationship Id="rId5" Type="http://schemas.openxmlformats.org/officeDocument/2006/relationships/tags" Target="../tags/tag506.xml"/><Relationship Id="rId10" Type="http://schemas.openxmlformats.org/officeDocument/2006/relationships/notesSlide" Target="../notesSlides/notesSlide28.xml"/><Relationship Id="rId4" Type="http://schemas.openxmlformats.org/officeDocument/2006/relationships/tags" Target="../tags/tag505.xml"/><Relationship Id="rId9"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8" Type="http://schemas.openxmlformats.org/officeDocument/2006/relationships/tags" Target="../tags/tag517.xml"/><Relationship Id="rId13" Type="http://schemas.openxmlformats.org/officeDocument/2006/relationships/tags" Target="../tags/tag522.xml"/><Relationship Id="rId18" Type="http://schemas.openxmlformats.org/officeDocument/2006/relationships/notesSlide" Target="../notesSlides/notesSlide29.xml"/><Relationship Id="rId3" Type="http://schemas.openxmlformats.org/officeDocument/2006/relationships/tags" Target="../tags/tag512.xml"/><Relationship Id="rId7" Type="http://schemas.openxmlformats.org/officeDocument/2006/relationships/tags" Target="../tags/tag516.xml"/><Relationship Id="rId12" Type="http://schemas.openxmlformats.org/officeDocument/2006/relationships/tags" Target="../tags/tag521.xml"/><Relationship Id="rId17" Type="http://schemas.openxmlformats.org/officeDocument/2006/relationships/slideLayout" Target="../slideLayouts/slideLayout5.xml"/><Relationship Id="rId2" Type="http://schemas.openxmlformats.org/officeDocument/2006/relationships/tags" Target="../tags/tag511.xml"/><Relationship Id="rId16" Type="http://schemas.openxmlformats.org/officeDocument/2006/relationships/tags" Target="../tags/tag525.xml"/><Relationship Id="rId1" Type="http://schemas.openxmlformats.org/officeDocument/2006/relationships/tags" Target="../tags/tag510.xml"/><Relationship Id="rId6" Type="http://schemas.openxmlformats.org/officeDocument/2006/relationships/tags" Target="../tags/tag515.xml"/><Relationship Id="rId11" Type="http://schemas.openxmlformats.org/officeDocument/2006/relationships/tags" Target="../tags/tag520.xml"/><Relationship Id="rId5" Type="http://schemas.openxmlformats.org/officeDocument/2006/relationships/tags" Target="../tags/tag514.xml"/><Relationship Id="rId15" Type="http://schemas.openxmlformats.org/officeDocument/2006/relationships/tags" Target="../tags/tag524.xml"/><Relationship Id="rId10" Type="http://schemas.openxmlformats.org/officeDocument/2006/relationships/tags" Target="../tags/tag519.xml"/><Relationship Id="rId19" Type="http://schemas.openxmlformats.org/officeDocument/2006/relationships/image" Target="../media/image23.png"/><Relationship Id="rId4" Type="http://schemas.openxmlformats.org/officeDocument/2006/relationships/tags" Target="../tags/tag513.xml"/><Relationship Id="rId9" Type="http://schemas.openxmlformats.org/officeDocument/2006/relationships/tags" Target="../tags/tag518.xml"/><Relationship Id="rId14" Type="http://schemas.openxmlformats.org/officeDocument/2006/relationships/tags" Target="../tags/tag523.xml"/></Relationships>
</file>

<file path=ppt/slides/_rels/slide35.xml.rels><?xml version="1.0" encoding="UTF-8" standalone="yes"?>
<Relationships xmlns="http://schemas.openxmlformats.org/package/2006/relationships"><Relationship Id="rId8" Type="http://schemas.openxmlformats.org/officeDocument/2006/relationships/tags" Target="../tags/tag533.xml"/><Relationship Id="rId13" Type="http://schemas.openxmlformats.org/officeDocument/2006/relationships/tags" Target="../tags/tag538.xml"/><Relationship Id="rId18" Type="http://schemas.openxmlformats.org/officeDocument/2006/relationships/notesSlide" Target="../notesSlides/notesSlide30.xml"/><Relationship Id="rId3" Type="http://schemas.openxmlformats.org/officeDocument/2006/relationships/tags" Target="../tags/tag528.xml"/><Relationship Id="rId7" Type="http://schemas.openxmlformats.org/officeDocument/2006/relationships/tags" Target="../tags/tag532.xml"/><Relationship Id="rId12" Type="http://schemas.openxmlformats.org/officeDocument/2006/relationships/tags" Target="../tags/tag537.xml"/><Relationship Id="rId17" Type="http://schemas.openxmlformats.org/officeDocument/2006/relationships/slideLayout" Target="../slideLayouts/slideLayout5.xml"/><Relationship Id="rId2" Type="http://schemas.openxmlformats.org/officeDocument/2006/relationships/tags" Target="../tags/tag527.xml"/><Relationship Id="rId16" Type="http://schemas.openxmlformats.org/officeDocument/2006/relationships/tags" Target="../tags/tag541.xml"/><Relationship Id="rId1" Type="http://schemas.openxmlformats.org/officeDocument/2006/relationships/tags" Target="../tags/tag526.xml"/><Relationship Id="rId6" Type="http://schemas.openxmlformats.org/officeDocument/2006/relationships/tags" Target="../tags/tag531.xml"/><Relationship Id="rId11" Type="http://schemas.openxmlformats.org/officeDocument/2006/relationships/tags" Target="../tags/tag536.xml"/><Relationship Id="rId5" Type="http://schemas.openxmlformats.org/officeDocument/2006/relationships/tags" Target="../tags/tag530.xml"/><Relationship Id="rId15" Type="http://schemas.openxmlformats.org/officeDocument/2006/relationships/tags" Target="../tags/tag540.xml"/><Relationship Id="rId10" Type="http://schemas.openxmlformats.org/officeDocument/2006/relationships/tags" Target="../tags/tag535.xml"/><Relationship Id="rId19" Type="http://schemas.openxmlformats.org/officeDocument/2006/relationships/image" Target="../media/image23.png"/><Relationship Id="rId4" Type="http://schemas.openxmlformats.org/officeDocument/2006/relationships/tags" Target="../tags/tag529.xml"/><Relationship Id="rId9" Type="http://schemas.openxmlformats.org/officeDocument/2006/relationships/tags" Target="../tags/tag534.xml"/><Relationship Id="rId14" Type="http://schemas.openxmlformats.org/officeDocument/2006/relationships/tags" Target="../tags/tag539.xml"/></Relationships>
</file>

<file path=ppt/slides/_rels/slide36.xml.rels><?xml version="1.0" encoding="UTF-8" standalone="yes"?>
<Relationships xmlns="http://schemas.openxmlformats.org/package/2006/relationships"><Relationship Id="rId8" Type="http://schemas.openxmlformats.org/officeDocument/2006/relationships/tags" Target="../tags/tag549.xml"/><Relationship Id="rId13" Type="http://schemas.openxmlformats.org/officeDocument/2006/relationships/image" Target="../media/image16.png"/><Relationship Id="rId3" Type="http://schemas.openxmlformats.org/officeDocument/2006/relationships/tags" Target="../tags/tag544.xml"/><Relationship Id="rId7" Type="http://schemas.openxmlformats.org/officeDocument/2006/relationships/tags" Target="../tags/tag548.xml"/><Relationship Id="rId12" Type="http://schemas.openxmlformats.org/officeDocument/2006/relationships/notesSlide" Target="../notesSlides/notesSlide31.xml"/><Relationship Id="rId2" Type="http://schemas.openxmlformats.org/officeDocument/2006/relationships/tags" Target="../tags/tag543.xml"/><Relationship Id="rId1" Type="http://schemas.openxmlformats.org/officeDocument/2006/relationships/tags" Target="../tags/tag542.xml"/><Relationship Id="rId6" Type="http://schemas.openxmlformats.org/officeDocument/2006/relationships/tags" Target="../tags/tag547.xml"/><Relationship Id="rId11" Type="http://schemas.openxmlformats.org/officeDocument/2006/relationships/slideLayout" Target="../slideLayouts/slideLayout5.xml"/><Relationship Id="rId5" Type="http://schemas.openxmlformats.org/officeDocument/2006/relationships/tags" Target="../tags/tag546.xml"/><Relationship Id="rId10" Type="http://schemas.openxmlformats.org/officeDocument/2006/relationships/tags" Target="../tags/tag551.xml"/><Relationship Id="rId4" Type="http://schemas.openxmlformats.org/officeDocument/2006/relationships/tags" Target="../tags/tag545.xml"/><Relationship Id="rId9" Type="http://schemas.openxmlformats.org/officeDocument/2006/relationships/tags" Target="../tags/tag550.xml"/><Relationship Id="rId14" Type="http://schemas.openxmlformats.org/officeDocument/2006/relationships/image" Target="../media/image24.png"/></Relationships>
</file>

<file path=ppt/slides/_rels/slide37.xml.rels><?xml version="1.0" encoding="UTF-8" standalone="yes"?>
<Relationships xmlns="http://schemas.openxmlformats.org/package/2006/relationships"><Relationship Id="rId13" Type="http://schemas.openxmlformats.org/officeDocument/2006/relationships/tags" Target="../tags/tag564.xml"/><Relationship Id="rId18" Type="http://schemas.openxmlformats.org/officeDocument/2006/relationships/tags" Target="../tags/tag569.xml"/><Relationship Id="rId26" Type="http://schemas.openxmlformats.org/officeDocument/2006/relationships/tags" Target="../tags/tag577.xml"/><Relationship Id="rId39" Type="http://schemas.openxmlformats.org/officeDocument/2006/relationships/tags" Target="../tags/tag590.xml"/><Relationship Id="rId21" Type="http://schemas.openxmlformats.org/officeDocument/2006/relationships/tags" Target="../tags/tag572.xml"/><Relationship Id="rId34" Type="http://schemas.openxmlformats.org/officeDocument/2006/relationships/tags" Target="../tags/tag585.xml"/><Relationship Id="rId42" Type="http://schemas.openxmlformats.org/officeDocument/2006/relationships/tags" Target="../tags/tag593.xml"/><Relationship Id="rId47" Type="http://schemas.openxmlformats.org/officeDocument/2006/relationships/tags" Target="../tags/tag598.xml"/><Relationship Id="rId50" Type="http://schemas.openxmlformats.org/officeDocument/2006/relationships/tags" Target="../tags/tag601.xml"/><Relationship Id="rId55" Type="http://schemas.openxmlformats.org/officeDocument/2006/relationships/tags" Target="../tags/tag606.xml"/><Relationship Id="rId7" Type="http://schemas.openxmlformats.org/officeDocument/2006/relationships/tags" Target="../tags/tag558.xml"/><Relationship Id="rId2" Type="http://schemas.openxmlformats.org/officeDocument/2006/relationships/tags" Target="../tags/tag553.xml"/><Relationship Id="rId16" Type="http://schemas.openxmlformats.org/officeDocument/2006/relationships/tags" Target="../tags/tag567.xml"/><Relationship Id="rId29" Type="http://schemas.openxmlformats.org/officeDocument/2006/relationships/tags" Target="../tags/tag580.xml"/><Relationship Id="rId11" Type="http://schemas.openxmlformats.org/officeDocument/2006/relationships/tags" Target="../tags/tag562.xml"/><Relationship Id="rId24" Type="http://schemas.openxmlformats.org/officeDocument/2006/relationships/tags" Target="../tags/tag575.xml"/><Relationship Id="rId32" Type="http://schemas.openxmlformats.org/officeDocument/2006/relationships/tags" Target="../tags/tag583.xml"/><Relationship Id="rId37" Type="http://schemas.openxmlformats.org/officeDocument/2006/relationships/tags" Target="../tags/tag588.xml"/><Relationship Id="rId40" Type="http://schemas.openxmlformats.org/officeDocument/2006/relationships/tags" Target="../tags/tag591.xml"/><Relationship Id="rId45" Type="http://schemas.openxmlformats.org/officeDocument/2006/relationships/tags" Target="../tags/tag596.xml"/><Relationship Id="rId53" Type="http://schemas.openxmlformats.org/officeDocument/2006/relationships/tags" Target="../tags/tag604.xml"/><Relationship Id="rId5" Type="http://schemas.openxmlformats.org/officeDocument/2006/relationships/tags" Target="../tags/tag556.xml"/><Relationship Id="rId19" Type="http://schemas.openxmlformats.org/officeDocument/2006/relationships/tags" Target="../tags/tag570.xml"/><Relationship Id="rId4" Type="http://schemas.openxmlformats.org/officeDocument/2006/relationships/tags" Target="../tags/tag555.xml"/><Relationship Id="rId9" Type="http://schemas.openxmlformats.org/officeDocument/2006/relationships/tags" Target="../tags/tag560.xml"/><Relationship Id="rId14" Type="http://schemas.openxmlformats.org/officeDocument/2006/relationships/tags" Target="../tags/tag565.xml"/><Relationship Id="rId22" Type="http://schemas.openxmlformats.org/officeDocument/2006/relationships/tags" Target="../tags/tag573.xml"/><Relationship Id="rId27" Type="http://schemas.openxmlformats.org/officeDocument/2006/relationships/tags" Target="../tags/tag578.xml"/><Relationship Id="rId30" Type="http://schemas.openxmlformats.org/officeDocument/2006/relationships/tags" Target="../tags/tag581.xml"/><Relationship Id="rId35" Type="http://schemas.openxmlformats.org/officeDocument/2006/relationships/tags" Target="../tags/tag586.xml"/><Relationship Id="rId43" Type="http://schemas.openxmlformats.org/officeDocument/2006/relationships/tags" Target="../tags/tag594.xml"/><Relationship Id="rId48" Type="http://schemas.openxmlformats.org/officeDocument/2006/relationships/tags" Target="../tags/tag599.xml"/><Relationship Id="rId56" Type="http://schemas.openxmlformats.org/officeDocument/2006/relationships/tags" Target="../tags/tag607.xml"/><Relationship Id="rId8" Type="http://schemas.openxmlformats.org/officeDocument/2006/relationships/tags" Target="../tags/tag559.xml"/><Relationship Id="rId51" Type="http://schemas.openxmlformats.org/officeDocument/2006/relationships/tags" Target="../tags/tag602.xml"/><Relationship Id="rId3" Type="http://schemas.openxmlformats.org/officeDocument/2006/relationships/tags" Target="../tags/tag554.xml"/><Relationship Id="rId12" Type="http://schemas.openxmlformats.org/officeDocument/2006/relationships/tags" Target="../tags/tag563.xml"/><Relationship Id="rId17" Type="http://schemas.openxmlformats.org/officeDocument/2006/relationships/tags" Target="../tags/tag568.xml"/><Relationship Id="rId25" Type="http://schemas.openxmlformats.org/officeDocument/2006/relationships/tags" Target="../tags/tag576.xml"/><Relationship Id="rId33" Type="http://schemas.openxmlformats.org/officeDocument/2006/relationships/tags" Target="../tags/tag584.xml"/><Relationship Id="rId38" Type="http://schemas.openxmlformats.org/officeDocument/2006/relationships/tags" Target="../tags/tag589.xml"/><Relationship Id="rId46" Type="http://schemas.openxmlformats.org/officeDocument/2006/relationships/tags" Target="../tags/tag597.xml"/><Relationship Id="rId20" Type="http://schemas.openxmlformats.org/officeDocument/2006/relationships/tags" Target="../tags/tag571.xml"/><Relationship Id="rId41" Type="http://schemas.openxmlformats.org/officeDocument/2006/relationships/tags" Target="../tags/tag592.xml"/><Relationship Id="rId54" Type="http://schemas.openxmlformats.org/officeDocument/2006/relationships/tags" Target="../tags/tag605.xml"/><Relationship Id="rId1" Type="http://schemas.openxmlformats.org/officeDocument/2006/relationships/tags" Target="../tags/tag552.xml"/><Relationship Id="rId6" Type="http://schemas.openxmlformats.org/officeDocument/2006/relationships/tags" Target="../tags/tag557.xml"/><Relationship Id="rId15" Type="http://schemas.openxmlformats.org/officeDocument/2006/relationships/tags" Target="../tags/tag566.xml"/><Relationship Id="rId23" Type="http://schemas.openxmlformats.org/officeDocument/2006/relationships/tags" Target="../tags/tag574.xml"/><Relationship Id="rId28" Type="http://schemas.openxmlformats.org/officeDocument/2006/relationships/tags" Target="../tags/tag579.xml"/><Relationship Id="rId36" Type="http://schemas.openxmlformats.org/officeDocument/2006/relationships/tags" Target="../tags/tag587.xml"/><Relationship Id="rId49" Type="http://schemas.openxmlformats.org/officeDocument/2006/relationships/tags" Target="../tags/tag600.xml"/><Relationship Id="rId57" Type="http://schemas.openxmlformats.org/officeDocument/2006/relationships/slideLayout" Target="../slideLayouts/slideLayout5.xml"/><Relationship Id="rId10" Type="http://schemas.openxmlformats.org/officeDocument/2006/relationships/tags" Target="../tags/tag561.xml"/><Relationship Id="rId31" Type="http://schemas.openxmlformats.org/officeDocument/2006/relationships/tags" Target="../tags/tag582.xml"/><Relationship Id="rId44" Type="http://schemas.openxmlformats.org/officeDocument/2006/relationships/tags" Target="../tags/tag595.xml"/><Relationship Id="rId52" Type="http://schemas.openxmlformats.org/officeDocument/2006/relationships/tags" Target="../tags/tag603.xml"/></Relationships>
</file>

<file path=ppt/slides/_rels/slide38.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slide" Target="slide39.xml"/></Relationships>
</file>

<file path=ppt/slides/_rels/slide3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6.emf"/></Relationships>
</file>

<file path=ppt/slides/_rels/slide40.xml.rels><?xml version="1.0" encoding="UTF-8" standalone="yes"?>
<Relationships xmlns="http://schemas.openxmlformats.org/package/2006/relationships"><Relationship Id="rId8" Type="http://schemas.openxmlformats.org/officeDocument/2006/relationships/tags" Target="../tags/tag615.xml"/><Relationship Id="rId3" Type="http://schemas.openxmlformats.org/officeDocument/2006/relationships/tags" Target="../tags/tag610.xml"/><Relationship Id="rId7" Type="http://schemas.openxmlformats.org/officeDocument/2006/relationships/tags" Target="../tags/tag614.xml"/><Relationship Id="rId2" Type="http://schemas.openxmlformats.org/officeDocument/2006/relationships/tags" Target="../tags/tag609.xml"/><Relationship Id="rId1" Type="http://schemas.openxmlformats.org/officeDocument/2006/relationships/tags" Target="../tags/tag608.xml"/><Relationship Id="rId6" Type="http://schemas.openxmlformats.org/officeDocument/2006/relationships/tags" Target="../tags/tag613.xml"/><Relationship Id="rId11" Type="http://schemas.openxmlformats.org/officeDocument/2006/relationships/image" Target="../media/image19.png"/><Relationship Id="rId5" Type="http://schemas.openxmlformats.org/officeDocument/2006/relationships/tags" Target="../tags/tag612.xml"/><Relationship Id="rId10" Type="http://schemas.openxmlformats.org/officeDocument/2006/relationships/notesSlide" Target="../notesSlides/notesSlide34.xml"/><Relationship Id="rId4" Type="http://schemas.openxmlformats.org/officeDocument/2006/relationships/tags" Target="../tags/tag611.xml"/><Relationship Id="rId9"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8" Type="http://schemas.openxmlformats.org/officeDocument/2006/relationships/tags" Target="../tags/tag623.xml"/><Relationship Id="rId13" Type="http://schemas.openxmlformats.org/officeDocument/2006/relationships/tags" Target="../tags/tag628.xml"/><Relationship Id="rId18" Type="http://schemas.openxmlformats.org/officeDocument/2006/relationships/tags" Target="../tags/tag633.xml"/><Relationship Id="rId3" Type="http://schemas.openxmlformats.org/officeDocument/2006/relationships/tags" Target="../tags/tag618.xml"/><Relationship Id="rId21" Type="http://schemas.openxmlformats.org/officeDocument/2006/relationships/tags" Target="../tags/tag636.xml"/><Relationship Id="rId7" Type="http://schemas.openxmlformats.org/officeDocument/2006/relationships/tags" Target="../tags/tag622.xml"/><Relationship Id="rId12" Type="http://schemas.openxmlformats.org/officeDocument/2006/relationships/tags" Target="../tags/tag627.xml"/><Relationship Id="rId17" Type="http://schemas.openxmlformats.org/officeDocument/2006/relationships/tags" Target="../tags/tag632.xml"/><Relationship Id="rId25" Type="http://schemas.openxmlformats.org/officeDocument/2006/relationships/notesSlide" Target="../notesSlides/notesSlide36.xml"/><Relationship Id="rId2" Type="http://schemas.openxmlformats.org/officeDocument/2006/relationships/tags" Target="../tags/tag617.xml"/><Relationship Id="rId16" Type="http://schemas.openxmlformats.org/officeDocument/2006/relationships/tags" Target="../tags/tag631.xml"/><Relationship Id="rId20" Type="http://schemas.openxmlformats.org/officeDocument/2006/relationships/tags" Target="../tags/tag635.xml"/><Relationship Id="rId1" Type="http://schemas.openxmlformats.org/officeDocument/2006/relationships/tags" Target="../tags/tag616.xml"/><Relationship Id="rId6" Type="http://schemas.openxmlformats.org/officeDocument/2006/relationships/tags" Target="../tags/tag621.xml"/><Relationship Id="rId11" Type="http://schemas.openxmlformats.org/officeDocument/2006/relationships/tags" Target="../tags/tag626.xml"/><Relationship Id="rId24" Type="http://schemas.openxmlformats.org/officeDocument/2006/relationships/slideLayout" Target="../slideLayouts/slideLayout5.xml"/><Relationship Id="rId5" Type="http://schemas.openxmlformats.org/officeDocument/2006/relationships/tags" Target="../tags/tag620.xml"/><Relationship Id="rId15" Type="http://schemas.openxmlformats.org/officeDocument/2006/relationships/tags" Target="../tags/tag630.xml"/><Relationship Id="rId23" Type="http://schemas.openxmlformats.org/officeDocument/2006/relationships/tags" Target="../tags/tag638.xml"/><Relationship Id="rId10" Type="http://schemas.openxmlformats.org/officeDocument/2006/relationships/tags" Target="../tags/tag625.xml"/><Relationship Id="rId19" Type="http://schemas.openxmlformats.org/officeDocument/2006/relationships/tags" Target="../tags/tag634.xml"/><Relationship Id="rId4" Type="http://schemas.openxmlformats.org/officeDocument/2006/relationships/tags" Target="../tags/tag619.xml"/><Relationship Id="rId9" Type="http://schemas.openxmlformats.org/officeDocument/2006/relationships/tags" Target="../tags/tag624.xml"/><Relationship Id="rId14" Type="http://schemas.openxmlformats.org/officeDocument/2006/relationships/tags" Target="../tags/tag629.xml"/><Relationship Id="rId22" Type="http://schemas.openxmlformats.org/officeDocument/2006/relationships/tags" Target="../tags/tag63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5.xml"/><Relationship Id="rId3" Type="http://schemas.openxmlformats.org/officeDocument/2006/relationships/tags" Target="../tags/tag641.xml"/><Relationship Id="rId7" Type="http://schemas.openxmlformats.org/officeDocument/2006/relationships/tags" Target="../tags/tag645.xml"/><Relationship Id="rId2" Type="http://schemas.openxmlformats.org/officeDocument/2006/relationships/tags" Target="../tags/tag640.xml"/><Relationship Id="rId1" Type="http://schemas.openxmlformats.org/officeDocument/2006/relationships/tags" Target="../tags/tag639.xml"/><Relationship Id="rId6" Type="http://schemas.openxmlformats.org/officeDocument/2006/relationships/tags" Target="../tags/tag644.xml"/><Relationship Id="rId5" Type="http://schemas.openxmlformats.org/officeDocument/2006/relationships/tags" Target="../tags/tag643.xml"/><Relationship Id="rId10" Type="http://schemas.openxmlformats.org/officeDocument/2006/relationships/image" Target="../media/image7.jpeg"/><Relationship Id="rId4" Type="http://schemas.openxmlformats.org/officeDocument/2006/relationships/tags" Target="../tags/tag642.xml"/><Relationship Id="rId9"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8" Type="http://schemas.openxmlformats.org/officeDocument/2006/relationships/tags" Target="../tags/tag653.xml"/><Relationship Id="rId13" Type="http://schemas.openxmlformats.org/officeDocument/2006/relationships/notesSlide" Target="../notesSlides/notesSlide40.xml"/><Relationship Id="rId3" Type="http://schemas.openxmlformats.org/officeDocument/2006/relationships/tags" Target="../tags/tag648.xml"/><Relationship Id="rId7" Type="http://schemas.openxmlformats.org/officeDocument/2006/relationships/tags" Target="../tags/tag652.xml"/><Relationship Id="rId12" Type="http://schemas.openxmlformats.org/officeDocument/2006/relationships/slideLayout" Target="../slideLayouts/slideLayout5.xml"/><Relationship Id="rId2" Type="http://schemas.openxmlformats.org/officeDocument/2006/relationships/tags" Target="../tags/tag647.xml"/><Relationship Id="rId1" Type="http://schemas.openxmlformats.org/officeDocument/2006/relationships/tags" Target="../tags/tag646.xml"/><Relationship Id="rId6" Type="http://schemas.openxmlformats.org/officeDocument/2006/relationships/tags" Target="../tags/tag651.xml"/><Relationship Id="rId11" Type="http://schemas.openxmlformats.org/officeDocument/2006/relationships/tags" Target="../tags/tag656.xml"/><Relationship Id="rId5" Type="http://schemas.openxmlformats.org/officeDocument/2006/relationships/tags" Target="../tags/tag650.xml"/><Relationship Id="rId10" Type="http://schemas.openxmlformats.org/officeDocument/2006/relationships/tags" Target="../tags/tag655.xml"/><Relationship Id="rId4" Type="http://schemas.openxmlformats.org/officeDocument/2006/relationships/tags" Target="../tags/tag649.xml"/><Relationship Id="rId9" Type="http://schemas.openxmlformats.org/officeDocument/2006/relationships/tags" Target="../tags/tag654.xml"/></Relationships>
</file>

<file path=ppt/slides/_rels/slide47.xml.rels><?xml version="1.0" encoding="UTF-8" standalone="yes"?>
<Relationships xmlns="http://schemas.openxmlformats.org/package/2006/relationships"><Relationship Id="rId8" Type="http://schemas.openxmlformats.org/officeDocument/2006/relationships/tags" Target="../tags/tag664.xml"/><Relationship Id="rId3" Type="http://schemas.openxmlformats.org/officeDocument/2006/relationships/tags" Target="../tags/tag659.xml"/><Relationship Id="rId7" Type="http://schemas.openxmlformats.org/officeDocument/2006/relationships/tags" Target="../tags/tag663.xml"/><Relationship Id="rId2" Type="http://schemas.openxmlformats.org/officeDocument/2006/relationships/tags" Target="../tags/tag658.xml"/><Relationship Id="rId1" Type="http://schemas.openxmlformats.org/officeDocument/2006/relationships/tags" Target="../tags/tag657.xml"/><Relationship Id="rId6" Type="http://schemas.openxmlformats.org/officeDocument/2006/relationships/tags" Target="../tags/tag662.xml"/><Relationship Id="rId5" Type="http://schemas.openxmlformats.org/officeDocument/2006/relationships/tags" Target="../tags/tag661.xml"/><Relationship Id="rId10" Type="http://schemas.openxmlformats.org/officeDocument/2006/relationships/notesSlide" Target="../notesSlides/notesSlide41.xml"/><Relationship Id="rId4" Type="http://schemas.openxmlformats.org/officeDocument/2006/relationships/tags" Target="../tags/tag660.xml"/><Relationship Id="rId9"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8" Type="http://schemas.openxmlformats.org/officeDocument/2006/relationships/tags" Target="../tags/tag672.xml"/><Relationship Id="rId13" Type="http://schemas.openxmlformats.org/officeDocument/2006/relationships/slideLayout" Target="../slideLayouts/slideLayout5.xml"/><Relationship Id="rId3" Type="http://schemas.openxmlformats.org/officeDocument/2006/relationships/tags" Target="../tags/tag667.xml"/><Relationship Id="rId7" Type="http://schemas.openxmlformats.org/officeDocument/2006/relationships/tags" Target="../tags/tag671.xml"/><Relationship Id="rId12" Type="http://schemas.openxmlformats.org/officeDocument/2006/relationships/tags" Target="../tags/tag676.xml"/><Relationship Id="rId2" Type="http://schemas.openxmlformats.org/officeDocument/2006/relationships/tags" Target="../tags/tag666.xml"/><Relationship Id="rId1" Type="http://schemas.openxmlformats.org/officeDocument/2006/relationships/tags" Target="../tags/tag665.xml"/><Relationship Id="rId6" Type="http://schemas.openxmlformats.org/officeDocument/2006/relationships/tags" Target="../tags/tag670.xml"/><Relationship Id="rId11" Type="http://schemas.openxmlformats.org/officeDocument/2006/relationships/tags" Target="../tags/tag675.xml"/><Relationship Id="rId5" Type="http://schemas.openxmlformats.org/officeDocument/2006/relationships/tags" Target="../tags/tag669.xml"/><Relationship Id="rId15" Type="http://schemas.openxmlformats.org/officeDocument/2006/relationships/image" Target="../media/image7.jpeg"/><Relationship Id="rId10" Type="http://schemas.openxmlformats.org/officeDocument/2006/relationships/tags" Target="../tags/tag674.xml"/><Relationship Id="rId4" Type="http://schemas.openxmlformats.org/officeDocument/2006/relationships/tags" Target="../tags/tag668.xml"/><Relationship Id="rId9" Type="http://schemas.openxmlformats.org/officeDocument/2006/relationships/tags" Target="../tags/tag673.xml"/><Relationship Id="rId14"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8" Type="http://schemas.openxmlformats.org/officeDocument/2006/relationships/tags" Target="../tags/tag684.xml"/><Relationship Id="rId13" Type="http://schemas.openxmlformats.org/officeDocument/2006/relationships/slideLayout" Target="../slideLayouts/slideLayout5.xml"/><Relationship Id="rId3" Type="http://schemas.openxmlformats.org/officeDocument/2006/relationships/tags" Target="../tags/tag679.xml"/><Relationship Id="rId7" Type="http://schemas.openxmlformats.org/officeDocument/2006/relationships/tags" Target="../tags/tag683.xml"/><Relationship Id="rId12" Type="http://schemas.openxmlformats.org/officeDocument/2006/relationships/tags" Target="../tags/tag688.xml"/><Relationship Id="rId2" Type="http://schemas.openxmlformats.org/officeDocument/2006/relationships/tags" Target="../tags/tag678.xml"/><Relationship Id="rId16" Type="http://schemas.openxmlformats.org/officeDocument/2006/relationships/image" Target="../media/image28.svg"/><Relationship Id="rId1" Type="http://schemas.openxmlformats.org/officeDocument/2006/relationships/tags" Target="../tags/tag677.xml"/><Relationship Id="rId6" Type="http://schemas.openxmlformats.org/officeDocument/2006/relationships/tags" Target="../tags/tag682.xml"/><Relationship Id="rId11" Type="http://schemas.openxmlformats.org/officeDocument/2006/relationships/tags" Target="../tags/tag687.xml"/><Relationship Id="rId5" Type="http://schemas.openxmlformats.org/officeDocument/2006/relationships/tags" Target="../tags/tag681.xml"/><Relationship Id="rId15" Type="http://schemas.openxmlformats.org/officeDocument/2006/relationships/image" Target="../media/image27.svg"/><Relationship Id="rId10" Type="http://schemas.openxmlformats.org/officeDocument/2006/relationships/tags" Target="../tags/tag686.xml"/><Relationship Id="rId4" Type="http://schemas.openxmlformats.org/officeDocument/2006/relationships/tags" Target="../tags/tag680.xml"/><Relationship Id="rId9" Type="http://schemas.openxmlformats.org/officeDocument/2006/relationships/tags" Target="../tags/tag685.xml"/><Relationship Id="rId14"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8" Type="http://schemas.openxmlformats.org/officeDocument/2006/relationships/tags" Target="../tags/tag696.xml"/><Relationship Id="rId13" Type="http://schemas.openxmlformats.org/officeDocument/2006/relationships/slideLayout" Target="../slideLayouts/slideLayout5.xml"/><Relationship Id="rId3" Type="http://schemas.openxmlformats.org/officeDocument/2006/relationships/tags" Target="../tags/tag691.xml"/><Relationship Id="rId7" Type="http://schemas.openxmlformats.org/officeDocument/2006/relationships/tags" Target="../tags/tag695.xml"/><Relationship Id="rId12" Type="http://schemas.openxmlformats.org/officeDocument/2006/relationships/tags" Target="../tags/tag700.xml"/><Relationship Id="rId2" Type="http://schemas.openxmlformats.org/officeDocument/2006/relationships/tags" Target="../tags/tag690.xml"/><Relationship Id="rId16" Type="http://schemas.openxmlformats.org/officeDocument/2006/relationships/image" Target="../media/image28.svg"/><Relationship Id="rId1" Type="http://schemas.openxmlformats.org/officeDocument/2006/relationships/tags" Target="../tags/tag689.xml"/><Relationship Id="rId6" Type="http://schemas.openxmlformats.org/officeDocument/2006/relationships/tags" Target="../tags/tag694.xml"/><Relationship Id="rId11" Type="http://schemas.openxmlformats.org/officeDocument/2006/relationships/tags" Target="../tags/tag699.xml"/><Relationship Id="rId5" Type="http://schemas.openxmlformats.org/officeDocument/2006/relationships/tags" Target="../tags/tag693.xml"/><Relationship Id="rId15" Type="http://schemas.openxmlformats.org/officeDocument/2006/relationships/image" Target="../media/image27.svg"/><Relationship Id="rId10" Type="http://schemas.openxmlformats.org/officeDocument/2006/relationships/tags" Target="../tags/tag698.xml"/><Relationship Id="rId4" Type="http://schemas.openxmlformats.org/officeDocument/2006/relationships/tags" Target="../tags/tag692.xml"/><Relationship Id="rId9" Type="http://schemas.openxmlformats.org/officeDocument/2006/relationships/tags" Target="../tags/tag697.xml"/><Relationship Id="rId14" Type="http://schemas.openxmlformats.org/officeDocument/2006/relationships/notesSlide" Target="../notesSlides/notesSlide44.xml"/></Relationships>
</file>

<file path=ppt/slides/_rels/slide51.xml.rels><?xml version="1.0" encoding="UTF-8" standalone="yes"?>
<Relationships xmlns="http://schemas.openxmlformats.org/package/2006/relationships"><Relationship Id="rId8" Type="http://schemas.openxmlformats.org/officeDocument/2006/relationships/tags" Target="../tags/tag708.xml"/><Relationship Id="rId13" Type="http://schemas.openxmlformats.org/officeDocument/2006/relationships/slideLayout" Target="../slideLayouts/slideLayout5.xml"/><Relationship Id="rId3" Type="http://schemas.openxmlformats.org/officeDocument/2006/relationships/tags" Target="../tags/tag703.xml"/><Relationship Id="rId7" Type="http://schemas.openxmlformats.org/officeDocument/2006/relationships/tags" Target="../tags/tag707.xml"/><Relationship Id="rId12" Type="http://schemas.openxmlformats.org/officeDocument/2006/relationships/tags" Target="../tags/tag712.xml"/><Relationship Id="rId2" Type="http://schemas.openxmlformats.org/officeDocument/2006/relationships/tags" Target="../tags/tag702.xml"/><Relationship Id="rId16" Type="http://schemas.openxmlformats.org/officeDocument/2006/relationships/image" Target="../media/image28.svg"/><Relationship Id="rId1" Type="http://schemas.openxmlformats.org/officeDocument/2006/relationships/tags" Target="../tags/tag701.xml"/><Relationship Id="rId6" Type="http://schemas.openxmlformats.org/officeDocument/2006/relationships/tags" Target="../tags/tag706.xml"/><Relationship Id="rId11" Type="http://schemas.openxmlformats.org/officeDocument/2006/relationships/tags" Target="../tags/tag711.xml"/><Relationship Id="rId5" Type="http://schemas.openxmlformats.org/officeDocument/2006/relationships/tags" Target="../tags/tag705.xml"/><Relationship Id="rId15" Type="http://schemas.openxmlformats.org/officeDocument/2006/relationships/image" Target="../media/image27.svg"/><Relationship Id="rId10" Type="http://schemas.openxmlformats.org/officeDocument/2006/relationships/tags" Target="../tags/tag710.xml"/><Relationship Id="rId4" Type="http://schemas.openxmlformats.org/officeDocument/2006/relationships/tags" Target="../tags/tag704.xml"/><Relationship Id="rId9" Type="http://schemas.openxmlformats.org/officeDocument/2006/relationships/tags" Target="../tags/tag709.xml"/><Relationship Id="rId14" Type="http://schemas.openxmlformats.org/officeDocument/2006/relationships/notesSlide" Target="../notesSlides/notesSlide45.xml"/></Relationships>
</file>

<file path=ppt/slides/_rels/slide52.xml.rels><?xml version="1.0" encoding="UTF-8" standalone="yes"?>
<Relationships xmlns="http://schemas.openxmlformats.org/package/2006/relationships"><Relationship Id="rId8" Type="http://schemas.openxmlformats.org/officeDocument/2006/relationships/tags" Target="../tags/tag720.xml"/><Relationship Id="rId13" Type="http://schemas.openxmlformats.org/officeDocument/2006/relationships/slideLayout" Target="../slideLayouts/slideLayout5.xml"/><Relationship Id="rId3" Type="http://schemas.openxmlformats.org/officeDocument/2006/relationships/tags" Target="../tags/tag715.xml"/><Relationship Id="rId7" Type="http://schemas.openxmlformats.org/officeDocument/2006/relationships/tags" Target="../tags/tag719.xml"/><Relationship Id="rId12" Type="http://schemas.openxmlformats.org/officeDocument/2006/relationships/tags" Target="../tags/tag724.xml"/><Relationship Id="rId2" Type="http://schemas.openxmlformats.org/officeDocument/2006/relationships/tags" Target="../tags/tag714.xml"/><Relationship Id="rId16" Type="http://schemas.openxmlformats.org/officeDocument/2006/relationships/image" Target="../media/image28.svg"/><Relationship Id="rId1" Type="http://schemas.openxmlformats.org/officeDocument/2006/relationships/tags" Target="../tags/tag713.xml"/><Relationship Id="rId6" Type="http://schemas.openxmlformats.org/officeDocument/2006/relationships/tags" Target="../tags/tag718.xml"/><Relationship Id="rId11" Type="http://schemas.openxmlformats.org/officeDocument/2006/relationships/tags" Target="../tags/tag723.xml"/><Relationship Id="rId5" Type="http://schemas.openxmlformats.org/officeDocument/2006/relationships/tags" Target="../tags/tag717.xml"/><Relationship Id="rId15" Type="http://schemas.openxmlformats.org/officeDocument/2006/relationships/image" Target="../media/image27.svg"/><Relationship Id="rId10" Type="http://schemas.openxmlformats.org/officeDocument/2006/relationships/tags" Target="../tags/tag722.xml"/><Relationship Id="rId4" Type="http://schemas.openxmlformats.org/officeDocument/2006/relationships/tags" Target="../tags/tag716.xml"/><Relationship Id="rId9" Type="http://schemas.openxmlformats.org/officeDocument/2006/relationships/tags" Target="../tags/tag721.xml"/><Relationship Id="rId14" Type="http://schemas.openxmlformats.org/officeDocument/2006/relationships/notesSlide" Target="../notesSlides/notesSlide46.xml"/></Relationships>
</file>

<file path=ppt/slides/_rels/slide53.xml.rels><?xml version="1.0" encoding="UTF-8" standalone="yes"?>
<Relationships xmlns="http://schemas.openxmlformats.org/package/2006/relationships"><Relationship Id="rId8" Type="http://schemas.openxmlformats.org/officeDocument/2006/relationships/tags" Target="../tags/tag732.xml"/><Relationship Id="rId13" Type="http://schemas.openxmlformats.org/officeDocument/2006/relationships/slideLayout" Target="../slideLayouts/slideLayout5.xml"/><Relationship Id="rId3" Type="http://schemas.openxmlformats.org/officeDocument/2006/relationships/tags" Target="../tags/tag727.xml"/><Relationship Id="rId7" Type="http://schemas.openxmlformats.org/officeDocument/2006/relationships/tags" Target="../tags/tag731.xml"/><Relationship Id="rId12" Type="http://schemas.openxmlformats.org/officeDocument/2006/relationships/tags" Target="../tags/tag736.xml"/><Relationship Id="rId2" Type="http://schemas.openxmlformats.org/officeDocument/2006/relationships/tags" Target="../tags/tag726.xml"/><Relationship Id="rId16" Type="http://schemas.openxmlformats.org/officeDocument/2006/relationships/image" Target="../media/image28.svg"/><Relationship Id="rId1" Type="http://schemas.openxmlformats.org/officeDocument/2006/relationships/tags" Target="../tags/tag725.xml"/><Relationship Id="rId6" Type="http://schemas.openxmlformats.org/officeDocument/2006/relationships/tags" Target="../tags/tag730.xml"/><Relationship Id="rId11" Type="http://schemas.openxmlformats.org/officeDocument/2006/relationships/tags" Target="../tags/tag735.xml"/><Relationship Id="rId5" Type="http://schemas.openxmlformats.org/officeDocument/2006/relationships/tags" Target="../tags/tag729.xml"/><Relationship Id="rId15" Type="http://schemas.openxmlformats.org/officeDocument/2006/relationships/image" Target="../media/image27.svg"/><Relationship Id="rId10" Type="http://schemas.openxmlformats.org/officeDocument/2006/relationships/tags" Target="../tags/tag734.xml"/><Relationship Id="rId4" Type="http://schemas.openxmlformats.org/officeDocument/2006/relationships/tags" Target="../tags/tag728.xml"/><Relationship Id="rId9" Type="http://schemas.openxmlformats.org/officeDocument/2006/relationships/tags" Target="../tags/tag733.xml"/><Relationship Id="rId14"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Id26" Type="http://schemas.openxmlformats.org/officeDocument/2006/relationships/tags" Target="../tags/tag762.xml"/><Relationship Id="rId117" Type="http://schemas.openxmlformats.org/officeDocument/2006/relationships/image" Target="../media/image29.jpeg"/><Relationship Id="rId21" Type="http://schemas.openxmlformats.org/officeDocument/2006/relationships/tags" Target="../tags/tag757.xml"/><Relationship Id="rId42" Type="http://schemas.openxmlformats.org/officeDocument/2006/relationships/tags" Target="../tags/tag778.xml"/><Relationship Id="rId47" Type="http://schemas.openxmlformats.org/officeDocument/2006/relationships/tags" Target="../tags/tag783.xml"/><Relationship Id="rId63" Type="http://schemas.openxmlformats.org/officeDocument/2006/relationships/tags" Target="../tags/tag799.xml"/><Relationship Id="rId68" Type="http://schemas.openxmlformats.org/officeDocument/2006/relationships/tags" Target="../tags/tag804.xml"/><Relationship Id="rId84" Type="http://schemas.openxmlformats.org/officeDocument/2006/relationships/tags" Target="../tags/tag820.xml"/><Relationship Id="rId89" Type="http://schemas.openxmlformats.org/officeDocument/2006/relationships/tags" Target="../tags/tag825.xml"/><Relationship Id="rId112" Type="http://schemas.openxmlformats.org/officeDocument/2006/relationships/tags" Target="../tags/tag848.xml"/><Relationship Id="rId16" Type="http://schemas.openxmlformats.org/officeDocument/2006/relationships/tags" Target="../tags/tag752.xml"/><Relationship Id="rId107" Type="http://schemas.openxmlformats.org/officeDocument/2006/relationships/tags" Target="../tags/tag843.xml"/><Relationship Id="rId11" Type="http://schemas.openxmlformats.org/officeDocument/2006/relationships/tags" Target="../tags/tag747.xml"/><Relationship Id="rId32" Type="http://schemas.openxmlformats.org/officeDocument/2006/relationships/tags" Target="../tags/tag768.xml"/><Relationship Id="rId37" Type="http://schemas.openxmlformats.org/officeDocument/2006/relationships/tags" Target="../tags/tag773.xml"/><Relationship Id="rId53" Type="http://schemas.openxmlformats.org/officeDocument/2006/relationships/tags" Target="../tags/tag789.xml"/><Relationship Id="rId58" Type="http://schemas.openxmlformats.org/officeDocument/2006/relationships/tags" Target="../tags/tag794.xml"/><Relationship Id="rId74" Type="http://schemas.openxmlformats.org/officeDocument/2006/relationships/tags" Target="../tags/tag810.xml"/><Relationship Id="rId79" Type="http://schemas.openxmlformats.org/officeDocument/2006/relationships/tags" Target="../tags/tag815.xml"/><Relationship Id="rId102" Type="http://schemas.openxmlformats.org/officeDocument/2006/relationships/tags" Target="../tags/tag838.xml"/><Relationship Id="rId5" Type="http://schemas.openxmlformats.org/officeDocument/2006/relationships/tags" Target="../tags/tag741.xml"/><Relationship Id="rId90" Type="http://schemas.openxmlformats.org/officeDocument/2006/relationships/tags" Target="../tags/tag826.xml"/><Relationship Id="rId95" Type="http://schemas.openxmlformats.org/officeDocument/2006/relationships/tags" Target="../tags/tag831.xml"/><Relationship Id="rId22" Type="http://schemas.openxmlformats.org/officeDocument/2006/relationships/tags" Target="../tags/tag758.xml"/><Relationship Id="rId27" Type="http://schemas.openxmlformats.org/officeDocument/2006/relationships/tags" Target="../tags/tag763.xml"/><Relationship Id="rId43" Type="http://schemas.openxmlformats.org/officeDocument/2006/relationships/tags" Target="../tags/tag779.xml"/><Relationship Id="rId48" Type="http://schemas.openxmlformats.org/officeDocument/2006/relationships/tags" Target="../tags/tag784.xml"/><Relationship Id="rId64" Type="http://schemas.openxmlformats.org/officeDocument/2006/relationships/tags" Target="../tags/tag800.xml"/><Relationship Id="rId69" Type="http://schemas.openxmlformats.org/officeDocument/2006/relationships/tags" Target="../tags/tag805.xml"/><Relationship Id="rId113" Type="http://schemas.openxmlformats.org/officeDocument/2006/relationships/tags" Target="../tags/tag849.xml"/><Relationship Id="rId80" Type="http://schemas.openxmlformats.org/officeDocument/2006/relationships/tags" Target="../tags/tag816.xml"/><Relationship Id="rId85" Type="http://schemas.openxmlformats.org/officeDocument/2006/relationships/tags" Target="../tags/tag821.xml"/><Relationship Id="rId12" Type="http://schemas.openxmlformats.org/officeDocument/2006/relationships/tags" Target="../tags/tag748.xml"/><Relationship Id="rId17" Type="http://schemas.openxmlformats.org/officeDocument/2006/relationships/tags" Target="../tags/tag753.xml"/><Relationship Id="rId33" Type="http://schemas.openxmlformats.org/officeDocument/2006/relationships/tags" Target="../tags/tag769.xml"/><Relationship Id="rId38" Type="http://schemas.openxmlformats.org/officeDocument/2006/relationships/tags" Target="../tags/tag774.xml"/><Relationship Id="rId59" Type="http://schemas.openxmlformats.org/officeDocument/2006/relationships/tags" Target="../tags/tag795.xml"/><Relationship Id="rId103" Type="http://schemas.openxmlformats.org/officeDocument/2006/relationships/tags" Target="../tags/tag839.xml"/><Relationship Id="rId108" Type="http://schemas.openxmlformats.org/officeDocument/2006/relationships/tags" Target="../tags/tag844.xml"/><Relationship Id="rId54" Type="http://schemas.openxmlformats.org/officeDocument/2006/relationships/tags" Target="../tags/tag790.xml"/><Relationship Id="rId70" Type="http://schemas.openxmlformats.org/officeDocument/2006/relationships/tags" Target="../tags/tag806.xml"/><Relationship Id="rId75" Type="http://schemas.openxmlformats.org/officeDocument/2006/relationships/tags" Target="../tags/tag811.xml"/><Relationship Id="rId91" Type="http://schemas.openxmlformats.org/officeDocument/2006/relationships/tags" Target="../tags/tag827.xml"/><Relationship Id="rId96" Type="http://schemas.openxmlformats.org/officeDocument/2006/relationships/tags" Target="../tags/tag832.xml"/><Relationship Id="rId1" Type="http://schemas.openxmlformats.org/officeDocument/2006/relationships/tags" Target="../tags/tag737.xml"/><Relationship Id="rId6" Type="http://schemas.openxmlformats.org/officeDocument/2006/relationships/tags" Target="../tags/tag742.xml"/><Relationship Id="rId23" Type="http://schemas.openxmlformats.org/officeDocument/2006/relationships/tags" Target="../tags/tag759.xml"/><Relationship Id="rId28" Type="http://schemas.openxmlformats.org/officeDocument/2006/relationships/tags" Target="../tags/tag764.xml"/><Relationship Id="rId49" Type="http://schemas.openxmlformats.org/officeDocument/2006/relationships/tags" Target="../tags/tag785.xml"/><Relationship Id="rId114" Type="http://schemas.openxmlformats.org/officeDocument/2006/relationships/tags" Target="../tags/tag850.xml"/><Relationship Id="rId10" Type="http://schemas.openxmlformats.org/officeDocument/2006/relationships/tags" Target="../tags/tag746.xml"/><Relationship Id="rId31" Type="http://schemas.openxmlformats.org/officeDocument/2006/relationships/tags" Target="../tags/tag767.xml"/><Relationship Id="rId44" Type="http://schemas.openxmlformats.org/officeDocument/2006/relationships/tags" Target="../tags/tag780.xml"/><Relationship Id="rId52" Type="http://schemas.openxmlformats.org/officeDocument/2006/relationships/tags" Target="../tags/tag788.xml"/><Relationship Id="rId60" Type="http://schemas.openxmlformats.org/officeDocument/2006/relationships/tags" Target="../tags/tag796.xml"/><Relationship Id="rId65" Type="http://schemas.openxmlformats.org/officeDocument/2006/relationships/tags" Target="../tags/tag801.xml"/><Relationship Id="rId73" Type="http://schemas.openxmlformats.org/officeDocument/2006/relationships/tags" Target="../tags/tag809.xml"/><Relationship Id="rId78" Type="http://schemas.openxmlformats.org/officeDocument/2006/relationships/tags" Target="../tags/tag814.xml"/><Relationship Id="rId81" Type="http://schemas.openxmlformats.org/officeDocument/2006/relationships/tags" Target="../tags/tag817.xml"/><Relationship Id="rId86" Type="http://schemas.openxmlformats.org/officeDocument/2006/relationships/tags" Target="../tags/tag822.xml"/><Relationship Id="rId94" Type="http://schemas.openxmlformats.org/officeDocument/2006/relationships/tags" Target="../tags/tag830.xml"/><Relationship Id="rId99" Type="http://schemas.openxmlformats.org/officeDocument/2006/relationships/tags" Target="../tags/tag835.xml"/><Relationship Id="rId101" Type="http://schemas.openxmlformats.org/officeDocument/2006/relationships/tags" Target="../tags/tag837.xml"/><Relationship Id="rId4" Type="http://schemas.openxmlformats.org/officeDocument/2006/relationships/tags" Target="../tags/tag740.xml"/><Relationship Id="rId9" Type="http://schemas.openxmlformats.org/officeDocument/2006/relationships/tags" Target="../tags/tag745.xml"/><Relationship Id="rId13" Type="http://schemas.openxmlformats.org/officeDocument/2006/relationships/tags" Target="../tags/tag749.xml"/><Relationship Id="rId18" Type="http://schemas.openxmlformats.org/officeDocument/2006/relationships/tags" Target="../tags/tag754.xml"/><Relationship Id="rId39" Type="http://schemas.openxmlformats.org/officeDocument/2006/relationships/tags" Target="../tags/tag775.xml"/><Relationship Id="rId109" Type="http://schemas.openxmlformats.org/officeDocument/2006/relationships/tags" Target="../tags/tag845.xml"/><Relationship Id="rId34" Type="http://schemas.openxmlformats.org/officeDocument/2006/relationships/tags" Target="../tags/tag770.xml"/><Relationship Id="rId50" Type="http://schemas.openxmlformats.org/officeDocument/2006/relationships/tags" Target="../tags/tag786.xml"/><Relationship Id="rId55" Type="http://schemas.openxmlformats.org/officeDocument/2006/relationships/tags" Target="../tags/tag791.xml"/><Relationship Id="rId76" Type="http://schemas.openxmlformats.org/officeDocument/2006/relationships/tags" Target="../tags/tag812.xml"/><Relationship Id="rId97" Type="http://schemas.openxmlformats.org/officeDocument/2006/relationships/tags" Target="../tags/tag833.xml"/><Relationship Id="rId104" Type="http://schemas.openxmlformats.org/officeDocument/2006/relationships/tags" Target="../tags/tag840.xml"/><Relationship Id="rId7" Type="http://schemas.openxmlformats.org/officeDocument/2006/relationships/tags" Target="../tags/tag743.xml"/><Relationship Id="rId71" Type="http://schemas.openxmlformats.org/officeDocument/2006/relationships/tags" Target="../tags/tag807.xml"/><Relationship Id="rId92" Type="http://schemas.openxmlformats.org/officeDocument/2006/relationships/tags" Target="../tags/tag828.xml"/><Relationship Id="rId2" Type="http://schemas.openxmlformats.org/officeDocument/2006/relationships/tags" Target="../tags/tag738.xml"/><Relationship Id="rId29" Type="http://schemas.openxmlformats.org/officeDocument/2006/relationships/tags" Target="../tags/tag765.xml"/><Relationship Id="rId24" Type="http://schemas.openxmlformats.org/officeDocument/2006/relationships/tags" Target="../tags/tag760.xml"/><Relationship Id="rId40" Type="http://schemas.openxmlformats.org/officeDocument/2006/relationships/tags" Target="../tags/tag776.xml"/><Relationship Id="rId45" Type="http://schemas.openxmlformats.org/officeDocument/2006/relationships/tags" Target="../tags/tag781.xml"/><Relationship Id="rId66" Type="http://schemas.openxmlformats.org/officeDocument/2006/relationships/tags" Target="../tags/tag802.xml"/><Relationship Id="rId87" Type="http://schemas.openxmlformats.org/officeDocument/2006/relationships/tags" Target="../tags/tag823.xml"/><Relationship Id="rId110" Type="http://schemas.openxmlformats.org/officeDocument/2006/relationships/tags" Target="../tags/tag846.xml"/><Relationship Id="rId115" Type="http://schemas.openxmlformats.org/officeDocument/2006/relationships/slideLayout" Target="../slideLayouts/slideLayout5.xml"/><Relationship Id="rId61" Type="http://schemas.openxmlformats.org/officeDocument/2006/relationships/tags" Target="../tags/tag797.xml"/><Relationship Id="rId82" Type="http://schemas.openxmlformats.org/officeDocument/2006/relationships/tags" Target="../tags/tag818.xml"/><Relationship Id="rId19" Type="http://schemas.openxmlformats.org/officeDocument/2006/relationships/tags" Target="../tags/tag755.xml"/><Relationship Id="rId14" Type="http://schemas.openxmlformats.org/officeDocument/2006/relationships/tags" Target="../tags/tag750.xml"/><Relationship Id="rId30" Type="http://schemas.openxmlformats.org/officeDocument/2006/relationships/tags" Target="../tags/tag766.xml"/><Relationship Id="rId35" Type="http://schemas.openxmlformats.org/officeDocument/2006/relationships/tags" Target="../tags/tag771.xml"/><Relationship Id="rId56" Type="http://schemas.openxmlformats.org/officeDocument/2006/relationships/tags" Target="../tags/tag792.xml"/><Relationship Id="rId77" Type="http://schemas.openxmlformats.org/officeDocument/2006/relationships/tags" Target="../tags/tag813.xml"/><Relationship Id="rId100" Type="http://schemas.openxmlformats.org/officeDocument/2006/relationships/tags" Target="../tags/tag836.xml"/><Relationship Id="rId105" Type="http://schemas.openxmlformats.org/officeDocument/2006/relationships/tags" Target="../tags/tag841.xml"/><Relationship Id="rId8" Type="http://schemas.openxmlformats.org/officeDocument/2006/relationships/tags" Target="../tags/tag744.xml"/><Relationship Id="rId51" Type="http://schemas.openxmlformats.org/officeDocument/2006/relationships/tags" Target="../tags/tag787.xml"/><Relationship Id="rId72" Type="http://schemas.openxmlformats.org/officeDocument/2006/relationships/tags" Target="../tags/tag808.xml"/><Relationship Id="rId93" Type="http://schemas.openxmlformats.org/officeDocument/2006/relationships/tags" Target="../tags/tag829.xml"/><Relationship Id="rId98" Type="http://schemas.openxmlformats.org/officeDocument/2006/relationships/tags" Target="../tags/tag834.xml"/><Relationship Id="rId3" Type="http://schemas.openxmlformats.org/officeDocument/2006/relationships/tags" Target="../tags/tag739.xml"/><Relationship Id="rId25" Type="http://schemas.openxmlformats.org/officeDocument/2006/relationships/tags" Target="../tags/tag761.xml"/><Relationship Id="rId46" Type="http://schemas.openxmlformats.org/officeDocument/2006/relationships/tags" Target="../tags/tag782.xml"/><Relationship Id="rId67" Type="http://schemas.openxmlformats.org/officeDocument/2006/relationships/tags" Target="../tags/tag803.xml"/><Relationship Id="rId116" Type="http://schemas.openxmlformats.org/officeDocument/2006/relationships/notesSlide" Target="../notesSlides/notesSlide48.xml"/><Relationship Id="rId20" Type="http://schemas.openxmlformats.org/officeDocument/2006/relationships/tags" Target="../tags/tag756.xml"/><Relationship Id="rId41" Type="http://schemas.openxmlformats.org/officeDocument/2006/relationships/tags" Target="../tags/tag777.xml"/><Relationship Id="rId62" Type="http://schemas.openxmlformats.org/officeDocument/2006/relationships/tags" Target="../tags/tag798.xml"/><Relationship Id="rId83" Type="http://schemas.openxmlformats.org/officeDocument/2006/relationships/tags" Target="../tags/tag819.xml"/><Relationship Id="rId88" Type="http://schemas.openxmlformats.org/officeDocument/2006/relationships/tags" Target="../tags/tag824.xml"/><Relationship Id="rId111" Type="http://schemas.openxmlformats.org/officeDocument/2006/relationships/tags" Target="../tags/tag847.xml"/><Relationship Id="rId15" Type="http://schemas.openxmlformats.org/officeDocument/2006/relationships/tags" Target="../tags/tag751.xml"/><Relationship Id="rId36" Type="http://schemas.openxmlformats.org/officeDocument/2006/relationships/tags" Target="../tags/tag772.xml"/><Relationship Id="rId57" Type="http://schemas.openxmlformats.org/officeDocument/2006/relationships/tags" Target="../tags/tag793.xml"/><Relationship Id="rId106" Type="http://schemas.openxmlformats.org/officeDocument/2006/relationships/tags" Target="../tags/tag842.xml"/></Relationships>
</file>

<file path=ppt/slides/_rels/slide55.xml.rels><?xml version="1.0" encoding="UTF-8" standalone="yes"?>
<Relationships xmlns="http://schemas.openxmlformats.org/package/2006/relationships"><Relationship Id="rId3" Type="http://schemas.openxmlformats.org/officeDocument/2006/relationships/tags" Target="../tags/tag853.xml"/><Relationship Id="rId7" Type="http://schemas.openxmlformats.org/officeDocument/2006/relationships/notesSlide" Target="../notesSlides/notesSlide49.xml"/><Relationship Id="rId2" Type="http://schemas.openxmlformats.org/officeDocument/2006/relationships/tags" Target="../tags/tag852.xml"/><Relationship Id="rId1" Type="http://schemas.openxmlformats.org/officeDocument/2006/relationships/tags" Target="../tags/tag851.xml"/><Relationship Id="rId6" Type="http://schemas.openxmlformats.org/officeDocument/2006/relationships/slideLayout" Target="../slideLayouts/slideLayout5.xml"/><Relationship Id="rId5" Type="http://schemas.openxmlformats.org/officeDocument/2006/relationships/tags" Target="../tags/tag855.xml"/><Relationship Id="rId4" Type="http://schemas.openxmlformats.org/officeDocument/2006/relationships/tags" Target="../tags/tag854.xml"/></Relationships>
</file>

<file path=ppt/slides/_rels/slide56.xml.rels><?xml version="1.0" encoding="UTF-8" standalone="yes"?>
<Relationships xmlns="http://schemas.openxmlformats.org/package/2006/relationships"><Relationship Id="rId8" Type="http://schemas.openxmlformats.org/officeDocument/2006/relationships/tags" Target="../tags/tag863.xml"/><Relationship Id="rId13" Type="http://schemas.openxmlformats.org/officeDocument/2006/relationships/tags" Target="../tags/tag868.xml"/><Relationship Id="rId18" Type="http://schemas.openxmlformats.org/officeDocument/2006/relationships/slideLayout" Target="../slideLayouts/slideLayout2.xml"/><Relationship Id="rId3" Type="http://schemas.openxmlformats.org/officeDocument/2006/relationships/tags" Target="../tags/tag858.xml"/><Relationship Id="rId7" Type="http://schemas.openxmlformats.org/officeDocument/2006/relationships/tags" Target="../tags/tag862.xml"/><Relationship Id="rId12" Type="http://schemas.openxmlformats.org/officeDocument/2006/relationships/tags" Target="../tags/tag867.xml"/><Relationship Id="rId17" Type="http://schemas.openxmlformats.org/officeDocument/2006/relationships/tags" Target="../tags/tag872.xml"/><Relationship Id="rId2" Type="http://schemas.openxmlformats.org/officeDocument/2006/relationships/tags" Target="../tags/tag857.xml"/><Relationship Id="rId16" Type="http://schemas.openxmlformats.org/officeDocument/2006/relationships/tags" Target="../tags/tag871.xml"/><Relationship Id="rId1" Type="http://schemas.openxmlformats.org/officeDocument/2006/relationships/tags" Target="../tags/tag856.xml"/><Relationship Id="rId6" Type="http://schemas.openxmlformats.org/officeDocument/2006/relationships/tags" Target="../tags/tag861.xml"/><Relationship Id="rId11" Type="http://schemas.openxmlformats.org/officeDocument/2006/relationships/tags" Target="../tags/tag866.xml"/><Relationship Id="rId5" Type="http://schemas.openxmlformats.org/officeDocument/2006/relationships/tags" Target="../tags/tag860.xml"/><Relationship Id="rId15" Type="http://schemas.openxmlformats.org/officeDocument/2006/relationships/tags" Target="../tags/tag870.xml"/><Relationship Id="rId10" Type="http://schemas.openxmlformats.org/officeDocument/2006/relationships/tags" Target="../tags/tag865.xml"/><Relationship Id="rId4" Type="http://schemas.openxmlformats.org/officeDocument/2006/relationships/tags" Target="../tags/tag859.xml"/><Relationship Id="rId9" Type="http://schemas.openxmlformats.org/officeDocument/2006/relationships/tags" Target="../tags/tag864.xml"/><Relationship Id="rId14" Type="http://schemas.openxmlformats.org/officeDocument/2006/relationships/tags" Target="../tags/tag869.xml"/></Relationships>
</file>

<file path=ppt/slides/_rels/slide57.xml.rels><?xml version="1.0" encoding="UTF-8" standalone="yes"?>
<Relationships xmlns="http://schemas.openxmlformats.org/package/2006/relationships"><Relationship Id="rId8" Type="http://schemas.openxmlformats.org/officeDocument/2006/relationships/notesSlide" Target="../notesSlides/notesSlide50.xml"/><Relationship Id="rId3" Type="http://schemas.openxmlformats.org/officeDocument/2006/relationships/tags" Target="../tags/tag875.xml"/><Relationship Id="rId7" Type="http://schemas.openxmlformats.org/officeDocument/2006/relationships/slideLayout" Target="../slideLayouts/slideLayout5.xml"/><Relationship Id="rId2" Type="http://schemas.openxmlformats.org/officeDocument/2006/relationships/tags" Target="../tags/tag874.xml"/><Relationship Id="rId1" Type="http://schemas.openxmlformats.org/officeDocument/2006/relationships/tags" Target="../tags/tag873.xml"/><Relationship Id="rId6" Type="http://schemas.openxmlformats.org/officeDocument/2006/relationships/tags" Target="../tags/tag878.xml"/><Relationship Id="rId5" Type="http://schemas.openxmlformats.org/officeDocument/2006/relationships/tags" Target="../tags/tag877.xml"/><Relationship Id="rId4" Type="http://schemas.openxmlformats.org/officeDocument/2006/relationships/tags" Target="../tags/tag876.xml"/><Relationship Id="rId9" Type="http://schemas.openxmlformats.org/officeDocument/2006/relationships/image" Target="../media/image30.png"/></Relationships>
</file>

<file path=ppt/slides/_rels/slide58.xml.rels><?xml version="1.0" encoding="UTF-8" standalone="yes"?>
<Relationships xmlns="http://schemas.openxmlformats.org/package/2006/relationships"><Relationship Id="rId26" Type="http://schemas.openxmlformats.org/officeDocument/2006/relationships/tags" Target="../tags/tag904.xml"/><Relationship Id="rId21" Type="http://schemas.openxmlformats.org/officeDocument/2006/relationships/tags" Target="../tags/tag899.xml"/><Relationship Id="rId42" Type="http://schemas.openxmlformats.org/officeDocument/2006/relationships/tags" Target="../tags/tag920.xml"/><Relationship Id="rId47" Type="http://schemas.openxmlformats.org/officeDocument/2006/relationships/tags" Target="../tags/tag925.xml"/><Relationship Id="rId63" Type="http://schemas.openxmlformats.org/officeDocument/2006/relationships/tags" Target="../tags/tag941.xml"/><Relationship Id="rId68" Type="http://schemas.openxmlformats.org/officeDocument/2006/relationships/tags" Target="../tags/tag946.xml"/><Relationship Id="rId84" Type="http://schemas.openxmlformats.org/officeDocument/2006/relationships/tags" Target="../tags/tag962.xml"/><Relationship Id="rId89" Type="http://schemas.openxmlformats.org/officeDocument/2006/relationships/tags" Target="../tags/tag967.xml"/><Relationship Id="rId112" Type="http://schemas.openxmlformats.org/officeDocument/2006/relationships/tags" Target="../tags/tag990.xml"/><Relationship Id="rId16" Type="http://schemas.openxmlformats.org/officeDocument/2006/relationships/tags" Target="../tags/tag894.xml"/><Relationship Id="rId107" Type="http://schemas.openxmlformats.org/officeDocument/2006/relationships/tags" Target="../tags/tag985.xml"/><Relationship Id="rId11" Type="http://schemas.openxmlformats.org/officeDocument/2006/relationships/tags" Target="../tags/tag889.xml"/><Relationship Id="rId32" Type="http://schemas.openxmlformats.org/officeDocument/2006/relationships/tags" Target="../tags/tag910.xml"/><Relationship Id="rId37" Type="http://schemas.openxmlformats.org/officeDocument/2006/relationships/tags" Target="../tags/tag915.xml"/><Relationship Id="rId53" Type="http://schemas.openxmlformats.org/officeDocument/2006/relationships/tags" Target="../tags/tag931.xml"/><Relationship Id="rId58" Type="http://schemas.openxmlformats.org/officeDocument/2006/relationships/tags" Target="../tags/tag936.xml"/><Relationship Id="rId74" Type="http://schemas.openxmlformats.org/officeDocument/2006/relationships/tags" Target="../tags/tag952.xml"/><Relationship Id="rId79" Type="http://schemas.openxmlformats.org/officeDocument/2006/relationships/tags" Target="../tags/tag957.xml"/><Relationship Id="rId102" Type="http://schemas.openxmlformats.org/officeDocument/2006/relationships/tags" Target="../tags/tag980.xml"/><Relationship Id="rId5" Type="http://schemas.openxmlformats.org/officeDocument/2006/relationships/tags" Target="../tags/tag883.xml"/><Relationship Id="rId90" Type="http://schemas.openxmlformats.org/officeDocument/2006/relationships/tags" Target="../tags/tag968.xml"/><Relationship Id="rId95" Type="http://schemas.openxmlformats.org/officeDocument/2006/relationships/tags" Target="../tags/tag973.xml"/><Relationship Id="rId22" Type="http://schemas.openxmlformats.org/officeDocument/2006/relationships/tags" Target="../tags/tag900.xml"/><Relationship Id="rId27" Type="http://schemas.openxmlformats.org/officeDocument/2006/relationships/tags" Target="../tags/tag905.xml"/><Relationship Id="rId43" Type="http://schemas.openxmlformats.org/officeDocument/2006/relationships/tags" Target="../tags/tag921.xml"/><Relationship Id="rId48" Type="http://schemas.openxmlformats.org/officeDocument/2006/relationships/tags" Target="../tags/tag926.xml"/><Relationship Id="rId64" Type="http://schemas.openxmlformats.org/officeDocument/2006/relationships/tags" Target="../tags/tag942.xml"/><Relationship Id="rId69" Type="http://schemas.openxmlformats.org/officeDocument/2006/relationships/tags" Target="../tags/tag947.xml"/><Relationship Id="rId113" Type="http://schemas.openxmlformats.org/officeDocument/2006/relationships/tags" Target="../tags/tag991.xml"/><Relationship Id="rId80" Type="http://schemas.openxmlformats.org/officeDocument/2006/relationships/tags" Target="../tags/tag958.xml"/><Relationship Id="rId85" Type="http://schemas.openxmlformats.org/officeDocument/2006/relationships/tags" Target="../tags/tag963.xml"/><Relationship Id="rId12" Type="http://schemas.openxmlformats.org/officeDocument/2006/relationships/tags" Target="../tags/tag890.xml"/><Relationship Id="rId17" Type="http://schemas.openxmlformats.org/officeDocument/2006/relationships/tags" Target="../tags/tag895.xml"/><Relationship Id="rId33" Type="http://schemas.openxmlformats.org/officeDocument/2006/relationships/tags" Target="../tags/tag911.xml"/><Relationship Id="rId38" Type="http://schemas.openxmlformats.org/officeDocument/2006/relationships/tags" Target="../tags/tag916.xml"/><Relationship Id="rId59" Type="http://schemas.openxmlformats.org/officeDocument/2006/relationships/tags" Target="../tags/tag937.xml"/><Relationship Id="rId103" Type="http://schemas.openxmlformats.org/officeDocument/2006/relationships/tags" Target="../tags/tag981.xml"/><Relationship Id="rId108" Type="http://schemas.openxmlformats.org/officeDocument/2006/relationships/tags" Target="../tags/tag986.xml"/><Relationship Id="rId54" Type="http://schemas.openxmlformats.org/officeDocument/2006/relationships/tags" Target="../tags/tag932.xml"/><Relationship Id="rId70" Type="http://schemas.openxmlformats.org/officeDocument/2006/relationships/tags" Target="../tags/tag948.xml"/><Relationship Id="rId75" Type="http://schemas.openxmlformats.org/officeDocument/2006/relationships/tags" Target="../tags/tag953.xml"/><Relationship Id="rId91" Type="http://schemas.openxmlformats.org/officeDocument/2006/relationships/tags" Target="../tags/tag969.xml"/><Relationship Id="rId96" Type="http://schemas.openxmlformats.org/officeDocument/2006/relationships/tags" Target="../tags/tag974.xml"/><Relationship Id="rId1" Type="http://schemas.openxmlformats.org/officeDocument/2006/relationships/tags" Target="../tags/tag879.xml"/><Relationship Id="rId6" Type="http://schemas.openxmlformats.org/officeDocument/2006/relationships/tags" Target="../tags/tag884.xml"/><Relationship Id="rId15" Type="http://schemas.openxmlformats.org/officeDocument/2006/relationships/tags" Target="../tags/tag893.xml"/><Relationship Id="rId23" Type="http://schemas.openxmlformats.org/officeDocument/2006/relationships/tags" Target="../tags/tag901.xml"/><Relationship Id="rId28" Type="http://schemas.openxmlformats.org/officeDocument/2006/relationships/tags" Target="../tags/tag906.xml"/><Relationship Id="rId36" Type="http://schemas.openxmlformats.org/officeDocument/2006/relationships/tags" Target="../tags/tag914.xml"/><Relationship Id="rId49" Type="http://schemas.openxmlformats.org/officeDocument/2006/relationships/tags" Target="../tags/tag927.xml"/><Relationship Id="rId57" Type="http://schemas.openxmlformats.org/officeDocument/2006/relationships/tags" Target="../tags/tag935.xml"/><Relationship Id="rId106" Type="http://schemas.openxmlformats.org/officeDocument/2006/relationships/tags" Target="../tags/tag984.xml"/><Relationship Id="rId114" Type="http://schemas.openxmlformats.org/officeDocument/2006/relationships/slideLayout" Target="../slideLayouts/slideLayout5.xml"/><Relationship Id="rId10" Type="http://schemas.openxmlformats.org/officeDocument/2006/relationships/tags" Target="../tags/tag888.xml"/><Relationship Id="rId31" Type="http://schemas.openxmlformats.org/officeDocument/2006/relationships/tags" Target="../tags/tag909.xml"/><Relationship Id="rId44" Type="http://schemas.openxmlformats.org/officeDocument/2006/relationships/tags" Target="../tags/tag922.xml"/><Relationship Id="rId52" Type="http://schemas.openxmlformats.org/officeDocument/2006/relationships/tags" Target="../tags/tag930.xml"/><Relationship Id="rId60" Type="http://schemas.openxmlformats.org/officeDocument/2006/relationships/tags" Target="../tags/tag938.xml"/><Relationship Id="rId65" Type="http://schemas.openxmlformats.org/officeDocument/2006/relationships/tags" Target="../tags/tag943.xml"/><Relationship Id="rId73" Type="http://schemas.openxmlformats.org/officeDocument/2006/relationships/tags" Target="../tags/tag951.xml"/><Relationship Id="rId78" Type="http://schemas.openxmlformats.org/officeDocument/2006/relationships/tags" Target="../tags/tag956.xml"/><Relationship Id="rId81" Type="http://schemas.openxmlformats.org/officeDocument/2006/relationships/tags" Target="../tags/tag959.xml"/><Relationship Id="rId86" Type="http://schemas.openxmlformats.org/officeDocument/2006/relationships/tags" Target="../tags/tag964.xml"/><Relationship Id="rId94" Type="http://schemas.openxmlformats.org/officeDocument/2006/relationships/tags" Target="../tags/tag972.xml"/><Relationship Id="rId99" Type="http://schemas.openxmlformats.org/officeDocument/2006/relationships/tags" Target="../tags/tag977.xml"/><Relationship Id="rId101" Type="http://schemas.openxmlformats.org/officeDocument/2006/relationships/tags" Target="../tags/tag979.xml"/><Relationship Id="rId4" Type="http://schemas.openxmlformats.org/officeDocument/2006/relationships/tags" Target="../tags/tag882.xml"/><Relationship Id="rId9" Type="http://schemas.openxmlformats.org/officeDocument/2006/relationships/tags" Target="../tags/tag887.xml"/><Relationship Id="rId13" Type="http://schemas.openxmlformats.org/officeDocument/2006/relationships/tags" Target="../tags/tag891.xml"/><Relationship Id="rId18" Type="http://schemas.openxmlformats.org/officeDocument/2006/relationships/tags" Target="../tags/tag896.xml"/><Relationship Id="rId39" Type="http://schemas.openxmlformats.org/officeDocument/2006/relationships/tags" Target="../tags/tag917.xml"/><Relationship Id="rId109" Type="http://schemas.openxmlformats.org/officeDocument/2006/relationships/tags" Target="../tags/tag987.xml"/><Relationship Id="rId34" Type="http://schemas.openxmlformats.org/officeDocument/2006/relationships/tags" Target="../tags/tag912.xml"/><Relationship Id="rId50" Type="http://schemas.openxmlformats.org/officeDocument/2006/relationships/tags" Target="../tags/tag928.xml"/><Relationship Id="rId55" Type="http://schemas.openxmlformats.org/officeDocument/2006/relationships/tags" Target="../tags/tag933.xml"/><Relationship Id="rId76" Type="http://schemas.openxmlformats.org/officeDocument/2006/relationships/tags" Target="../tags/tag954.xml"/><Relationship Id="rId97" Type="http://schemas.openxmlformats.org/officeDocument/2006/relationships/tags" Target="../tags/tag975.xml"/><Relationship Id="rId104" Type="http://schemas.openxmlformats.org/officeDocument/2006/relationships/tags" Target="../tags/tag982.xml"/><Relationship Id="rId7" Type="http://schemas.openxmlformats.org/officeDocument/2006/relationships/tags" Target="../tags/tag885.xml"/><Relationship Id="rId71" Type="http://schemas.openxmlformats.org/officeDocument/2006/relationships/tags" Target="../tags/tag949.xml"/><Relationship Id="rId92" Type="http://schemas.openxmlformats.org/officeDocument/2006/relationships/tags" Target="../tags/tag970.xml"/><Relationship Id="rId2" Type="http://schemas.openxmlformats.org/officeDocument/2006/relationships/tags" Target="../tags/tag880.xml"/><Relationship Id="rId29" Type="http://schemas.openxmlformats.org/officeDocument/2006/relationships/tags" Target="../tags/tag907.xml"/><Relationship Id="rId24" Type="http://schemas.openxmlformats.org/officeDocument/2006/relationships/tags" Target="../tags/tag902.xml"/><Relationship Id="rId40" Type="http://schemas.openxmlformats.org/officeDocument/2006/relationships/tags" Target="../tags/tag918.xml"/><Relationship Id="rId45" Type="http://schemas.openxmlformats.org/officeDocument/2006/relationships/tags" Target="../tags/tag923.xml"/><Relationship Id="rId66" Type="http://schemas.openxmlformats.org/officeDocument/2006/relationships/tags" Target="../tags/tag944.xml"/><Relationship Id="rId87" Type="http://schemas.openxmlformats.org/officeDocument/2006/relationships/tags" Target="../tags/tag965.xml"/><Relationship Id="rId110" Type="http://schemas.openxmlformats.org/officeDocument/2006/relationships/tags" Target="../tags/tag988.xml"/><Relationship Id="rId115" Type="http://schemas.openxmlformats.org/officeDocument/2006/relationships/notesSlide" Target="../notesSlides/notesSlide51.xml"/><Relationship Id="rId61" Type="http://schemas.openxmlformats.org/officeDocument/2006/relationships/tags" Target="../tags/tag939.xml"/><Relationship Id="rId82" Type="http://schemas.openxmlformats.org/officeDocument/2006/relationships/tags" Target="../tags/tag960.xml"/><Relationship Id="rId19" Type="http://schemas.openxmlformats.org/officeDocument/2006/relationships/tags" Target="../tags/tag897.xml"/><Relationship Id="rId14" Type="http://schemas.openxmlformats.org/officeDocument/2006/relationships/tags" Target="../tags/tag892.xml"/><Relationship Id="rId30" Type="http://schemas.openxmlformats.org/officeDocument/2006/relationships/tags" Target="../tags/tag908.xml"/><Relationship Id="rId35" Type="http://schemas.openxmlformats.org/officeDocument/2006/relationships/tags" Target="../tags/tag913.xml"/><Relationship Id="rId56" Type="http://schemas.openxmlformats.org/officeDocument/2006/relationships/tags" Target="../tags/tag934.xml"/><Relationship Id="rId77" Type="http://schemas.openxmlformats.org/officeDocument/2006/relationships/tags" Target="../tags/tag955.xml"/><Relationship Id="rId100" Type="http://schemas.openxmlformats.org/officeDocument/2006/relationships/tags" Target="../tags/tag978.xml"/><Relationship Id="rId105" Type="http://schemas.openxmlformats.org/officeDocument/2006/relationships/tags" Target="../tags/tag983.xml"/><Relationship Id="rId8" Type="http://schemas.openxmlformats.org/officeDocument/2006/relationships/tags" Target="../tags/tag886.xml"/><Relationship Id="rId51" Type="http://schemas.openxmlformats.org/officeDocument/2006/relationships/tags" Target="../tags/tag929.xml"/><Relationship Id="rId72" Type="http://schemas.openxmlformats.org/officeDocument/2006/relationships/tags" Target="../tags/tag950.xml"/><Relationship Id="rId93" Type="http://schemas.openxmlformats.org/officeDocument/2006/relationships/tags" Target="../tags/tag971.xml"/><Relationship Id="rId98" Type="http://schemas.openxmlformats.org/officeDocument/2006/relationships/tags" Target="../tags/tag976.xml"/><Relationship Id="rId3" Type="http://schemas.openxmlformats.org/officeDocument/2006/relationships/tags" Target="../tags/tag881.xml"/><Relationship Id="rId25" Type="http://schemas.openxmlformats.org/officeDocument/2006/relationships/tags" Target="../tags/tag903.xml"/><Relationship Id="rId46" Type="http://schemas.openxmlformats.org/officeDocument/2006/relationships/tags" Target="../tags/tag924.xml"/><Relationship Id="rId67" Type="http://schemas.openxmlformats.org/officeDocument/2006/relationships/tags" Target="../tags/tag945.xml"/><Relationship Id="rId116" Type="http://schemas.openxmlformats.org/officeDocument/2006/relationships/image" Target="../media/image31.png"/><Relationship Id="rId20" Type="http://schemas.openxmlformats.org/officeDocument/2006/relationships/tags" Target="../tags/tag898.xml"/><Relationship Id="rId41" Type="http://schemas.openxmlformats.org/officeDocument/2006/relationships/tags" Target="../tags/tag919.xml"/><Relationship Id="rId62" Type="http://schemas.openxmlformats.org/officeDocument/2006/relationships/tags" Target="../tags/tag940.xml"/><Relationship Id="rId83" Type="http://schemas.openxmlformats.org/officeDocument/2006/relationships/tags" Target="../tags/tag961.xml"/><Relationship Id="rId88" Type="http://schemas.openxmlformats.org/officeDocument/2006/relationships/tags" Target="../tags/tag966.xml"/><Relationship Id="rId111" Type="http://schemas.openxmlformats.org/officeDocument/2006/relationships/tags" Target="../tags/tag989.xml"/></Relationships>
</file>

<file path=ppt/slides/_rels/slide59.xml.rels><?xml version="1.0" encoding="UTF-8" standalone="yes"?>
<Relationships xmlns="http://schemas.openxmlformats.org/package/2006/relationships"><Relationship Id="rId8" Type="http://schemas.openxmlformats.org/officeDocument/2006/relationships/tags" Target="../tags/tag999.xml"/><Relationship Id="rId3" Type="http://schemas.openxmlformats.org/officeDocument/2006/relationships/tags" Target="../tags/tag994.xml"/><Relationship Id="rId7" Type="http://schemas.openxmlformats.org/officeDocument/2006/relationships/tags" Target="../tags/tag998.xml"/><Relationship Id="rId2" Type="http://schemas.openxmlformats.org/officeDocument/2006/relationships/tags" Target="../tags/tag993.xml"/><Relationship Id="rId1" Type="http://schemas.openxmlformats.org/officeDocument/2006/relationships/tags" Target="../tags/tag992.xml"/><Relationship Id="rId6" Type="http://schemas.openxmlformats.org/officeDocument/2006/relationships/tags" Target="../tags/tag997.xml"/><Relationship Id="rId11" Type="http://schemas.openxmlformats.org/officeDocument/2006/relationships/image" Target="../media/image32.png"/><Relationship Id="rId5" Type="http://schemas.openxmlformats.org/officeDocument/2006/relationships/tags" Target="../tags/tag996.xml"/><Relationship Id="rId10" Type="http://schemas.openxmlformats.org/officeDocument/2006/relationships/notesSlide" Target="../notesSlides/notesSlide52.xml"/><Relationship Id="rId4" Type="http://schemas.openxmlformats.org/officeDocument/2006/relationships/tags" Target="../tags/tag995.xml"/><Relationship Id="rId9"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8" Type="http://schemas.openxmlformats.org/officeDocument/2006/relationships/tags" Target="../tags/tag1007.xml"/><Relationship Id="rId3" Type="http://schemas.openxmlformats.org/officeDocument/2006/relationships/tags" Target="../tags/tag1002.xml"/><Relationship Id="rId7" Type="http://schemas.openxmlformats.org/officeDocument/2006/relationships/tags" Target="../tags/tag1006.xml"/><Relationship Id="rId12" Type="http://schemas.openxmlformats.org/officeDocument/2006/relationships/notesSlide" Target="../notesSlides/notesSlide53.xml"/><Relationship Id="rId2" Type="http://schemas.openxmlformats.org/officeDocument/2006/relationships/tags" Target="../tags/tag1001.xml"/><Relationship Id="rId1" Type="http://schemas.openxmlformats.org/officeDocument/2006/relationships/tags" Target="../tags/tag1000.xml"/><Relationship Id="rId6" Type="http://schemas.openxmlformats.org/officeDocument/2006/relationships/tags" Target="../tags/tag1005.xml"/><Relationship Id="rId11" Type="http://schemas.openxmlformats.org/officeDocument/2006/relationships/slideLayout" Target="../slideLayouts/slideLayout5.xml"/><Relationship Id="rId5" Type="http://schemas.openxmlformats.org/officeDocument/2006/relationships/tags" Target="../tags/tag1004.xml"/><Relationship Id="rId10" Type="http://schemas.openxmlformats.org/officeDocument/2006/relationships/tags" Target="../tags/tag1009.xml"/><Relationship Id="rId4" Type="http://schemas.openxmlformats.org/officeDocument/2006/relationships/tags" Target="../tags/tag1003.xml"/><Relationship Id="rId9" Type="http://schemas.openxmlformats.org/officeDocument/2006/relationships/tags" Target="../tags/tag1008.xml"/></Relationships>
</file>

<file path=ppt/slides/_rels/slide61.xml.rels><?xml version="1.0" encoding="UTF-8" standalone="yes"?>
<Relationships xmlns="http://schemas.openxmlformats.org/package/2006/relationships"><Relationship Id="rId26" Type="http://schemas.openxmlformats.org/officeDocument/2006/relationships/tags" Target="../tags/tag1035.xml"/><Relationship Id="rId21" Type="http://schemas.openxmlformats.org/officeDocument/2006/relationships/tags" Target="../tags/tag1030.xml"/><Relationship Id="rId42" Type="http://schemas.openxmlformats.org/officeDocument/2006/relationships/tags" Target="../tags/tag1051.xml"/><Relationship Id="rId47" Type="http://schemas.openxmlformats.org/officeDocument/2006/relationships/tags" Target="../tags/tag1056.xml"/><Relationship Id="rId63" Type="http://schemas.openxmlformats.org/officeDocument/2006/relationships/tags" Target="../tags/tag1072.xml"/><Relationship Id="rId68" Type="http://schemas.openxmlformats.org/officeDocument/2006/relationships/tags" Target="../tags/tag1077.xml"/><Relationship Id="rId84" Type="http://schemas.openxmlformats.org/officeDocument/2006/relationships/tags" Target="../tags/tag1093.xml"/><Relationship Id="rId89" Type="http://schemas.openxmlformats.org/officeDocument/2006/relationships/tags" Target="../tags/tag1098.xml"/><Relationship Id="rId112" Type="http://schemas.openxmlformats.org/officeDocument/2006/relationships/tags" Target="../tags/tag1121.xml"/><Relationship Id="rId16" Type="http://schemas.openxmlformats.org/officeDocument/2006/relationships/tags" Target="../tags/tag1025.xml"/><Relationship Id="rId107" Type="http://schemas.openxmlformats.org/officeDocument/2006/relationships/tags" Target="../tags/tag1116.xml"/><Relationship Id="rId11" Type="http://schemas.openxmlformats.org/officeDocument/2006/relationships/tags" Target="../tags/tag1020.xml"/><Relationship Id="rId32" Type="http://schemas.openxmlformats.org/officeDocument/2006/relationships/tags" Target="../tags/tag1041.xml"/><Relationship Id="rId37" Type="http://schemas.openxmlformats.org/officeDocument/2006/relationships/tags" Target="../tags/tag1046.xml"/><Relationship Id="rId53" Type="http://schemas.openxmlformats.org/officeDocument/2006/relationships/tags" Target="../tags/tag1062.xml"/><Relationship Id="rId58" Type="http://schemas.openxmlformats.org/officeDocument/2006/relationships/tags" Target="../tags/tag1067.xml"/><Relationship Id="rId74" Type="http://schemas.openxmlformats.org/officeDocument/2006/relationships/tags" Target="../tags/tag1083.xml"/><Relationship Id="rId79" Type="http://schemas.openxmlformats.org/officeDocument/2006/relationships/tags" Target="../tags/tag1088.xml"/><Relationship Id="rId102" Type="http://schemas.openxmlformats.org/officeDocument/2006/relationships/tags" Target="../tags/tag1111.xml"/><Relationship Id="rId5" Type="http://schemas.openxmlformats.org/officeDocument/2006/relationships/tags" Target="../tags/tag1014.xml"/><Relationship Id="rId90" Type="http://schemas.openxmlformats.org/officeDocument/2006/relationships/tags" Target="../tags/tag1099.xml"/><Relationship Id="rId95" Type="http://schemas.openxmlformats.org/officeDocument/2006/relationships/tags" Target="../tags/tag1104.xml"/><Relationship Id="rId22" Type="http://schemas.openxmlformats.org/officeDocument/2006/relationships/tags" Target="../tags/tag1031.xml"/><Relationship Id="rId27" Type="http://schemas.openxmlformats.org/officeDocument/2006/relationships/tags" Target="../tags/tag1036.xml"/><Relationship Id="rId43" Type="http://schemas.openxmlformats.org/officeDocument/2006/relationships/tags" Target="../tags/tag1052.xml"/><Relationship Id="rId48" Type="http://schemas.openxmlformats.org/officeDocument/2006/relationships/tags" Target="../tags/tag1057.xml"/><Relationship Id="rId64" Type="http://schemas.openxmlformats.org/officeDocument/2006/relationships/tags" Target="../tags/tag1073.xml"/><Relationship Id="rId69" Type="http://schemas.openxmlformats.org/officeDocument/2006/relationships/tags" Target="../tags/tag1078.xml"/><Relationship Id="rId113" Type="http://schemas.openxmlformats.org/officeDocument/2006/relationships/slideLayout" Target="../slideLayouts/slideLayout5.xml"/><Relationship Id="rId80" Type="http://schemas.openxmlformats.org/officeDocument/2006/relationships/tags" Target="../tags/tag1089.xml"/><Relationship Id="rId85" Type="http://schemas.openxmlformats.org/officeDocument/2006/relationships/tags" Target="../tags/tag1094.xml"/><Relationship Id="rId12" Type="http://schemas.openxmlformats.org/officeDocument/2006/relationships/tags" Target="../tags/tag1021.xml"/><Relationship Id="rId17" Type="http://schemas.openxmlformats.org/officeDocument/2006/relationships/tags" Target="../tags/tag1026.xml"/><Relationship Id="rId33" Type="http://schemas.openxmlformats.org/officeDocument/2006/relationships/tags" Target="../tags/tag1042.xml"/><Relationship Id="rId38" Type="http://schemas.openxmlformats.org/officeDocument/2006/relationships/tags" Target="../tags/tag1047.xml"/><Relationship Id="rId59" Type="http://schemas.openxmlformats.org/officeDocument/2006/relationships/tags" Target="../tags/tag1068.xml"/><Relationship Id="rId103" Type="http://schemas.openxmlformats.org/officeDocument/2006/relationships/tags" Target="../tags/tag1112.xml"/><Relationship Id="rId108" Type="http://schemas.openxmlformats.org/officeDocument/2006/relationships/tags" Target="../tags/tag1117.xml"/><Relationship Id="rId54" Type="http://schemas.openxmlformats.org/officeDocument/2006/relationships/tags" Target="../tags/tag1063.xml"/><Relationship Id="rId70" Type="http://schemas.openxmlformats.org/officeDocument/2006/relationships/tags" Target="../tags/tag1079.xml"/><Relationship Id="rId75" Type="http://schemas.openxmlformats.org/officeDocument/2006/relationships/tags" Target="../tags/tag1084.xml"/><Relationship Id="rId91" Type="http://schemas.openxmlformats.org/officeDocument/2006/relationships/tags" Target="../tags/tag1100.xml"/><Relationship Id="rId96" Type="http://schemas.openxmlformats.org/officeDocument/2006/relationships/tags" Target="../tags/tag1105.xml"/><Relationship Id="rId1" Type="http://schemas.openxmlformats.org/officeDocument/2006/relationships/tags" Target="../tags/tag1010.xml"/><Relationship Id="rId6" Type="http://schemas.openxmlformats.org/officeDocument/2006/relationships/tags" Target="../tags/tag1015.xml"/><Relationship Id="rId15" Type="http://schemas.openxmlformats.org/officeDocument/2006/relationships/tags" Target="../tags/tag1024.xml"/><Relationship Id="rId23" Type="http://schemas.openxmlformats.org/officeDocument/2006/relationships/tags" Target="../tags/tag1032.xml"/><Relationship Id="rId28" Type="http://schemas.openxmlformats.org/officeDocument/2006/relationships/tags" Target="../tags/tag1037.xml"/><Relationship Id="rId36" Type="http://schemas.openxmlformats.org/officeDocument/2006/relationships/tags" Target="../tags/tag1045.xml"/><Relationship Id="rId49" Type="http://schemas.openxmlformats.org/officeDocument/2006/relationships/tags" Target="../tags/tag1058.xml"/><Relationship Id="rId57" Type="http://schemas.openxmlformats.org/officeDocument/2006/relationships/tags" Target="../tags/tag1066.xml"/><Relationship Id="rId106" Type="http://schemas.openxmlformats.org/officeDocument/2006/relationships/tags" Target="../tags/tag1115.xml"/><Relationship Id="rId114" Type="http://schemas.openxmlformats.org/officeDocument/2006/relationships/notesSlide" Target="../notesSlides/notesSlide54.xml"/><Relationship Id="rId10" Type="http://schemas.openxmlformats.org/officeDocument/2006/relationships/tags" Target="../tags/tag1019.xml"/><Relationship Id="rId31" Type="http://schemas.openxmlformats.org/officeDocument/2006/relationships/tags" Target="../tags/tag1040.xml"/><Relationship Id="rId44" Type="http://schemas.openxmlformats.org/officeDocument/2006/relationships/tags" Target="../tags/tag1053.xml"/><Relationship Id="rId52" Type="http://schemas.openxmlformats.org/officeDocument/2006/relationships/tags" Target="../tags/tag1061.xml"/><Relationship Id="rId60" Type="http://schemas.openxmlformats.org/officeDocument/2006/relationships/tags" Target="../tags/tag1069.xml"/><Relationship Id="rId65" Type="http://schemas.openxmlformats.org/officeDocument/2006/relationships/tags" Target="../tags/tag1074.xml"/><Relationship Id="rId73" Type="http://schemas.openxmlformats.org/officeDocument/2006/relationships/tags" Target="../tags/tag1082.xml"/><Relationship Id="rId78" Type="http://schemas.openxmlformats.org/officeDocument/2006/relationships/tags" Target="../tags/tag1087.xml"/><Relationship Id="rId81" Type="http://schemas.openxmlformats.org/officeDocument/2006/relationships/tags" Target="../tags/tag1090.xml"/><Relationship Id="rId86" Type="http://schemas.openxmlformats.org/officeDocument/2006/relationships/tags" Target="../tags/tag1095.xml"/><Relationship Id="rId94" Type="http://schemas.openxmlformats.org/officeDocument/2006/relationships/tags" Target="../tags/tag1103.xml"/><Relationship Id="rId99" Type="http://schemas.openxmlformats.org/officeDocument/2006/relationships/tags" Target="../tags/tag1108.xml"/><Relationship Id="rId101" Type="http://schemas.openxmlformats.org/officeDocument/2006/relationships/tags" Target="../tags/tag1110.xml"/><Relationship Id="rId4" Type="http://schemas.openxmlformats.org/officeDocument/2006/relationships/tags" Target="../tags/tag1013.xml"/><Relationship Id="rId9" Type="http://schemas.openxmlformats.org/officeDocument/2006/relationships/tags" Target="../tags/tag1018.xml"/><Relationship Id="rId13" Type="http://schemas.openxmlformats.org/officeDocument/2006/relationships/tags" Target="../tags/tag1022.xml"/><Relationship Id="rId18" Type="http://schemas.openxmlformats.org/officeDocument/2006/relationships/tags" Target="../tags/tag1027.xml"/><Relationship Id="rId39" Type="http://schemas.openxmlformats.org/officeDocument/2006/relationships/tags" Target="../tags/tag1048.xml"/><Relationship Id="rId109" Type="http://schemas.openxmlformats.org/officeDocument/2006/relationships/tags" Target="../tags/tag1118.xml"/><Relationship Id="rId34" Type="http://schemas.openxmlformats.org/officeDocument/2006/relationships/tags" Target="../tags/tag1043.xml"/><Relationship Id="rId50" Type="http://schemas.openxmlformats.org/officeDocument/2006/relationships/tags" Target="../tags/tag1059.xml"/><Relationship Id="rId55" Type="http://schemas.openxmlformats.org/officeDocument/2006/relationships/tags" Target="../tags/tag1064.xml"/><Relationship Id="rId76" Type="http://schemas.openxmlformats.org/officeDocument/2006/relationships/tags" Target="../tags/tag1085.xml"/><Relationship Id="rId97" Type="http://schemas.openxmlformats.org/officeDocument/2006/relationships/tags" Target="../tags/tag1106.xml"/><Relationship Id="rId104" Type="http://schemas.openxmlformats.org/officeDocument/2006/relationships/tags" Target="../tags/tag1113.xml"/><Relationship Id="rId7" Type="http://schemas.openxmlformats.org/officeDocument/2006/relationships/tags" Target="../tags/tag1016.xml"/><Relationship Id="rId71" Type="http://schemas.openxmlformats.org/officeDocument/2006/relationships/tags" Target="../tags/tag1080.xml"/><Relationship Id="rId92" Type="http://schemas.openxmlformats.org/officeDocument/2006/relationships/tags" Target="../tags/tag1101.xml"/><Relationship Id="rId2" Type="http://schemas.openxmlformats.org/officeDocument/2006/relationships/tags" Target="../tags/tag1011.xml"/><Relationship Id="rId29" Type="http://schemas.openxmlformats.org/officeDocument/2006/relationships/tags" Target="../tags/tag1038.xml"/><Relationship Id="rId24" Type="http://schemas.openxmlformats.org/officeDocument/2006/relationships/tags" Target="../tags/tag1033.xml"/><Relationship Id="rId40" Type="http://schemas.openxmlformats.org/officeDocument/2006/relationships/tags" Target="../tags/tag1049.xml"/><Relationship Id="rId45" Type="http://schemas.openxmlformats.org/officeDocument/2006/relationships/tags" Target="../tags/tag1054.xml"/><Relationship Id="rId66" Type="http://schemas.openxmlformats.org/officeDocument/2006/relationships/tags" Target="../tags/tag1075.xml"/><Relationship Id="rId87" Type="http://schemas.openxmlformats.org/officeDocument/2006/relationships/tags" Target="../tags/tag1096.xml"/><Relationship Id="rId110" Type="http://schemas.openxmlformats.org/officeDocument/2006/relationships/tags" Target="../tags/tag1119.xml"/><Relationship Id="rId115" Type="http://schemas.openxmlformats.org/officeDocument/2006/relationships/image" Target="../media/image33.png"/><Relationship Id="rId61" Type="http://schemas.openxmlformats.org/officeDocument/2006/relationships/tags" Target="../tags/tag1070.xml"/><Relationship Id="rId82" Type="http://schemas.openxmlformats.org/officeDocument/2006/relationships/tags" Target="../tags/tag1091.xml"/><Relationship Id="rId19" Type="http://schemas.openxmlformats.org/officeDocument/2006/relationships/tags" Target="../tags/tag1028.xml"/><Relationship Id="rId14" Type="http://schemas.openxmlformats.org/officeDocument/2006/relationships/tags" Target="../tags/tag1023.xml"/><Relationship Id="rId30" Type="http://schemas.openxmlformats.org/officeDocument/2006/relationships/tags" Target="../tags/tag1039.xml"/><Relationship Id="rId35" Type="http://schemas.openxmlformats.org/officeDocument/2006/relationships/tags" Target="../tags/tag1044.xml"/><Relationship Id="rId56" Type="http://schemas.openxmlformats.org/officeDocument/2006/relationships/tags" Target="../tags/tag1065.xml"/><Relationship Id="rId77" Type="http://schemas.openxmlformats.org/officeDocument/2006/relationships/tags" Target="../tags/tag1086.xml"/><Relationship Id="rId100" Type="http://schemas.openxmlformats.org/officeDocument/2006/relationships/tags" Target="../tags/tag1109.xml"/><Relationship Id="rId105" Type="http://schemas.openxmlformats.org/officeDocument/2006/relationships/tags" Target="../tags/tag1114.xml"/><Relationship Id="rId8" Type="http://schemas.openxmlformats.org/officeDocument/2006/relationships/tags" Target="../tags/tag1017.xml"/><Relationship Id="rId51" Type="http://schemas.openxmlformats.org/officeDocument/2006/relationships/tags" Target="../tags/tag1060.xml"/><Relationship Id="rId72" Type="http://schemas.openxmlformats.org/officeDocument/2006/relationships/tags" Target="../tags/tag1081.xml"/><Relationship Id="rId93" Type="http://schemas.openxmlformats.org/officeDocument/2006/relationships/tags" Target="../tags/tag1102.xml"/><Relationship Id="rId98" Type="http://schemas.openxmlformats.org/officeDocument/2006/relationships/tags" Target="../tags/tag1107.xml"/><Relationship Id="rId3" Type="http://schemas.openxmlformats.org/officeDocument/2006/relationships/tags" Target="../tags/tag1012.xml"/><Relationship Id="rId25" Type="http://schemas.openxmlformats.org/officeDocument/2006/relationships/tags" Target="../tags/tag1034.xml"/><Relationship Id="rId46" Type="http://schemas.openxmlformats.org/officeDocument/2006/relationships/tags" Target="../tags/tag1055.xml"/><Relationship Id="rId67" Type="http://schemas.openxmlformats.org/officeDocument/2006/relationships/tags" Target="../tags/tag1076.xml"/><Relationship Id="rId20" Type="http://schemas.openxmlformats.org/officeDocument/2006/relationships/tags" Target="../tags/tag1029.xml"/><Relationship Id="rId41" Type="http://schemas.openxmlformats.org/officeDocument/2006/relationships/tags" Target="../tags/tag1050.xml"/><Relationship Id="rId62" Type="http://schemas.openxmlformats.org/officeDocument/2006/relationships/tags" Target="../tags/tag1071.xml"/><Relationship Id="rId83" Type="http://schemas.openxmlformats.org/officeDocument/2006/relationships/tags" Target="../tags/tag1092.xml"/><Relationship Id="rId88" Type="http://schemas.openxmlformats.org/officeDocument/2006/relationships/tags" Target="../tags/tag1097.xml"/><Relationship Id="rId111" Type="http://schemas.openxmlformats.org/officeDocument/2006/relationships/tags" Target="../tags/tag1120.xml"/></Relationships>
</file>

<file path=ppt/slides/_rels/slide62.xml.rels><?xml version="1.0" encoding="UTF-8" standalone="yes"?>
<Relationships xmlns="http://schemas.openxmlformats.org/package/2006/relationships"><Relationship Id="rId8" Type="http://schemas.openxmlformats.org/officeDocument/2006/relationships/tags" Target="../tags/tag1129.xml"/><Relationship Id="rId3" Type="http://schemas.openxmlformats.org/officeDocument/2006/relationships/tags" Target="../tags/tag1124.xml"/><Relationship Id="rId7" Type="http://schemas.openxmlformats.org/officeDocument/2006/relationships/tags" Target="../tags/tag1128.xml"/><Relationship Id="rId12" Type="http://schemas.openxmlformats.org/officeDocument/2006/relationships/image" Target="../media/image34.png"/><Relationship Id="rId2" Type="http://schemas.openxmlformats.org/officeDocument/2006/relationships/tags" Target="../tags/tag1123.xml"/><Relationship Id="rId1" Type="http://schemas.openxmlformats.org/officeDocument/2006/relationships/tags" Target="../tags/tag1122.xml"/><Relationship Id="rId6" Type="http://schemas.openxmlformats.org/officeDocument/2006/relationships/tags" Target="../tags/tag1127.xml"/><Relationship Id="rId11" Type="http://schemas.openxmlformats.org/officeDocument/2006/relationships/notesSlide" Target="../notesSlides/notesSlide55.xml"/><Relationship Id="rId5" Type="http://schemas.openxmlformats.org/officeDocument/2006/relationships/tags" Target="../tags/tag1126.xml"/><Relationship Id="rId10" Type="http://schemas.openxmlformats.org/officeDocument/2006/relationships/slideLayout" Target="../slideLayouts/slideLayout5.xml"/><Relationship Id="rId4" Type="http://schemas.openxmlformats.org/officeDocument/2006/relationships/tags" Target="../tags/tag1125.xml"/><Relationship Id="rId9" Type="http://schemas.openxmlformats.org/officeDocument/2006/relationships/tags" Target="../tags/tag1130.xml"/></Relationships>
</file>

<file path=ppt/slides/_rels/slide63.xml.rels><?xml version="1.0" encoding="UTF-8" standalone="yes"?>
<Relationships xmlns="http://schemas.openxmlformats.org/package/2006/relationships"><Relationship Id="rId8" Type="http://schemas.openxmlformats.org/officeDocument/2006/relationships/tags" Target="../tags/tag1138.xml"/><Relationship Id="rId3" Type="http://schemas.openxmlformats.org/officeDocument/2006/relationships/tags" Target="../tags/tag1133.xml"/><Relationship Id="rId7" Type="http://schemas.openxmlformats.org/officeDocument/2006/relationships/tags" Target="../tags/tag1137.xml"/><Relationship Id="rId2" Type="http://schemas.openxmlformats.org/officeDocument/2006/relationships/tags" Target="../tags/tag1132.xml"/><Relationship Id="rId1" Type="http://schemas.openxmlformats.org/officeDocument/2006/relationships/tags" Target="../tags/tag1131.xml"/><Relationship Id="rId6" Type="http://schemas.openxmlformats.org/officeDocument/2006/relationships/tags" Target="../tags/tag1136.xml"/><Relationship Id="rId11" Type="http://schemas.openxmlformats.org/officeDocument/2006/relationships/image" Target="../media/image35.png"/><Relationship Id="rId5" Type="http://schemas.openxmlformats.org/officeDocument/2006/relationships/tags" Target="../tags/tag1135.xml"/><Relationship Id="rId10" Type="http://schemas.openxmlformats.org/officeDocument/2006/relationships/notesSlide" Target="../notesSlides/notesSlide56.xml"/><Relationship Id="rId4" Type="http://schemas.openxmlformats.org/officeDocument/2006/relationships/tags" Target="../tags/tag1134.xml"/><Relationship Id="rId9"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8" Type="http://schemas.openxmlformats.org/officeDocument/2006/relationships/tags" Target="../tags/tag1146.xml"/><Relationship Id="rId3" Type="http://schemas.openxmlformats.org/officeDocument/2006/relationships/tags" Target="../tags/tag1141.xml"/><Relationship Id="rId7" Type="http://schemas.openxmlformats.org/officeDocument/2006/relationships/tags" Target="../tags/tag1145.xml"/><Relationship Id="rId2" Type="http://schemas.openxmlformats.org/officeDocument/2006/relationships/tags" Target="../tags/tag1140.xml"/><Relationship Id="rId1" Type="http://schemas.openxmlformats.org/officeDocument/2006/relationships/tags" Target="../tags/tag1139.xml"/><Relationship Id="rId6" Type="http://schemas.openxmlformats.org/officeDocument/2006/relationships/tags" Target="../tags/tag1144.xml"/><Relationship Id="rId5" Type="http://schemas.openxmlformats.org/officeDocument/2006/relationships/tags" Target="../tags/tag1143.xml"/><Relationship Id="rId10" Type="http://schemas.openxmlformats.org/officeDocument/2006/relationships/notesSlide" Target="../notesSlides/notesSlide57.xml"/><Relationship Id="rId4" Type="http://schemas.openxmlformats.org/officeDocument/2006/relationships/tags" Target="../tags/tag1142.xml"/><Relationship Id="rId9"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8" Type="http://schemas.openxmlformats.org/officeDocument/2006/relationships/tags" Target="../tags/tag1154.xml"/><Relationship Id="rId3" Type="http://schemas.openxmlformats.org/officeDocument/2006/relationships/tags" Target="../tags/tag1149.xml"/><Relationship Id="rId7" Type="http://schemas.openxmlformats.org/officeDocument/2006/relationships/tags" Target="../tags/tag1153.xml"/><Relationship Id="rId2" Type="http://schemas.openxmlformats.org/officeDocument/2006/relationships/tags" Target="../tags/tag1148.xml"/><Relationship Id="rId1" Type="http://schemas.openxmlformats.org/officeDocument/2006/relationships/tags" Target="../tags/tag1147.xml"/><Relationship Id="rId6" Type="http://schemas.openxmlformats.org/officeDocument/2006/relationships/tags" Target="../tags/tag1152.xml"/><Relationship Id="rId11" Type="http://schemas.openxmlformats.org/officeDocument/2006/relationships/image" Target="../media/image19.png"/><Relationship Id="rId5" Type="http://schemas.openxmlformats.org/officeDocument/2006/relationships/tags" Target="../tags/tag1151.xml"/><Relationship Id="rId10" Type="http://schemas.openxmlformats.org/officeDocument/2006/relationships/notesSlide" Target="../notesSlides/notesSlide58.xml"/><Relationship Id="rId4" Type="http://schemas.openxmlformats.org/officeDocument/2006/relationships/tags" Target="../tags/tag1150.xml"/><Relationship Id="rId9"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8" Type="http://schemas.openxmlformats.org/officeDocument/2006/relationships/tags" Target="../tags/tag1162.xml"/><Relationship Id="rId13" Type="http://schemas.openxmlformats.org/officeDocument/2006/relationships/slideLayout" Target="../slideLayouts/slideLayout5.xml"/><Relationship Id="rId3" Type="http://schemas.openxmlformats.org/officeDocument/2006/relationships/tags" Target="../tags/tag1157.xml"/><Relationship Id="rId7" Type="http://schemas.openxmlformats.org/officeDocument/2006/relationships/tags" Target="../tags/tag1161.xml"/><Relationship Id="rId12" Type="http://schemas.openxmlformats.org/officeDocument/2006/relationships/tags" Target="../tags/tag1166.xml"/><Relationship Id="rId2" Type="http://schemas.openxmlformats.org/officeDocument/2006/relationships/tags" Target="../tags/tag1156.xml"/><Relationship Id="rId16" Type="http://schemas.openxmlformats.org/officeDocument/2006/relationships/image" Target="../media/image7.jpeg"/><Relationship Id="rId1" Type="http://schemas.openxmlformats.org/officeDocument/2006/relationships/tags" Target="../tags/tag1155.xml"/><Relationship Id="rId6" Type="http://schemas.openxmlformats.org/officeDocument/2006/relationships/tags" Target="../tags/tag1160.xml"/><Relationship Id="rId11" Type="http://schemas.openxmlformats.org/officeDocument/2006/relationships/tags" Target="../tags/tag1165.xml"/><Relationship Id="rId5" Type="http://schemas.openxmlformats.org/officeDocument/2006/relationships/tags" Target="../tags/tag1159.xml"/><Relationship Id="rId15" Type="http://schemas.openxmlformats.org/officeDocument/2006/relationships/image" Target="../media/image36.png"/><Relationship Id="rId10" Type="http://schemas.openxmlformats.org/officeDocument/2006/relationships/tags" Target="../tags/tag1164.xml"/><Relationship Id="rId4" Type="http://schemas.openxmlformats.org/officeDocument/2006/relationships/tags" Target="../tags/tag1158.xml"/><Relationship Id="rId9" Type="http://schemas.openxmlformats.org/officeDocument/2006/relationships/tags" Target="../tags/tag1163.xml"/><Relationship Id="rId14" Type="http://schemas.openxmlformats.org/officeDocument/2006/relationships/notesSlide" Target="../notesSlides/notesSlide59.xml"/></Relationships>
</file>

<file path=ppt/slides/_rels/slide67.xml.rels><?xml version="1.0" encoding="UTF-8" standalone="yes"?>
<Relationships xmlns="http://schemas.openxmlformats.org/package/2006/relationships"><Relationship Id="rId26" Type="http://schemas.openxmlformats.org/officeDocument/2006/relationships/tags" Target="../tags/tag1192.xml"/><Relationship Id="rId117" Type="http://schemas.openxmlformats.org/officeDocument/2006/relationships/image" Target="../media/image37.png"/><Relationship Id="rId21" Type="http://schemas.openxmlformats.org/officeDocument/2006/relationships/tags" Target="../tags/tag1187.xml"/><Relationship Id="rId42" Type="http://schemas.openxmlformats.org/officeDocument/2006/relationships/tags" Target="../tags/tag1208.xml"/><Relationship Id="rId47" Type="http://schemas.openxmlformats.org/officeDocument/2006/relationships/tags" Target="../tags/tag1213.xml"/><Relationship Id="rId63" Type="http://schemas.openxmlformats.org/officeDocument/2006/relationships/tags" Target="../tags/tag1229.xml"/><Relationship Id="rId68" Type="http://schemas.openxmlformats.org/officeDocument/2006/relationships/tags" Target="../tags/tag1234.xml"/><Relationship Id="rId84" Type="http://schemas.openxmlformats.org/officeDocument/2006/relationships/tags" Target="../tags/tag1250.xml"/><Relationship Id="rId89" Type="http://schemas.openxmlformats.org/officeDocument/2006/relationships/tags" Target="../tags/tag1255.xml"/><Relationship Id="rId112" Type="http://schemas.openxmlformats.org/officeDocument/2006/relationships/tags" Target="../tags/tag1278.xml"/><Relationship Id="rId16" Type="http://schemas.openxmlformats.org/officeDocument/2006/relationships/tags" Target="../tags/tag1182.xml"/><Relationship Id="rId107" Type="http://schemas.openxmlformats.org/officeDocument/2006/relationships/tags" Target="../tags/tag1273.xml"/><Relationship Id="rId11" Type="http://schemas.openxmlformats.org/officeDocument/2006/relationships/tags" Target="../tags/tag1177.xml"/><Relationship Id="rId32" Type="http://schemas.openxmlformats.org/officeDocument/2006/relationships/tags" Target="../tags/tag1198.xml"/><Relationship Id="rId37" Type="http://schemas.openxmlformats.org/officeDocument/2006/relationships/tags" Target="../tags/tag1203.xml"/><Relationship Id="rId53" Type="http://schemas.openxmlformats.org/officeDocument/2006/relationships/tags" Target="../tags/tag1219.xml"/><Relationship Id="rId58" Type="http://schemas.openxmlformats.org/officeDocument/2006/relationships/tags" Target="../tags/tag1224.xml"/><Relationship Id="rId74" Type="http://schemas.openxmlformats.org/officeDocument/2006/relationships/tags" Target="../tags/tag1240.xml"/><Relationship Id="rId79" Type="http://schemas.openxmlformats.org/officeDocument/2006/relationships/tags" Target="../tags/tag1245.xml"/><Relationship Id="rId102" Type="http://schemas.openxmlformats.org/officeDocument/2006/relationships/tags" Target="../tags/tag1268.xml"/><Relationship Id="rId5" Type="http://schemas.openxmlformats.org/officeDocument/2006/relationships/tags" Target="../tags/tag1171.xml"/><Relationship Id="rId90" Type="http://schemas.openxmlformats.org/officeDocument/2006/relationships/tags" Target="../tags/tag1256.xml"/><Relationship Id="rId95" Type="http://schemas.openxmlformats.org/officeDocument/2006/relationships/tags" Target="../tags/tag1261.xml"/><Relationship Id="rId22" Type="http://schemas.openxmlformats.org/officeDocument/2006/relationships/tags" Target="../tags/tag1188.xml"/><Relationship Id="rId27" Type="http://schemas.openxmlformats.org/officeDocument/2006/relationships/tags" Target="../tags/tag1193.xml"/><Relationship Id="rId43" Type="http://schemas.openxmlformats.org/officeDocument/2006/relationships/tags" Target="../tags/tag1209.xml"/><Relationship Id="rId48" Type="http://schemas.openxmlformats.org/officeDocument/2006/relationships/tags" Target="../tags/tag1214.xml"/><Relationship Id="rId64" Type="http://schemas.openxmlformats.org/officeDocument/2006/relationships/tags" Target="../tags/tag1230.xml"/><Relationship Id="rId69" Type="http://schemas.openxmlformats.org/officeDocument/2006/relationships/tags" Target="../tags/tag1235.xml"/><Relationship Id="rId113" Type="http://schemas.openxmlformats.org/officeDocument/2006/relationships/tags" Target="../tags/tag1279.xml"/><Relationship Id="rId80" Type="http://schemas.openxmlformats.org/officeDocument/2006/relationships/tags" Target="../tags/tag1246.xml"/><Relationship Id="rId85" Type="http://schemas.openxmlformats.org/officeDocument/2006/relationships/tags" Target="../tags/tag1251.xml"/><Relationship Id="rId12" Type="http://schemas.openxmlformats.org/officeDocument/2006/relationships/tags" Target="../tags/tag1178.xml"/><Relationship Id="rId17" Type="http://schemas.openxmlformats.org/officeDocument/2006/relationships/tags" Target="../tags/tag1183.xml"/><Relationship Id="rId33" Type="http://schemas.openxmlformats.org/officeDocument/2006/relationships/tags" Target="../tags/tag1199.xml"/><Relationship Id="rId38" Type="http://schemas.openxmlformats.org/officeDocument/2006/relationships/tags" Target="../tags/tag1204.xml"/><Relationship Id="rId59" Type="http://schemas.openxmlformats.org/officeDocument/2006/relationships/tags" Target="../tags/tag1225.xml"/><Relationship Id="rId103" Type="http://schemas.openxmlformats.org/officeDocument/2006/relationships/tags" Target="../tags/tag1269.xml"/><Relationship Id="rId108" Type="http://schemas.openxmlformats.org/officeDocument/2006/relationships/tags" Target="../tags/tag1274.xml"/><Relationship Id="rId54" Type="http://schemas.openxmlformats.org/officeDocument/2006/relationships/tags" Target="../tags/tag1220.xml"/><Relationship Id="rId70" Type="http://schemas.openxmlformats.org/officeDocument/2006/relationships/tags" Target="../tags/tag1236.xml"/><Relationship Id="rId75" Type="http://schemas.openxmlformats.org/officeDocument/2006/relationships/tags" Target="../tags/tag1241.xml"/><Relationship Id="rId91" Type="http://schemas.openxmlformats.org/officeDocument/2006/relationships/tags" Target="../tags/tag1257.xml"/><Relationship Id="rId96" Type="http://schemas.openxmlformats.org/officeDocument/2006/relationships/tags" Target="../tags/tag1262.xml"/><Relationship Id="rId1" Type="http://schemas.openxmlformats.org/officeDocument/2006/relationships/tags" Target="../tags/tag1167.xml"/><Relationship Id="rId6" Type="http://schemas.openxmlformats.org/officeDocument/2006/relationships/tags" Target="../tags/tag1172.xml"/><Relationship Id="rId23" Type="http://schemas.openxmlformats.org/officeDocument/2006/relationships/tags" Target="../tags/tag1189.xml"/><Relationship Id="rId28" Type="http://schemas.openxmlformats.org/officeDocument/2006/relationships/tags" Target="../tags/tag1194.xml"/><Relationship Id="rId49" Type="http://schemas.openxmlformats.org/officeDocument/2006/relationships/tags" Target="../tags/tag1215.xml"/><Relationship Id="rId114" Type="http://schemas.openxmlformats.org/officeDocument/2006/relationships/tags" Target="../tags/tag1280.xml"/><Relationship Id="rId10" Type="http://schemas.openxmlformats.org/officeDocument/2006/relationships/tags" Target="../tags/tag1176.xml"/><Relationship Id="rId31" Type="http://schemas.openxmlformats.org/officeDocument/2006/relationships/tags" Target="../tags/tag1197.xml"/><Relationship Id="rId44" Type="http://schemas.openxmlformats.org/officeDocument/2006/relationships/tags" Target="../tags/tag1210.xml"/><Relationship Id="rId52" Type="http://schemas.openxmlformats.org/officeDocument/2006/relationships/tags" Target="../tags/tag1218.xml"/><Relationship Id="rId60" Type="http://schemas.openxmlformats.org/officeDocument/2006/relationships/tags" Target="../tags/tag1226.xml"/><Relationship Id="rId65" Type="http://schemas.openxmlformats.org/officeDocument/2006/relationships/tags" Target="../tags/tag1231.xml"/><Relationship Id="rId73" Type="http://schemas.openxmlformats.org/officeDocument/2006/relationships/tags" Target="../tags/tag1239.xml"/><Relationship Id="rId78" Type="http://schemas.openxmlformats.org/officeDocument/2006/relationships/tags" Target="../tags/tag1244.xml"/><Relationship Id="rId81" Type="http://schemas.openxmlformats.org/officeDocument/2006/relationships/tags" Target="../tags/tag1247.xml"/><Relationship Id="rId86" Type="http://schemas.openxmlformats.org/officeDocument/2006/relationships/tags" Target="../tags/tag1252.xml"/><Relationship Id="rId94" Type="http://schemas.openxmlformats.org/officeDocument/2006/relationships/tags" Target="../tags/tag1260.xml"/><Relationship Id="rId99" Type="http://schemas.openxmlformats.org/officeDocument/2006/relationships/tags" Target="../tags/tag1265.xml"/><Relationship Id="rId101" Type="http://schemas.openxmlformats.org/officeDocument/2006/relationships/tags" Target="../tags/tag1267.xml"/><Relationship Id="rId4" Type="http://schemas.openxmlformats.org/officeDocument/2006/relationships/tags" Target="../tags/tag1170.xml"/><Relationship Id="rId9" Type="http://schemas.openxmlformats.org/officeDocument/2006/relationships/tags" Target="../tags/tag1175.xml"/><Relationship Id="rId13" Type="http://schemas.openxmlformats.org/officeDocument/2006/relationships/tags" Target="../tags/tag1179.xml"/><Relationship Id="rId18" Type="http://schemas.openxmlformats.org/officeDocument/2006/relationships/tags" Target="../tags/tag1184.xml"/><Relationship Id="rId39" Type="http://schemas.openxmlformats.org/officeDocument/2006/relationships/tags" Target="../tags/tag1205.xml"/><Relationship Id="rId109" Type="http://schemas.openxmlformats.org/officeDocument/2006/relationships/tags" Target="../tags/tag1275.xml"/><Relationship Id="rId34" Type="http://schemas.openxmlformats.org/officeDocument/2006/relationships/tags" Target="../tags/tag1200.xml"/><Relationship Id="rId50" Type="http://schemas.openxmlformats.org/officeDocument/2006/relationships/tags" Target="../tags/tag1216.xml"/><Relationship Id="rId55" Type="http://schemas.openxmlformats.org/officeDocument/2006/relationships/tags" Target="../tags/tag1221.xml"/><Relationship Id="rId76" Type="http://schemas.openxmlformats.org/officeDocument/2006/relationships/tags" Target="../tags/tag1242.xml"/><Relationship Id="rId97" Type="http://schemas.openxmlformats.org/officeDocument/2006/relationships/tags" Target="../tags/tag1263.xml"/><Relationship Id="rId104" Type="http://schemas.openxmlformats.org/officeDocument/2006/relationships/tags" Target="../tags/tag1270.xml"/><Relationship Id="rId7" Type="http://schemas.openxmlformats.org/officeDocument/2006/relationships/tags" Target="../tags/tag1173.xml"/><Relationship Id="rId71" Type="http://schemas.openxmlformats.org/officeDocument/2006/relationships/tags" Target="../tags/tag1237.xml"/><Relationship Id="rId92" Type="http://schemas.openxmlformats.org/officeDocument/2006/relationships/tags" Target="../tags/tag1258.xml"/><Relationship Id="rId2" Type="http://schemas.openxmlformats.org/officeDocument/2006/relationships/tags" Target="../tags/tag1168.xml"/><Relationship Id="rId29" Type="http://schemas.openxmlformats.org/officeDocument/2006/relationships/tags" Target="../tags/tag1195.xml"/><Relationship Id="rId24" Type="http://schemas.openxmlformats.org/officeDocument/2006/relationships/tags" Target="../tags/tag1190.xml"/><Relationship Id="rId40" Type="http://schemas.openxmlformats.org/officeDocument/2006/relationships/tags" Target="../tags/tag1206.xml"/><Relationship Id="rId45" Type="http://schemas.openxmlformats.org/officeDocument/2006/relationships/tags" Target="../tags/tag1211.xml"/><Relationship Id="rId66" Type="http://schemas.openxmlformats.org/officeDocument/2006/relationships/tags" Target="../tags/tag1232.xml"/><Relationship Id="rId87" Type="http://schemas.openxmlformats.org/officeDocument/2006/relationships/tags" Target="../tags/tag1253.xml"/><Relationship Id="rId110" Type="http://schemas.openxmlformats.org/officeDocument/2006/relationships/tags" Target="../tags/tag1276.xml"/><Relationship Id="rId115" Type="http://schemas.openxmlformats.org/officeDocument/2006/relationships/slideLayout" Target="../slideLayouts/slideLayout5.xml"/><Relationship Id="rId61" Type="http://schemas.openxmlformats.org/officeDocument/2006/relationships/tags" Target="../tags/tag1227.xml"/><Relationship Id="rId82" Type="http://schemas.openxmlformats.org/officeDocument/2006/relationships/tags" Target="../tags/tag1248.xml"/><Relationship Id="rId19" Type="http://schemas.openxmlformats.org/officeDocument/2006/relationships/tags" Target="../tags/tag1185.xml"/><Relationship Id="rId14" Type="http://schemas.openxmlformats.org/officeDocument/2006/relationships/tags" Target="../tags/tag1180.xml"/><Relationship Id="rId30" Type="http://schemas.openxmlformats.org/officeDocument/2006/relationships/tags" Target="../tags/tag1196.xml"/><Relationship Id="rId35" Type="http://schemas.openxmlformats.org/officeDocument/2006/relationships/tags" Target="../tags/tag1201.xml"/><Relationship Id="rId56" Type="http://schemas.openxmlformats.org/officeDocument/2006/relationships/tags" Target="../tags/tag1222.xml"/><Relationship Id="rId77" Type="http://schemas.openxmlformats.org/officeDocument/2006/relationships/tags" Target="../tags/tag1243.xml"/><Relationship Id="rId100" Type="http://schemas.openxmlformats.org/officeDocument/2006/relationships/tags" Target="../tags/tag1266.xml"/><Relationship Id="rId105" Type="http://schemas.openxmlformats.org/officeDocument/2006/relationships/tags" Target="../tags/tag1271.xml"/><Relationship Id="rId8" Type="http://schemas.openxmlformats.org/officeDocument/2006/relationships/tags" Target="../tags/tag1174.xml"/><Relationship Id="rId51" Type="http://schemas.openxmlformats.org/officeDocument/2006/relationships/tags" Target="../tags/tag1217.xml"/><Relationship Id="rId72" Type="http://schemas.openxmlformats.org/officeDocument/2006/relationships/tags" Target="../tags/tag1238.xml"/><Relationship Id="rId93" Type="http://schemas.openxmlformats.org/officeDocument/2006/relationships/tags" Target="../tags/tag1259.xml"/><Relationship Id="rId98" Type="http://schemas.openxmlformats.org/officeDocument/2006/relationships/tags" Target="../tags/tag1264.xml"/><Relationship Id="rId3" Type="http://schemas.openxmlformats.org/officeDocument/2006/relationships/tags" Target="../tags/tag1169.xml"/><Relationship Id="rId25" Type="http://schemas.openxmlformats.org/officeDocument/2006/relationships/tags" Target="../tags/tag1191.xml"/><Relationship Id="rId46" Type="http://schemas.openxmlformats.org/officeDocument/2006/relationships/tags" Target="../tags/tag1212.xml"/><Relationship Id="rId67" Type="http://schemas.openxmlformats.org/officeDocument/2006/relationships/tags" Target="../tags/tag1233.xml"/><Relationship Id="rId116" Type="http://schemas.openxmlformats.org/officeDocument/2006/relationships/notesSlide" Target="../notesSlides/notesSlide60.xml"/><Relationship Id="rId20" Type="http://schemas.openxmlformats.org/officeDocument/2006/relationships/tags" Target="../tags/tag1186.xml"/><Relationship Id="rId41" Type="http://schemas.openxmlformats.org/officeDocument/2006/relationships/tags" Target="../tags/tag1207.xml"/><Relationship Id="rId62" Type="http://schemas.openxmlformats.org/officeDocument/2006/relationships/tags" Target="../tags/tag1228.xml"/><Relationship Id="rId83" Type="http://schemas.openxmlformats.org/officeDocument/2006/relationships/tags" Target="../tags/tag1249.xml"/><Relationship Id="rId88" Type="http://schemas.openxmlformats.org/officeDocument/2006/relationships/tags" Target="../tags/tag1254.xml"/><Relationship Id="rId111" Type="http://schemas.openxmlformats.org/officeDocument/2006/relationships/tags" Target="../tags/tag1277.xml"/><Relationship Id="rId15" Type="http://schemas.openxmlformats.org/officeDocument/2006/relationships/tags" Target="../tags/tag1181.xml"/><Relationship Id="rId36" Type="http://schemas.openxmlformats.org/officeDocument/2006/relationships/tags" Target="../tags/tag1202.xml"/><Relationship Id="rId57" Type="http://schemas.openxmlformats.org/officeDocument/2006/relationships/tags" Target="../tags/tag1223.xml"/><Relationship Id="rId106" Type="http://schemas.openxmlformats.org/officeDocument/2006/relationships/tags" Target="../tags/tag1272.xml"/></Relationships>
</file>

<file path=ppt/slides/_rels/slide68.xml.rels><?xml version="1.0" encoding="UTF-8" standalone="yes"?>
<Relationships xmlns="http://schemas.openxmlformats.org/package/2006/relationships"><Relationship Id="rId8" Type="http://schemas.openxmlformats.org/officeDocument/2006/relationships/tags" Target="../tags/tag1288.xml"/><Relationship Id="rId13" Type="http://schemas.openxmlformats.org/officeDocument/2006/relationships/tags" Target="../tags/tag1293.xml"/><Relationship Id="rId18" Type="http://schemas.openxmlformats.org/officeDocument/2006/relationships/slideLayout" Target="../slideLayouts/slideLayout5.xml"/><Relationship Id="rId3" Type="http://schemas.openxmlformats.org/officeDocument/2006/relationships/tags" Target="../tags/tag1283.xml"/><Relationship Id="rId7" Type="http://schemas.openxmlformats.org/officeDocument/2006/relationships/tags" Target="../tags/tag1287.xml"/><Relationship Id="rId12" Type="http://schemas.openxmlformats.org/officeDocument/2006/relationships/tags" Target="../tags/tag1292.xml"/><Relationship Id="rId17" Type="http://schemas.openxmlformats.org/officeDocument/2006/relationships/tags" Target="../tags/tag1297.xml"/><Relationship Id="rId2" Type="http://schemas.openxmlformats.org/officeDocument/2006/relationships/tags" Target="../tags/tag1282.xml"/><Relationship Id="rId16" Type="http://schemas.openxmlformats.org/officeDocument/2006/relationships/tags" Target="../tags/tag1296.xml"/><Relationship Id="rId20" Type="http://schemas.openxmlformats.org/officeDocument/2006/relationships/image" Target="../media/image38.png"/><Relationship Id="rId1" Type="http://schemas.openxmlformats.org/officeDocument/2006/relationships/tags" Target="../tags/tag1281.xml"/><Relationship Id="rId6" Type="http://schemas.openxmlformats.org/officeDocument/2006/relationships/tags" Target="../tags/tag1286.xml"/><Relationship Id="rId11" Type="http://schemas.openxmlformats.org/officeDocument/2006/relationships/tags" Target="../tags/tag1291.xml"/><Relationship Id="rId5" Type="http://schemas.openxmlformats.org/officeDocument/2006/relationships/tags" Target="../tags/tag1285.xml"/><Relationship Id="rId15" Type="http://schemas.openxmlformats.org/officeDocument/2006/relationships/tags" Target="../tags/tag1295.xml"/><Relationship Id="rId10" Type="http://schemas.openxmlformats.org/officeDocument/2006/relationships/tags" Target="../tags/tag1290.xml"/><Relationship Id="rId19" Type="http://schemas.openxmlformats.org/officeDocument/2006/relationships/notesSlide" Target="../notesSlides/notesSlide61.xml"/><Relationship Id="rId4" Type="http://schemas.openxmlformats.org/officeDocument/2006/relationships/tags" Target="../tags/tag1284.xml"/><Relationship Id="rId9" Type="http://schemas.openxmlformats.org/officeDocument/2006/relationships/tags" Target="../tags/tag1289.xml"/><Relationship Id="rId14" Type="http://schemas.openxmlformats.org/officeDocument/2006/relationships/tags" Target="../tags/tag1294.xml"/></Relationships>
</file>

<file path=ppt/slides/_rels/slide69.xml.rels><?xml version="1.0" encoding="UTF-8" standalone="yes"?>
<Relationships xmlns="http://schemas.openxmlformats.org/package/2006/relationships"><Relationship Id="rId8" Type="http://schemas.openxmlformats.org/officeDocument/2006/relationships/tags" Target="../tags/tag1305.xml"/><Relationship Id="rId13" Type="http://schemas.openxmlformats.org/officeDocument/2006/relationships/tags" Target="../tags/tag1310.xml"/><Relationship Id="rId18" Type="http://schemas.openxmlformats.org/officeDocument/2006/relationships/notesSlide" Target="../notesSlides/notesSlide62.xml"/><Relationship Id="rId3" Type="http://schemas.openxmlformats.org/officeDocument/2006/relationships/tags" Target="../tags/tag1300.xml"/><Relationship Id="rId7" Type="http://schemas.openxmlformats.org/officeDocument/2006/relationships/tags" Target="../tags/tag1304.xml"/><Relationship Id="rId12" Type="http://schemas.openxmlformats.org/officeDocument/2006/relationships/tags" Target="../tags/tag1309.xml"/><Relationship Id="rId17" Type="http://schemas.openxmlformats.org/officeDocument/2006/relationships/slideLayout" Target="../slideLayouts/slideLayout5.xml"/><Relationship Id="rId2" Type="http://schemas.openxmlformats.org/officeDocument/2006/relationships/tags" Target="../tags/tag1299.xml"/><Relationship Id="rId16" Type="http://schemas.openxmlformats.org/officeDocument/2006/relationships/tags" Target="../tags/tag1313.xml"/><Relationship Id="rId1" Type="http://schemas.openxmlformats.org/officeDocument/2006/relationships/tags" Target="../tags/tag1298.xml"/><Relationship Id="rId6" Type="http://schemas.openxmlformats.org/officeDocument/2006/relationships/tags" Target="../tags/tag1303.xml"/><Relationship Id="rId11" Type="http://schemas.openxmlformats.org/officeDocument/2006/relationships/tags" Target="../tags/tag1308.xml"/><Relationship Id="rId5" Type="http://schemas.openxmlformats.org/officeDocument/2006/relationships/tags" Target="../tags/tag1302.xml"/><Relationship Id="rId15" Type="http://schemas.openxmlformats.org/officeDocument/2006/relationships/tags" Target="../tags/tag1312.xml"/><Relationship Id="rId10" Type="http://schemas.openxmlformats.org/officeDocument/2006/relationships/tags" Target="../tags/tag1307.xml"/><Relationship Id="rId4" Type="http://schemas.openxmlformats.org/officeDocument/2006/relationships/tags" Target="../tags/tag1301.xml"/><Relationship Id="rId9" Type="http://schemas.openxmlformats.org/officeDocument/2006/relationships/tags" Target="../tags/tag1306.xml"/><Relationship Id="rId14" Type="http://schemas.openxmlformats.org/officeDocument/2006/relationships/tags" Target="../tags/tag13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8" Type="http://schemas.openxmlformats.org/officeDocument/2006/relationships/tags" Target="../tags/tag1321.xml"/><Relationship Id="rId13" Type="http://schemas.openxmlformats.org/officeDocument/2006/relationships/tags" Target="../tags/tag1326.xml"/><Relationship Id="rId3" Type="http://schemas.openxmlformats.org/officeDocument/2006/relationships/tags" Target="../tags/tag1316.xml"/><Relationship Id="rId7" Type="http://schemas.openxmlformats.org/officeDocument/2006/relationships/tags" Target="../tags/tag1320.xml"/><Relationship Id="rId12" Type="http://schemas.openxmlformats.org/officeDocument/2006/relationships/tags" Target="../tags/tag1325.xml"/><Relationship Id="rId2" Type="http://schemas.openxmlformats.org/officeDocument/2006/relationships/tags" Target="../tags/tag1315.xml"/><Relationship Id="rId16" Type="http://schemas.openxmlformats.org/officeDocument/2006/relationships/image" Target="../media/image29.jpeg"/><Relationship Id="rId1" Type="http://schemas.openxmlformats.org/officeDocument/2006/relationships/tags" Target="../tags/tag1314.xml"/><Relationship Id="rId6" Type="http://schemas.openxmlformats.org/officeDocument/2006/relationships/tags" Target="../tags/tag1319.xml"/><Relationship Id="rId11" Type="http://schemas.openxmlformats.org/officeDocument/2006/relationships/tags" Target="../tags/tag1324.xml"/><Relationship Id="rId5" Type="http://schemas.openxmlformats.org/officeDocument/2006/relationships/tags" Target="../tags/tag1318.xml"/><Relationship Id="rId15" Type="http://schemas.openxmlformats.org/officeDocument/2006/relationships/notesSlide" Target="../notesSlides/notesSlide65.xml"/><Relationship Id="rId10" Type="http://schemas.openxmlformats.org/officeDocument/2006/relationships/tags" Target="../tags/tag1323.xml"/><Relationship Id="rId4" Type="http://schemas.openxmlformats.org/officeDocument/2006/relationships/tags" Target="../tags/tag1317.xml"/><Relationship Id="rId9" Type="http://schemas.openxmlformats.org/officeDocument/2006/relationships/tags" Target="../tags/tag1322.xml"/><Relationship Id="rId14"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328.xml"/><Relationship Id="rId1" Type="http://schemas.openxmlformats.org/officeDocument/2006/relationships/tags" Target="../tags/tag1327.xml"/><Relationship Id="rId4" Type="http://schemas.openxmlformats.org/officeDocument/2006/relationships/notesSlide" Target="../notesSlides/notesSlide66.xml"/></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75.xml.rels><?xml version="1.0" encoding="UTF-8" standalone="yes"?>
<Relationships xmlns="http://schemas.openxmlformats.org/package/2006/relationships"><Relationship Id="rId8" Type="http://schemas.openxmlformats.org/officeDocument/2006/relationships/tags" Target="../tags/tag1336.xml"/><Relationship Id="rId3" Type="http://schemas.openxmlformats.org/officeDocument/2006/relationships/tags" Target="../tags/tag1331.xml"/><Relationship Id="rId7" Type="http://schemas.openxmlformats.org/officeDocument/2006/relationships/tags" Target="../tags/tag1335.xml"/><Relationship Id="rId2" Type="http://schemas.openxmlformats.org/officeDocument/2006/relationships/tags" Target="../tags/tag1330.xml"/><Relationship Id="rId1" Type="http://schemas.openxmlformats.org/officeDocument/2006/relationships/tags" Target="../tags/tag1329.xml"/><Relationship Id="rId6" Type="http://schemas.openxmlformats.org/officeDocument/2006/relationships/tags" Target="../tags/tag1334.xml"/><Relationship Id="rId11" Type="http://schemas.openxmlformats.org/officeDocument/2006/relationships/notesSlide" Target="../notesSlides/notesSlide68.xml"/><Relationship Id="rId5" Type="http://schemas.openxmlformats.org/officeDocument/2006/relationships/tags" Target="../tags/tag1333.xml"/><Relationship Id="rId10" Type="http://schemas.openxmlformats.org/officeDocument/2006/relationships/slideLayout" Target="../slideLayouts/slideLayout3.xml"/><Relationship Id="rId4" Type="http://schemas.openxmlformats.org/officeDocument/2006/relationships/tags" Target="../tags/tag1332.xml"/><Relationship Id="rId9" Type="http://schemas.openxmlformats.org/officeDocument/2006/relationships/tags" Target="../tags/tag1337.xml"/></Relationships>
</file>

<file path=ppt/slides/_rels/slide7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77.xml.rels><?xml version="1.0" encoding="UTF-8" standalone="yes"?>
<Relationships xmlns="http://schemas.openxmlformats.org/package/2006/relationships"><Relationship Id="rId8" Type="http://schemas.openxmlformats.org/officeDocument/2006/relationships/tags" Target="../tags/tag1345.xml"/><Relationship Id="rId13" Type="http://schemas.openxmlformats.org/officeDocument/2006/relationships/tags" Target="../tags/tag1350.xml"/><Relationship Id="rId3" Type="http://schemas.openxmlformats.org/officeDocument/2006/relationships/tags" Target="../tags/tag1340.xml"/><Relationship Id="rId7" Type="http://schemas.openxmlformats.org/officeDocument/2006/relationships/tags" Target="../tags/tag1344.xml"/><Relationship Id="rId12" Type="http://schemas.openxmlformats.org/officeDocument/2006/relationships/tags" Target="../tags/tag1349.xml"/><Relationship Id="rId2" Type="http://schemas.openxmlformats.org/officeDocument/2006/relationships/tags" Target="../tags/tag1339.xml"/><Relationship Id="rId16" Type="http://schemas.openxmlformats.org/officeDocument/2006/relationships/notesSlide" Target="../notesSlides/notesSlide70.xml"/><Relationship Id="rId1" Type="http://schemas.openxmlformats.org/officeDocument/2006/relationships/tags" Target="../tags/tag1338.xml"/><Relationship Id="rId6" Type="http://schemas.openxmlformats.org/officeDocument/2006/relationships/tags" Target="../tags/tag1343.xml"/><Relationship Id="rId11" Type="http://schemas.openxmlformats.org/officeDocument/2006/relationships/tags" Target="../tags/tag1348.xml"/><Relationship Id="rId5" Type="http://schemas.openxmlformats.org/officeDocument/2006/relationships/tags" Target="../tags/tag1342.xml"/><Relationship Id="rId15" Type="http://schemas.openxmlformats.org/officeDocument/2006/relationships/slideLayout" Target="../slideLayouts/slideLayout5.xml"/><Relationship Id="rId10" Type="http://schemas.openxmlformats.org/officeDocument/2006/relationships/tags" Target="../tags/tag1347.xml"/><Relationship Id="rId4" Type="http://schemas.openxmlformats.org/officeDocument/2006/relationships/tags" Target="../tags/tag1341.xml"/><Relationship Id="rId9" Type="http://schemas.openxmlformats.org/officeDocument/2006/relationships/tags" Target="../tags/tag1346.xml"/><Relationship Id="rId14" Type="http://schemas.openxmlformats.org/officeDocument/2006/relationships/tags" Target="../tags/tag1351.xml"/></Relationships>
</file>

<file path=ppt/slides/_rels/slide78.xml.rels><?xml version="1.0" encoding="UTF-8" standalone="yes"?>
<Relationships xmlns="http://schemas.openxmlformats.org/package/2006/relationships"><Relationship Id="rId8" Type="http://schemas.openxmlformats.org/officeDocument/2006/relationships/tags" Target="../tags/tag1359.xml"/><Relationship Id="rId3" Type="http://schemas.openxmlformats.org/officeDocument/2006/relationships/tags" Target="../tags/tag1354.xml"/><Relationship Id="rId7" Type="http://schemas.openxmlformats.org/officeDocument/2006/relationships/tags" Target="../tags/tag1358.xml"/><Relationship Id="rId12" Type="http://schemas.openxmlformats.org/officeDocument/2006/relationships/image" Target="../media/image44.emf"/><Relationship Id="rId2" Type="http://schemas.openxmlformats.org/officeDocument/2006/relationships/tags" Target="../tags/tag1353.xml"/><Relationship Id="rId1" Type="http://schemas.openxmlformats.org/officeDocument/2006/relationships/tags" Target="../tags/tag1352.xml"/><Relationship Id="rId6" Type="http://schemas.openxmlformats.org/officeDocument/2006/relationships/tags" Target="../tags/tag1357.xml"/><Relationship Id="rId11" Type="http://schemas.openxmlformats.org/officeDocument/2006/relationships/notesSlide" Target="../notesSlides/notesSlide71.xml"/><Relationship Id="rId5" Type="http://schemas.openxmlformats.org/officeDocument/2006/relationships/tags" Target="../tags/tag1356.xml"/><Relationship Id="rId10" Type="http://schemas.openxmlformats.org/officeDocument/2006/relationships/slideLayout" Target="../slideLayouts/slideLayout5.xml"/><Relationship Id="rId4" Type="http://schemas.openxmlformats.org/officeDocument/2006/relationships/tags" Target="../tags/tag1355.xml"/><Relationship Id="rId9" Type="http://schemas.openxmlformats.org/officeDocument/2006/relationships/tags" Target="../tags/tag1360.xml"/></Relationships>
</file>

<file path=ppt/slides/_rels/slide7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80.xml.rels><?xml version="1.0" encoding="UTF-8" standalone="yes"?>
<Relationships xmlns="http://schemas.openxmlformats.org/package/2006/relationships"><Relationship Id="rId8" Type="http://schemas.openxmlformats.org/officeDocument/2006/relationships/tags" Target="../tags/tag1368.xml"/><Relationship Id="rId3" Type="http://schemas.openxmlformats.org/officeDocument/2006/relationships/tags" Target="../tags/tag1363.xml"/><Relationship Id="rId7" Type="http://schemas.openxmlformats.org/officeDocument/2006/relationships/tags" Target="../tags/tag1367.xml"/><Relationship Id="rId2" Type="http://schemas.openxmlformats.org/officeDocument/2006/relationships/tags" Target="../tags/tag1362.xml"/><Relationship Id="rId1" Type="http://schemas.openxmlformats.org/officeDocument/2006/relationships/tags" Target="../tags/tag1361.xml"/><Relationship Id="rId6" Type="http://schemas.openxmlformats.org/officeDocument/2006/relationships/tags" Target="../tags/tag1366.xml"/><Relationship Id="rId11" Type="http://schemas.openxmlformats.org/officeDocument/2006/relationships/notesSlide" Target="../notesSlides/notesSlide73.xml"/><Relationship Id="rId5" Type="http://schemas.openxmlformats.org/officeDocument/2006/relationships/tags" Target="../tags/tag1365.xml"/><Relationship Id="rId10" Type="http://schemas.openxmlformats.org/officeDocument/2006/relationships/slideLayout" Target="../slideLayouts/slideLayout5.xml"/><Relationship Id="rId4" Type="http://schemas.openxmlformats.org/officeDocument/2006/relationships/tags" Target="../tags/tag1364.xml"/><Relationship Id="rId9" Type="http://schemas.openxmlformats.org/officeDocument/2006/relationships/tags" Target="../tags/tag1369.xml"/></Relationships>
</file>

<file path=ppt/slides/_rels/slide81.xml.rels><?xml version="1.0" encoding="UTF-8" standalone="yes"?>
<Relationships xmlns="http://schemas.openxmlformats.org/package/2006/relationships"><Relationship Id="rId8" Type="http://schemas.openxmlformats.org/officeDocument/2006/relationships/tags" Target="../tags/tag1377.xml"/><Relationship Id="rId3" Type="http://schemas.openxmlformats.org/officeDocument/2006/relationships/tags" Target="../tags/tag1372.xml"/><Relationship Id="rId7" Type="http://schemas.openxmlformats.org/officeDocument/2006/relationships/tags" Target="../tags/tag1376.xml"/><Relationship Id="rId2" Type="http://schemas.openxmlformats.org/officeDocument/2006/relationships/tags" Target="../tags/tag1371.xml"/><Relationship Id="rId1" Type="http://schemas.openxmlformats.org/officeDocument/2006/relationships/tags" Target="../tags/tag1370.xml"/><Relationship Id="rId6" Type="http://schemas.openxmlformats.org/officeDocument/2006/relationships/tags" Target="../tags/tag1375.xml"/><Relationship Id="rId11" Type="http://schemas.openxmlformats.org/officeDocument/2006/relationships/notesSlide" Target="../notesSlides/notesSlide74.xml"/><Relationship Id="rId5" Type="http://schemas.openxmlformats.org/officeDocument/2006/relationships/tags" Target="../tags/tag1374.xml"/><Relationship Id="rId10" Type="http://schemas.openxmlformats.org/officeDocument/2006/relationships/slideLayout" Target="../slideLayouts/slideLayout5.xml"/><Relationship Id="rId4" Type="http://schemas.openxmlformats.org/officeDocument/2006/relationships/tags" Target="../tags/tag1373.xml"/><Relationship Id="rId9" Type="http://schemas.openxmlformats.org/officeDocument/2006/relationships/tags" Target="../tags/tag1378.xml"/></Relationships>
</file>

<file path=ppt/slides/_rels/slide8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8" Type="http://schemas.openxmlformats.org/officeDocument/2006/relationships/tags" Target="../tags/tag1386.xml"/><Relationship Id="rId3" Type="http://schemas.openxmlformats.org/officeDocument/2006/relationships/tags" Target="../tags/tag1381.xml"/><Relationship Id="rId7" Type="http://schemas.openxmlformats.org/officeDocument/2006/relationships/tags" Target="../tags/tag1385.xml"/><Relationship Id="rId2" Type="http://schemas.openxmlformats.org/officeDocument/2006/relationships/tags" Target="../tags/tag1380.xml"/><Relationship Id="rId1" Type="http://schemas.openxmlformats.org/officeDocument/2006/relationships/tags" Target="../tags/tag1379.xml"/><Relationship Id="rId6" Type="http://schemas.openxmlformats.org/officeDocument/2006/relationships/tags" Target="../tags/tag1384.xml"/><Relationship Id="rId11" Type="http://schemas.openxmlformats.org/officeDocument/2006/relationships/image" Target="../media/image19.png"/><Relationship Id="rId5" Type="http://schemas.openxmlformats.org/officeDocument/2006/relationships/tags" Target="../tags/tag1383.xml"/><Relationship Id="rId10" Type="http://schemas.openxmlformats.org/officeDocument/2006/relationships/notesSlide" Target="../notesSlides/notesSlide76.xml"/><Relationship Id="rId4" Type="http://schemas.openxmlformats.org/officeDocument/2006/relationships/tags" Target="../tags/tag1382.xml"/><Relationship Id="rId9"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388.xml"/><Relationship Id="rId1" Type="http://schemas.openxmlformats.org/officeDocument/2006/relationships/tags" Target="../tags/tag1387.xml"/><Relationship Id="rId5" Type="http://schemas.openxmlformats.org/officeDocument/2006/relationships/image" Target="../media/image48.png"/><Relationship Id="rId4" Type="http://schemas.openxmlformats.org/officeDocument/2006/relationships/notesSlide" Target="../notesSlides/notesSlide77.xml"/></Relationships>
</file>

<file path=ppt/slides/_rels/slide85.xml.rels><?xml version="1.0" encoding="UTF-8" standalone="yes"?>
<Relationships xmlns="http://schemas.openxmlformats.org/package/2006/relationships"><Relationship Id="rId8" Type="http://schemas.openxmlformats.org/officeDocument/2006/relationships/tags" Target="../tags/tag1396.xml"/><Relationship Id="rId3" Type="http://schemas.openxmlformats.org/officeDocument/2006/relationships/tags" Target="../tags/tag1391.xml"/><Relationship Id="rId7" Type="http://schemas.openxmlformats.org/officeDocument/2006/relationships/tags" Target="../tags/tag1395.xml"/><Relationship Id="rId2" Type="http://schemas.openxmlformats.org/officeDocument/2006/relationships/tags" Target="../tags/tag1390.xml"/><Relationship Id="rId1" Type="http://schemas.openxmlformats.org/officeDocument/2006/relationships/tags" Target="../tags/tag1389.xml"/><Relationship Id="rId6" Type="http://schemas.openxmlformats.org/officeDocument/2006/relationships/tags" Target="../tags/tag1394.xml"/><Relationship Id="rId11" Type="http://schemas.openxmlformats.org/officeDocument/2006/relationships/notesSlide" Target="../notesSlides/notesSlide78.xml"/><Relationship Id="rId5" Type="http://schemas.openxmlformats.org/officeDocument/2006/relationships/tags" Target="../tags/tag1393.xml"/><Relationship Id="rId10" Type="http://schemas.openxmlformats.org/officeDocument/2006/relationships/slideLayout" Target="../slideLayouts/slideLayout5.xml"/><Relationship Id="rId4" Type="http://schemas.openxmlformats.org/officeDocument/2006/relationships/tags" Target="../tags/tag1392.xml"/><Relationship Id="rId9" Type="http://schemas.openxmlformats.org/officeDocument/2006/relationships/tags" Target="../tags/tag1397.xml"/></Relationships>
</file>

<file path=ppt/slides/_rels/slide86.xml.rels><?xml version="1.0" encoding="UTF-8" standalone="yes"?>
<Relationships xmlns="http://schemas.openxmlformats.org/package/2006/relationships"><Relationship Id="rId8" Type="http://schemas.openxmlformats.org/officeDocument/2006/relationships/tags" Target="../tags/tag1405.xml"/><Relationship Id="rId3" Type="http://schemas.openxmlformats.org/officeDocument/2006/relationships/tags" Target="../tags/tag1400.xml"/><Relationship Id="rId7" Type="http://schemas.openxmlformats.org/officeDocument/2006/relationships/tags" Target="../tags/tag1404.xml"/><Relationship Id="rId2" Type="http://schemas.openxmlformats.org/officeDocument/2006/relationships/tags" Target="../tags/tag1399.xml"/><Relationship Id="rId1" Type="http://schemas.openxmlformats.org/officeDocument/2006/relationships/tags" Target="../tags/tag1398.xml"/><Relationship Id="rId6" Type="http://schemas.openxmlformats.org/officeDocument/2006/relationships/tags" Target="../tags/tag1403.xml"/><Relationship Id="rId5" Type="http://schemas.openxmlformats.org/officeDocument/2006/relationships/tags" Target="../tags/tag1402.xml"/><Relationship Id="rId10" Type="http://schemas.openxmlformats.org/officeDocument/2006/relationships/notesSlide" Target="../notesSlides/notesSlide79.xml"/><Relationship Id="rId4" Type="http://schemas.openxmlformats.org/officeDocument/2006/relationships/tags" Target="../tags/tag1401.xml"/><Relationship Id="rId9"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8" Type="http://schemas.openxmlformats.org/officeDocument/2006/relationships/tags" Target="../tags/tag1413.xml"/><Relationship Id="rId3" Type="http://schemas.openxmlformats.org/officeDocument/2006/relationships/tags" Target="../tags/tag1408.xml"/><Relationship Id="rId7" Type="http://schemas.openxmlformats.org/officeDocument/2006/relationships/tags" Target="../tags/tag1412.xml"/><Relationship Id="rId2" Type="http://schemas.openxmlformats.org/officeDocument/2006/relationships/tags" Target="../tags/tag1407.xml"/><Relationship Id="rId1" Type="http://schemas.openxmlformats.org/officeDocument/2006/relationships/tags" Target="../tags/tag1406.xml"/><Relationship Id="rId6" Type="http://schemas.openxmlformats.org/officeDocument/2006/relationships/tags" Target="../tags/tag1411.xml"/><Relationship Id="rId5" Type="http://schemas.openxmlformats.org/officeDocument/2006/relationships/tags" Target="../tags/tag1410.xml"/><Relationship Id="rId10" Type="http://schemas.openxmlformats.org/officeDocument/2006/relationships/notesSlide" Target="../notesSlides/notesSlide80.xml"/><Relationship Id="rId4" Type="http://schemas.openxmlformats.org/officeDocument/2006/relationships/tags" Target="../tags/tag1409.xml"/><Relationship Id="rId9"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8" Type="http://schemas.openxmlformats.org/officeDocument/2006/relationships/tags" Target="../tags/tag1421.xml"/><Relationship Id="rId3" Type="http://schemas.openxmlformats.org/officeDocument/2006/relationships/tags" Target="../tags/tag1416.xml"/><Relationship Id="rId7" Type="http://schemas.openxmlformats.org/officeDocument/2006/relationships/tags" Target="../tags/tag1420.xml"/><Relationship Id="rId2" Type="http://schemas.openxmlformats.org/officeDocument/2006/relationships/tags" Target="../tags/tag1415.xml"/><Relationship Id="rId1" Type="http://schemas.openxmlformats.org/officeDocument/2006/relationships/tags" Target="../tags/tag1414.xml"/><Relationship Id="rId6" Type="http://schemas.openxmlformats.org/officeDocument/2006/relationships/tags" Target="../tags/tag1419.xml"/><Relationship Id="rId5" Type="http://schemas.openxmlformats.org/officeDocument/2006/relationships/tags" Target="../tags/tag1418.xml"/><Relationship Id="rId10" Type="http://schemas.openxmlformats.org/officeDocument/2006/relationships/notesSlide" Target="../notesSlides/notesSlide81.xml"/><Relationship Id="rId4" Type="http://schemas.openxmlformats.org/officeDocument/2006/relationships/tags" Target="../tags/tag1417.xml"/><Relationship Id="rId9"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8" Type="http://schemas.openxmlformats.org/officeDocument/2006/relationships/tags" Target="../tags/tag1429.xml"/><Relationship Id="rId13" Type="http://schemas.openxmlformats.org/officeDocument/2006/relationships/slideLayout" Target="../slideLayouts/slideLayout5.xml"/><Relationship Id="rId3" Type="http://schemas.openxmlformats.org/officeDocument/2006/relationships/tags" Target="../tags/tag1424.xml"/><Relationship Id="rId7" Type="http://schemas.openxmlformats.org/officeDocument/2006/relationships/tags" Target="../tags/tag1428.xml"/><Relationship Id="rId12" Type="http://schemas.openxmlformats.org/officeDocument/2006/relationships/tags" Target="../tags/tag1433.xml"/><Relationship Id="rId2" Type="http://schemas.openxmlformats.org/officeDocument/2006/relationships/tags" Target="../tags/tag1423.xml"/><Relationship Id="rId1" Type="http://schemas.openxmlformats.org/officeDocument/2006/relationships/tags" Target="../tags/tag1422.xml"/><Relationship Id="rId6" Type="http://schemas.openxmlformats.org/officeDocument/2006/relationships/tags" Target="../tags/tag1427.xml"/><Relationship Id="rId11" Type="http://schemas.openxmlformats.org/officeDocument/2006/relationships/tags" Target="../tags/tag1432.xml"/><Relationship Id="rId5" Type="http://schemas.openxmlformats.org/officeDocument/2006/relationships/tags" Target="../tags/tag1426.xml"/><Relationship Id="rId10" Type="http://schemas.openxmlformats.org/officeDocument/2006/relationships/tags" Target="../tags/tag1431.xml"/><Relationship Id="rId4" Type="http://schemas.openxmlformats.org/officeDocument/2006/relationships/tags" Target="../tags/tag1425.xml"/><Relationship Id="rId9" Type="http://schemas.openxmlformats.org/officeDocument/2006/relationships/tags" Target="../tags/tag14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矩形 35"/>
          <p:cNvSpPr/>
          <p:nvPr/>
        </p:nvSpPr>
        <p:spPr>
          <a:xfrm flipH="1">
            <a:off x="5716621" y="3579778"/>
            <a:ext cx="3429000" cy="6572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6156325" y="3608070"/>
            <a:ext cx="1451610" cy="583565"/>
          </a:xfrm>
          <a:prstGeom prst="rect">
            <a:avLst/>
          </a:prstGeom>
        </p:spPr>
        <p:txBody>
          <a:bodyPr wrap="square" anchor="ctr" anchorCtr="0">
            <a:spAutoFit/>
          </a:bodyPr>
          <a:lstStyle/>
          <a:p>
            <a:pPr algn="dist">
              <a:lnSpc>
                <a:spcPct val="100000"/>
              </a:lnSpc>
            </a:pPr>
            <a:r>
              <a:rPr lang="zh-CN" sz="3200" dirty="0">
                <a:solidFill>
                  <a:schemeClr val="accent2"/>
                </a:solidFill>
                <a:latin typeface="微软雅黑" panose="020B0503020204020204" pitchFamily="34" charset="-122"/>
                <a:ea typeface="微软雅黑" panose="020B0503020204020204" pitchFamily="34" charset="-122"/>
                <a:cs typeface="方正黑体简体" panose="03000509000000000000" pitchFamily="2" charset="-122"/>
              </a:rPr>
              <a:t>第</a:t>
            </a:r>
            <a:r>
              <a:rPr lang="en-US" altLang="zh-CN" sz="3200" dirty="0">
                <a:solidFill>
                  <a:schemeClr val="accent2"/>
                </a:solidFill>
                <a:latin typeface="微软雅黑" panose="020B0503020204020204" pitchFamily="34" charset="-122"/>
                <a:ea typeface="微软雅黑" panose="020B0503020204020204" pitchFamily="34" charset="-122"/>
                <a:cs typeface="方正黑体简体" panose="03000509000000000000" pitchFamily="2" charset="-122"/>
              </a:rPr>
              <a:t>2</a:t>
            </a:r>
            <a:r>
              <a:rPr lang="zh-CN" altLang="en-US" sz="3200" dirty="0">
                <a:solidFill>
                  <a:schemeClr val="accent2"/>
                </a:solidFill>
                <a:latin typeface="微软雅黑" panose="020B0503020204020204" pitchFamily="34" charset="-122"/>
                <a:ea typeface="微软雅黑" panose="020B0503020204020204" pitchFamily="34" charset="-122"/>
                <a:cs typeface="方正黑体简体" panose="03000509000000000000" pitchFamily="2" charset="-122"/>
              </a:rPr>
              <a:t>版</a:t>
            </a:r>
          </a:p>
        </p:txBody>
      </p:sp>
      <p:grpSp>
        <p:nvGrpSpPr>
          <p:cNvPr id="24" name="组合 23"/>
          <p:cNvGrpSpPr/>
          <p:nvPr/>
        </p:nvGrpSpPr>
        <p:grpSpPr>
          <a:xfrm>
            <a:off x="6609083" y="1313503"/>
            <a:ext cx="3288810" cy="2030619"/>
            <a:chOff x="5475349" y="704990"/>
            <a:chExt cx="4746788" cy="2930822"/>
          </a:xfrm>
        </p:grpSpPr>
        <p:sp>
          <p:nvSpPr>
            <p:cNvPr id="25" name="任意多边形 24"/>
            <p:cNvSpPr/>
            <p:nvPr/>
          </p:nvSpPr>
          <p:spPr>
            <a:xfrm rot="18973240">
              <a:off x="5475349" y="1510244"/>
              <a:ext cx="4746788" cy="2042214"/>
            </a:xfrm>
            <a:custGeom>
              <a:avLst/>
              <a:gdLst>
                <a:gd name="connsiteX0" fmla="*/ 4833925 w 4833925"/>
                <a:gd name="connsiteY0" fmla="*/ 437495 h 2079704"/>
                <a:gd name="connsiteX1" fmla="*/ 3322008 w 4833925"/>
                <a:gd name="connsiteY1" fmla="*/ 2015246 h 2079704"/>
                <a:gd name="connsiteX2" fmla="*/ 3172406 w 4833925"/>
                <a:gd name="connsiteY2" fmla="*/ 2032954 h 2079704"/>
                <a:gd name="connsiteX3" fmla="*/ 2216302 w 4833925"/>
                <a:gd name="connsiteY3" fmla="*/ 2079704 h 2079704"/>
                <a:gd name="connsiteX4" fmla="*/ 1887566 w 4833925"/>
                <a:gd name="connsiteY4" fmla="*/ 2074336 h 2079704"/>
                <a:gd name="connsiteX5" fmla="*/ 1863115 w 4833925"/>
                <a:gd name="connsiteY5" fmla="*/ 2073129 h 2079704"/>
                <a:gd name="connsiteX6" fmla="*/ 0 w 4833925"/>
                <a:gd name="connsiteY6" fmla="*/ 287755 h 2079704"/>
                <a:gd name="connsiteX7" fmla="*/ 171133 w 4833925"/>
                <a:gd name="connsiteY7" fmla="*/ 237452 h 2079704"/>
                <a:gd name="connsiteX8" fmla="*/ 2216302 w 4833925"/>
                <a:gd name="connsiteY8" fmla="*/ 0 h 2079704"/>
                <a:gd name="connsiteX9" fmla="*/ 4697311 w 4833925"/>
                <a:gd name="connsiteY9" fmla="*/ 378410 h 207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33925" h="2079704">
                  <a:moveTo>
                    <a:pt x="4833925" y="437495"/>
                  </a:moveTo>
                  <a:lnTo>
                    <a:pt x="3322008" y="2015246"/>
                  </a:lnTo>
                  <a:lnTo>
                    <a:pt x="3172406" y="2032954"/>
                  </a:lnTo>
                  <a:cubicBezTo>
                    <a:pt x="2870374" y="2063336"/>
                    <a:pt x="2549248" y="2079704"/>
                    <a:pt x="2216302" y="2079704"/>
                  </a:cubicBezTo>
                  <a:cubicBezTo>
                    <a:pt x="2105320" y="2079704"/>
                    <a:pt x="1995652" y="2077886"/>
                    <a:pt x="1887566" y="2074336"/>
                  </a:cubicBezTo>
                  <a:lnTo>
                    <a:pt x="1863115" y="2073129"/>
                  </a:lnTo>
                  <a:lnTo>
                    <a:pt x="0" y="287755"/>
                  </a:lnTo>
                  <a:lnTo>
                    <a:pt x="171133" y="237452"/>
                  </a:lnTo>
                  <a:cubicBezTo>
                    <a:pt x="726910" y="89111"/>
                    <a:pt x="1439429" y="0"/>
                    <a:pt x="2216302" y="0"/>
                  </a:cubicBezTo>
                  <a:cubicBezTo>
                    <a:pt x="3215139" y="0"/>
                    <a:pt x="4107595" y="147306"/>
                    <a:pt x="4697311" y="37841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5605379" y="704990"/>
              <a:ext cx="4582648" cy="2930822"/>
              <a:chOff x="5499453" y="614116"/>
              <a:chExt cx="4729020" cy="3024434"/>
            </a:xfrm>
          </p:grpSpPr>
          <p:sp>
            <p:nvSpPr>
              <p:cNvPr id="27" name="直角三角形 26"/>
              <p:cNvSpPr/>
              <p:nvPr/>
            </p:nvSpPr>
            <p:spPr>
              <a:xfrm flipH="1">
                <a:off x="5822298" y="614116"/>
                <a:ext cx="3343822" cy="3024434"/>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27"/>
              <p:cNvSpPr/>
              <p:nvPr/>
            </p:nvSpPr>
            <p:spPr>
              <a:xfrm rot="18973240">
                <a:off x="5499453" y="1513160"/>
                <a:ext cx="4729020" cy="2034570"/>
              </a:xfrm>
              <a:custGeom>
                <a:avLst/>
                <a:gdLst>
                  <a:gd name="connsiteX0" fmla="*/ 4833925 w 4833925"/>
                  <a:gd name="connsiteY0" fmla="*/ 437495 h 2079704"/>
                  <a:gd name="connsiteX1" fmla="*/ 3322008 w 4833925"/>
                  <a:gd name="connsiteY1" fmla="*/ 2015246 h 2079704"/>
                  <a:gd name="connsiteX2" fmla="*/ 3172406 w 4833925"/>
                  <a:gd name="connsiteY2" fmla="*/ 2032954 h 2079704"/>
                  <a:gd name="connsiteX3" fmla="*/ 2216302 w 4833925"/>
                  <a:gd name="connsiteY3" fmla="*/ 2079704 h 2079704"/>
                  <a:gd name="connsiteX4" fmla="*/ 1887566 w 4833925"/>
                  <a:gd name="connsiteY4" fmla="*/ 2074336 h 2079704"/>
                  <a:gd name="connsiteX5" fmla="*/ 1863115 w 4833925"/>
                  <a:gd name="connsiteY5" fmla="*/ 2073129 h 2079704"/>
                  <a:gd name="connsiteX6" fmla="*/ 0 w 4833925"/>
                  <a:gd name="connsiteY6" fmla="*/ 287755 h 2079704"/>
                  <a:gd name="connsiteX7" fmla="*/ 171133 w 4833925"/>
                  <a:gd name="connsiteY7" fmla="*/ 237452 h 2079704"/>
                  <a:gd name="connsiteX8" fmla="*/ 2216302 w 4833925"/>
                  <a:gd name="connsiteY8" fmla="*/ 0 h 2079704"/>
                  <a:gd name="connsiteX9" fmla="*/ 4697311 w 4833925"/>
                  <a:gd name="connsiteY9" fmla="*/ 378410 h 207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33925" h="2079704">
                    <a:moveTo>
                      <a:pt x="4833925" y="437495"/>
                    </a:moveTo>
                    <a:lnTo>
                      <a:pt x="3322008" y="2015246"/>
                    </a:lnTo>
                    <a:lnTo>
                      <a:pt x="3172406" y="2032954"/>
                    </a:lnTo>
                    <a:cubicBezTo>
                      <a:pt x="2870374" y="2063336"/>
                      <a:pt x="2549248" y="2079704"/>
                      <a:pt x="2216302" y="2079704"/>
                    </a:cubicBezTo>
                    <a:cubicBezTo>
                      <a:pt x="2105320" y="2079704"/>
                      <a:pt x="1995652" y="2077886"/>
                      <a:pt x="1887566" y="2074336"/>
                    </a:cubicBezTo>
                    <a:lnTo>
                      <a:pt x="1863115" y="2073129"/>
                    </a:lnTo>
                    <a:lnTo>
                      <a:pt x="0" y="287755"/>
                    </a:lnTo>
                    <a:lnTo>
                      <a:pt x="171133" y="237452"/>
                    </a:lnTo>
                    <a:cubicBezTo>
                      <a:pt x="726910" y="89111"/>
                      <a:pt x="1439429" y="0"/>
                      <a:pt x="2216302" y="0"/>
                    </a:cubicBezTo>
                    <a:cubicBezTo>
                      <a:pt x="3215139" y="0"/>
                      <a:pt x="4107595" y="147306"/>
                      <a:pt x="4697311" y="3784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9" name="任意多边形 28"/>
          <p:cNvSpPr/>
          <p:nvPr/>
        </p:nvSpPr>
        <p:spPr>
          <a:xfrm>
            <a:off x="2981007" y="1123950"/>
            <a:ext cx="6023496" cy="2209800"/>
          </a:xfrm>
          <a:custGeom>
            <a:avLst/>
            <a:gdLst>
              <a:gd name="connsiteX0" fmla="*/ 0 w 9094550"/>
              <a:gd name="connsiteY0" fmla="*/ 0 h 3352800"/>
              <a:gd name="connsiteX1" fmla="*/ 9094550 w 9094550"/>
              <a:gd name="connsiteY1" fmla="*/ 0 h 3352800"/>
              <a:gd name="connsiteX2" fmla="*/ 9077156 w 9094550"/>
              <a:gd name="connsiteY2" fmla="*/ 4906 h 3352800"/>
              <a:gd name="connsiteX3" fmla="*/ 6835005 w 9094550"/>
              <a:gd name="connsiteY3" fmla="*/ 1518521 h 3352800"/>
              <a:gd name="connsiteX4" fmla="*/ 5404244 w 9094550"/>
              <a:gd name="connsiteY4" fmla="*/ 3311411 h 3352800"/>
              <a:gd name="connsiteX5" fmla="*/ 5383488 w 9094550"/>
              <a:gd name="connsiteY5" fmla="*/ 3352800 h 3352800"/>
              <a:gd name="connsiteX6" fmla="*/ 0 w 9094550"/>
              <a:gd name="connsiteY6" fmla="*/ 3352800 h 33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94550" h="3352800">
                <a:moveTo>
                  <a:pt x="0" y="0"/>
                </a:moveTo>
                <a:lnTo>
                  <a:pt x="9094550" y="0"/>
                </a:lnTo>
                <a:lnTo>
                  <a:pt x="9077156" y="4906"/>
                </a:lnTo>
                <a:cubicBezTo>
                  <a:pt x="8468605" y="204963"/>
                  <a:pt x="7636304" y="750657"/>
                  <a:pt x="6835005" y="1518521"/>
                </a:cubicBezTo>
                <a:cubicBezTo>
                  <a:pt x="6193965" y="2132812"/>
                  <a:pt x="5694141" y="2772983"/>
                  <a:pt x="5404244" y="3311411"/>
                </a:cubicBezTo>
                <a:lnTo>
                  <a:pt x="5383488" y="3352800"/>
                </a:lnTo>
                <a:lnTo>
                  <a:pt x="0" y="33528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flipH="1">
            <a:off x="-8107" y="1123950"/>
            <a:ext cx="2895600" cy="2209800"/>
          </a:xfrm>
          <a:prstGeom prst="rect">
            <a:avLst/>
          </a:prstGeom>
          <a:blipFill dpi="0" rotWithShape="1">
            <a:blip r:embed="rId3"/>
            <a:srcRect/>
            <a:stretch>
              <a:fillRect t="-24000" r="-14000"/>
            </a:stretch>
          </a:blipFill>
          <a:ln>
            <a:solidFill>
              <a:srgbClr val="C8CF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135495" y="1531980"/>
            <a:ext cx="3738880" cy="706755"/>
          </a:xfrm>
          <a:prstGeom prst="rect">
            <a:avLst/>
          </a:prstGeom>
          <a:noFill/>
        </p:spPr>
        <p:txBody>
          <a:bodyPr wrap="none" rtlCol="0">
            <a:spAutoFit/>
          </a:bodyPr>
          <a:lstStyle/>
          <a:p>
            <a:r>
              <a:rPr lang="zh-CN" altLang="en-US" sz="4000" dirty="0">
                <a:solidFill>
                  <a:schemeClr val="tx1">
                    <a:lumMod val="75000"/>
                    <a:lumOff val="25000"/>
                  </a:schemeClr>
                </a:solidFill>
                <a:latin typeface="+mn-ea"/>
              </a:rPr>
              <a:t>计算机应用基础</a:t>
            </a:r>
          </a:p>
        </p:txBody>
      </p:sp>
      <p:sp>
        <p:nvSpPr>
          <p:cNvPr id="15" name="矩形 14"/>
          <p:cNvSpPr/>
          <p:nvPr/>
        </p:nvSpPr>
        <p:spPr>
          <a:xfrm>
            <a:off x="3185795" y="2141855"/>
            <a:ext cx="3729990" cy="245110"/>
          </a:xfrm>
          <a:prstGeom prst="rect">
            <a:avLst/>
          </a:prstGeom>
        </p:spPr>
        <p:txBody>
          <a:bodyPr wrap="square">
            <a:spAutoFit/>
          </a:bodyPr>
          <a:lstStyle/>
          <a:p>
            <a:pPr algn="dist"/>
            <a:r>
              <a:rPr lang="en-US" sz="1000" dirty="0">
                <a:solidFill>
                  <a:schemeClr val="tx1">
                    <a:lumMod val="75000"/>
                    <a:lumOff val="25000"/>
                  </a:schemeClr>
                </a:solidFill>
                <a:latin typeface="+mn-ea"/>
              </a:rPr>
              <a:t>Fundamentals of computer application</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2" presetClass="entr" presetSubtype="0" fill="hold" grpId="0" nodeType="afterEffect">
                                  <p:stCondLst>
                                    <p:cond delay="0"/>
                                  </p:stCondLst>
                                  <p:iterate type="lt">
                                    <p:tmPct val="10000"/>
                                  </p:iterate>
                                  <p:childTnLst>
                                    <p:set>
                                      <p:cBhvr>
                                        <p:cTn id="11" dur="1" fill="hold">
                                          <p:stCondLst>
                                            <p:cond delay="0"/>
                                          </p:stCondLst>
                                        </p:cTn>
                                        <p:tgtEl>
                                          <p:spTgt spid="6"/>
                                        </p:tgtEl>
                                        <p:attrNameLst>
                                          <p:attrName>style.visibility</p:attrName>
                                        </p:attrNameLst>
                                      </p:cBhvr>
                                      <p:to>
                                        <p:strVal val="visible"/>
                                      </p:to>
                                    </p:set>
                                    <p:animScale>
                                      <p:cBhvr>
                                        <p:cTn id="1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6"/>
                                        </p:tgtEl>
                                        <p:attrNameLst>
                                          <p:attrName>ppt_x</p:attrName>
                                          <p:attrName>ppt_y</p:attrName>
                                        </p:attrNameLst>
                                      </p:cBhvr>
                                    </p:animMotion>
                                    <p:animEffect transition="in" filter="fade">
                                      <p:cBhvr>
                                        <p:cTn id="14" dur="1000"/>
                                        <p:tgtEl>
                                          <p:spTgt spid="6"/>
                                        </p:tgtEl>
                                      </p:cBhvr>
                                    </p:animEffect>
                                  </p:childTnLst>
                                </p:cTn>
                              </p:par>
                            </p:childTnLst>
                          </p:cTn>
                        </p:par>
                        <p:par>
                          <p:cTn id="15" fill="hold">
                            <p:stCondLst>
                              <p:cond delay="1600"/>
                            </p:stCondLst>
                            <p:childTnLst>
                              <p:par>
                                <p:cTn id="16" presetID="14" presetClass="entr" presetSubtype="1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randombar(horizontal)">
                                      <p:cBhvr>
                                        <p:cTn id="18"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6"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flipH="1" flipV="1">
            <a:off x="-1" y="1275447"/>
            <a:ext cx="9144001" cy="2610957"/>
          </a:xfrm>
          <a:prstGeom prst="rect">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50720" y="821354"/>
            <a:ext cx="4718472" cy="3281031"/>
            <a:chOff x="250720" y="821354"/>
            <a:chExt cx="4718472" cy="3281031"/>
          </a:xfrm>
        </p:grpSpPr>
        <p:sp>
          <p:nvSpPr>
            <p:cNvPr id="23" name="等腰三角形 22"/>
            <p:cNvSpPr/>
            <p:nvPr/>
          </p:nvSpPr>
          <p:spPr>
            <a:xfrm flipH="1">
              <a:off x="4124848" y="825785"/>
              <a:ext cx="844344" cy="449663"/>
            </a:xfrm>
            <a:prstGeom prst="triangle">
              <a:avLst>
                <a:gd name="adj" fmla="val 5949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8"/>
            <p:cNvSpPr/>
            <p:nvPr/>
          </p:nvSpPr>
          <p:spPr>
            <a:xfrm flipH="1" flipV="1">
              <a:off x="250720" y="821354"/>
              <a:ext cx="4245079" cy="3281031"/>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ontserrat" panose="00000500000000000000" pitchFamily="2" charset="0"/>
                <a:ea typeface="微软雅黑" panose="020B0503020204020204" pitchFamily="34" charset="-122"/>
                <a:sym typeface="Noto Serif CJK SC" panose="02020400000000000000" pitchFamily="18" charset="-122"/>
              </a:endParaRPr>
            </a:p>
          </p:txBody>
        </p:sp>
      </p:grpSp>
      <p:sp>
        <p:nvSpPr>
          <p:cNvPr id="21" name="任意多边形 20"/>
          <p:cNvSpPr/>
          <p:nvPr/>
        </p:nvSpPr>
        <p:spPr>
          <a:xfrm flipH="1" flipV="1">
            <a:off x="-3" y="864158"/>
            <a:ext cx="1417565" cy="3459290"/>
          </a:xfrm>
          <a:custGeom>
            <a:avLst/>
            <a:gdLst>
              <a:gd name="connsiteX0" fmla="*/ 1254412 w 1465190"/>
              <a:gd name="connsiteY0" fmla="*/ 4029693 h 4029693"/>
              <a:gd name="connsiteX1" fmla="*/ 0 w 1465190"/>
              <a:gd name="connsiteY1" fmla="*/ 1855307 h 4029693"/>
              <a:gd name="connsiteX2" fmla="*/ 965220 w 1465190"/>
              <a:gd name="connsiteY2" fmla="*/ 1173 h 4029693"/>
              <a:gd name="connsiteX3" fmla="*/ 1465190 w 1465190"/>
              <a:gd name="connsiteY3" fmla="*/ 0 h 4029693"/>
              <a:gd name="connsiteX4" fmla="*/ 1465190 w 1465190"/>
              <a:gd name="connsiteY4" fmla="*/ 4029324 h 4029693"/>
              <a:gd name="connsiteX0-1" fmla="*/ 1206787 w 1417565"/>
              <a:gd name="connsiteY0-2" fmla="*/ 4029693 h 4029693"/>
              <a:gd name="connsiteX1-3" fmla="*/ 0 w 1417565"/>
              <a:gd name="connsiteY1-4" fmla="*/ 1778001 h 4029693"/>
              <a:gd name="connsiteX2-5" fmla="*/ 917595 w 1417565"/>
              <a:gd name="connsiteY2-6" fmla="*/ 1173 h 4029693"/>
              <a:gd name="connsiteX3-7" fmla="*/ 1417565 w 1417565"/>
              <a:gd name="connsiteY3-8" fmla="*/ 0 h 4029693"/>
              <a:gd name="connsiteX4-9" fmla="*/ 1417565 w 1417565"/>
              <a:gd name="connsiteY4-10" fmla="*/ 4029324 h 4029693"/>
              <a:gd name="connsiteX5" fmla="*/ 1206787 w 1417565"/>
              <a:gd name="connsiteY5" fmla="*/ 4029693 h 40296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1417565" h="4029693">
                <a:moveTo>
                  <a:pt x="1206787" y="4029693"/>
                </a:moveTo>
                <a:cubicBezTo>
                  <a:pt x="1191913" y="3980776"/>
                  <a:pt x="587" y="1754371"/>
                  <a:pt x="0" y="1778001"/>
                </a:cubicBezTo>
                <a:cubicBezTo>
                  <a:pt x="587" y="1775708"/>
                  <a:pt x="931296" y="17976"/>
                  <a:pt x="917595" y="1173"/>
                </a:cubicBezTo>
                <a:lnTo>
                  <a:pt x="1417565" y="0"/>
                </a:lnTo>
                <a:lnTo>
                  <a:pt x="1417565" y="4029324"/>
                </a:lnTo>
                <a:lnTo>
                  <a:pt x="1206787" y="4029693"/>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dirty="0">
              <a:latin typeface="Montserrat" panose="00000500000000000000" pitchFamily="2" charset="0"/>
              <a:ea typeface="微软雅黑" panose="020B0503020204020204" pitchFamily="34" charset="-122"/>
              <a:sym typeface="Noto Serif CJK SC" panose="02020400000000000000" pitchFamily="18" charset="-122"/>
            </a:endParaRPr>
          </a:p>
        </p:txBody>
      </p:sp>
      <p:sp>
        <p:nvSpPr>
          <p:cNvPr id="22" name="等腰三角形 8"/>
          <p:cNvSpPr/>
          <p:nvPr/>
        </p:nvSpPr>
        <p:spPr>
          <a:xfrm flipH="1">
            <a:off x="571707" y="2823821"/>
            <a:ext cx="1794859" cy="1499626"/>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ontserrat" panose="00000500000000000000" pitchFamily="2" charset="0"/>
              <a:ea typeface="微软雅黑" panose="020B0503020204020204" pitchFamily="34" charset="-122"/>
              <a:sym typeface="Noto Serif CJK SC" panose="02020400000000000000" pitchFamily="18" charset="-122"/>
            </a:endParaRPr>
          </a:p>
        </p:txBody>
      </p:sp>
      <p:sp>
        <p:nvSpPr>
          <p:cNvPr id="39" name="文本框 38"/>
          <p:cNvSpPr txBox="1"/>
          <p:nvPr/>
        </p:nvSpPr>
        <p:spPr>
          <a:xfrm>
            <a:off x="1418048" y="1457167"/>
            <a:ext cx="1415772" cy="830997"/>
          </a:xfrm>
          <a:prstGeom prst="rect">
            <a:avLst/>
          </a:prstGeom>
          <a:noFill/>
        </p:spPr>
        <p:txBody>
          <a:bodyPr wrap="none" rtlCol="0">
            <a:spAutoFit/>
          </a:bodyPr>
          <a:lstStyle/>
          <a:p>
            <a:r>
              <a:rPr lang="zh-CN" altLang="en-US" sz="4800" dirty="0">
                <a:solidFill>
                  <a:schemeClr val="accent1"/>
                </a:solidFill>
                <a:latin typeface="+mn-ea"/>
              </a:rPr>
              <a:t>目录</a:t>
            </a:r>
          </a:p>
        </p:txBody>
      </p:sp>
      <p:grpSp>
        <p:nvGrpSpPr>
          <p:cNvPr id="24" name="组合 23"/>
          <p:cNvGrpSpPr/>
          <p:nvPr/>
        </p:nvGrpSpPr>
        <p:grpSpPr>
          <a:xfrm>
            <a:off x="4276655" y="1726931"/>
            <a:ext cx="2103380" cy="412618"/>
            <a:chOff x="868421" y="3447195"/>
            <a:chExt cx="2103380" cy="412618"/>
          </a:xfrm>
        </p:grpSpPr>
        <p:sp>
          <p:nvSpPr>
            <p:cNvPr id="25" name="MH_Other_1"/>
            <p:cNvSpPr>
              <a:spLocks noChangeAspect="1"/>
            </p:cNvSpPr>
            <p:nvPr>
              <p:custDataLst>
                <p:tags r:id="rId11"/>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1</a:t>
              </a:r>
              <a:endParaRPr lang="en-US" altLang="zh-CN" sz="32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 name="MH_Text_1"/>
            <p:cNvSpPr/>
            <p:nvPr>
              <p:custDataLst>
                <p:tags r:id="rId12"/>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认识计算机</a:t>
              </a:r>
            </a:p>
          </p:txBody>
        </p:sp>
      </p:grpSp>
      <p:grpSp>
        <p:nvGrpSpPr>
          <p:cNvPr id="27" name="组合 26"/>
          <p:cNvGrpSpPr/>
          <p:nvPr/>
        </p:nvGrpSpPr>
        <p:grpSpPr>
          <a:xfrm>
            <a:off x="4276655" y="2363487"/>
            <a:ext cx="2103380" cy="412618"/>
            <a:chOff x="868421" y="3447195"/>
            <a:chExt cx="2103380" cy="412618"/>
          </a:xfrm>
        </p:grpSpPr>
        <p:sp>
          <p:nvSpPr>
            <p:cNvPr id="28" name="MH_Other_1"/>
            <p:cNvSpPr>
              <a:spLocks noChangeAspect="1"/>
            </p:cNvSpPr>
            <p:nvPr>
              <p:custDataLst>
                <p:tags r:id="rId9"/>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2</a:t>
              </a:r>
              <a:endParaRPr lang="en-US" altLang="zh-CN" sz="32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MH_Text_1"/>
            <p:cNvSpPr/>
            <p:nvPr>
              <p:custDataLst>
                <p:tags r:id="rId10"/>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操作系统应用</a:t>
              </a:r>
            </a:p>
          </p:txBody>
        </p:sp>
      </p:grpSp>
      <p:grpSp>
        <p:nvGrpSpPr>
          <p:cNvPr id="30" name="组合 29"/>
          <p:cNvGrpSpPr/>
          <p:nvPr/>
        </p:nvGrpSpPr>
        <p:grpSpPr>
          <a:xfrm>
            <a:off x="4267571" y="2965133"/>
            <a:ext cx="2103380" cy="412618"/>
            <a:chOff x="868421" y="3447195"/>
            <a:chExt cx="2103380" cy="412618"/>
          </a:xfrm>
        </p:grpSpPr>
        <p:sp>
          <p:nvSpPr>
            <p:cNvPr id="31" name="MH_Other_1"/>
            <p:cNvSpPr>
              <a:spLocks noChangeAspect="1"/>
            </p:cNvSpPr>
            <p:nvPr>
              <p:custDataLst>
                <p:tags r:id="rId7"/>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3</a:t>
              </a:r>
              <a:endParaRPr lang="en-US" altLang="zh-CN" sz="32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2" name="MH_Text_1"/>
            <p:cNvSpPr/>
            <p:nvPr>
              <p:custDataLst>
                <p:tags r:id="rId8"/>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网络应用</a:t>
              </a:r>
            </a:p>
          </p:txBody>
        </p:sp>
      </p:grpSp>
      <p:grpSp>
        <p:nvGrpSpPr>
          <p:cNvPr id="33" name="组合 32"/>
          <p:cNvGrpSpPr/>
          <p:nvPr/>
        </p:nvGrpSpPr>
        <p:grpSpPr>
          <a:xfrm>
            <a:off x="6659620" y="1755516"/>
            <a:ext cx="2103380" cy="412618"/>
            <a:chOff x="868421" y="3447195"/>
            <a:chExt cx="2103380" cy="412618"/>
          </a:xfrm>
        </p:grpSpPr>
        <p:sp>
          <p:nvSpPr>
            <p:cNvPr id="34" name="MH_Other_1"/>
            <p:cNvSpPr>
              <a:spLocks noChangeAspect="1"/>
            </p:cNvSpPr>
            <p:nvPr>
              <p:custDataLst>
                <p:tags r:id="rId5"/>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4</a:t>
              </a:r>
              <a:endParaRPr lang="en-US" altLang="zh-CN" sz="32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5" name="MH_Text_1"/>
            <p:cNvSpPr/>
            <p:nvPr>
              <p:custDataLst>
                <p:tags r:id="rId6"/>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图文排版</a:t>
              </a:r>
            </a:p>
          </p:txBody>
        </p:sp>
      </p:grpSp>
      <p:grpSp>
        <p:nvGrpSpPr>
          <p:cNvPr id="36" name="组合 35"/>
          <p:cNvGrpSpPr/>
          <p:nvPr/>
        </p:nvGrpSpPr>
        <p:grpSpPr>
          <a:xfrm>
            <a:off x="6659620" y="2363487"/>
            <a:ext cx="2103380" cy="412618"/>
            <a:chOff x="868421" y="3447195"/>
            <a:chExt cx="2103380" cy="412618"/>
          </a:xfrm>
        </p:grpSpPr>
        <p:sp>
          <p:nvSpPr>
            <p:cNvPr id="37" name="MH_Other_1"/>
            <p:cNvSpPr>
              <a:spLocks noChangeAspect="1"/>
            </p:cNvSpPr>
            <p:nvPr>
              <p:custDataLst>
                <p:tags r:id="rId3"/>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5</a:t>
              </a:r>
              <a:endParaRPr lang="en-US" altLang="zh-CN" sz="32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8" name="MH_Text_1"/>
            <p:cNvSpPr/>
            <p:nvPr>
              <p:custDataLst>
                <p:tags r:id="rId4"/>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数据处理</a:t>
              </a:r>
            </a:p>
          </p:txBody>
        </p:sp>
      </p:grpSp>
      <p:grpSp>
        <p:nvGrpSpPr>
          <p:cNvPr id="5" name="组合 4"/>
          <p:cNvGrpSpPr/>
          <p:nvPr/>
        </p:nvGrpSpPr>
        <p:grpSpPr>
          <a:xfrm>
            <a:off x="6659616" y="2965133"/>
            <a:ext cx="2103380" cy="412618"/>
            <a:chOff x="868421" y="3447195"/>
            <a:chExt cx="2103380" cy="412618"/>
          </a:xfrm>
        </p:grpSpPr>
        <p:sp>
          <p:nvSpPr>
            <p:cNvPr id="6" name="MH_Other_1"/>
            <p:cNvSpPr>
              <a:spLocks noChangeAspect="1"/>
            </p:cNvSpPr>
            <p:nvPr>
              <p:custDataLst>
                <p:tags r:id="rId1"/>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a:t>
              </a:r>
              <a:endParaRPr lang="en-US" altLang="zh-CN" sz="3200" kern="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MH_Text_1"/>
            <p:cNvSpPr/>
            <p:nvPr>
              <p:custDataLst>
                <p:tags r:id="rId2"/>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演示文稿制作</a:t>
              </a: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p:cTn id="24" dur="500" fill="hold"/>
                                        <p:tgtEl>
                                          <p:spTgt spid="39"/>
                                        </p:tgtEl>
                                        <p:attrNameLst>
                                          <p:attrName>ppt_w</p:attrName>
                                        </p:attrNameLst>
                                      </p:cBhvr>
                                      <p:tavLst>
                                        <p:tav tm="0">
                                          <p:val>
                                            <p:fltVal val="0"/>
                                          </p:val>
                                        </p:tav>
                                        <p:tav tm="100000">
                                          <p:val>
                                            <p:strVal val="#ppt_w"/>
                                          </p:val>
                                        </p:tav>
                                      </p:tavLst>
                                    </p:anim>
                                    <p:anim calcmode="lin" valueType="num">
                                      <p:cBhvr>
                                        <p:cTn id="25" dur="500" fill="hold"/>
                                        <p:tgtEl>
                                          <p:spTgt spid="39"/>
                                        </p:tgtEl>
                                        <p:attrNameLst>
                                          <p:attrName>ppt_h</p:attrName>
                                        </p:attrNameLst>
                                      </p:cBhvr>
                                      <p:tavLst>
                                        <p:tav tm="0">
                                          <p:val>
                                            <p:fltVal val="0"/>
                                          </p:val>
                                        </p:tav>
                                        <p:tav tm="100000">
                                          <p:val>
                                            <p:strVal val="#ppt_h"/>
                                          </p:val>
                                        </p:tav>
                                      </p:tavLst>
                                    </p:anim>
                                    <p:animEffect transition="in" filter="fade">
                                      <p:cBhvr>
                                        <p:cTn id="26" dur="500"/>
                                        <p:tgtEl>
                                          <p:spTgt spid="39"/>
                                        </p:tgtEl>
                                      </p:cBhvr>
                                    </p:animEffect>
                                  </p:childTnLst>
                                </p:cTn>
                              </p:par>
                            </p:childTnLst>
                          </p:cTn>
                        </p:par>
                        <p:par>
                          <p:cTn id="27" fill="hold">
                            <p:stCondLst>
                              <p:cond delay="1500"/>
                            </p:stCondLst>
                            <p:childTnLst>
                              <p:par>
                                <p:cTn id="28" presetID="53" presetClass="entr" presetSubtype="16"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p:cTn id="30" dur="500" fill="hold"/>
                                        <p:tgtEl>
                                          <p:spTgt spid="24"/>
                                        </p:tgtEl>
                                        <p:attrNameLst>
                                          <p:attrName>ppt_w</p:attrName>
                                        </p:attrNameLst>
                                      </p:cBhvr>
                                      <p:tavLst>
                                        <p:tav tm="0">
                                          <p:val>
                                            <p:fltVal val="0"/>
                                          </p:val>
                                        </p:tav>
                                        <p:tav tm="100000">
                                          <p:val>
                                            <p:strVal val="#ppt_w"/>
                                          </p:val>
                                        </p:tav>
                                      </p:tavLst>
                                    </p:anim>
                                    <p:anim calcmode="lin" valueType="num">
                                      <p:cBhvr>
                                        <p:cTn id="31" dur="500" fill="hold"/>
                                        <p:tgtEl>
                                          <p:spTgt spid="24"/>
                                        </p:tgtEl>
                                        <p:attrNameLst>
                                          <p:attrName>ppt_h</p:attrName>
                                        </p:attrNameLst>
                                      </p:cBhvr>
                                      <p:tavLst>
                                        <p:tav tm="0">
                                          <p:val>
                                            <p:fltVal val="0"/>
                                          </p:val>
                                        </p:tav>
                                        <p:tav tm="100000">
                                          <p:val>
                                            <p:strVal val="#ppt_h"/>
                                          </p:val>
                                        </p:tav>
                                      </p:tavLst>
                                    </p:anim>
                                    <p:animEffect transition="in" filter="fade">
                                      <p:cBhvr>
                                        <p:cTn id="32" dur="500"/>
                                        <p:tgtEl>
                                          <p:spTgt spid="24"/>
                                        </p:tgtEl>
                                      </p:cBhvr>
                                    </p:animEffect>
                                  </p:childTnLst>
                                </p:cTn>
                              </p:par>
                            </p:childTnLst>
                          </p:cTn>
                        </p:par>
                        <p:par>
                          <p:cTn id="33" fill="hold">
                            <p:stCondLst>
                              <p:cond delay="2000"/>
                            </p:stCondLst>
                            <p:childTnLst>
                              <p:par>
                                <p:cTn id="34" presetID="53" presetClass="entr" presetSubtype="16" fill="hold" nodeType="after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p:cTn id="36" dur="500" fill="hold"/>
                                        <p:tgtEl>
                                          <p:spTgt spid="27"/>
                                        </p:tgtEl>
                                        <p:attrNameLst>
                                          <p:attrName>ppt_w</p:attrName>
                                        </p:attrNameLst>
                                      </p:cBhvr>
                                      <p:tavLst>
                                        <p:tav tm="0">
                                          <p:val>
                                            <p:fltVal val="0"/>
                                          </p:val>
                                        </p:tav>
                                        <p:tav tm="100000">
                                          <p:val>
                                            <p:strVal val="#ppt_w"/>
                                          </p:val>
                                        </p:tav>
                                      </p:tavLst>
                                    </p:anim>
                                    <p:anim calcmode="lin" valueType="num">
                                      <p:cBhvr>
                                        <p:cTn id="37" dur="500" fill="hold"/>
                                        <p:tgtEl>
                                          <p:spTgt spid="27"/>
                                        </p:tgtEl>
                                        <p:attrNameLst>
                                          <p:attrName>ppt_h</p:attrName>
                                        </p:attrNameLst>
                                      </p:cBhvr>
                                      <p:tavLst>
                                        <p:tav tm="0">
                                          <p:val>
                                            <p:fltVal val="0"/>
                                          </p:val>
                                        </p:tav>
                                        <p:tav tm="100000">
                                          <p:val>
                                            <p:strVal val="#ppt_h"/>
                                          </p:val>
                                        </p:tav>
                                      </p:tavLst>
                                    </p:anim>
                                    <p:animEffect transition="in" filter="fade">
                                      <p:cBhvr>
                                        <p:cTn id="38" dur="500"/>
                                        <p:tgtEl>
                                          <p:spTgt spid="27"/>
                                        </p:tgtEl>
                                      </p:cBhvr>
                                    </p:animEffect>
                                  </p:childTnLst>
                                </p:cTn>
                              </p:par>
                            </p:childTnLst>
                          </p:cTn>
                        </p:par>
                        <p:par>
                          <p:cTn id="39" fill="hold">
                            <p:stCondLst>
                              <p:cond delay="2500"/>
                            </p:stCondLst>
                            <p:childTnLst>
                              <p:par>
                                <p:cTn id="40" presetID="53" presetClass="entr" presetSubtype="16" fill="hold" nodeType="after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p:cTn id="42" dur="500" fill="hold"/>
                                        <p:tgtEl>
                                          <p:spTgt spid="30"/>
                                        </p:tgtEl>
                                        <p:attrNameLst>
                                          <p:attrName>ppt_w</p:attrName>
                                        </p:attrNameLst>
                                      </p:cBhvr>
                                      <p:tavLst>
                                        <p:tav tm="0">
                                          <p:val>
                                            <p:fltVal val="0"/>
                                          </p:val>
                                        </p:tav>
                                        <p:tav tm="100000">
                                          <p:val>
                                            <p:strVal val="#ppt_w"/>
                                          </p:val>
                                        </p:tav>
                                      </p:tavLst>
                                    </p:anim>
                                    <p:anim calcmode="lin" valueType="num">
                                      <p:cBhvr>
                                        <p:cTn id="43" dur="500" fill="hold"/>
                                        <p:tgtEl>
                                          <p:spTgt spid="30"/>
                                        </p:tgtEl>
                                        <p:attrNameLst>
                                          <p:attrName>ppt_h</p:attrName>
                                        </p:attrNameLst>
                                      </p:cBhvr>
                                      <p:tavLst>
                                        <p:tav tm="0">
                                          <p:val>
                                            <p:fltVal val="0"/>
                                          </p:val>
                                        </p:tav>
                                        <p:tav tm="100000">
                                          <p:val>
                                            <p:strVal val="#ppt_h"/>
                                          </p:val>
                                        </p:tav>
                                      </p:tavLst>
                                    </p:anim>
                                    <p:animEffect transition="in" filter="fade">
                                      <p:cBhvr>
                                        <p:cTn id="44" dur="500"/>
                                        <p:tgtEl>
                                          <p:spTgt spid="30"/>
                                        </p:tgtEl>
                                      </p:cBhvr>
                                    </p:animEffect>
                                  </p:childTnLst>
                                </p:cTn>
                              </p:par>
                            </p:childTnLst>
                          </p:cTn>
                        </p:par>
                        <p:par>
                          <p:cTn id="45" fill="hold">
                            <p:stCondLst>
                              <p:cond delay="3000"/>
                            </p:stCondLst>
                            <p:childTnLst>
                              <p:par>
                                <p:cTn id="46" presetID="53" presetClass="entr" presetSubtype="16" fill="hold" nodeType="afterEffect">
                                  <p:stCondLst>
                                    <p:cond delay="0"/>
                                  </p:stCondLst>
                                  <p:childTnLst>
                                    <p:set>
                                      <p:cBhvr>
                                        <p:cTn id="47" dur="1" fill="hold">
                                          <p:stCondLst>
                                            <p:cond delay="0"/>
                                          </p:stCondLst>
                                        </p:cTn>
                                        <p:tgtEl>
                                          <p:spTgt spid="33"/>
                                        </p:tgtEl>
                                        <p:attrNameLst>
                                          <p:attrName>style.visibility</p:attrName>
                                        </p:attrNameLst>
                                      </p:cBhvr>
                                      <p:to>
                                        <p:strVal val="visible"/>
                                      </p:to>
                                    </p:set>
                                    <p:anim calcmode="lin" valueType="num">
                                      <p:cBhvr>
                                        <p:cTn id="48" dur="500" fill="hold"/>
                                        <p:tgtEl>
                                          <p:spTgt spid="33"/>
                                        </p:tgtEl>
                                        <p:attrNameLst>
                                          <p:attrName>ppt_w</p:attrName>
                                        </p:attrNameLst>
                                      </p:cBhvr>
                                      <p:tavLst>
                                        <p:tav tm="0">
                                          <p:val>
                                            <p:fltVal val="0"/>
                                          </p:val>
                                        </p:tav>
                                        <p:tav tm="100000">
                                          <p:val>
                                            <p:strVal val="#ppt_w"/>
                                          </p:val>
                                        </p:tav>
                                      </p:tavLst>
                                    </p:anim>
                                    <p:anim calcmode="lin" valueType="num">
                                      <p:cBhvr>
                                        <p:cTn id="49" dur="500" fill="hold"/>
                                        <p:tgtEl>
                                          <p:spTgt spid="33"/>
                                        </p:tgtEl>
                                        <p:attrNameLst>
                                          <p:attrName>ppt_h</p:attrName>
                                        </p:attrNameLst>
                                      </p:cBhvr>
                                      <p:tavLst>
                                        <p:tav tm="0">
                                          <p:val>
                                            <p:fltVal val="0"/>
                                          </p:val>
                                        </p:tav>
                                        <p:tav tm="100000">
                                          <p:val>
                                            <p:strVal val="#ppt_h"/>
                                          </p:val>
                                        </p:tav>
                                      </p:tavLst>
                                    </p:anim>
                                    <p:animEffect transition="in" filter="fade">
                                      <p:cBhvr>
                                        <p:cTn id="50" dur="500"/>
                                        <p:tgtEl>
                                          <p:spTgt spid="33"/>
                                        </p:tgtEl>
                                      </p:cBhvr>
                                    </p:animEffect>
                                  </p:childTnLst>
                                </p:cTn>
                              </p:par>
                            </p:childTnLst>
                          </p:cTn>
                        </p:par>
                        <p:par>
                          <p:cTn id="51" fill="hold">
                            <p:stCondLst>
                              <p:cond delay="3500"/>
                            </p:stCondLst>
                            <p:childTnLst>
                              <p:par>
                                <p:cTn id="52" presetID="53" presetClass="entr" presetSubtype="16" fill="hold" nodeType="afterEffect">
                                  <p:stCondLst>
                                    <p:cond delay="0"/>
                                  </p:stCondLst>
                                  <p:childTnLst>
                                    <p:set>
                                      <p:cBhvr>
                                        <p:cTn id="53" dur="1" fill="hold">
                                          <p:stCondLst>
                                            <p:cond delay="0"/>
                                          </p:stCondLst>
                                        </p:cTn>
                                        <p:tgtEl>
                                          <p:spTgt spid="36"/>
                                        </p:tgtEl>
                                        <p:attrNameLst>
                                          <p:attrName>style.visibility</p:attrName>
                                        </p:attrNameLst>
                                      </p:cBhvr>
                                      <p:to>
                                        <p:strVal val="visible"/>
                                      </p:to>
                                    </p:set>
                                    <p:anim calcmode="lin" valueType="num">
                                      <p:cBhvr>
                                        <p:cTn id="54" dur="500" fill="hold"/>
                                        <p:tgtEl>
                                          <p:spTgt spid="36"/>
                                        </p:tgtEl>
                                        <p:attrNameLst>
                                          <p:attrName>ppt_w</p:attrName>
                                        </p:attrNameLst>
                                      </p:cBhvr>
                                      <p:tavLst>
                                        <p:tav tm="0">
                                          <p:val>
                                            <p:fltVal val="0"/>
                                          </p:val>
                                        </p:tav>
                                        <p:tav tm="100000">
                                          <p:val>
                                            <p:strVal val="#ppt_w"/>
                                          </p:val>
                                        </p:tav>
                                      </p:tavLst>
                                    </p:anim>
                                    <p:anim calcmode="lin" valueType="num">
                                      <p:cBhvr>
                                        <p:cTn id="55" dur="500" fill="hold"/>
                                        <p:tgtEl>
                                          <p:spTgt spid="36"/>
                                        </p:tgtEl>
                                        <p:attrNameLst>
                                          <p:attrName>ppt_h</p:attrName>
                                        </p:attrNameLst>
                                      </p:cBhvr>
                                      <p:tavLst>
                                        <p:tav tm="0">
                                          <p:val>
                                            <p:fltVal val="0"/>
                                          </p:val>
                                        </p:tav>
                                        <p:tav tm="100000">
                                          <p:val>
                                            <p:strVal val="#ppt_h"/>
                                          </p:val>
                                        </p:tav>
                                      </p:tavLst>
                                    </p:anim>
                                    <p:animEffect transition="in" filter="fade">
                                      <p:cBhvr>
                                        <p:cTn id="56" dur="500"/>
                                        <p:tgtEl>
                                          <p:spTgt spid="36"/>
                                        </p:tgtEl>
                                      </p:cBhvr>
                                    </p:animEffect>
                                  </p:childTnLst>
                                </p:cTn>
                              </p:par>
                            </p:childTnLst>
                          </p:cTn>
                        </p:par>
                        <p:par>
                          <p:cTn id="57" fill="hold">
                            <p:stCondLst>
                              <p:cond delay="4000"/>
                            </p:stCondLst>
                            <p:childTnLst>
                              <p:par>
                                <p:cTn id="58" presetID="53" presetClass="entr" presetSubtype="16" fill="hold" nodeType="afterEffect">
                                  <p:stCondLst>
                                    <p:cond delay="0"/>
                                  </p:stCondLst>
                                  <p:childTnLst>
                                    <p:set>
                                      <p:cBhvr>
                                        <p:cTn id="59" dur="1" fill="hold">
                                          <p:stCondLst>
                                            <p:cond delay="0"/>
                                          </p:stCondLst>
                                        </p:cTn>
                                        <p:tgtEl>
                                          <p:spTgt spid="5"/>
                                        </p:tgtEl>
                                        <p:attrNameLst>
                                          <p:attrName>style.visibility</p:attrName>
                                        </p:attrNameLst>
                                      </p:cBhvr>
                                      <p:to>
                                        <p:strVal val="visible"/>
                                      </p:to>
                                    </p:set>
                                    <p:anim calcmode="lin" valueType="num">
                                      <p:cBhvr>
                                        <p:cTn id="60" dur="500" fill="hold"/>
                                        <p:tgtEl>
                                          <p:spTgt spid="5"/>
                                        </p:tgtEl>
                                        <p:attrNameLst>
                                          <p:attrName>ppt_w</p:attrName>
                                        </p:attrNameLst>
                                      </p:cBhvr>
                                      <p:tavLst>
                                        <p:tav tm="0">
                                          <p:val>
                                            <p:fltVal val="0"/>
                                          </p:val>
                                        </p:tav>
                                        <p:tav tm="100000">
                                          <p:val>
                                            <p:strVal val="#ppt_w"/>
                                          </p:val>
                                        </p:tav>
                                      </p:tavLst>
                                    </p:anim>
                                    <p:anim calcmode="lin" valueType="num">
                                      <p:cBhvr>
                                        <p:cTn id="61" dur="500" fill="hold"/>
                                        <p:tgtEl>
                                          <p:spTgt spid="5"/>
                                        </p:tgtEl>
                                        <p:attrNameLst>
                                          <p:attrName>ppt_h</p:attrName>
                                        </p:attrNameLst>
                                      </p:cBhvr>
                                      <p:tavLst>
                                        <p:tav tm="0">
                                          <p:val>
                                            <p:fltVal val="0"/>
                                          </p:val>
                                        </p:tav>
                                        <p:tav tm="100000">
                                          <p:val>
                                            <p:strVal val="#ppt_h"/>
                                          </p:val>
                                        </p:tav>
                                      </p:tavLst>
                                    </p:anim>
                                    <p:animEffect transition="in" filter="fade">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1" grpId="0" animBg="1"/>
      <p:bldP spid="22" grpId="0" animBg="1"/>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flipH="1" flipV="1">
            <a:off x="-1" y="1275447"/>
            <a:ext cx="9144001" cy="2610957"/>
          </a:xfrm>
          <a:prstGeom prst="rect">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50720" y="821354"/>
            <a:ext cx="4718472" cy="3281031"/>
            <a:chOff x="250720" y="821354"/>
            <a:chExt cx="4718472" cy="3281031"/>
          </a:xfrm>
        </p:grpSpPr>
        <p:sp>
          <p:nvSpPr>
            <p:cNvPr id="23" name="等腰三角形 22"/>
            <p:cNvSpPr/>
            <p:nvPr/>
          </p:nvSpPr>
          <p:spPr>
            <a:xfrm flipH="1">
              <a:off x="4124848" y="825785"/>
              <a:ext cx="844344" cy="449663"/>
            </a:xfrm>
            <a:prstGeom prst="triangle">
              <a:avLst>
                <a:gd name="adj" fmla="val 5949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8"/>
            <p:cNvSpPr/>
            <p:nvPr/>
          </p:nvSpPr>
          <p:spPr>
            <a:xfrm flipH="1" flipV="1">
              <a:off x="250720" y="821354"/>
              <a:ext cx="4245079" cy="3281031"/>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ontserrat" panose="00000500000000000000" pitchFamily="2" charset="0"/>
                <a:ea typeface="微软雅黑" panose="020B0503020204020204" pitchFamily="34" charset="-122"/>
                <a:sym typeface="Noto Serif CJK SC" panose="02020400000000000000" pitchFamily="18" charset="-122"/>
              </a:endParaRPr>
            </a:p>
          </p:txBody>
        </p:sp>
      </p:grpSp>
      <p:sp>
        <p:nvSpPr>
          <p:cNvPr id="21" name="任意多边形 20"/>
          <p:cNvSpPr/>
          <p:nvPr/>
        </p:nvSpPr>
        <p:spPr>
          <a:xfrm flipH="1" flipV="1">
            <a:off x="-3" y="864158"/>
            <a:ext cx="1417565" cy="3459290"/>
          </a:xfrm>
          <a:custGeom>
            <a:avLst/>
            <a:gdLst>
              <a:gd name="connsiteX0" fmla="*/ 1254412 w 1465190"/>
              <a:gd name="connsiteY0" fmla="*/ 4029693 h 4029693"/>
              <a:gd name="connsiteX1" fmla="*/ 0 w 1465190"/>
              <a:gd name="connsiteY1" fmla="*/ 1855307 h 4029693"/>
              <a:gd name="connsiteX2" fmla="*/ 965220 w 1465190"/>
              <a:gd name="connsiteY2" fmla="*/ 1173 h 4029693"/>
              <a:gd name="connsiteX3" fmla="*/ 1465190 w 1465190"/>
              <a:gd name="connsiteY3" fmla="*/ 0 h 4029693"/>
              <a:gd name="connsiteX4" fmla="*/ 1465190 w 1465190"/>
              <a:gd name="connsiteY4" fmla="*/ 4029324 h 4029693"/>
              <a:gd name="connsiteX0-1" fmla="*/ 1206787 w 1417565"/>
              <a:gd name="connsiteY0-2" fmla="*/ 4029693 h 4029693"/>
              <a:gd name="connsiteX1-3" fmla="*/ 0 w 1417565"/>
              <a:gd name="connsiteY1-4" fmla="*/ 1778001 h 4029693"/>
              <a:gd name="connsiteX2-5" fmla="*/ 917595 w 1417565"/>
              <a:gd name="connsiteY2-6" fmla="*/ 1173 h 4029693"/>
              <a:gd name="connsiteX3-7" fmla="*/ 1417565 w 1417565"/>
              <a:gd name="connsiteY3-8" fmla="*/ 0 h 4029693"/>
              <a:gd name="connsiteX4-9" fmla="*/ 1417565 w 1417565"/>
              <a:gd name="connsiteY4-10" fmla="*/ 4029324 h 4029693"/>
              <a:gd name="connsiteX5" fmla="*/ 1206787 w 1417565"/>
              <a:gd name="connsiteY5" fmla="*/ 4029693 h 40296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1417565" h="4029693">
                <a:moveTo>
                  <a:pt x="1206787" y="4029693"/>
                </a:moveTo>
                <a:cubicBezTo>
                  <a:pt x="1191913" y="3980776"/>
                  <a:pt x="587" y="1754371"/>
                  <a:pt x="0" y="1778001"/>
                </a:cubicBezTo>
                <a:cubicBezTo>
                  <a:pt x="587" y="1775708"/>
                  <a:pt x="931296" y="17976"/>
                  <a:pt x="917595" y="1173"/>
                </a:cubicBezTo>
                <a:lnTo>
                  <a:pt x="1417565" y="0"/>
                </a:lnTo>
                <a:lnTo>
                  <a:pt x="1417565" y="4029324"/>
                </a:lnTo>
                <a:lnTo>
                  <a:pt x="1206787" y="4029693"/>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dirty="0">
              <a:latin typeface="Montserrat" panose="00000500000000000000" pitchFamily="2" charset="0"/>
              <a:ea typeface="微软雅黑" panose="020B0503020204020204" pitchFamily="34" charset="-122"/>
              <a:sym typeface="Noto Serif CJK SC" panose="02020400000000000000" pitchFamily="18" charset="-122"/>
            </a:endParaRPr>
          </a:p>
        </p:txBody>
      </p:sp>
      <p:sp>
        <p:nvSpPr>
          <p:cNvPr id="22" name="等腰三角形 8"/>
          <p:cNvSpPr/>
          <p:nvPr/>
        </p:nvSpPr>
        <p:spPr>
          <a:xfrm flipH="1">
            <a:off x="571707" y="2823821"/>
            <a:ext cx="1794859" cy="1499626"/>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ontserrat" panose="00000500000000000000" pitchFamily="2" charset="0"/>
              <a:ea typeface="微软雅黑" panose="020B0503020204020204" pitchFamily="34" charset="-122"/>
              <a:sym typeface="Noto Serif CJK SC" panose="02020400000000000000" pitchFamily="18" charset="-122"/>
            </a:endParaRPr>
          </a:p>
        </p:txBody>
      </p:sp>
      <p:sp>
        <p:nvSpPr>
          <p:cNvPr id="39" name="文本框 38"/>
          <p:cNvSpPr txBox="1"/>
          <p:nvPr/>
        </p:nvSpPr>
        <p:spPr>
          <a:xfrm>
            <a:off x="1908810" y="1748155"/>
            <a:ext cx="928370" cy="829945"/>
          </a:xfrm>
          <a:prstGeom prst="rect">
            <a:avLst/>
          </a:prstGeom>
          <a:noFill/>
        </p:spPr>
        <p:txBody>
          <a:bodyPr wrap="square" rtlCol="0">
            <a:spAutoFit/>
          </a:bodyPr>
          <a:lstStyle/>
          <a:p>
            <a:pPr algn="ctr"/>
            <a:r>
              <a:rPr lang="en-US" altLang="zh-CN" sz="4800" dirty="0">
                <a:solidFill>
                  <a:schemeClr val="accent1"/>
                </a:solidFill>
                <a:latin typeface="微软雅黑" panose="020B0503020204020204" charset="-122"/>
                <a:ea typeface="微软雅黑" panose="020B0503020204020204" charset="-122"/>
              </a:rPr>
              <a:t>01</a:t>
            </a:r>
          </a:p>
        </p:txBody>
      </p:sp>
      <p:sp>
        <p:nvSpPr>
          <p:cNvPr id="40" name="标题 5"/>
          <p:cNvSpPr txBox="1"/>
          <p:nvPr>
            <p:custDataLst>
              <p:tags r:id="rId1"/>
            </p:custDataLst>
          </p:nvPr>
        </p:nvSpPr>
        <p:spPr>
          <a:xfrm>
            <a:off x="4248686" y="2087776"/>
            <a:ext cx="3886200" cy="608965"/>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r>
              <a:rPr lang="zh-CN" altLang="en-US" sz="4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认识计算机</a:t>
            </a:r>
          </a:p>
        </p:txBody>
      </p:sp>
      <p:sp>
        <p:nvSpPr>
          <p:cNvPr id="41" name="文本占位符 6"/>
          <p:cNvSpPr txBox="1"/>
          <p:nvPr>
            <p:custDataLst>
              <p:tags r:id="rId2"/>
            </p:custDataLst>
          </p:nvPr>
        </p:nvSpPr>
        <p:spPr>
          <a:xfrm>
            <a:off x="4338955" y="2735580"/>
            <a:ext cx="3529330" cy="430530"/>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fontAlgn="auto">
              <a:lnSpc>
                <a:spcPct val="100000"/>
              </a:lnSpc>
              <a:spcBef>
                <a:spcPts val="0"/>
              </a:spcBef>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任务1　认识微型计算机</a:t>
            </a:r>
          </a:p>
          <a:p>
            <a:pPr algn="l" fontAlgn="auto">
              <a:lnSpc>
                <a:spcPct val="100000"/>
              </a:lnSpc>
              <a:spcBef>
                <a:spcPts val="0"/>
              </a:spcBef>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任务2　键盘操作和汉字输入</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p:cTn id="24" dur="500" fill="hold"/>
                                        <p:tgtEl>
                                          <p:spTgt spid="39"/>
                                        </p:tgtEl>
                                        <p:attrNameLst>
                                          <p:attrName>ppt_w</p:attrName>
                                        </p:attrNameLst>
                                      </p:cBhvr>
                                      <p:tavLst>
                                        <p:tav tm="0">
                                          <p:val>
                                            <p:fltVal val="0"/>
                                          </p:val>
                                        </p:tav>
                                        <p:tav tm="100000">
                                          <p:val>
                                            <p:strVal val="#ppt_w"/>
                                          </p:val>
                                        </p:tav>
                                      </p:tavLst>
                                    </p:anim>
                                    <p:anim calcmode="lin" valueType="num">
                                      <p:cBhvr>
                                        <p:cTn id="25" dur="500" fill="hold"/>
                                        <p:tgtEl>
                                          <p:spTgt spid="39"/>
                                        </p:tgtEl>
                                        <p:attrNameLst>
                                          <p:attrName>ppt_h</p:attrName>
                                        </p:attrNameLst>
                                      </p:cBhvr>
                                      <p:tavLst>
                                        <p:tav tm="0">
                                          <p:val>
                                            <p:fltVal val="0"/>
                                          </p:val>
                                        </p:tav>
                                        <p:tav tm="100000">
                                          <p:val>
                                            <p:strVal val="#ppt_h"/>
                                          </p:val>
                                        </p:tav>
                                      </p:tavLst>
                                    </p:anim>
                                    <p:animEffect transition="in" filter="fade">
                                      <p:cBhvr>
                                        <p:cTn id="26" dur="500"/>
                                        <p:tgtEl>
                                          <p:spTgt spid="39"/>
                                        </p:tgtEl>
                                      </p:cBhvr>
                                    </p:animEffect>
                                  </p:childTnLst>
                                </p:cTn>
                              </p:par>
                            </p:childTnLst>
                          </p:cTn>
                        </p:par>
                        <p:par>
                          <p:cTn id="27" fill="hold">
                            <p:stCondLst>
                              <p:cond delay="1500"/>
                            </p:stCondLst>
                            <p:childTnLst>
                              <p:par>
                                <p:cTn id="28" presetID="2" presetClass="entr" presetSubtype="4" fill="hold" grpId="0" nodeType="afterEffect">
                                  <p:stCondLst>
                                    <p:cond delay="0"/>
                                  </p:stCondLst>
                                  <p:childTnLst>
                                    <p:set>
                                      <p:cBhvr>
                                        <p:cTn id="29" dur="1" fill="hold">
                                          <p:stCondLst>
                                            <p:cond delay="0"/>
                                          </p:stCondLst>
                                        </p:cTn>
                                        <p:tgtEl>
                                          <p:spTgt spid="40"/>
                                        </p:tgtEl>
                                        <p:attrNameLst>
                                          <p:attrName>style.visibility</p:attrName>
                                        </p:attrNameLst>
                                      </p:cBhvr>
                                      <p:to>
                                        <p:strVal val="visible"/>
                                      </p:to>
                                    </p:set>
                                    <p:anim calcmode="lin" valueType="num">
                                      <p:cBhvr additive="base">
                                        <p:cTn id="30" dur="500" fill="hold"/>
                                        <p:tgtEl>
                                          <p:spTgt spid="40"/>
                                        </p:tgtEl>
                                        <p:attrNameLst>
                                          <p:attrName>ppt_x</p:attrName>
                                        </p:attrNameLst>
                                      </p:cBhvr>
                                      <p:tavLst>
                                        <p:tav tm="0">
                                          <p:val>
                                            <p:strVal val="#ppt_x"/>
                                          </p:val>
                                        </p:tav>
                                        <p:tav tm="100000">
                                          <p:val>
                                            <p:strVal val="#ppt_x"/>
                                          </p:val>
                                        </p:tav>
                                      </p:tavLst>
                                    </p:anim>
                                    <p:anim calcmode="lin" valueType="num">
                                      <p:cBhvr additive="base">
                                        <p:cTn id="31" dur="500" fill="hold"/>
                                        <p:tgtEl>
                                          <p:spTgt spid="40"/>
                                        </p:tgtEl>
                                        <p:attrNameLst>
                                          <p:attrName>ppt_y</p:attrName>
                                        </p:attrNameLst>
                                      </p:cBhvr>
                                      <p:tavLst>
                                        <p:tav tm="0">
                                          <p:val>
                                            <p:strVal val="1+#ppt_h/2"/>
                                          </p:val>
                                        </p:tav>
                                        <p:tav tm="100000">
                                          <p:val>
                                            <p:strVal val="#ppt_y"/>
                                          </p:val>
                                        </p:tav>
                                      </p:tavLst>
                                    </p:anim>
                                  </p:childTnLst>
                                </p:cTn>
                              </p:par>
                            </p:childTnLst>
                          </p:cTn>
                        </p:par>
                        <p:par>
                          <p:cTn id="32" fill="hold">
                            <p:stCondLst>
                              <p:cond delay="2000"/>
                            </p:stCondLst>
                            <p:childTnLst>
                              <p:par>
                                <p:cTn id="33" presetID="16" presetClass="entr" presetSubtype="21"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barn(inVertical)">
                                      <p:cBhvr>
                                        <p:cTn id="3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1" grpId="0" animBg="1"/>
      <p:bldP spid="22" grpId="0" animBg="1"/>
      <p:bldP spid="39" grpId="0"/>
      <p:bldP spid="40" grpId="0"/>
      <p:bldP spid="4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2"/>
            </p:custDataLst>
          </p:nvPr>
        </p:nvPicPr>
        <p:blipFill>
          <a:blip r:embed="rId9"/>
          <a:stretch>
            <a:fillRect/>
          </a:stretch>
        </p:blipFill>
        <p:spPr>
          <a:xfrm>
            <a:off x="0" y="0"/>
            <a:ext cx="9144000" cy="5143499"/>
          </a:xfrm>
          <a:prstGeom prst="rect">
            <a:avLst/>
          </a:prstGeom>
        </p:spPr>
      </p:pic>
      <p:sp>
        <p:nvSpPr>
          <p:cNvPr id="5" name="矩形 4"/>
          <p:cNvSpPr/>
          <p:nvPr>
            <p:custDataLst>
              <p:tags r:id="rId3"/>
            </p:custDataLst>
          </p:nvPr>
        </p:nvSpPr>
        <p:spPr>
          <a:xfrm>
            <a:off x="4572000" y="1518920"/>
            <a:ext cx="3733800" cy="3089275"/>
          </a:xfrm>
          <a:prstGeom prst="rect">
            <a:avLst/>
          </a:prstGeom>
          <a:solidFill>
            <a:srgbClr val="2196F3"/>
          </a:solidFill>
          <a:ln>
            <a:noFill/>
          </a:ln>
        </p:spPr>
        <p:style>
          <a:lnRef idx="2">
            <a:srgbClr val="2196F3">
              <a:shade val="50000"/>
            </a:srgbClr>
          </a:lnRef>
          <a:fillRef idx="1">
            <a:srgbClr val="2196F3"/>
          </a:fillRef>
          <a:effectRef idx="0">
            <a:srgbClr val="2196F3"/>
          </a:effectRef>
          <a:fontRef idx="minor">
            <a:srgbClr val="FFFFFF"/>
          </a:fontRef>
        </p:style>
        <p:txBody>
          <a:bodyPr rtlCol="0" anchor="ctr"/>
          <a:lstStyle/>
          <a:p>
            <a:pPr algn="ctr"/>
            <a:endParaRPr lang="zh-CN" altLang="en-US" sz="1350"/>
          </a:p>
        </p:txBody>
      </p:sp>
      <p:cxnSp>
        <p:nvCxnSpPr>
          <p:cNvPr id="10" name="直线连接符 9"/>
          <p:cNvCxnSpPr/>
          <p:nvPr>
            <p:custDataLst>
              <p:tags r:id="rId4"/>
            </p:custDataLst>
          </p:nvPr>
        </p:nvCxnSpPr>
        <p:spPr>
          <a:xfrm>
            <a:off x="4868597" y="2213146"/>
            <a:ext cx="709243" cy="0"/>
          </a:xfrm>
          <a:prstGeom prst="line">
            <a:avLst/>
          </a:prstGeom>
          <a:ln w="19050">
            <a:solidFill>
              <a:srgbClr val="FFFFFF"/>
            </a:solidFill>
          </a:ln>
        </p:spPr>
        <p:style>
          <a:lnRef idx="1">
            <a:srgbClr val="2196F3"/>
          </a:lnRef>
          <a:fillRef idx="0">
            <a:srgbClr val="2196F3"/>
          </a:fillRef>
          <a:effectRef idx="0">
            <a:srgbClr val="2196F3"/>
          </a:effectRef>
          <a:fontRef idx="minor">
            <a:srgbClr val="222222"/>
          </a:fontRef>
        </p:style>
      </p:cxnSp>
      <p:sp>
        <p:nvSpPr>
          <p:cNvPr id="8" name="矩形 7"/>
          <p:cNvSpPr/>
          <p:nvPr>
            <p:custDataLst>
              <p:tags r:id="rId5"/>
            </p:custDataLst>
          </p:nvPr>
        </p:nvSpPr>
        <p:spPr>
          <a:xfrm>
            <a:off x="4572001" y="1519162"/>
            <a:ext cx="3733799" cy="49577"/>
          </a:xfrm>
          <a:prstGeom prst="rect">
            <a:avLst/>
          </a:prstGeom>
          <a:solidFill>
            <a:srgbClr val="2196F3">
              <a:lumMod val="75000"/>
            </a:srgbClr>
          </a:solidFill>
          <a:ln>
            <a:noFill/>
          </a:ln>
        </p:spPr>
        <p:style>
          <a:lnRef idx="2">
            <a:srgbClr val="2196F3">
              <a:shade val="50000"/>
            </a:srgbClr>
          </a:lnRef>
          <a:fillRef idx="1">
            <a:srgbClr val="2196F3"/>
          </a:fillRef>
          <a:effectRef idx="0">
            <a:srgbClr val="2196F3"/>
          </a:effectRef>
          <a:fontRef idx="minor">
            <a:srgbClr val="FFFFFF"/>
          </a:fontRef>
        </p:style>
        <p:txBody>
          <a:bodyPr rtlCol="0" anchor="ctr"/>
          <a:lstStyle/>
          <a:p>
            <a:pPr algn="ctr"/>
            <a:endParaRPr kumimoji="1" lang="zh-CN" altLang="en-US" sz="1350"/>
          </a:p>
        </p:txBody>
      </p:sp>
      <p:sp>
        <p:nvSpPr>
          <p:cNvPr id="20" name="TextBox 5"/>
          <p:cNvSpPr txBox="1"/>
          <p:nvPr>
            <p:custDataLst>
              <p:tags r:id="rId6"/>
            </p:custDataLst>
          </p:nvPr>
        </p:nvSpPr>
        <p:spPr>
          <a:xfrm>
            <a:off x="4801120" y="1745535"/>
            <a:ext cx="1725410" cy="392415"/>
          </a:xfrm>
          <a:prstGeom prst="rect">
            <a:avLst/>
          </a:prstGeom>
          <a:noFill/>
        </p:spPr>
        <p:txBody>
          <a:bodyPr wrap="square" bIns="0" rtlCol="0" anchor="b" anchorCtr="0">
            <a:normAutofit/>
          </a:bodyPr>
          <a:lstStyle/>
          <a:p>
            <a:pPr>
              <a:lnSpc>
                <a:spcPct val="120000"/>
              </a:lnSpc>
            </a:pPr>
            <a:r>
              <a:rPr lang="zh-CN" altLang="en-US" b="1" spc="300" dirty="0">
                <a:solidFill>
                  <a:srgbClr val="FFFFFF"/>
                </a:solidFill>
                <a:latin typeface="微软雅黑" panose="020B0503020204020204" charset="-122"/>
                <a:ea typeface="微软雅黑" panose="020B0503020204020204" charset="-122"/>
              </a:rPr>
              <a:t>项目导读</a:t>
            </a:r>
          </a:p>
        </p:txBody>
      </p:sp>
      <p:sp>
        <p:nvSpPr>
          <p:cNvPr id="21" name="文本框 20"/>
          <p:cNvSpPr txBox="1"/>
          <p:nvPr>
            <p:custDataLst>
              <p:tags r:id="rId7"/>
            </p:custDataLst>
          </p:nvPr>
        </p:nvSpPr>
        <p:spPr>
          <a:xfrm>
            <a:off x="4801120" y="2326393"/>
            <a:ext cx="3359900" cy="2175510"/>
          </a:xfrm>
          <a:prstGeom prst="rect">
            <a:avLst/>
          </a:prstGeom>
          <a:noFill/>
        </p:spPr>
        <p:txBody>
          <a:bodyPr wrap="square" tIns="0" rtlCol="0">
            <a:sp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304800" algn="just" fontAlgn="auto">
              <a:lnSpc>
                <a:spcPct val="120000"/>
              </a:lnSpc>
              <a:buNone/>
              <a:extLst>
                <a:ext uri="{35155182-B16C-46BC-9424-99874614C6A1}">
                  <wpsdc:indentchars xmlns:wpsdc="http://www.wps.cn/officeDocument/2017/drawingmlCustomData" xmlns="" val="200" checksum="2875442453"/>
                </a:ext>
              </a:extLst>
            </a:pPr>
            <a:r>
              <a:rPr lang="zh-CN" altLang="en-US" sz="1050" spc="150" dirty="0">
                <a:solidFill>
                  <a:srgbClr val="FFFFFF"/>
                </a:solidFill>
                <a:latin typeface="微软雅黑" panose="020B0503020204020204" charset="-122"/>
                <a:ea typeface="微软雅黑" panose="020B0503020204020204" charset="-122"/>
              </a:rPr>
              <a:t>通常我们所说的计算机是指电子计算机，它是20世纪科学技术最卓越的成就之一，是人类智慧的高度结晶，大大推动了科学技术和生产的迅猛发展，给人类社会生活带来了日新月异的变化。目前，人们的大部分活动已经离不开计算机，熟练地使用计算机是现代社会人们必备的基本职业技能之一。</a:t>
            </a:r>
          </a:p>
          <a:p>
            <a:pPr marL="0" indent="304800" algn="just" fontAlgn="auto">
              <a:lnSpc>
                <a:spcPct val="120000"/>
              </a:lnSpc>
              <a:buNone/>
              <a:extLst>
                <a:ext uri="{35155182-B16C-46BC-9424-99874614C6A1}">
                  <wpsdc:indentchars xmlns:wpsdc="http://www.wps.cn/officeDocument/2017/drawingmlCustomData" xmlns="" val="200" checksum="2875442453"/>
                </a:ext>
              </a:extLst>
            </a:pPr>
            <a:r>
              <a:rPr lang="zh-CN" altLang="en-US" sz="1050" spc="150" dirty="0">
                <a:solidFill>
                  <a:srgbClr val="FFFFFF"/>
                </a:solidFill>
                <a:latin typeface="微软雅黑" panose="020B0503020204020204" charset="-122"/>
                <a:ea typeface="微软雅黑" panose="020B0503020204020204" charset="-122"/>
              </a:rPr>
              <a:t>本项目将通过两个学习型任务介绍计算机的基础知识，包括计算机的发展历程、特点、应用领域，计算机的组成结构、开关机方法、文字录入方法等。</a:t>
            </a:r>
          </a:p>
        </p:txBody>
      </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40105" y="1176020"/>
            <a:ext cx="2912745" cy="3155315"/>
            <a:chOff x="1417" y="2008"/>
            <a:chExt cx="4587" cy="4969"/>
          </a:xfrm>
        </p:grpSpPr>
        <p:sp>
          <p:nvSpPr>
            <p:cNvPr id="27" name="任意多边形 26"/>
            <p:cNvSpPr/>
            <p:nvPr>
              <p:custDataLst>
                <p:tags r:id="rId26"/>
              </p:custDataLst>
            </p:nvPr>
          </p:nvSpPr>
          <p:spPr bwMode="auto">
            <a:xfrm rot="19150809" flipH="1">
              <a:off x="1987" y="2867"/>
              <a:ext cx="182" cy="357"/>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close/>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28" name="任意多边形 27"/>
            <p:cNvSpPr/>
            <p:nvPr>
              <p:custDataLst>
                <p:tags r:id="rId27"/>
              </p:custDataLst>
            </p:nvPr>
          </p:nvSpPr>
          <p:spPr bwMode="auto">
            <a:xfrm>
              <a:off x="4184" y="3512"/>
              <a:ext cx="415" cy="238"/>
            </a:xfrm>
            <a:custGeom>
              <a:avLst/>
              <a:gdLst>
                <a:gd name="T0" fmla="*/ 346 w 346"/>
                <a:gd name="T1" fmla="*/ 126 h 198"/>
                <a:gd name="T2" fmla="*/ 346 w 346"/>
                <a:gd name="T3" fmla="*/ 126 h 198"/>
                <a:gd name="T4" fmla="*/ 296 w 346"/>
                <a:gd name="T5" fmla="*/ 112 h 198"/>
                <a:gd name="T6" fmla="*/ 254 w 346"/>
                <a:gd name="T7" fmla="*/ 102 h 198"/>
                <a:gd name="T8" fmla="*/ 236 w 346"/>
                <a:gd name="T9" fmla="*/ 100 h 198"/>
                <a:gd name="T10" fmla="*/ 224 w 346"/>
                <a:gd name="T11" fmla="*/ 98 h 198"/>
                <a:gd name="T12" fmla="*/ 224 w 346"/>
                <a:gd name="T13" fmla="*/ 98 h 198"/>
                <a:gd name="T14" fmla="*/ 218 w 346"/>
                <a:gd name="T15" fmla="*/ 100 h 198"/>
                <a:gd name="T16" fmla="*/ 212 w 346"/>
                <a:gd name="T17" fmla="*/ 104 h 198"/>
                <a:gd name="T18" fmla="*/ 198 w 346"/>
                <a:gd name="T19" fmla="*/ 116 h 198"/>
                <a:gd name="T20" fmla="*/ 182 w 346"/>
                <a:gd name="T21" fmla="*/ 132 h 198"/>
                <a:gd name="T22" fmla="*/ 166 w 346"/>
                <a:gd name="T23" fmla="*/ 152 h 198"/>
                <a:gd name="T24" fmla="*/ 150 w 346"/>
                <a:gd name="T25" fmla="*/ 170 h 198"/>
                <a:gd name="T26" fmla="*/ 136 w 346"/>
                <a:gd name="T27" fmla="*/ 186 h 198"/>
                <a:gd name="T28" fmla="*/ 122 w 346"/>
                <a:gd name="T29" fmla="*/ 196 h 198"/>
                <a:gd name="T30" fmla="*/ 116 w 346"/>
                <a:gd name="T31" fmla="*/ 198 h 198"/>
                <a:gd name="T32" fmla="*/ 112 w 346"/>
                <a:gd name="T33" fmla="*/ 198 h 198"/>
                <a:gd name="T34" fmla="*/ 112 w 346"/>
                <a:gd name="T35" fmla="*/ 198 h 198"/>
                <a:gd name="T36" fmla="*/ 84 w 346"/>
                <a:gd name="T37" fmla="*/ 192 h 198"/>
                <a:gd name="T38" fmla="*/ 68 w 346"/>
                <a:gd name="T39" fmla="*/ 186 h 198"/>
                <a:gd name="T40" fmla="*/ 50 w 346"/>
                <a:gd name="T41" fmla="*/ 178 h 198"/>
                <a:gd name="T42" fmla="*/ 32 w 346"/>
                <a:gd name="T43" fmla="*/ 170 h 198"/>
                <a:gd name="T44" fmla="*/ 18 w 346"/>
                <a:gd name="T45" fmla="*/ 160 h 198"/>
                <a:gd name="T46" fmla="*/ 12 w 346"/>
                <a:gd name="T47" fmla="*/ 152 h 198"/>
                <a:gd name="T48" fmla="*/ 6 w 346"/>
                <a:gd name="T49" fmla="*/ 146 h 198"/>
                <a:gd name="T50" fmla="*/ 2 w 346"/>
                <a:gd name="T51" fmla="*/ 138 h 198"/>
                <a:gd name="T52" fmla="*/ 0 w 346"/>
                <a:gd name="T53" fmla="*/ 130 h 198"/>
                <a:gd name="T54" fmla="*/ 0 w 346"/>
                <a:gd name="T55" fmla="*/ 130 h 198"/>
                <a:gd name="T56" fmla="*/ 0 w 346"/>
                <a:gd name="T57" fmla="*/ 120 h 198"/>
                <a:gd name="T58" fmla="*/ 2 w 346"/>
                <a:gd name="T59" fmla="*/ 110 h 198"/>
                <a:gd name="T60" fmla="*/ 6 w 346"/>
                <a:gd name="T61" fmla="*/ 100 h 198"/>
                <a:gd name="T62" fmla="*/ 12 w 346"/>
                <a:gd name="T63" fmla="*/ 90 h 198"/>
                <a:gd name="T64" fmla="*/ 28 w 346"/>
                <a:gd name="T65" fmla="*/ 68 h 198"/>
                <a:gd name="T66" fmla="*/ 46 w 346"/>
                <a:gd name="T67" fmla="*/ 48 h 198"/>
                <a:gd name="T68" fmla="*/ 64 w 346"/>
                <a:gd name="T69" fmla="*/ 28 h 198"/>
                <a:gd name="T70" fmla="*/ 80 w 346"/>
                <a:gd name="T71" fmla="*/ 14 h 198"/>
                <a:gd name="T72" fmla="*/ 96 w 346"/>
                <a:gd name="T73" fmla="*/ 0 h 198"/>
                <a:gd name="T74" fmla="*/ 96 w 346"/>
                <a:gd name="T75" fmla="*/ 0 h 198"/>
                <a:gd name="T76" fmla="*/ 130 w 346"/>
                <a:gd name="T77" fmla="*/ 14 h 198"/>
                <a:gd name="T78" fmla="*/ 208 w 346"/>
                <a:gd name="T79" fmla="*/ 48 h 198"/>
                <a:gd name="T80" fmla="*/ 252 w 346"/>
                <a:gd name="T81" fmla="*/ 70 h 198"/>
                <a:gd name="T82" fmla="*/ 292 w 346"/>
                <a:gd name="T83" fmla="*/ 90 h 198"/>
                <a:gd name="T84" fmla="*/ 326 w 346"/>
                <a:gd name="T85" fmla="*/ 110 h 198"/>
                <a:gd name="T86" fmla="*/ 338 w 346"/>
                <a:gd name="T87" fmla="*/ 118 h 198"/>
                <a:gd name="T88" fmla="*/ 346 w 346"/>
                <a:gd name="T89" fmla="*/ 12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6" h="198">
                  <a:moveTo>
                    <a:pt x="346" y="126"/>
                  </a:moveTo>
                  <a:lnTo>
                    <a:pt x="346" y="126"/>
                  </a:lnTo>
                  <a:lnTo>
                    <a:pt x="296" y="112"/>
                  </a:lnTo>
                  <a:lnTo>
                    <a:pt x="254" y="102"/>
                  </a:lnTo>
                  <a:lnTo>
                    <a:pt x="236" y="100"/>
                  </a:lnTo>
                  <a:lnTo>
                    <a:pt x="224" y="98"/>
                  </a:lnTo>
                  <a:lnTo>
                    <a:pt x="224" y="98"/>
                  </a:lnTo>
                  <a:lnTo>
                    <a:pt x="218" y="100"/>
                  </a:lnTo>
                  <a:lnTo>
                    <a:pt x="212" y="104"/>
                  </a:lnTo>
                  <a:lnTo>
                    <a:pt x="198" y="116"/>
                  </a:lnTo>
                  <a:lnTo>
                    <a:pt x="182" y="132"/>
                  </a:lnTo>
                  <a:lnTo>
                    <a:pt x="166" y="152"/>
                  </a:lnTo>
                  <a:lnTo>
                    <a:pt x="150" y="170"/>
                  </a:lnTo>
                  <a:lnTo>
                    <a:pt x="136" y="186"/>
                  </a:lnTo>
                  <a:lnTo>
                    <a:pt x="122" y="196"/>
                  </a:lnTo>
                  <a:lnTo>
                    <a:pt x="116" y="198"/>
                  </a:lnTo>
                  <a:lnTo>
                    <a:pt x="112" y="198"/>
                  </a:lnTo>
                  <a:lnTo>
                    <a:pt x="112" y="198"/>
                  </a:lnTo>
                  <a:lnTo>
                    <a:pt x="84" y="192"/>
                  </a:lnTo>
                  <a:lnTo>
                    <a:pt x="68" y="186"/>
                  </a:lnTo>
                  <a:lnTo>
                    <a:pt x="50" y="178"/>
                  </a:lnTo>
                  <a:lnTo>
                    <a:pt x="32" y="170"/>
                  </a:lnTo>
                  <a:lnTo>
                    <a:pt x="18" y="160"/>
                  </a:lnTo>
                  <a:lnTo>
                    <a:pt x="12" y="152"/>
                  </a:lnTo>
                  <a:lnTo>
                    <a:pt x="6" y="146"/>
                  </a:lnTo>
                  <a:lnTo>
                    <a:pt x="2" y="138"/>
                  </a:lnTo>
                  <a:lnTo>
                    <a:pt x="0" y="130"/>
                  </a:lnTo>
                  <a:lnTo>
                    <a:pt x="0" y="130"/>
                  </a:lnTo>
                  <a:lnTo>
                    <a:pt x="0" y="120"/>
                  </a:lnTo>
                  <a:lnTo>
                    <a:pt x="2" y="110"/>
                  </a:lnTo>
                  <a:lnTo>
                    <a:pt x="6" y="100"/>
                  </a:lnTo>
                  <a:lnTo>
                    <a:pt x="12" y="90"/>
                  </a:lnTo>
                  <a:lnTo>
                    <a:pt x="28" y="68"/>
                  </a:lnTo>
                  <a:lnTo>
                    <a:pt x="46" y="48"/>
                  </a:lnTo>
                  <a:lnTo>
                    <a:pt x="64" y="28"/>
                  </a:lnTo>
                  <a:lnTo>
                    <a:pt x="80" y="14"/>
                  </a:lnTo>
                  <a:lnTo>
                    <a:pt x="96" y="0"/>
                  </a:lnTo>
                  <a:lnTo>
                    <a:pt x="96" y="0"/>
                  </a:lnTo>
                  <a:lnTo>
                    <a:pt x="130" y="14"/>
                  </a:lnTo>
                  <a:lnTo>
                    <a:pt x="208" y="48"/>
                  </a:lnTo>
                  <a:lnTo>
                    <a:pt x="252" y="70"/>
                  </a:lnTo>
                  <a:lnTo>
                    <a:pt x="292" y="90"/>
                  </a:lnTo>
                  <a:lnTo>
                    <a:pt x="326" y="110"/>
                  </a:lnTo>
                  <a:lnTo>
                    <a:pt x="338" y="118"/>
                  </a:lnTo>
                  <a:lnTo>
                    <a:pt x="346" y="126"/>
                  </a:lnTo>
                  <a:close/>
                </a:path>
              </a:pathLst>
            </a:custGeom>
            <a:solidFill>
              <a:srgbClr val="F2CE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9" name="任意多边形 28"/>
            <p:cNvSpPr/>
            <p:nvPr>
              <p:custDataLst>
                <p:tags r:id="rId28"/>
              </p:custDataLst>
            </p:nvPr>
          </p:nvSpPr>
          <p:spPr bwMode="auto">
            <a:xfrm>
              <a:off x="4184" y="3512"/>
              <a:ext cx="415" cy="238"/>
            </a:xfrm>
            <a:custGeom>
              <a:avLst/>
              <a:gdLst>
                <a:gd name="T0" fmla="*/ 346 w 346"/>
                <a:gd name="T1" fmla="*/ 126 h 198"/>
                <a:gd name="T2" fmla="*/ 346 w 346"/>
                <a:gd name="T3" fmla="*/ 126 h 198"/>
                <a:gd name="T4" fmla="*/ 296 w 346"/>
                <a:gd name="T5" fmla="*/ 112 h 198"/>
                <a:gd name="T6" fmla="*/ 254 w 346"/>
                <a:gd name="T7" fmla="*/ 102 h 198"/>
                <a:gd name="T8" fmla="*/ 236 w 346"/>
                <a:gd name="T9" fmla="*/ 100 h 198"/>
                <a:gd name="T10" fmla="*/ 224 w 346"/>
                <a:gd name="T11" fmla="*/ 98 h 198"/>
                <a:gd name="T12" fmla="*/ 224 w 346"/>
                <a:gd name="T13" fmla="*/ 98 h 198"/>
                <a:gd name="T14" fmla="*/ 218 w 346"/>
                <a:gd name="T15" fmla="*/ 100 h 198"/>
                <a:gd name="T16" fmla="*/ 212 w 346"/>
                <a:gd name="T17" fmla="*/ 104 h 198"/>
                <a:gd name="T18" fmla="*/ 198 w 346"/>
                <a:gd name="T19" fmla="*/ 116 h 198"/>
                <a:gd name="T20" fmla="*/ 182 w 346"/>
                <a:gd name="T21" fmla="*/ 132 h 198"/>
                <a:gd name="T22" fmla="*/ 166 w 346"/>
                <a:gd name="T23" fmla="*/ 152 h 198"/>
                <a:gd name="T24" fmla="*/ 150 w 346"/>
                <a:gd name="T25" fmla="*/ 170 h 198"/>
                <a:gd name="T26" fmla="*/ 136 w 346"/>
                <a:gd name="T27" fmla="*/ 186 h 198"/>
                <a:gd name="T28" fmla="*/ 122 w 346"/>
                <a:gd name="T29" fmla="*/ 196 h 198"/>
                <a:gd name="T30" fmla="*/ 116 w 346"/>
                <a:gd name="T31" fmla="*/ 198 h 198"/>
                <a:gd name="T32" fmla="*/ 112 w 346"/>
                <a:gd name="T33" fmla="*/ 198 h 198"/>
                <a:gd name="T34" fmla="*/ 112 w 346"/>
                <a:gd name="T35" fmla="*/ 198 h 198"/>
                <a:gd name="T36" fmla="*/ 84 w 346"/>
                <a:gd name="T37" fmla="*/ 192 h 198"/>
                <a:gd name="T38" fmla="*/ 68 w 346"/>
                <a:gd name="T39" fmla="*/ 186 h 198"/>
                <a:gd name="T40" fmla="*/ 50 w 346"/>
                <a:gd name="T41" fmla="*/ 178 h 198"/>
                <a:gd name="T42" fmla="*/ 32 w 346"/>
                <a:gd name="T43" fmla="*/ 170 h 198"/>
                <a:gd name="T44" fmla="*/ 18 w 346"/>
                <a:gd name="T45" fmla="*/ 160 h 198"/>
                <a:gd name="T46" fmla="*/ 12 w 346"/>
                <a:gd name="T47" fmla="*/ 152 h 198"/>
                <a:gd name="T48" fmla="*/ 6 w 346"/>
                <a:gd name="T49" fmla="*/ 146 h 198"/>
                <a:gd name="T50" fmla="*/ 2 w 346"/>
                <a:gd name="T51" fmla="*/ 138 h 198"/>
                <a:gd name="T52" fmla="*/ 0 w 346"/>
                <a:gd name="T53" fmla="*/ 130 h 198"/>
                <a:gd name="T54" fmla="*/ 0 w 346"/>
                <a:gd name="T55" fmla="*/ 130 h 198"/>
                <a:gd name="T56" fmla="*/ 0 w 346"/>
                <a:gd name="T57" fmla="*/ 120 h 198"/>
                <a:gd name="T58" fmla="*/ 2 w 346"/>
                <a:gd name="T59" fmla="*/ 110 h 198"/>
                <a:gd name="T60" fmla="*/ 6 w 346"/>
                <a:gd name="T61" fmla="*/ 100 h 198"/>
                <a:gd name="T62" fmla="*/ 12 w 346"/>
                <a:gd name="T63" fmla="*/ 90 h 198"/>
                <a:gd name="T64" fmla="*/ 28 w 346"/>
                <a:gd name="T65" fmla="*/ 68 h 198"/>
                <a:gd name="T66" fmla="*/ 46 w 346"/>
                <a:gd name="T67" fmla="*/ 48 h 198"/>
                <a:gd name="T68" fmla="*/ 64 w 346"/>
                <a:gd name="T69" fmla="*/ 28 h 198"/>
                <a:gd name="T70" fmla="*/ 80 w 346"/>
                <a:gd name="T71" fmla="*/ 14 h 198"/>
                <a:gd name="T72" fmla="*/ 96 w 346"/>
                <a:gd name="T73" fmla="*/ 0 h 198"/>
                <a:gd name="T74" fmla="*/ 96 w 346"/>
                <a:gd name="T75" fmla="*/ 0 h 198"/>
                <a:gd name="T76" fmla="*/ 130 w 346"/>
                <a:gd name="T77" fmla="*/ 14 h 198"/>
                <a:gd name="T78" fmla="*/ 208 w 346"/>
                <a:gd name="T79" fmla="*/ 48 h 198"/>
                <a:gd name="T80" fmla="*/ 252 w 346"/>
                <a:gd name="T81" fmla="*/ 70 h 198"/>
                <a:gd name="T82" fmla="*/ 292 w 346"/>
                <a:gd name="T83" fmla="*/ 90 h 198"/>
                <a:gd name="T84" fmla="*/ 326 w 346"/>
                <a:gd name="T85" fmla="*/ 110 h 198"/>
                <a:gd name="T86" fmla="*/ 338 w 346"/>
                <a:gd name="T87" fmla="*/ 118 h 198"/>
                <a:gd name="T88" fmla="*/ 346 w 346"/>
                <a:gd name="T89" fmla="*/ 12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6" h="198">
                  <a:moveTo>
                    <a:pt x="346" y="126"/>
                  </a:moveTo>
                  <a:lnTo>
                    <a:pt x="346" y="126"/>
                  </a:lnTo>
                  <a:lnTo>
                    <a:pt x="296" y="112"/>
                  </a:lnTo>
                  <a:lnTo>
                    <a:pt x="254" y="102"/>
                  </a:lnTo>
                  <a:lnTo>
                    <a:pt x="236" y="100"/>
                  </a:lnTo>
                  <a:lnTo>
                    <a:pt x="224" y="98"/>
                  </a:lnTo>
                  <a:lnTo>
                    <a:pt x="224" y="98"/>
                  </a:lnTo>
                  <a:lnTo>
                    <a:pt x="218" y="100"/>
                  </a:lnTo>
                  <a:lnTo>
                    <a:pt x="212" y="104"/>
                  </a:lnTo>
                  <a:lnTo>
                    <a:pt x="198" y="116"/>
                  </a:lnTo>
                  <a:lnTo>
                    <a:pt x="182" y="132"/>
                  </a:lnTo>
                  <a:lnTo>
                    <a:pt x="166" y="152"/>
                  </a:lnTo>
                  <a:lnTo>
                    <a:pt x="150" y="170"/>
                  </a:lnTo>
                  <a:lnTo>
                    <a:pt x="136" y="186"/>
                  </a:lnTo>
                  <a:lnTo>
                    <a:pt x="122" y="196"/>
                  </a:lnTo>
                  <a:lnTo>
                    <a:pt x="116" y="198"/>
                  </a:lnTo>
                  <a:lnTo>
                    <a:pt x="112" y="198"/>
                  </a:lnTo>
                  <a:lnTo>
                    <a:pt x="112" y="198"/>
                  </a:lnTo>
                  <a:lnTo>
                    <a:pt x="84" y="192"/>
                  </a:lnTo>
                  <a:lnTo>
                    <a:pt x="68" y="186"/>
                  </a:lnTo>
                  <a:lnTo>
                    <a:pt x="50" y="178"/>
                  </a:lnTo>
                  <a:lnTo>
                    <a:pt x="32" y="170"/>
                  </a:lnTo>
                  <a:lnTo>
                    <a:pt x="18" y="160"/>
                  </a:lnTo>
                  <a:lnTo>
                    <a:pt x="12" y="152"/>
                  </a:lnTo>
                  <a:lnTo>
                    <a:pt x="6" y="146"/>
                  </a:lnTo>
                  <a:lnTo>
                    <a:pt x="2" y="138"/>
                  </a:lnTo>
                  <a:lnTo>
                    <a:pt x="0" y="130"/>
                  </a:lnTo>
                  <a:lnTo>
                    <a:pt x="0" y="130"/>
                  </a:lnTo>
                  <a:lnTo>
                    <a:pt x="0" y="120"/>
                  </a:lnTo>
                  <a:lnTo>
                    <a:pt x="2" y="110"/>
                  </a:lnTo>
                  <a:lnTo>
                    <a:pt x="6" y="100"/>
                  </a:lnTo>
                  <a:lnTo>
                    <a:pt x="12" y="90"/>
                  </a:lnTo>
                  <a:lnTo>
                    <a:pt x="28" y="68"/>
                  </a:lnTo>
                  <a:lnTo>
                    <a:pt x="46" y="48"/>
                  </a:lnTo>
                  <a:lnTo>
                    <a:pt x="64" y="28"/>
                  </a:lnTo>
                  <a:lnTo>
                    <a:pt x="80" y="14"/>
                  </a:lnTo>
                  <a:lnTo>
                    <a:pt x="96" y="0"/>
                  </a:lnTo>
                  <a:lnTo>
                    <a:pt x="96" y="0"/>
                  </a:lnTo>
                  <a:lnTo>
                    <a:pt x="130" y="14"/>
                  </a:lnTo>
                  <a:lnTo>
                    <a:pt x="208" y="48"/>
                  </a:lnTo>
                  <a:lnTo>
                    <a:pt x="252" y="70"/>
                  </a:lnTo>
                  <a:lnTo>
                    <a:pt x="292" y="90"/>
                  </a:lnTo>
                  <a:lnTo>
                    <a:pt x="326" y="110"/>
                  </a:lnTo>
                  <a:lnTo>
                    <a:pt x="338" y="118"/>
                  </a:lnTo>
                  <a:lnTo>
                    <a:pt x="346" y="1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0" name="任意多边形 29"/>
            <p:cNvSpPr/>
            <p:nvPr>
              <p:custDataLst>
                <p:tags r:id="rId29"/>
              </p:custDataLst>
            </p:nvPr>
          </p:nvSpPr>
          <p:spPr bwMode="auto">
            <a:xfrm>
              <a:off x="3920" y="2188"/>
              <a:ext cx="1848" cy="1903"/>
            </a:xfrm>
            <a:custGeom>
              <a:avLst/>
              <a:gdLst>
                <a:gd name="T0" fmla="*/ 0 w 1540"/>
                <a:gd name="T1" fmla="*/ 1526 h 1586"/>
                <a:gd name="T2" fmla="*/ 0 w 1540"/>
                <a:gd name="T3" fmla="*/ 1526 h 1586"/>
                <a:gd name="T4" fmla="*/ 220 w 1540"/>
                <a:gd name="T5" fmla="*/ 1300 h 1586"/>
                <a:gd name="T6" fmla="*/ 712 w 1540"/>
                <a:gd name="T7" fmla="*/ 792 h 1586"/>
                <a:gd name="T8" fmla="*/ 982 w 1540"/>
                <a:gd name="T9" fmla="*/ 518 h 1586"/>
                <a:gd name="T10" fmla="*/ 1226 w 1540"/>
                <a:gd name="T11" fmla="*/ 272 h 1586"/>
                <a:gd name="T12" fmla="*/ 1410 w 1540"/>
                <a:gd name="T13" fmla="*/ 88 h 1586"/>
                <a:gd name="T14" fmla="*/ 1472 w 1540"/>
                <a:gd name="T15" fmla="*/ 30 h 1586"/>
                <a:gd name="T16" fmla="*/ 1506 w 1540"/>
                <a:gd name="T17" fmla="*/ 0 h 1586"/>
                <a:gd name="T18" fmla="*/ 1506 w 1540"/>
                <a:gd name="T19" fmla="*/ 0 h 1586"/>
                <a:gd name="T20" fmla="*/ 1516 w 1540"/>
                <a:gd name="T21" fmla="*/ 10 h 1586"/>
                <a:gd name="T22" fmla="*/ 1540 w 1540"/>
                <a:gd name="T23" fmla="*/ 32 h 1586"/>
                <a:gd name="T24" fmla="*/ 1540 w 1540"/>
                <a:gd name="T25" fmla="*/ 32 h 1586"/>
                <a:gd name="T26" fmla="*/ 854 w 1540"/>
                <a:gd name="T27" fmla="*/ 772 h 1586"/>
                <a:gd name="T28" fmla="*/ 360 w 1540"/>
                <a:gd name="T29" fmla="*/ 1302 h 1586"/>
                <a:gd name="T30" fmla="*/ 182 w 1540"/>
                <a:gd name="T31" fmla="*/ 1492 h 1586"/>
                <a:gd name="T32" fmla="*/ 124 w 1540"/>
                <a:gd name="T33" fmla="*/ 1554 h 1586"/>
                <a:gd name="T34" fmla="*/ 90 w 1540"/>
                <a:gd name="T35" fmla="*/ 1586 h 1586"/>
                <a:gd name="T36" fmla="*/ 90 w 1540"/>
                <a:gd name="T37" fmla="*/ 1586 h 1586"/>
                <a:gd name="T38" fmla="*/ 78 w 1540"/>
                <a:gd name="T39" fmla="*/ 1586 h 1586"/>
                <a:gd name="T40" fmla="*/ 64 w 1540"/>
                <a:gd name="T41" fmla="*/ 1582 h 1586"/>
                <a:gd name="T42" fmla="*/ 50 w 1540"/>
                <a:gd name="T43" fmla="*/ 1578 h 1586"/>
                <a:gd name="T44" fmla="*/ 34 w 1540"/>
                <a:gd name="T45" fmla="*/ 1570 h 1586"/>
                <a:gd name="T46" fmla="*/ 20 w 1540"/>
                <a:gd name="T47" fmla="*/ 1560 h 1586"/>
                <a:gd name="T48" fmla="*/ 14 w 1540"/>
                <a:gd name="T49" fmla="*/ 1552 h 1586"/>
                <a:gd name="T50" fmla="*/ 8 w 1540"/>
                <a:gd name="T51" fmla="*/ 1546 h 1586"/>
                <a:gd name="T52" fmla="*/ 2 w 1540"/>
                <a:gd name="T53" fmla="*/ 1536 h 1586"/>
                <a:gd name="T54" fmla="*/ 0 w 1540"/>
                <a:gd name="T55" fmla="*/ 1526 h 1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40" h="1586">
                  <a:moveTo>
                    <a:pt x="0" y="1526"/>
                  </a:moveTo>
                  <a:lnTo>
                    <a:pt x="0" y="1526"/>
                  </a:lnTo>
                  <a:lnTo>
                    <a:pt x="220" y="1300"/>
                  </a:lnTo>
                  <a:lnTo>
                    <a:pt x="712" y="792"/>
                  </a:lnTo>
                  <a:lnTo>
                    <a:pt x="982" y="518"/>
                  </a:lnTo>
                  <a:lnTo>
                    <a:pt x="1226" y="272"/>
                  </a:lnTo>
                  <a:lnTo>
                    <a:pt x="1410" y="88"/>
                  </a:lnTo>
                  <a:lnTo>
                    <a:pt x="1472" y="30"/>
                  </a:lnTo>
                  <a:lnTo>
                    <a:pt x="1506" y="0"/>
                  </a:lnTo>
                  <a:lnTo>
                    <a:pt x="1506" y="0"/>
                  </a:lnTo>
                  <a:lnTo>
                    <a:pt x="1516" y="10"/>
                  </a:lnTo>
                  <a:lnTo>
                    <a:pt x="1540" y="32"/>
                  </a:lnTo>
                  <a:lnTo>
                    <a:pt x="1540" y="32"/>
                  </a:lnTo>
                  <a:lnTo>
                    <a:pt x="854" y="772"/>
                  </a:lnTo>
                  <a:lnTo>
                    <a:pt x="360" y="1302"/>
                  </a:lnTo>
                  <a:lnTo>
                    <a:pt x="182" y="1492"/>
                  </a:lnTo>
                  <a:lnTo>
                    <a:pt x="124" y="1554"/>
                  </a:lnTo>
                  <a:lnTo>
                    <a:pt x="90" y="1586"/>
                  </a:lnTo>
                  <a:lnTo>
                    <a:pt x="90" y="1586"/>
                  </a:lnTo>
                  <a:lnTo>
                    <a:pt x="78" y="1586"/>
                  </a:lnTo>
                  <a:lnTo>
                    <a:pt x="64" y="1582"/>
                  </a:lnTo>
                  <a:lnTo>
                    <a:pt x="50" y="1578"/>
                  </a:lnTo>
                  <a:lnTo>
                    <a:pt x="34" y="1570"/>
                  </a:lnTo>
                  <a:lnTo>
                    <a:pt x="20" y="1560"/>
                  </a:lnTo>
                  <a:lnTo>
                    <a:pt x="14" y="1552"/>
                  </a:lnTo>
                  <a:lnTo>
                    <a:pt x="8" y="1546"/>
                  </a:lnTo>
                  <a:lnTo>
                    <a:pt x="2" y="1536"/>
                  </a:lnTo>
                  <a:lnTo>
                    <a:pt x="0" y="1526"/>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1" name="任意多边形 30"/>
            <p:cNvSpPr/>
            <p:nvPr>
              <p:custDataLst>
                <p:tags r:id="rId30"/>
              </p:custDataLst>
            </p:nvPr>
          </p:nvSpPr>
          <p:spPr bwMode="auto">
            <a:xfrm>
              <a:off x="3920" y="2188"/>
              <a:ext cx="1848" cy="1903"/>
            </a:xfrm>
            <a:custGeom>
              <a:avLst/>
              <a:gdLst>
                <a:gd name="T0" fmla="*/ 0 w 1540"/>
                <a:gd name="T1" fmla="*/ 1526 h 1586"/>
                <a:gd name="T2" fmla="*/ 0 w 1540"/>
                <a:gd name="T3" fmla="*/ 1526 h 1586"/>
                <a:gd name="T4" fmla="*/ 220 w 1540"/>
                <a:gd name="T5" fmla="*/ 1300 h 1586"/>
                <a:gd name="T6" fmla="*/ 712 w 1540"/>
                <a:gd name="T7" fmla="*/ 792 h 1586"/>
                <a:gd name="T8" fmla="*/ 982 w 1540"/>
                <a:gd name="T9" fmla="*/ 518 h 1586"/>
                <a:gd name="T10" fmla="*/ 1226 w 1540"/>
                <a:gd name="T11" fmla="*/ 272 h 1586"/>
                <a:gd name="T12" fmla="*/ 1410 w 1540"/>
                <a:gd name="T13" fmla="*/ 88 h 1586"/>
                <a:gd name="T14" fmla="*/ 1472 w 1540"/>
                <a:gd name="T15" fmla="*/ 30 h 1586"/>
                <a:gd name="T16" fmla="*/ 1506 w 1540"/>
                <a:gd name="T17" fmla="*/ 0 h 1586"/>
                <a:gd name="T18" fmla="*/ 1506 w 1540"/>
                <a:gd name="T19" fmla="*/ 0 h 1586"/>
                <a:gd name="T20" fmla="*/ 1516 w 1540"/>
                <a:gd name="T21" fmla="*/ 10 h 1586"/>
                <a:gd name="T22" fmla="*/ 1540 w 1540"/>
                <a:gd name="T23" fmla="*/ 32 h 1586"/>
                <a:gd name="T24" fmla="*/ 1540 w 1540"/>
                <a:gd name="T25" fmla="*/ 32 h 1586"/>
                <a:gd name="T26" fmla="*/ 854 w 1540"/>
                <a:gd name="T27" fmla="*/ 772 h 1586"/>
                <a:gd name="T28" fmla="*/ 360 w 1540"/>
                <a:gd name="T29" fmla="*/ 1302 h 1586"/>
                <a:gd name="T30" fmla="*/ 182 w 1540"/>
                <a:gd name="T31" fmla="*/ 1492 h 1586"/>
                <a:gd name="T32" fmla="*/ 124 w 1540"/>
                <a:gd name="T33" fmla="*/ 1554 h 1586"/>
                <a:gd name="T34" fmla="*/ 90 w 1540"/>
                <a:gd name="T35" fmla="*/ 1586 h 1586"/>
                <a:gd name="T36" fmla="*/ 90 w 1540"/>
                <a:gd name="T37" fmla="*/ 1586 h 1586"/>
                <a:gd name="T38" fmla="*/ 78 w 1540"/>
                <a:gd name="T39" fmla="*/ 1586 h 1586"/>
                <a:gd name="T40" fmla="*/ 64 w 1540"/>
                <a:gd name="T41" fmla="*/ 1582 h 1586"/>
                <a:gd name="T42" fmla="*/ 50 w 1540"/>
                <a:gd name="T43" fmla="*/ 1578 h 1586"/>
                <a:gd name="T44" fmla="*/ 34 w 1540"/>
                <a:gd name="T45" fmla="*/ 1570 h 1586"/>
                <a:gd name="T46" fmla="*/ 20 w 1540"/>
                <a:gd name="T47" fmla="*/ 1560 h 1586"/>
                <a:gd name="T48" fmla="*/ 14 w 1540"/>
                <a:gd name="T49" fmla="*/ 1552 h 1586"/>
                <a:gd name="T50" fmla="*/ 8 w 1540"/>
                <a:gd name="T51" fmla="*/ 1546 h 1586"/>
                <a:gd name="T52" fmla="*/ 2 w 1540"/>
                <a:gd name="T53" fmla="*/ 1536 h 1586"/>
                <a:gd name="T54" fmla="*/ 0 w 1540"/>
                <a:gd name="T55" fmla="*/ 1526 h 1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40" h="1586">
                  <a:moveTo>
                    <a:pt x="0" y="1526"/>
                  </a:moveTo>
                  <a:lnTo>
                    <a:pt x="0" y="1526"/>
                  </a:lnTo>
                  <a:lnTo>
                    <a:pt x="220" y="1300"/>
                  </a:lnTo>
                  <a:lnTo>
                    <a:pt x="712" y="792"/>
                  </a:lnTo>
                  <a:lnTo>
                    <a:pt x="982" y="518"/>
                  </a:lnTo>
                  <a:lnTo>
                    <a:pt x="1226" y="272"/>
                  </a:lnTo>
                  <a:lnTo>
                    <a:pt x="1410" y="88"/>
                  </a:lnTo>
                  <a:lnTo>
                    <a:pt x="1472" y="30"/>
                  </a:lnTo>
                  <a:lnTo>
                    <a:pt x="1506" y="0"/>
                  </a:lnTo>
                  <a:lnTo>
                    <a:pt x="1506" y="0"/>
                  </a:lnTo>
                  <a:lnTo>
                    <a:pt x="1516" y="10"/>
                  </a:lnTo>
                  <a:lnTo>
                    <a:pt x="1540" y="32"/>
                  </a:lnTo>
                  <a:lnTo>
                    <a:pt x="1540" y="32"/>
                  </a:lnTo>
                  <a:lnTo>
                    <a:pt x="854" y="772"/>
                  </a:lnTo>
                  <a:lnTo>
                    <a:pt x="360" y="1302"/>
                  </a:lnTo>
                  <a:lnTo>
                    <a:pt x="182" y="1492"/>
                  </a:lnTo>
                  <a:lnTo>
                    <a:pt x="124" y="1554"/>
                  </a:lnTo>
                  <a:lnTo>
                    <a:pt x="90" y="1586"/>
                  </a:lnTo>
                  <a:lnTo>
                    <a:pt x="90" y="1586"/>
                  </a:lnTo>
                  <a:lnTo>
                    <a:pt x="78" y="1586"/>
                  </a:lnTo>
                  <a:lnTo>
                    <a:pt x="64" y="1582"/>
                  </a:lnTo>
                  <a:lnTo>
                    <a:pt x="50" y="1578"/>
                  </a:lnTo>
                  <a:lnTo>
                    <a:pt x="34" y="1570"/>
                  </a:lnTo>
                  <a:lnTo>
                    <a:pt x="20" y="1560"/>
                  </a:lnTo>
                  <a:lnTo>
                    <a:pt x="14" y="1552"/>
                  </a:lnTo>
                  <a:lnTo>
                    <a:pt x="8" y="1546"/>
                  </a:lnTo>
                  <a:lnTo>
                    <a:pt x="2" y="1536"/>
                  </a:lnTo>
                  <a:lnTo>
                    <a:pt x="0" y="15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2" name="任意多边形 31"/>
            <p:cNvSpPr/>
            <p:nvPr>
              <p:custDataLst>
                <p:tags r:id="rId31"/>
              </p:custDataLst>
            </p:nvPr>
          </p:nvSpPr>
          <p:spPr bwMode="auto">
            <a:xfrm>
              <a:off x="4491" y="3522"/>
              <a:ext cx="175" cy="146"/>
            </a:xfrm>
            <a:custGeom>
              <a:avLst/>
              <a:gdLst>
                <a:gd name="T0" fmla="*/ 146 w 146"/>
                <a:gd name="T1" fmla="*/ 50 h 122"/>
                <a:gd name="T2" fmla="*/ 146 w 146"/>
                <a:gd name="T3" fmla="*/ 50 h 122"/>
                <a:gd name="T4" fmla="*/ 40 w 146"/>
                <a:gd name="T5" fmla="*/ 2 h 122"/>
                <a:gd name="T6" fmla="*/ 40 w 146"/>
                <a:gd name="T7" fmla="*/ 2 h 122"/>
                <a:gd name="T8" fmla="*/ 36 w 146"/>
                <a:gd name="T9" fmla="*/ 0 h 122"/>
                <a:gd name="T10" fmla="*/ 34 w 146"/>
                <a:gd name="T11" fmla="*/ 2 h 122"/>
                <a:gd name="T12" fmla="*/ 26 w 146"/>
                <a:gd name="T13" fmla="*/ 6 h 122"/>
                <a:gd name="T14" fmla="*/ 18 w 146"/>
                <a:gd name="T15" fmla="*/ 16 h 122"/>
                <a:gd name="T16" fmla="*/ 10 w 146"/>
                <a:gd name="T17" fmla="*/ 28 h 122"/>
                <a:gd name="T18" fmla="*/ 4 w 146"/>
                <a:gd name="T19" fmla="*/ 40 h 122"/>
                <a:gd name="T20" fmla="*/ 0 w 146"/>
                <a:gd name="T21" fmla="*/ 54 h 122"/>
                <a:gd name="T22" fmla="*/ 0 w 146"/>
                <a:gd name="T23" fmla="*/ 66 h 122"/>
                <a:gd name="T24" fmla="*/ 0 w 146"/>
                <a:gd name="T25" fmla="*/ 76 h 122"/>
                <a:gd name="T26" fmla="*/ 0 w 146"/>
                <a:gd name="T27" fmla="*/ 76 h 122"/>
                <a:gd name="T28" fmla="*/ 4 w 146"/>
                <a:gd name="T29" fmla="*/ 80 h 122"/>
                <a:gd name="T30" fmla="*/ 8 w 146"/>
                <a:gd name="T31" fmla="*/ 84 h 122"/>
                <a:gd name="T32" fmla="*/ 20 w 146"/>
                <a:gd name="T33" fmla="*/ 94 h 122"/>
                <a:gd name="T34" fmla="*/ 34 w 146"/>
                <a:gd name="T35" fmla="*/ 100 h 122"/>
                <a:gd name="T36" fmla="*/ 52 w 146"/>
                <a:gd name="T37" fmla="*/ 108 h 122"/>
                <a:gd name="T38" fmla="*/ 86 w 146"/>
                <a:gd name="T39" fmla="*/ 118 h 122"/>
                <a:gd name="T40" fmla="*/ 108 w 146"/>
                <a:gd name="T41" fmla="*/ 122 h 122"/>
                <a:gd name="T42" fmla="*/ 108 w 146"/>
                <a:gd name="T43" fmla="*/ 122 h 122"/>
                <a:gd name="T44" fmla="*/ 110 w 146"/>
                <a:gd name="T45" fmla="*/ 120 h 122"/>
                <a:gd name="T46" fmla="*/ 114 w 146"/>
                <a:gd name="T47" fmla="*/ 118 h 122"/>
                <a:gd name="T48" fmla="*/ 120 w 146"/>
                <a:gd name="T49" fmla="*/ 110 h 122"/>
                <a:gd name="T50" fmla="*/ 126 w 146"/>
                <a:gd name="T51" fmla="*/ 98 h 122"/>
                <a:gd name="T52" fmla="*/ 132 w 146"/>
                <a:gd name="T53" fmla="*/ 86 h 122"/>
                <a:gd name="T54" fmla="*/ 142 w 146"/>
                <a:gd name="T55" fmla="*/ 62 h 122"/>
                <a:gd name="T56" fmla="*/ 146 w 146"/>
                <a:gd name="T57" fmla="*/ 5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22">
                  <a:moveTo>
                    <a:pt x="146" y="50"/>
                  </a:moveTo>
                  <a:lnTo>
                    <a:pt x="146" y="50"/>
                  </a:lnTo>
                  <a:lnTo>
                    <a:pt x="40" y="2"/>
                  </a:lnTo>
                  <a:lnTo>
                    <a:pt x="40" y="2"/>
                  </a:lnTo>
                  <a:lnTo>
                    <a:pt x="36" y="0"/>
                  </a:lnTo>
                  <a:lnTo>
                    <a:pt x="34" y="2"/>
                  </a:lnTo>
                  <a:lnTo>
                    <a:pt x="26" y="6"/>
                  </a:lnTo>
                  <a:lnTo>
                    <a:pt x="18" y="16"/>
                  </a:lnTo>
                  <a:lnTo>
                    <a:pt x="10" y="28"/>
                  </a:lnTo>
                  <a:lnTo>
                    <a:pt x="4" y="40"/>
                  </a:lnTo>
                  <a:lnTo>
                    <a:pt x="0" y="54"/>
                  </a:lnTo>
                  <a:lnTo>
                    <a:pt x="0" y="66"/>
                  </a:lnTo>
                  <a:lnTo>
                    <a:pt x="0" y="76"/>
                  </a:lnTo>
                  <a:lnTo>
                    <a:pt x="0" y="76"/>
                  </a:lnTo>
                  <a:lnTo>
                    <a:pt x="4" y="80"/>
                  </a:lnTo>
                  <a:lnTo>
                    <a:pt x="8" y="84"/>
                  </a:lnTo>
                  <a:lnTo>
                    <a:pt x="20" y="94"/>
                  </a:lnTo>
                  <a:lnTo>
                    <a:pt x="34" y="100"/>
                  </a:lnTo>
                  <a:lnTo>
                    <a:pt x="52" y="108"/>
                  </a:lnTo>
                  <a:lnTo>
                    <a:pt x="86" y="118"/>
                  </a:lnTo>
                  <a:lnTo>
                    <a:pt x="108" y="122"/>
                  </a:lnTo>
                  <a:lnTo>
                    <a:pt x="108" y="122"/>
                  </a:lnTo>
                  <a:lnTo>
                    <a:pt x="110" y="120"/>
                  </a:lnTo>
                  <a:lnTo>
                    <a:pt x="114" y="118"/>
                  </a:lnTo>
                  <a:lnTo>
                    <a:pt x="120" y="110"/>
                  </a:lnTo>
                  <a:lnTo>
                    <a:pt x="126" y="98"/>
                  </a:lnTo>
                  <a:lnTo>
                    <a:pt x="132" y="86"/>
                  </a:lnTo>
                  <a:lnTo>
                    <a:pt x="142" y="62"/>
                  </a:lnTo>
                  <a:lnTo>
                    <a:pt x="146" y="5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3" name="任意多边形 32"/>
            <p:cNvSpPr/>
            <p:nvPr>
              <p:custDataLst>
                <p:tags r:id="rId32"/>
              </p:custDataLst>
            </p:nvPr>
          </p:nvSpPr>
          <p:spPr bwMode="auto">
            <a:xfrm>
              <a:off x="4491" y="3522"/>
              <a:ext cx="175" cy="146"/>
            </a:xfrm>
            <a:custGeom>
              <a:avLst/>
              <a:gdLst>
                <a:gd name="T0" fmla="*/ 146 w 146"/>
                <a:gd name="T1" fmla="*/ 50 h 122"/>
                <a:gd name="T2" fmla="*/ 146 w 146"/>
                <a:gd name="T3" fmla="*/ 50 h 122"/>
                <a:gd name="T4" fmla="*/ 40 w 146"/>
                <a:gd name="T5" fmla="*/ 2 h 122"/>
                <a:gd name="T6" fmla="*/ 40 w 146"/>
                <a:gd name="T7" fmla="*/ 2 h 122"/>
                <a:gd name="T8" fmla="*/ 36 w 146"/>
                <a:gd name="T9" fmla="*/ 0 h 122"/>
                <a:gd name="T10" fmla="*/ 34 w 146"/>
                <a:gd name="T11" fmla="*/ 2 h 122"/>
                <a:gd name="T12" fmla="*/ 26 w 146"/>
                <a:gd name="T13" fmla="*/ 6 h 122"/>
                <a:gd name="T14" fmla="*/ 18 w 146"/>
                <a:gd name="T15" fmla="*/ 16 h 122"/>
                <a:gd name="T16" fmla="*/ 10 w 146"/>
                <a:gd name="T17" fmla="*/ 28 h 122"/>
                <a:gd name="T18" fmla="*/ 4 w 146"/>
                <a:gd name="T19" fmla="*/ 40 h 122"/>
                <a:gd name="T20" fmla="*/ 0 w 146"/>
                <a:gd name="T21" fmla="*/ 54 h 122"/>
                <a:gd name="T22" fmla="*/ 0 w 146"/>
                <a:gd name="T23" fmla="*/ 66 h 122"/>
                <a:gd name="T24" fmla="*/ 0 w 146"/>
                <a:gd name="T25" fmla="*/ 76 h 122"/>
                <a:gd name="T26" fmla="*/ 0 w 146"/>
                <a:gd name="T27" fmla="*/ 76 h 122"/>
                <a:gd name="T28" fmla="*/ 4 w 146"/>
                <a:gd name="T29" fmla="*/ 80 h 122"/>
                <a:gd name="T30" fmla="*/ 8 w 146"/>
                <a:gd name="T31" fmla="*/ 84 h 122"/>
                <a:gd name="T32" fmla="*/ 20 w 146"/>
                <a:gd name="T33" fmla="*/ 94 h 122"/>
                <a:gd name="T34" fmla="*/ 34 w 146"/>
                <a:gd name="T35" fmla="*/ 100 h 122"/>
                <a:gd name="T36" fmla="*/ 52 w 146"/>
                <a:gd name="T37" fmla="*/ 108 h 122"/>
                <a:gd name="T38" fmla="*/ 86 w 146"/>
                <a:gd name="T39" fmla="*/ 118 h 122"/>
                <a:gd name="T40" fmla="*/ 108 w 146"/>
                <a:gd name="T41" fmla="*/ 122 h 122"/>
                <a:gd name="T42" fmla="*/ 108 w 146"/>
                <a:gd name="T43" fmla="*/ 122 h 122"/>
                <a:gd name="T44" fmla="*/ 110 w 146"/>
                <a:gd name="T45" fmla="*/ 120 h 122"/>
                <a:gd name="T46" fmla="*/ 114 w 146"/>
                <a:gd name="T47" fmla="*/ 118 h 122"/>
                <a:gd name="T48" fmla="*/ 120 w 146"/>
                <a:gd name="T49" fmla="*/ 110 h 122"/>
                <a:gd name="T50" fmla="*/ 126 w 146"/>
                <a:gd name="T51" fmla="*/ 98 h 122"/>
                <a:gd name="T52" fmla="*/ 132 w 146"/>
                <a:gd name="T53" fmla="*/ 86 h 122"/>
                <a:gd name="T54" fmla="*/ 142 w 146"/>
                <a:gd name="T55" fmla="*/ 62 h 122"/>
                <a:gd name="T56" fmla="*/ 146 w 146"/>
                <a:gd name="T57" fmla="*/ 5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22">
                  <a:moveTo>
                    <a:pt x="146" y="50"/>
                  </a:moveTo>
                  <a:lnTo>
                    <a:pt x="146" y="50"/>
                  </a:lnTo>
                  <a:lnTo>
                    <a:pt x="40" y="2"/>
                  </a:lnTo>
                  <a:lnTo>
                    <a:pt x="40" y="2"/>
                  </a:lnTo>
                  <a:lnTo>
                    <a:pt x="36" y="0"/>
                  </a:lnTo>
                  <a:lnTo>
                    <a:pt x="34" y="2"/>
                  </a:lnTo>
                  <a:lnTo>
                    <a:pt x="26" y="6"/>
                  </a:lnTo>
                  <a:lnTo>
                    <a:pt x="18" y="16"/>
                  </a:lnTo>
                  <a:lnTo>
                    <a:pt x="10" y="28"/>
                  </a:lnTo>
                  <a:lnTo>
                    <a:pt x="4" y="40"/>
                  </a:lnTo>
                  <a:lnTo>
                    <a:pt x="0" y="54"/>
                  </a:lnTo>
                  <a:lnTo>
                    <a:pt x="0" y="66"/>
                  </a:lnTo>
                  <a:lnTo>
                    <a:pt x="0" y="76"/>
                  </a:lnTo>
                  <a:lnTo>
                    <a:pt x="0" y="76"/>
                  </a:lnTo>
                  <a:lnTo>
                    <a:pt x="4" y="80"/>
                  </a:lnTo>
                  <a:lnTo>
                    <a:pt x="8" y="84"/>
                  </a:lnTo>
                  <a:lnTo>
                    <a:pt x="20" y="94"/>
                  </a:lnTo>
                  <a:lnTo>
                    <a:pt x="34" y="100"/>
                  </a:lnTo>
                  <a:lnTo>
                    <a:pt x="52" y="108"/>
                  </a:lnTo>
                  <a:lnTo>
                    <a:pt x="86" y="118"/>
                  </a:lnTo>
                  <a:lnTo>
                    <a:pt x="108" y="122"/>
                  </a:lnTo>
                  <a:lnTo>
                    <a:pt x="108" y="122"/>
                  </a:lnTo>
                  <a:lnTo>
                    <a:pt x="110" y="120"/>
                  </a:lnTo>
                  <a:lnTo>
                    <a:pt x="114" y="118"/>
                  </a:lnTo>
                  <a:lnTo>
                    <a:pt x="120" y="110"/>
                  </a:lnTo>
                  <a:lnTo>
                    <a:pt x="126" y="98"/>
                  </a:lnTo>
                  <a:lnTo>
                    <a:pt x="132" y="86"/>
                  </a:lnTo>
                  <a:lnTo>
                    <a:pt x="142" y="62"/>
                  </a:lnTo>
                  <a:lnTo>
                    <a:pt x="146"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4" name="任意多边形 33"/>
            <p:cNvSpPr/>
            <p:nvPr>
              <p:custDataLst>
                <p:tags r:id="rId33"/>
              </p:custDataLst>
            </p:nvPr>
          </p:nvSpPr>
          <p:spPr bwMode="auto">
            <a:xfrm>
              <a:off x="4371" y="3611"/>
              <a:ext cx="149" cy="139"/>
            </a:xfrm>
            <a:custGeom>
              <a:avLst/>
              <a:gdLst>
                <a:gd name="T0" fmla="*/ 68 w 124"/>
                <a:gd name="T1" fmla="*/ 16 h 116"/>
                <a:gd name="T2" fmla="*/ 68 w 124"/>
                <a:gd name="T3" fmla="*/ 16 h 116"/>
                <a:gd name="T4" fmla="*/ 78 w 124"/>
                <a:gd name="T5" fmla="*/ 26 h 116"/>
                <a:gd name="T6" fmla="*/ 100 w 124"/>
                <a:gd name="T7" fmla="*/ 50 h 116"/>
                <a:gd name="T8" fmla="*/ 110 w 124"/>
                <a:gd name="T9" fmla="*/ 64 h 116"/>
                <a:gd name="T10" fmla="*/ 120 w 124"/>
                <a:gd name="T11" fmla="*/ 78 h 116"/>
                <a:gd name="T12" fmla="*/ 124 w 124"/>
                <a:gd name="T13" fmla="*/ 92 h 116"/>
                <a:gd name="T14" fmla="*/ 124 w 124"/>
                <a:gd name="T15" fmla="*/ 96 h 116"/>
                <a:gd name="T16" fmla="*/ 122 w 124"/>
                <a:gd name="T17" fmla="*/ 102 h 116"/>
                <a:gd name="T18" fmla="*/ 122 w 124"/>
                <a:gd name="T19" fmla="*/ 102 h 116"/>
                <a:gd name="T20" fmla="*/ 120 w 124"/>
                <a:gd name="T21" fmla="*/ 106 h 116"/>
                <a:gd name="T22" fmla="*/ 116 w 124"/>
                <a:gd name="T23" fmla="*/ 110 h 116"/>
                <a:gd name="T24" fmla="*/ 104 w 124"/>
                <a:gd name="T25" fmla="*/ 114 h 116"/>
                <a:gd name="T26" fmla="*/ 90 w 124"/>
                <a:gd name="T27" fmla="*/ 116 h 116"/>
                <a:gd name="T28" fmla="*/ 74 w 124"/>
                <a:gd name="T29" fmla="*/ 112 h 116"/>
                <a:gd name="T30" fmla="*/ 56 w 124"/>
                <a:gd name="T31" fmla="*/ 106 h 116"/>
                <a:gd name="T32" fmla="*/ 38 w 124"/>
                <a:gd name="T33" fmla="*/ 92 h 116"/>
                <a:gd name="T34" fmla="*/ 30 w 124"/>
                <a:gd name="T35" fmla="*/ 84 h 116"/>
                <a:gd name="T36" fmla="*/ 22 w 124"/>
                <a:gd name="T37" fmla="*/ 74 h 116"/>
                <a:gd name="T38" fmla="*/ 14 w 124"/>
                <a:gd name="T39" fmla="*/ 62 h 116"/>
                <a:gd name="T40" fmla="*/ 8 w 124"/>
                <a:gd name="T41" fmla="*/ 50 h 116"/>
                <a:gd name="T42" fmla="*/ 8 w 124"/>
                <a:gd name="T43" fmla="*/ 50 h 116"/>
                <a:gd name="T44" fmla="*/ 2 w 124"/>
                <a:gd name="T45" fmla="*/ 38 h 116"/>
                <a:gd name="T46" fmla="*/ 0 w 124"/>
                <a:gd name="T47" fmla="*/ 28 h 116"/>
                <a:gd name="T48" fmla="*/ 0 w 124"/>
                <a:gd name="T49" fmla="*/ 18 h 116"/>
                <a:gd name="T50" fmla="*/ 0 w 124"/>
                <a:gd name="T51" fmla="*/ 12 h 116"/>
                <a:gd name="T52" fmla="*/ 4 w 124"/>
                <a:gd name="T53" fmla="*/ 6 h 116"/>
                <a:gd name="T54" fmla="*/ 8 w 124"/>
                <a:gd name="T55" fmla="*/ 2 h 116"/>
                <a:gd name="T56" fmla="*/ 12 w 124"/>
                <a:gd name="T57" fmla="*/ 0 h 116"/>
                <a:gd name="T58" fmla="*/ 18 w 124"/>
                <a:gd name="T59" fmla="*/ 0 h 116"/>
                <a:gd name="T60" fmla="*/ 32 w 124"/>
                <a:gd name="T61" fmla="*/ 0 h 116"/>
                <a:gd name="T62" fmla="*/ 46 w 124"/>
                <a:gd name="T63" fmla="*/ 4 h 116"/>
                <a:gd name="T64" fmla="*/ 58 w 124"/>
                <a:gd name="T65" fmla="*/ 10 h 116"/>
                <a:gd name="T66" fmla="*/ 68 w 124"/>
                <a:gd name="T6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16">
                  <a:moveTo>
                    <a:pt x="68" y="16"/>
                  </a:moveTo>
                  <a:lnTo>
                    <a:pt x="68" y="16"/>
                  </a:lnTo>
                  <a:lnTo>
                    <a:pt x="78" y="26"/>
                  </a:lnTo>
                  <a:lnTo>
                    <a:pt x="100" y="50"/>
                  </a:lnTo>
                  <a:lnTo>
                    <a:pt x="110" y="64"/>
                  </a:lnTo>
                  <a:lnTo>
                    <a:pt x="120" y="78"/>
                  </a:lnTo>
                  <a:lnTo>
                    <a:pt x="124" y="92"/>
                  </a:lnTo>
                  <a:lnTo>
                    <a:pt x="124" y="96"/>
                  </a:lnTo>
                  <a:lnTo>
                    <a:pt x="122" y="102"/>
                  </a:lnTo>
                  <a:lnTo>
                    <a:pt x="122" y="102"/>
                  </a:lnTo>
                  <a:lnTo>
                    <a:pt x="120" y="106"/>
                  </a:lnTo>
                  <a:lnTo>
                    <a:pt x="116" y="110"/>
                  </a:lnTo>
                  <a:lnTo>
                    <a:pt x="104" y="114"/>
                  </a:lnTo>
                  <a:lnTo>
                    <a:pt x="90" y="116"/>
                  </a:lnTo>
                  <a:lnTo>
                    <a:pt x="74" y="112"/>
                  </a:lnTo>
                  <a:lnTo>
                    <a:pt x="56" y="106"/>
                  </a:lnTo>
                  <a:lnTo>
                    <a:pt x="38" y="92"/>
                  </a:lnTo>
                  <a:lnTo>
                    <a:pt x="30" y="84"/>
                  </a:lnTo>
                  <a:lnTo>
                    <a:pt x="22" y="74"/>
                  </a:lnTo>
                  <a:lnTo>
                    <a:pt x="14" y="62"/>
                  </a:lnTo>
                  <a:lnTo>
                    <a:pt x="8" y="50"/>
                  </a:lnTo>
                  <a:lnTo>
                    <a:pt x="8" y="50"/>
                  </a:lnTo>
                  <a:lnTo>
                    <a:pt x="2" y="38"/>
                  </a:lnTo>
                  <a:lnTo>
                    <a:pt x="0" y="28"/>
                  </a:lnTo>
                  <a:lnTo>
                    <a:pt x="0" y="18"/>
                  </a:lnTo>
                  <a:lnTo>
                    <a:pt x="0" y="12"/>
                  </a:lnTo>
                  <a:lnTo>
                    <a:pt x="4" y="6"/>
                  </a:lnTo>
                  <a:lnTo>
                    <a:pt x="8" y="2"/>
                  </a:lnTo>
                  <a:lnTo>
                    <a:pt x="12" y="0"/>
                  </a:lnTo>
                  <a:lnTo>
                    <a:pt x="18" y="0"/>
                  </a:lnTo>
                  <a:lnTo>
                    <a:pt x="32" y="0"/>
                  </a:lnTo>
                  <a:lnTo>
                    <a:pt x="46" y="4"/>
                  </a:lnTo>
                  <a:lnTo>
                    <a:pt x="58" y="10"/>
                  </a:lnTo>
                  <a:lnTo>
                    <a:pt x="68" y="1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5" name="任意多边形 34"/>
            <p:cNvSpPr/>
            <p:nvPr>
              <p:custDataLst>
                <p:tags r:id="rId34"/>
              </p:custDataLst>
            </p:nvPr>
          </p:nvSpPr>
          <p:spPr bwMode="auto">
            <a:xfrm>
              <a:off x="4371" y="3611"/>
              <a:ext cx="149" cy="139"/>
            </a:xfrm>
            <a:custGeom>
              <a:avLst/>
              <a:gdLst>
                <a:gd name="T0" fmla="*/ 68 w 124"/>
                <a:gd name="T1" fmla="*/ 16 h 116"/>
                <a:gd name="T2" fmla="*/ 68 w 124"/>
                <a:gd name="T3" fmla="*/ 16 h 116"/>
                <a:gd name="T4" fmla="*/ 78 w 124"/>
                <a:gd name="T5" fmla="*/ 26 h 116"/>
                <a:gd name="T6" fmla="*/ 100 w 124"/>
                <a:gd name="T7" fmla="*/ 50 h 116"/>
                <a:gd name="T8" fmla="*/ 110 w 124"/>
                <a:gd name="T9" fmla="*/ 64 h 116"/>
                <a:gd name="T10" fmla="*/ 120 w 124"/>
                <a:gd name="T11" fmla="*/ 78 h 116"/>
                <a:gd name="T12" fmla="*/ 124 w 124"/>
                <a:gd name="T13" fmla="*/ 92 h 116"/>
                <a:gd name="T14" fmla="*/ 124 w 124"/>
                <a:gd name="T15" fmla="*/ 96 h 116"/>
                <a:gd name="T16" fmla="*/ 122 w 124"/>
                <a:gd name="T17" fmla="*/ 102 h 116"/>
                <a:gd name="T18" fmla="*/ 122 w 124"/>
                <a:gd name="T19" fmla="*/ 102 h 116"/>
                <a:gd name="T20" fmla="*/ 120 w 124"/>
                <a:gd name="T21" fmla="*/ 106 h 116"/>
                <a:gd name="T22" fmla="*/ 116 w 124"/>
                <a:gd name="T23" fmla="*/ 110 h 116"/>
                <a:gd name="T24" fmla="*/ 104 w 124"/>
                <a:gd name="T25" fmla="*/ 114 h 116"/>
                <a:gd name="T26" fmla="*/ 90 w 124"/>
                <a:gd name="T27" fmla="*/ 116 h 116"/>
                <a:gd name="T28" fmla="*/ 74 w 124"/>
                <a:gd name="T29" fmla="*/ 112 h 116"/>
                <a:gd name="T30" fmla="*/ 56 w 124"/>
                <a:gd name="T31" fmla="*/ 106 h 116"/>
                <a:gd name="T32" fmla="*/ 38 w 124"/>
                <a:gd name="T33" fmla="*/ 92 h 116"/>
                <a:gd name="T34" fmla="*/ 30 w 124"/>
                <a:gd name="T35" fmla="*/ 84 h 116"/>
                <a:gd name="T36" fmla="*/ 22 w 124"/>
                <a:gd name="T37" fmla="*/ 74 h 116"/>
                <a:gd name="T38" fmla="*/ 14 w 124"/>
                <a:gd name="T39" fmla="*/ 62 h 116"/>
                <a:gd name="T40" fmla="*/ 8 w 124"/>
                <a:gd name="T41" fmla="*/ 50 h 116"/>
                <a:gd name="T42" fmla="*/ 8 w 124"/>
                <a:gd name="T43" fmla="*/ 50 h 116"/>
                <a:gd name="T44" fmla="*/ 2 w 124"/>
                <a:gd name="T45" fmla="*/ 38 h 116"/>
                <a:gd name="T46" fmla="*/ 0 w 124"/>
                <a:gd name="T47" fmla="*/ 28 h 116"/>
                <a:gd name="T48" fmla="*/ 0 w 124"/>
                <a:gd name="T49" fmla="*/ 18 h 116"/>
                <a:gd name="T50" fmla="*/ 0 w 124"/>
                <a:gd name="T51" fmla="*/ 12 h 116"/>
                <a:gd name="T52" fmla="*/ 4 w 124"/>
                <a:gd name="T53" fmla="*/ 6 h 116"/>
                <a:gd name="T54" fmla="*/ 8 w 124"/>
                <a:gd name="T55" fmla="*/ 2 h 116"/>
                <a:gd name="T56" fmla="*/ 12 w 124"/>
                <a:gd name="T57" fmla="*/ 0 h 116"/>
                <a:gd name="T58" fmla="*/ 18 w 124"/>
                <a:gd name="T59" fmla="*/ 0 h 116"/>
                <a:gd name="T60" fmla="*/ 32 w 124"/>
                <a:gd name="T61" fmla="*/ 0 h 116"/>
                <a:gd name="T62" fmla="*/ 46 w 124"/>
                <a:gd name="T63" fmla="*/ 4 h 116"/>
                <a:gd name="T64" fmla="*/ 58 w 124"/>
                <a:gd name="T65" fmla="*/ 10 h 116"/>
                <a:gd name="T66" fmla="*/ 68 w 124"/>
                <a:gd name="T6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16">
                  <a:moveTo>
                    <a:pt x="68" y="16"/>
                  </a:moveTo>
                  <a:lnTo>
                    <a:pt x="68" y="16"/>
                  </a:lnTo>
                  <a:lnTo>
                    <a:pt x="78" y="26"/>
                  </a:lnTo>
                  <a:lnTo>
                    <a:pt x="100" y="50"/>
                  </a:lnTo>
                  <a:lnTo>
                    <a:pt x="110" y="64"/>
                  </a:lnTo>
                  <a:lnTo>
                    <a:pt x="120" y="78"/>
                  </a:lnTo>
                  <a:lnTo>
                    <a:pt x="124" y="92"/>
                  </a:lnTo>
                  <a:lnTo>
                    <a:pt x="124" y="96"/>
                  </a:lnTo>
                  <a:lnTo>
                    <a:pt x="122" y="102"/>
                  </a:lnTo>
                  <a:lnTo>
                    <a:pt x="122" y="102"/>
                  </a:lnTo>
                  <a:lnTo>
                    <a:pt x="120" y="106"/>
                  </a:lnTo>
                  <a:lnTo>
                    <a:pt x="116" y="110"/>
                  </a:lnTo>
                  <a:lnTo>
                    <a:pt x="104" y="114"/>
                  </a:lnTo>
                  <a:lnTo>
                    <a:pt x="90" y="116"/>
                  </a:lnTo>
                  <a:lnTo>
                    <a:pt x="74" y="112"/>
                  </a:lnTo>
                  <a:lnTo>
                    <a:pt x="56" y="106"/>
                  </a:lnTo>
                  <a:lnTo>
                    <a:pt x="38" y="92"/>
                  </a:lnTo>
                  <a:lnTo>
                    <a:pt x="30" y="84"/>
                  </a:lnTo>
                  <a:lnTo>
                    <a:pt x="22" y="74"/>
                  </a:lnTo>
                  <a:lnTo>
                    <a:pt x="14" y="62"/>
                  </a:lnTo>
                  <a:lnTo>
                    <a:pt x="8" y="50"/>
                  </a:lnTo>
                  <a:lnTo>
                    <a:pt x="8" y="50"/>
                  </a:lnTo>
                  <a:lnTo>
                    <a:pt x="2" y="38"/>
                  </a:lnTo>
                  <a:lnTo>
                    <a:pt x="0" y="28"/>
                  </a:lnTo>
                  <a:lnTo>
                    <a:pt x="0" y="18"/>
                  </a:lnTo>
                  <a:lnTo>
                    <a:pt x="0" y="12"/>
                  </a:lnTo>
                  <a:lnTo>
                    <a:pt x="4" y="6"/>
                  </a:lnTo>
                  <a:lnTo>
                    <a:pt x="8" y="2"/>
                  </a:lnTo>
                  <a:lnTo>
                    <a:pt x="12" y="0"/>
                  </a:lnTo>
                  <a:lnTo>
                    <a:pt x="18" y="0"/>
                  </a:lnTo>
                  <a:lnTo>
                    <a:pt x="32" y="0"/>
                  </a:lnTo>
                  <a:lnTo>
                    <a:pt x="46" y="4"/>
                  </a:lnTo>
                  <a:lnTo>
                    <a:pt x="58" y="10"/>
                  </a:lnTo>
                  <a:lnTo>
                    <a:pt x="68" y="1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6" name="任意多边形 35"/>
            <p:cNvSpPr/>
            <p:nvPr>
              <p:custDataLst>
                <p:tags r:id="rId35"/>
              </p:custDataLst>
            </p:nvPr>
          </p:nvSpPr>
          <p:spPr bwMode="auto">
            <a:xfrm>
              <a:off x="4318" y="3669"/>
              <a:ext cx="127" cy="130"/>
            </a:xfrm>
            <a:custGeom>
              <a:avLst/>
              <a:gdLst>
                <a:gd name="T0" fmla="*/ 20 w 106"/>
                <a:gd name="T1" fmla="*/ 0 h 108"/>
                <a:gd name="T2" fmla="*/ 20 w 106"/>
                <a:gd name="T3" fmla="*/ 0 h 108"/>
                <a:gd name="T4" fmla="*/ 30 w 106"/>
                <a:gd name="T5" fmla="*/ 2 h 108"/>
                <a:gd name="T6" fmla="*/ 44 w 106"/>
                <a:gd name="T7" fmla="*/ 6 h 108"/>
                <a:gd name="T8" fmla="*/ 60 w 106"/>
                <a:gd name="T9" fmla="*/ 14 h 108"/>
                <a:gd name="T10" fmla="*/ 74 w 106"/>
                <a:gd name="T11" fmla="*/ 26 h 108"/>
                <a:gd name="T12" fmla="*/ 86 w 106"/>
                <a:gd name="T13" fmla="*/ 36 h 108"/>
                <a:gd name="T14" fmla="*/ 96 w 106"/>
                <a:gd name="T15" fmla="*/ 48 h 108"/>
                <a:gd name="T16" fmla="*/ 104 w 106"/>
                <a:gd name="T17" fmla="*/ 58 h 108"/>
                <a:gd name="T18" fmla="*/ 106 w 106"/>
                <a:gd name="T19" fmla="*/ 64 h 108"/>
                <a:gd name="T20" fmla="*/ 106 w 106"/>
                <a:gd name="T21" fmla="*/ 68 h 108"/>
                <a:gd name="T22" fmla="*/ 106 w 106"/>
                <a:gd name="T23" fmla="*/ 68 h 108"/>
                <a:gd name="T24" fmla="*/ 104 w 106"/>
                <a:gd name="T25" fmla="*/ 76 h 108"/>
                <a:gd name="T26" fmla="*/ 100 w 106"/>
                <a:gd name="T27" fmla="*/ 86 h 108"/>
                <a:gd name="T28" fmla="*/ 94 w 106"/>
                <a:gd name="T29" fmla="*/ 94 h 108"/>
                <a:gd name="T30" fmla="*/ 88 w 106"/>
                <a:gd name="T31" fmla="*/ 102 h 108"/>
                <a:gd name="T32" fmla="*/ 78 w 106"/>
                <a:gd name="T33" fmla="*/ 106 h 108"/>
                <a:gd name="T34" fmla="*/ 68 w 106"/>
                <a:gd name="T35" fmla="*/ 108 h 108"/>
                <a:gd name="T36" fmla="*/ 56 w 106"/>
                <a:gd name="T37" fmla="*/ 106 h 108"/>
                <a:gd name="T38" fmla="*/ 44 w 106"/>
                <a:gd name="T39" fmla="*/ 100 h 108"/>
                <a:gd name="T40" fmla="*/ 44 w 106"/>
                <a:gd name="T41" fmla="*/ 100 h 108"/>
                <a:gd name="T42" fmla="*/ 30 w 106"/>
                <a:gd name="T43" fmla="*/ 88 h 108"/>
                <a:gd name="T44" fmla="*/ 18 w 106"/>
                <a:gd name="T45" fmla="*/ 74 h 108"/>
                <a:gd name="T46" fmla="*/ 8 w 106"/>
                <a:gd name="T47" fmla="*/ 58 h 108"/>
                <a:gd name="T48" fmla="*/ 2 w 106"/>
                <a:gd name="T49" fmla="*/ 42 h 108"/>
                <a:gd name="T50" fmla="*/ 0 w 106"/>
                <a:gd name="T51" fmla="*/ 26 h 108"/>
                <a:gd name="T52" fmla="*/ 0 w 106"/>
                <a:gd name="T53" fmla="*/ 18 h 108"/>
                <a:gd name="T54" fmla="*/ 0 w 106"/>
                <a:gd name="T55" fmla="*/ 12 h 108"/>
                <a:gd name="T56" fmla="*/ 4 w 106"/>
                <a:gd name="T57" fmla="*/ 8 h 108"/>
                <a:gd name="T58" fmla="*/ 8 w 106"/>
                <a:gd name="T59" fmla="*/ 4 h 108"/>
                <a:gd name="T60" fmla="*/ 12 w 106"/>
                <a:gd name="T61" fmla="*/ 0 h 108"/>
                <a:gd name="T62" fmla="*/ 20 w 106"/>
                <a:gd name="T6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08">
                  <a:moveTo>
                    <a:pt x="20" y="0"/>
                  </a:moveTo>
                  <a:lnTo>
                    <a:pt x="20" y="0"/>
                  </a:lnTo>
                  <a:lnTo>
                    <a:pt x="30" y="2"/>
                  </a:lnTo>
                  <a:lnTo>
                    <a:pt x="44" y="6"/>
                  </a:lnTo>
                  <a:lnTo>
                    <a:pt x="60" y="14"/>
                  </a:lnTo>
                  <a:lnTo>
                    <a:pt x="74" y="26"/>
                  </a:lnTo>
                  <a:lnTo>
                    <a:pt x="86" y="36"/>
                  </a:lnTo>
                  <a:lnTo>
                    <a:pt x="96" y="48"/>
                  </a:lnTo>
                  <a:lnTo>
                    <a:pt x="104" y="58"/>
                  </a:lnTo>
                  <a:lnTo>
                    <a:pt x="106" y="64"/>
                  </a:lnTo>
                  <a:lnTo>
                    <a:pt x="106" y="68"/>
                  </a:lnTo>
                  <a:lnTo>
                    <a:pt x="106" y="68"/>
                  </a:lnTo>
                  <a:lnTo>
                    <a:pt x="104" y="76"/>
                  </a:lnTo>
                  <a:lnTo>
                    <a:pt x="100" y="86"/>
                  </a:lnTo>
                  <a:lnTo>
                    <a:pt x="94" y="94"/>
                  </a:lnTo>
                  <a:lnTo>
                    <a:pt x="88" y="102"/>
                  </a:lnTo>
                  <a:lnTo>
                    <a:pt x="78" y="106"/>
                  </a:lnTo>
                  <a:lnTo>
                    <a:pt x="68" y="108"/>
                  </a:lnTo>
                  <a:lnTo>
                    <a:pt x="56" y="106"/>
                  </a:lnTo>
                  <a:lnTo>
                    <a:pt x="44" y="100"/>
                  </a:lnTo>
                  <a:lnTo>
                    <a:pt x="44" y="100"/>
                  </a:lnTo>
                  <a:lnTo>
                    <a:pt x="30" y="88"/>
                  </a:lnTo>
                  <a:lnTo>
                    <a:pt x="18" y="74"/>
                  </a:lnTo>
                  <a:lnTo>
                    <a:pt x="8" y="58"/>
                  </a:lnTo>
                  <a:lnTo>
                    <a:pt x="2" y="42"/>
                  </a:lnTo>
                  <a:lnTo>
                    <a:pt x="0" y="26"/>
                  </a:lnTo>
                  <a:lnTo>
                    <a:pt x="0" y="18"/>
                  </a:lnTo>
                  <a:lnTo>
                    <a:pt x="0" y="12"/>
                  </a:lnTo>
                  <a:lnTo>
                    <a:pt x="4" y="8"/>
                  </a:lnTo>
                  <a:lnTo>
                    <a:pt x="8" y="4"/>
                  </a:lnTo>
                  <a:lnTo>
                    <a:pt x="12" y="0"/>
                  </a:lnTo>
                  <a:lnTo>
                    <a:pt x="20" y="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7" name="任意多边形 36"/>
            <p:cNvSpPr/>
            <p:nvPr>
              <p:custDataLst>
                <p:tags r:id="rId36"/>
              </p:custDataLst>
            </p:nvPr>
          </p:nvSpPr>
          <p:spPr bwMode="auto">
            <a:xfrm>
              <a:off x="4318" y="3669"/>
              <a:ext cx="127" cy="130"/>
            </a:xfrm>
            <a:custGeom>
              <a:avLst/>
              <a:gdLst>
                <a:gd name="T0" fmla="*/ 20 w 106"/>
                <a:gd name="T1" fmla="*/ 0 h 108"/>
                <a:gd name="T2" fmla="*/ 20 w 106"/>
                <a:gd name="T3" fmla="*/ 0 h 108"/>
                <a:gd name="T4" fmla="*/ 30 w 106"/>
                <a:gd name="T5" fmla="*/ 2 h 108"/>
                <a:gd name="T6" fmla="*/ 44 w 106"/>
                <a:gd name="T7" fmla="*/ 6 h 108"/>
                <a:gd name="T8" fmla="*/ 60 w 106"/>
                <a:gd name="T9" fmla="*/ 14 h 108"/>
                <a:gd name="T10" fmla="*/ 74 w 106"/>
                <a:gd name="T11" fmla="*/ 26 h 108"/>
                <a:gd name="T12" fmla="*/ 86 w 106"/>
                <a:gd name="T13" fmla="*/ 36 h 108"/>
                <a:gd name="T14" fmla="*/ 96 w 106"/>
                <a:gd name="T15" fmla="*/ 48 h 108"/>
                <a:gd name="T16" fmla="*/ 104 w 106"/>
                <a:gd name="T17" fmla="*/ 58 h 108"/>
                <a:gd name="T18" fmla="*/ 106 w 106"/>
                <a:gd name="T19" fmla="*/ 64 h 108"/>
                <a:gd name="T20" fmla="*/ 106 w 106"/>
                <a:gd name="T21" fmla="*/ 68 h 108"/>
                <a:gd name="T22" fmla="*/ 106 w 106"/>
                <a:gd name="T23" fmla="*/ 68 h 108"/>
                <a:gd name="T24" fmla="*/ 104 w 106"/>
                <a:gd name="T25" fmla="*/ 76 h 108"/>
                <a:gd name="T26" fmla="*/ 100 w 106"/>
                <a:gd name="T27" fmla="*/ 86 h 108"/>
                <a:gd name="T28" fmla="*/ 94 w 106"/>
                <a:gd name="T29" fmla="*/ 94 h 108"/>
                <a:gd name="T30" fmla="*/ 88 w 106"/>
                <a:gd name="T31" fmla="*/ 102 h 108"/>
                <a:gd name="T32" fmla="*/ 78 w 106"/>
                <a:gd name="T33" fmla="*/ 106 h 108"/>
                <a:gd name="T34" fmla="*/ 68 w 106"/>
                <a:gd name="T35" fmla="*/ 108 h 108"/>
                <a:gd name="T36" fmla="*/ 56 w 106"/>
                <a:gd name="T37" fmla="*/ 106 h 108"/>
                <a:gd name="T38" fmla="*/ 44 w 106"/>
                <a:gd name="T39" fmla="*/ 100 h 108"/>
                <a:gd name="T40" fmla="*/ 44 w 106"/>
                <a:gd name="T41" fmla="*/ 100 h 108"/>
                <a:gd name="T42" fmla="*/ 30 w 106"/>
                <a:gd name="T43" fmla="*/ 88 h 108"/>
                <a:gd name="T44" fmla="*/ 18 w 106"/>
                <a:gd name="T45" fmla="*/ 74 h 108"/>
                <a:gd name="T46" fmla="*/ 8 w 106"/>
                <a:gd name="T47" fmla="*/ 58 h 108"/>
                <a:gd name="T48" fmla="*/ 2 w 106"/>
                <a:gd name="T49" fmla="*/ 42 h 108"/>
                <a:gd name="T50" fmla="*/ 0 w 106"/>
                <a:gd name="T51" fmla="*/ 26 h 108"/>
                <a:gd name="T52" fmla="*/ 0 w 106"/>
                <a:gd name="T53" fmla="*/ 18 h 108"/>
                <a:gd name="T54" fmla="*/ 0 w 106"/>
                <a:gd name="T55" fmla="*/ 12 h 108"/>
                <a:gd name="T56" fmla="*/ 4 w 106"/>
                <a:gd name="T57" fmla="*/ 8 h 108"/>
                <a:gd name="T58" fmla="*/ 8 w 106"/>
                <a:gd name="T59" fmla="*/ 4 h 108"/>
                <a:gd name="T60" fmla="*/ 12 w 106"/>
                <a:gd name="T61" fmla="*/ 0 h 108"/>
                <a:gd name="T62" fmla="*/ 20 w 106"/>
                <a:gd name="T6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08">
                  <a:moveTo>
                    <a:pt x="20" y="0"/>
                  </a:moveTo>
                  <a:lnTo>
                    <a:pt x="20" y="0"/>
                  </a:lnTo>
                  <a:lnTo>
                    <a:pt x="30" y="2"/>
                  </a:lnTo>
                  <a:lnTo>
                    <a:pt x="44" y="6"/>
                  </a:lnTo>
                  <a:lnTo>
                    <a:pt x="60" y="14"/>
                  </a:lnTo>
                  <a:lnTo>
                    <a:pt x="74" y="26"/>
                  </a:lnTo>
                  <a:lnTo>
                    <a:pt x="86" y="36"/>
                  </a:lnTo>
                  <a:lnTo>
                    <a:pt x="96" y="48"/>
                  </a:lnTo>
                  <a:lnTo>
                    <a:pt x="104" y="58"/>
                  </a:lnTo>
                  <a:lnTo>
                    <a:pt x="106" y="64"/>
                  </a:lnTo>
                  <a:lnTo>
                    <a:pt x="106" y="68"/>
                  </a:lnTo>
                  <a:lnTo>
                    <a:pt x="106" y="68"/>
                  </a:lnTo>
                  <a:lnTo>
                    <a:pt x="104" y="76"/>
                  </a:lnTo>
                  <a:lnTo>
                    <a:pt x="100" y="86"/>
                  </a:lnTo>
                  <a:lnTo>
                    <a:pt x="94" y="94"/>
                  </a:lnTo>
                  <a:lnTo>
                    <a:pt x="88" y="102"/>
                  </a:lnTo>
                  <a:lnTo>
                    <a:pt x="78" y="106"/>
                  </a:lnTo>
                  <a:lnTo>
                    <a:pt x="68" y="108"/>
                  </a:lnTo>
                  <a:lnTo>
                    <a:pt x="56" y="106"/>
                  </a:lnTo>
                  <a:lnTo>
                    <a:pt x="44" y="100"/>
                  </a:lnTo>
                  <a:lnTo>
                    <a:pt x="44" y="100"/>
                  </a:lnTo>
                  <a:lnTo>
                    <a:pt x="30" y="88"/>
                  </a:lnTo>
                  <a:lnTo>
                    <a:pt x="18" y="74"/>
                  </a:lnTo>
                  <a:lnTo>
                    <a:pt x="8" y="58"/>
                  </a:lnTo>
                  <a:lnTo>
                    <a:pt x="2" y="42"/>
                  </a:lnTo>
                  <a:lnTo>
                    <a:pt x="0" y="26"/>
                  </a:lnTo>
                  <a:lnTo>
                    <a:pt x="0" y="18"/>
                  </a:lnTo>
                  <a:lnTo>
                    <a:pt x="0" y="12"/>
                  </a:lnTo>
                  <a:lnTo>
                    <a:pt x="4" y="8"/>
                  </a:lnTo>
                  <a:lnTo>
                    <a:pt x="8" y="4"/>
                  </a:lnTo>
                  <a:lnTo>
                    <a:pt x="12" y="0"/>
                  </a:lnTo>
                  <a:lnTo>
                    <a:pt x="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8" name="任意多边形 37"/>
            <p:cNvSpPr/>
            <p:nvPr>
              <p:custDataLst>
                <p:tags r:id="rId37"/>
              </p:custDataLst>
            </p:nvPr>
          </p:nvSpPr>
          <p:spPr bwMode="auto">
            <a:xfrm>
              <a:off x="4160" y="3455"/>
              <a:ext cx="331" cy="216"/>
            </a:xfrm>
            <a:custGeom>
              <a:avLst/>
              <a:gdLst>
                <a:gd name="T0" fmla="*/ 4 w 276"/>
                <a:gd name="T1" fmla="*/ 114 h 180"/>
                <a:gd name="T2" fmla="*/ 4 w 276"/>
                <a:gd name="T3" fmla="*/ 114 h 180"/>
                <a:gd name="T4" fmla="*/ 14 w 276"/>
                <a:gd name="T5" fmla="*/ 98 h 180"/>
                <a:gd name="T6" fmla="*/ 36 w 276"/>
                <a:gd name="T7" fmla="*/ 62 h 180"/>
                <a:gd name="T8" fmla="*/ 50 w 276"/>
                <a:gd name="T9" fmla="*/ 42 h 180"/>
                <a:gd name="T10" fmla="*/ 64 w 276"/>
                <a:gd name="T11" fmla="*/ 24 h 180"/>
                <a:gd name="T12" fmla="*/ 78 w 276"/>
                <a:gd name="T13" fmla="*/ 8 h 180"/>
                <a:gd name="T14" fmla="*/ 88 w 276"/>
                <a:gd name="T15" fmla="*/ 0 h 180"/>
                <a:gd name="T16" fmla="*/ 88 w 276"/>
                <a:gd name="T17" fmla="*/ 0 h 180"/>
                <a:gd name="T18" fmla="*/ 94 w 276"/>
                <a:gd name="T19" fmla="*/ 0 h 180"/>
                <a:gd name="T20" fmla="*/ 102 w 276"/>
                <a:gd name="T21" fmla="*/ 2 h 180"/>
                <a:gd name="T22" fmla="*/ 122 w 276"/>
                <a:gd name="T23" fmla="*/ 10 h 180"/>
                <a:gd name="T24" fmla="*/ 146 w 276"/>
                <a:gd name="T25" fmla="*/ 22 h 180"/>
                <a:gd name="T26" fmla="*/ 174 w 276"/>
                <a:gd name="T27" fmla="*/ 40 h 180"/>
                <a:gd name="T28" fmla="*/ 228 w 276"/>
                <a:gd name="T29" fmla="*/ 72 h 180"/>
                <a:gd name="T30" fmla="*/ 250 w 276"/>
                <a:gd name="T31" fmla="*/ 82 h 180"/>
                <a:gd name="T32" fmla="*/ 258 w 276"/>
                <a:gd name="T33" fmla="*/ 86 h 180"/>
                <a:gd name="T34" fmla="*/ 266 w 276"/>
                <a:gd name="T35" fmla="*/ 86 h 180"/>
                <a:gd name="T36" fmla="*/ 266 w 276"/>
                <a:gd name="T37" fmla="*/ 86 h 180"/>
                <a:gd name="T38" fmla="*/ 272 w 276"/>
                <a:gd name="T39" fmla="*/ 88 h 180"/>
                <a:gd name="T40" fmla="*/ 276 w 276"/>
                <a:gd name="T41" fmla="*/ 90 h 180"/>
                <a:gd name="T42" fmla="*/ 276 w 276"/>
                <a:gd name="T43" fmla="*/ 92 h 180"/>
                <a:gd name="T44" fmla="*/ 276 w 276"/>
                <a:gd name="T45" fmla="*/ 96 h 180"/>
                <a:gd name="T46" fmla="*/ 272 w 276"/>
                <a:gd name="T47" fmla="*/ 104 h 180"/>
                <a:gd name="T48" fmla="*/ 262 w 276"/>
                <a:gd name="T49" fmla="*/ 112 h 180"/>
                <a:gd name="T50" fmla="*/ 250 w 276"/>
                <a:gd name="T51" fmla="*/ 122 h 180"/>
                <a:gd name="T52" fmla="*/ 236 w 276"/>
                <a:gd name="T53" fmla="*/ 128 h 180"/>
                <a:gd name="T54" fmla="*/ 220 w 276"/>
                <a:gd name="T55" fmla="*/ 132 h 180"/>
                <a:gd name="T56" fmla="*/ 212 w 276"/>
                <a:gd name="T57" fmla="*/ 134 h 180"/>
                <a:gd name="T58" fmla="*/ 206 w 276"/>
                <a:gd name="T59" fmla="*/ 132 h 180"/>
                <a:gd name="T60" fmla="*/ 206 w 276"/>
                <a:gd name="T61" fmla="*/ 132 h 180"/>
                <a:gd name="T62" fmla="*/ 192 w 276"/>
                <a:gd name="T63" fmla="*/ 128 h 180"/>
                <a:gd name="T64" fmla="*/ 178 w 276"/>
                <a:gd name="T65" fmla="*/ 122 h 180"/>
                <a:gd name="T66" fmla="*/ 150 w 276"/>
                <a:gd name="T67" fmla="*/ 106 h 180"/>
                <a:gd name="T68" fmla="*/ 128 w 276"/>
                <a:gd name="T69" fmla="*/ 92 h 180"/>
                <a:gd name="T70" fmla="*/ 118 w 276"/>
                <a:gd name="T71" fmla="*/ 86 h 180"/>
                <a:gd name="T72" fmla="*/ 118 w 276"/>
                <a:gd name="T73" fmla="*/ 86 h 180"/>
                <a:gd name="T74" fmla="*/ 118 w 276"/>
                <a:gd name="T75" fmla="*/ 98 h 180"/>
                <a:gd name="T76" fmla="*/ 118 w 276"/>
                <a:gd name="T77" fmla="*/ 110 h 180"/>
                <a:gd name="T78" fmla="*/ 114 w 276"/>
                <a:gd name="T79" fmla="*/ 126 h 180"/>
                <a:gd name="T80" fmla="*/ 106 w 276"/>
                <a:gd name="T81" fmla="*/ 142 h 180"/>
                <a:gd name="T82" fmla="*/ 102 w 276"/>
                <a:gd name="T83" fmla="*/ 148 h 180"/>
                <a:gd name="T84" fmla="*/ 94 w 276"/>
                <a:gd name="T85" fmla="*/ 156 h 180"/>
                <a:gd name="T86" fmla="*/ 86 w 276"/>
                <a:gd name="T87" fmla="*/ 162 h 180"/>
                <a:gd name="T88" fmla="*/ 78 w 276"/>
                <a:gd name="T89" fmla="*/ 168 h 180"/>
                <a:gd name="T90" fmla="*/ 66 w 276"/>
                <a:gd name="T91" fmla="*/ 174 h 180"/>
                <a:gd name="T92" fmla="*/ 54 w 276"/>
                <a:gd name="T93" fmla="*/ 178 h 180"/>
                <a:gd name="T94" fmla="*/ 54 w 276"/>
                <a:gd name="T95" fmla="*/ 178 h 180"/>
                <a:gd name="T96" fmla="*/ 42 w 276"/>
                <a:gd name="T97" fmla="*/ 180 h 180"/>
                <a:gd name="T98" fmla="*/ 30 w 276"/>
                <a:gd name="T99" fmla="*/ 180 h 180"/>
                <a:gd name="T100" fmla="*/ 22 w 276"/>
                <a:gd name="T101" fmla="*/ 178 h 180"/>
                <a:gd name="T102" fmla="*/ 16 w 276"/>
                <a:gd name="T103" fmla="*/ 176 h 180"/>
                <a:gd name="T104" fmla="*/ 10 w 276"/>
                <a:gd name="T105" fmla="*/ 170 h 180"/>
                <a:gd name="T106" fmla="*/ 6 w 276"/>
                <a:gd name="T107" fmla="*/ 166 h 180"/>
                <a:gd name="T108" fmla="*/ 4 w 276"/>
                <a:gd name="T109" fmla="*/ 160 h 180"/>
                <a:gd name="T110" fmla="*/ 2 w 276"/>
                <a:gd name="T111" fmla="*/ 152 h 180"/>
                <a:gd name="T112" fmla="*/ 0 w 276"/>
                <a:gd name="T113" fmla="*/ 138 h 180"/>
                <a:gd name="T114" fmla="*/ 2 w 276"/>
                <a:gd name="T115" fmla="*/ 126 h 180"/>
                <a:gd name="T116" fmla="*/ 4 w 276"/>
                <a:gd name="T117" fmla="*/ 11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6" h="180">
                  <a:moveTo>
                    <a:pt x="4" y="114"/>
                  </a:moveTo>
                  <a:lnTo>
                    <a:pt x="4" y="114"/>
                  </a:lnTo>
                  <a:lnTo>
                    <a:pt x="14" y="98"/>
                  </a:lnTo>
                  <a:lnTo>
                    <a:pt x="36" y="62"/>
                  </a:lnTo>
                  <a:lnTo>
                    <a:pt x="50" y="42"/>
                  </a:lnTo>
                  <a:lnTo>
                    <a:pt x="64" y="24"/>
                  </a:lnTo>
                  <a:lnTo>
                    <a:pt x="78" y="8"/>
                  </a:lnTo>
                  <a:lnTo>
                    <a:pt x="88" y="0"/>
                  </a:lnTo>
                  <a:lnTo>
                    <a:pt x="88" y="0"/>
                  </a:lnTo>
                  <a:lnTo>
                    <a:pt x="94" y="0"/>
                  </a:lnTo>
                  <a:lnTo>
                    <a:pt x="102" y="2"/>
                  </a:lnTo>
                  <a:lnTo>
                    <a:pt x="122" y="10"/>
                  </a:lnTo>
                  <a:lnTo>
                    <a:pt x="146" y="22"/>
                  </a:lnTo>
                  <a:lnTo>
                    <a:pt x="174" y="40"/>
                  </a:lnTo>
                  <a:lnTo>
                    <a:pt x="228" y="72"/>
                  </a:lnTo>
                  <a:lnTo>
                    <a:pt x="250" y="82"/>
                  </a:lnTo>
                  <a:lnTo>
                    <a:pt x="258" y="86"/>
                  </a:lnTo>
                  <a:lnTo>
                    <a:pt x="266" y="86"/>
                  </a:lnTo>
                  <a:lnTo>
                    <a:pt x="266" y="86"/>
                  </a:lnTo>
                  <a:lnTo>
                    <a:pt x="272" y="88"/>
                  </a:lnTo>
                  <a:lnTo>
                    <a:pt x="276" y="90"/>
                  </a:lnTo>
                  <a:lnTo>
                    <a:pt x="276" y="92"/>
                  </a:lnTo>
                  <a:lnTo>
                    <a:pt x="276" y="96"/>
                  </a:lnTo>
                  <a:lnTo>
                    <a:pt x="272" y="104"/>
                  </a:lnTo>
                  <a:lnTo>
                    <a:pt x="262" y="112"/>
                  </a:lnTo>
                  <a:lnTo>
                    <a:pt x="250" y="122"/>
                  </a:lnTo>
                  <a:lnTo>
                    <a:pt x="236" y="128"/>
                  </a:lnTo>
                  <a:lnTo>
                    <a:pt x="220" y="132"/>
                  </a:lnTo>
                  <a:lnTo>
                    <a:pt x="212" y="134"/>
                  </a:lnTo>
                  <a:lnTo>
                    <a:pt x="206" y="132"/>
                  </a:lnTo>
                  <a:lnTo>
                    <a:pt x="206" y="132"/>
                  </a:lnTo>
                  <a:lnTo>
                    <a:pt x="192" y="128"/>
                  </a:lnTo>
                  <a:lnTo>
                    <a:pt x="178" y="122"/>
                  </a:lnTo>
                  <a:lnTo>
                    <a:pt x="150" y="106"/>
                  </a:lnTo>
                  <a:lnTo>
                    <a:pt x="128" y="92"/>
                  </a:lnTo>
                  <a:lnTo>
                    <a:pt x="118" y="86"/>
                  </a:lnTo>
                  <a:lnTo>
                    <a:pt x="118" y="86"/>
                  </a:lnTo>
                  <a:lnTo>
                    <a:pt x="118" y="98"/>
                  </a:lnTo>
                  <a:lnTo>
                    <a:pt x="118" y="110"/>
                  </a:lnTo>
                  <a:lnTo>
                    <a:pt x="114" y="126"/>
                  </a:lnTo>
                  <a:lnTo>
                    <a:pt x="106" y="142"/>
                  </a:lnTo>
                  <a:lnTo>
                    <a:pt x="102" y="148"/>
                  </a:lnTo>
                  <a:lnTo>
                    <a:pt x="94" y="156"/>
                  </a:lnTo>
                  <a:lnTo>
                    <a:pt x="86" y="162"/>
                  </a:lnTo>
                  <a:lnTo>
                    <a:pt x="78" y="168"/>
                  </a:lnTo>
                  <a:lnTo>
                    <a:pt x="66" y="174"/>
                  </a:lnTo>
                  <a:lnTo>
                    <a:pt x="54" y="178"/>
                  </a:lnTo>
                  <a:lnTo>
                    <a:pt x="54" y="178"/>
                  </a:lnTo>
                  <a:lnTo>
                    <a:pt x="42" y="180"/>
                  </a:lnTo>
                  <a:lnTo>
                    <a:pt x="30" y="180"/>
                  </a:lnTo>
                  <a:lnTo>
                    <a:pt x="22" y="178"/>
                  </a:lnTo>
                  <a:lnTo>
                    <a:pt x="16" y="176"/>
                  </a:lnTo>
                  <a:lnTo>
                    <a:pt x="10" y="170"/>
                  </a:lnTo>
                  <a:lnTo>
                    <a:pt x="6" y="166"/>
                  </a:lnTo>
                  <a:lnTo>
                    <a:pt x="4" y="160"/>
                  </a:lnTo>
                  <a:lnTo>
                    <a:pt x="2" y="152"/>
                  </a:lnTo>
                  <a:lnTo>
                    <a:pt x="0" y="138"/>
                  </a:lnTo>
                  <a:lnTo>
                    <a:pt x="2" y="126"/>
                  </a:lnTo>
                  <a:lnTo>
                    <a:pt x="4" y="114"/>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9" name="任意多边形 38"/>
            <p:cNvSpPr/>
            <p:nvPr>
              <p:custDataLst>
                <p:tags r:id="rId38"/>
              </p:custDataLst>
            </p:nvPr>
          </p:nvSpPr>
          <p:spPr bwMode="auto">
            <a:xfrm>
              <a:off x="4160" y="3455"/>
              <a:ext cx="331" cy="216"/>
            </a:xfrm>
            <a:custGeom>
              <a:avLst/>
              <a:gdLst>
                <a:gd name="T0" fmla="*/ 4 w 276"/>
                <a:gd name="T1" fmla="*/ 114 h 180"/>
                <a:gd name="T2" fmla="*/ 4 w 276"/>
                <a:gd name="T3" fmla="*/ 114 h 180"/>
                <a:gd name="T4" fmla="*/ 14 w 276"/>
                <a:gd name="T5" fmla="*/ 98 h 180"/>
                <a:gd name="T6" fmla="*/ 36 w 276"/>
                <a:gd name="T7" fmla="*/ 62 h 180"/>
                <a:gd name="T8" fmla="*/ 50 w 276"/>
                <a:gd name="T9" fmla="*/ 42 h 180"/>
                <a:gd name="T10" fmla="*/ 64 w 276"/>
                <a:gd name="T11" fmla="*/ 24 h 180"/>
                <a:gd name="T12" fmla="*/ 78 w 276"/>
                <a:gd name="T13" fmla="*/ 8 h 180"/>
                <a:gd name="T14" fmla="*/ 88 w 276"/>
                <a:gd name="T15" fmla="*/ 0 h 180"/>
                <a:gd name="T16" fmla="*/ 88 w 276"/>
                <a:gd name="T17" fmla="*/ 0 h 180"/>
                <a:gd name="T18" fmla="*/ 94 w 276"/>
                <a:gd name="T19" fmla="*/ 0 h 180"/>
                <a:gd name="T20" fmla="*/ 102 w 276"/>
                <a:gd name="T21" fmla="*/ 2 h 180"/>
                <a:gd name="T22" fmla="*/ 122 w 276"/>
                <a:gd name="T23" fmla="*/ 10 h 180"/>
                <a:gd name="T24" fmla="*/ 146 w 276"/>
                <a:gd name="T25" fmla="*/ 22 h 180"/>
                <a:gd name="T26" fmla="*/ 174 w 276"/>
                <a:gd name="T27" fmla="*/ 40 h 180"/>
                <a:gd name="T28" fmla="*/ 228 w 276"/>
                <a:gd name="T29" fmla="*/ 72 h 180"/>
                <a:gd name="T30" fmla="*/ 250 w 276"/>
                <a:gd name="T31" fmla="*/ 82 h 180"/>
                <a:gd name="T32" fmla="*/ 258 w 276"/>
                <a:gd name="T33" fmla="*/ 86 h 180"/>
                <a:gd name="T34" fmla="*/ 266 w 276"/>
                <a:gd name="T35" fmla="*/ 86 h 180"/>
                <a:gd name="T36" fmla="*/ 266 w 276"/>
                <a:gd name="T37" fmla="*/ 86 h 180"/>
                <a:gd name="T38" fmla="*/ 272 w 276"/>
                <a:gd name="T39" fmla="*/ 88 h 180"/>
                <a:gd name="T40" fmla="*/ 276 w 276"/>
                <a:gd name="T41" fmla="*/ 90 h 180"/>
                <a:gd name="T42" fmla="*/ 276 w 276"/>
                <a:gd name="T43" fmla="*/ 92 h 180"/>
                <a:gd name="T44" fmla="*/ 276 w 276"/>
                <a:gd name="T45" fmla="*/ 96 h 180"/>
                <a:gd name="T46" fmla="*/ 272 w 276"/>
                <a:gd name="T47" fmla="*/ 104 h 180"/>
                <a:gd name="T48" fmla="*/ 262 w 276"/>
                <a:gd name="T49" fmla="*/ 112 h 180"/>
                <a:gd name="T50" fmla="*/ 250 w 276"/>
                <a:gd name="T51" fmla="*/ 122 h 180"/>
                <a:gd name="T52" fmla="*/ 236 w 276"/>
                <a:gd name="T53" fmla="*/ 128 h 180"/>
                <a:gd name="T54" fmla="*/ 220 w 276"/>
                <a:gd name="T55" fmla="*/ 132 h 180"/>
                <a:gd name="T56" fmla="*/ 212 w 276"/>
                <a:gd name="T57" fmla="*/ 134 h 180"/>
                <a:gd name="T58" fmla="*/ 206 w 276"/>
                <a:gd name="T59" fmla="*/ 132 h 180"/>
                <a:gd name="T60" fmla="*/ 206 w 276"/>
                <a:gd name="T61" fmla="*/ 132 h 180"/>
                <a:gd name="T62" fmla="*/ 192 w 276"/>
                <a:gd name="T63" fmla="*/ 128 h 180"/>
                <a:gd name="T64" fmla="*/ 178 w 276"/>
                <a:gd name="T65" fmla="*/ 122 h 180"/>
                <a:gd name="T66" fmla="*/ 150 w 276"/>
                <a:gd name="T67" fmla="*/ 106 h 180"/>
                <a:gd name="T68" fmla="*/ 128 w 276"/>
                <a:gd name="T69" fmla="*/ 92 h 180"/>
                <a:gd name="T70" fmla="*/ 118 w 276"/>
                <a:gd name="T71" fmla="*/ 86 h 180"/>
                <a:gd name="T72" fmla="*/ 118 w 276"/>
                <a:gd name="T73" fmla="*/ 86 h 180"/>
                <a:gd name="T74" fmla="*/ 118 w 276"/>
                <a:gd name="T75" fmla="*/ 98 h 180"/>
                <a:gd name="T76" fmla="*/ 118 w 276"/>
                <a:gd name="T77" fmla="*/ 110 h 180"/>
                <a:gd name="T78" fmla="*/ 114 w 276"/>
                <a:gd name="T79" fmla="*/ 126 h 180"/>
                <a:gd name="T80" fmla="*/ 106 w 276"/>
                <a:gd name="T81" fmla="*/ 142 h 180"/>
                <a:gd name="T82" fmla="*/ 102 w 276"/>
                <a:gd name="T83" fmla="*/ 148 h 180"/>
                <a:gd name="T84" fmla="*/ 94 w 276"/>
                <a:gd name="T85" fmla="*/ 156 h 180"/>
                <a:gd name="T86" fmla="*/ 86 w 276"/>
                <a:gd name="T87" fmla="*/ 162 h 180"/>
                <a:gd name="T88" fmla="*/ 78 w 276"/>
                <a:gd name="T89" fmla="*/ 168 h 180"/>
                <a:gd name="T90" fmla="*/ 66 w 276"/>
                <a:gd name="T91" fmla="*/ 174 h 180"/>
                <a:gd name="T92" fmla="*/ 54 w 276"/>
                <a:gd name="T93" fmla="*/ 178 h 180"/>
                <a:gd name="T94" fmla="*/ 54 w 276"/>
                <a:gd name="T95" fmla="*/ 178 h 180"/>
                <a:gd name="T96" fmla="*/ 42 w 276"/>
                <a:gd name="T97" fmla="*/ 180 h 180"/>
                <a:gd name="T98" fmla="*/ 30 w 276"/>
                <a:gd name="T99" fmla="*/ 180 h 180"/>
                <a:gd name="T100" fmla="*/ 22 w 276"/>
                <a:gd name="T101" fmla="*/ 178 h 180"/>
                <a:gd name="T102" fmla="*/ 16 w 276"/>
                <a:gd name="T103" fmla="*/ 176 h 180"/>
                <a:gd name="T104" fmla="*/ 10 w 276"/>
                <a:gd name="T105" fmla="*/ 170 h 180"/>
                <a:gd name="T106" fmla="*/ 6 w 276"/>
                <a:gd name="T107" fmla="*/ 166 h 180"/>
                <a:gd name="T108" fmla="*/ 4 w 276"/>
                <a:gd name="T109" fmla="*/ 160 h 180"/>
                <a:gd name="T110" fmla="*/ 2 w 276"/>
                <a:gd name="T111" fmla="*/ 152 h 180"/>
                <a:gd name="T112" fmla="*/ 0 w 276"/>
                <a:gd name="T113" fmla="*/ 138 h 180"/>
                <a:gd name="T114" fmla="*/ 2 w 276"/>
                <a:gd name="T115" fmla="*/ 126 h 180"/>
                <a:gd name="T116" fmla="*/ 4 w 276"/>
                <a:gd name="T117" fmla="*/ 11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6" h="180">
                  <a:moveTo>
                    <a:pt x="4" y="114"/>
                  </a:moveTo>
                  <a:lnTo>
                    <a:pt x="4" y="114"/>
                  </a:lnTo>
                  <a:lnTo>
                    <a:pt x="14" y="98"/>
                  </a:lnTo>
                  <a:lnTo>
                    <a:pt x="36" y="62"/>
                  </a:lnTo>
                  <a:lnTo>
                    <a:pt x="50" y="42"/>
                  </a:lnTo>
                  <a:lnTo>
                    <a:pt x="64" y="24"/>
                  </a:lnTo>
                  <a:lnTo>
                    <a:pt x="78" y="8"/>
                  </a:lnTo>
                  <a:lnTo>
                    <a:pt x="88" y="0"/>
                  </a:lnTo>
                  <a:lnTo>
                    <a:pt x="88" y="0"/>
                  </a:lnTo>
                  <a:lnTo>
                    <a:pt x="94" y="0"/>
                  </a:lnTo>
                  <a:lnTo>
                    <a:pt x="102" y="2"/>
                  </a:lnTo>
                  <a:lnTo>
                    <a:pt x="122" y="10"/>
                  </a:lnTo>
                  <a:lnTo>
                    <a:pt x="146" y="22"/>
                  </a:lnTo>
                  <a:lnTo>
                    <a:pt x="174" y="40"/>
                  </a:lnTo>
                  <a:lnTo>
                    <a:pt x="228" y="72"/>
                  </a:lnTo>
                  <a:lnTo>
                    <a:pt x="250" y="82"/>
                  </a:lnTo>
                  <a:lnTo>
                    <a:pt x="258" y="86"/>
                  </a:lnTo>
                  <a:lnTo>
                    <a:pt x="266" y="86"/>
                  </a:lnTo>
                  <a:lnTo>
                    <a:pt x="266" y="86"/>
                  </a:lnTo>
                  <a:lnTo>
                    <a:pt x="272" y="88"/>
                  </a:lnTo>
                  <a:lnTo>
                    <a:pt x="276" y="90"/>
                  </a:lnTo>
                  <a:lnTo>
                    <a:pt x="276" y="92"/>
                  </a:lnTo>
                  <a:lnTo>
                    <a:pt x="276" y="96"/>
                  </a:lnTo>
                  <a:lnTo>
                    <a:pt x="272" y="104"/>
                  </a:lnTo>
                  <a:lnTo>
                    <a:pt x="262" y="112"/>
                  </a:lnTo>
                  <a:lnTo>
                    <a:pt x="250" y="122"/>
                  </a:lnTo>
                  <a:lnTo>
                    <a:pt x="236" y="128"/>
                  </a:lnTo>
                  <a:lnTo>
                    <a:pt x="220" y="132"/>
                  </a:lnTo>
                  <a:lnTo>
                    <a:pt x="212" y="134"/>
                  </a:lnTo>
                  <a:lnTo>
                    <a:pt x="206" y="132"/>
                  </a:lnTo>
                  <a:lnTo>
                    <a:pt x="206" y="132"/>
                  </a:lnTo>
                  <a:lnTo>
                    <a:pt x="192" y="128"/>
                  </a:lnTo>
                  <a:lnTo>
                    <a:pt x="178" y="122"/>
                  </a:lnTo>
                  <a:lnTo>
                    <a:pt x="150" y="106"/>
                  </a:lnTo>
                  <a:lnTo>
                    <a:pt x="128" y="92"/>
                  </a:lnTo>
                  <a:lnTo>
                    <a:pt x="118" y="86"/>
                  </a:lnTo>
                  <a:lnTo>
                    <a:pt x="118" y="86"/>
                  </a:lnTo>
                  <a:lnTo>
                    <a:pt x="118" y="98"/>
                  </a:lnTo>
                  <a:lnTo>
                    <a:pt x="118" y="110"/>
                  </a:lnTo>
                  <a:lnTo>
                    <a:pt x="114" y="126"/>
                  </a:lnTo>
                  <a:lnTo>
                    <a:pt x="106" y="142"/>
                  </a:lnTo>
                  <a:lnTo>
                    <a:pt x="102" y="148"/>
                  </a:lnTo>
                  <a:lnTo>
                    <a:pt x="94" y="156"/>
                  </a:lnTo>
                  <a:lnTo>
                    <a:pt x="86" y="162"/>
                  </a:lnTo>
                  <a:lnTo>
                    <a:pt x="78" y="168"/>
                  </a:lnTo>
                  <a:lnTo>
                    <a:pt x="66" y="174"/>
                  </a:lnTo>
                  <a:lnTo>
                    <a:pt x="54" y="178"/>
                  </a:lnTo>
                  <a:lnTo>
                    <a:pt x="54" y="178"/>
                  </a:lnTo>
                  <a:lnTo>
                    <a:pt x="42" y="180"/>
                  </a:lnTo>
                  <a:lnTo>
                    <a:pt x="30" y="180"/>
                  </a:lnTo>
                  <a:lnTo>
                    <a:pt x="22" y="178"/>
                  </a:lnTo>
                  <a:lnTo>
                    <a:pt x="16" y="176"/>
                  </a:lnTo>
                  <a:lnTo>
                    <a:pt x="10" y="170"/>
                  </a:lnTo>
                  <a:lnTo>
                    <a:pt x="6" y="166"/>
                  </a:lnTo>
                  <a:lnTo>
                    <a:pt x="4" y="160"/>
                  </a:lnTo>
                  <a:lnTo>
                    <a:pt x="2" y="152"/>
                  </a:lnTo>
                  <a:lnTo>
                    <a:pt x="0" y="138"/>
                  </a:lnTo>
                  <a:lnTo>
                    <a:pt x="2" y="126"/>
                  </a:lnTo>
                  <a:lnTo>
                    <a:pt x="4" y="1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0" name="任意多边形 39"/>
            <p:cNvSpPr/>
            <p:nvPr>
              <p:custDataLst>
                <p:tags r:id="rId39"/>
              </p:custDataLst>
            </p:nvPr>
          </p:nvSpPr>
          <p:spPr bwMode="auto">
            <a:xfrm>
              <a:off x="2643" y="3376"/>
              <a:ext cx="1606" cy="511"/>
            </a:xfrm>
            <a:custGeom>
              <a:avLst/>
              <a:gdLst>
                <a:gd name="T0" fmla="*/ 42 w 1338"/>
                <a:gd name="T1" fmla="*/ 0 h 426"/>
                <a:gd name="T2" fmla="*/ 54 w 1338"/>
                <a:gd name="T3" fmla="*/ 2 h 426"/>
                <a:gd name="T4" fmla="*/ 158 w 1338"/>
                <a:gd name="T5" fmla="*/ 62 h 426"/>
                <a:gd name="T6" fmla="*/ 276 w 1338"/>
                <a:gd name="T7" fmla="*/ 124 h 426"/>
                <a:gd name="T8" fmla="*/ 386 w 1338"/>
                <a:gd name="T9" fmla="*/ 172 h 426"/>
                <a:gd name="T10" fmla="*/ 468 w 1338"/>
                <a:gd name="T11" fmla="*/ 202 h 426"/>
                <a:gd name="T12" fmla="*/ 556 w 1338"/>
                <a:gd name="T13" fmla="*/ 228 h 426"/>
                <a:gd name="T14" fmla="*/ 652 w 1338"/>
                <a:gd name="T15" fmla="*/ 248 h 426"/>
                <a:gd name="T16" fmla="*/ 752 w 1338"/>
                <a:gd name="T17" fmla="*/ 260 h 426"/>
                <a:gd name="T18" fmla="*/ 858 w 1338"/>
                <a:gd name="T19" fmla="*/ 262 h 426"/>
                <a:gd name="T20" fmla="*/ 968 w 1338"/>
                <a:gd name="T21" fmla="*/ 254 h 426"/>
                <a:gd name="T22" fmla="*/ 1082 w 1338"/>
                <a:gd name="T23" fmla="*/ 232 h 426"/>
                <a:gd name="T24" fmla="*/ 1198 w 1338"/>
                <a:gd name="T25" fmla="*/ 196 h 426"/>
                <a:gd name="T26" fmla="*/ 1258 w 1338"/>
                <a:gd name="T27" fmla="*/ 172 h 426"/>
                <a:gd name="T28" fmla="*/ 1278 w 1338"/>
                <a:gd name="T29" fmla="*/ 188 h 426"/>
                <a:gd name="T30" fmla="*/ 1304 w 1338"/>
                <a:gd name="T31" fmla="*/ 220 h 426"/>
                <a:gd name="T32" fmla="*/ 1328 w 1338"/>
                <a:gd name="T33" fmla="*/ 268 h 426"/>
                <a:gd name="T34" fmla="*/ 1338 w 1338"/>
                <a:gd name="T35" fmla="*/ 298 h 426"/>
                <a:gd name="T36" fmla="*/ 1272 w 1338"/>
                <a:gd name="T37" fmla="*/ 328 h 426"/>
                <a:gd name="T38" fmla="*/ 1166 w 1338"/>
                <a:gd name="T39" fmla="*/ 364 h 426"/>
                <a:gd name="T40" fmla="*/ 1018 w 1338"/>
                <a:gd name="T41" fmla="*/ 402 h 426"/>
                <a:gd name="T42" fmla="*/ 934 w 1338"/>
                <a:gd name="T43" fmla="*/ 416 h 426"/>
                <a:gd name="T44" fmla="*/ 840 w 1338"/>
                <a:gd name="T45" fmla="*/ 424 h 426"/>
                <a:gd name="T46" fmla="*/ 742 w 1338"/>
                <a:gd name="T47" fmla="*/ 426 h 426"/>
                <a:gd name="T48" fmla="*/ 640 w 1338"/>
                <a:gd name="T49" fmla="*/ 420 h 426"/>
                <a:gd name="T50" fmla="*/ 534 w 1338"/>
                <a:gd name="T51" fmla="*/ 402 h 426"/>
                <a:gd name="T52" fmla="*/ 426 w 1338"/>
                <a:gd name="T53" fmla="*/ 374 h 426"/>
                <a:gd name="T54" fmla="*/ 316 w 1338"/>
                <a:gd name="T55" fmla="*/ 330 h 426"/>
                <a:gd name="T56" fmla="*/ 206 w 1338"/>
                <a:gd name="T57" fmla="*/ 274 h 426"/>
                <a:gd name="T58" fmla="*/ 98 w 1338"/>
                <a:gd name="T59" fmla="*/ 198 h 426"/>
                <a:gd name="T60" fmla="*/ 72 w 1338"/>
                <a:gd name="T61" fmla="*/ 172 h 426"/>
                <a:gd name="T62" fmla="*/ 26 w 1338"/>
                <a:gd name="T63" fmla="*/ 112 h 426"/>
                <a:gd name="T64" fmla="*/ 8 w 1338"/>
                <a:gd name="T65" fmla="*/ 78 h 426"/>
                <a:gd name="T66" fmla="*/ 0 w 1338"/>
                <a:gd name="T67" fmla="*/ 44 h 426"/>
                <a:gd name="T68" fmla="*/ 2 w 1338"/>
                <a:gd name="T69" fmla="*/ 30 h 426"/>
                <a:gd name="T70" fmla="*/ 10 w 1338"/>
                <a:gd name="T71" fmla="*/ 18 h 426"/>
                <a:gd name="T72" fmla="*/ 22 w 1338"/>
                <a:gd name="T73" fmla="*/ 8 h 426"/>
                <a:gd name="T74" fmla="*/ 42 w 1338"/>
                <a:gd name="T75"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8" h="426">
                  <a:moveTo>
                    <a:pt x="42" y="0"/>
                  </a:moveTo>
                  <a:lnTo>
                    <a:pt x="42" y="0"/>
                  </a:lnTo>
                  <a:lnTo>
                    <a:pt x="46" y="0"/>
                  </a:lnTo>
                  <a:lnTo>
                    <a:pt x="54" y="2"/>
                  </a:lnTo>
                  <a:lnTo>
                    <a:pt x="78" y="16"/>
                  </a:lnTo>
                  <a:lnTo>
                    <a:pt x="158" y="62"/>
                  </a:lnTo>
                  <a:lnTo>
                    <a:pt x="212" y="92"/>
                  </a:lnTo>
                  <a:lnTo>
                    <a:pt x="276" y="124"/>
                  </a:lnTo>
                  <a:lnTo>
                    <a:pt x="346" y="156"/>
                  </a:lnTo>
                  <a:lnTo>
                    <a:pt x="386" y="172"/>
                  </a:lnTo>
                  <a:lnTo>
                    <a:pt x="426" y="188"/>
                  </a:lnTo>
                  <a:lnTo>
                    <a:pt x="468" y="202"/>
                  </a:lnTo>
                  <a:lnTo>
                    <a:pt x="512" y="216"/>
                  </a:lnTo>
                  <a:lnTo>
                    <a:pt x="556" y="228"/>
                  </a:lnTo>
                  <a:lnTo>
                    <a:pt x="604" y="238"/>
                  </a:lnTo>
                  <a:lnTo>
                    <a:pt x="652" y="248"/>
                  </a:lnTo>
                  <a:lnTo>
                    <a:pt x="702" y="254"/>
                  </a:lnTo>
                  <a:lnTo>
                    <a:pt x="752" y="260"/>
                  </a:lnTo>
                  <a:lnTo>
                    <a:pt x="804" y="262"/>
                  </a:lnTo>
                  <a:lnTo>
                    <a:pt x="858" y="262"/>
                  </a:lnTo>
                  <a:lnTo>
                    <a:pt x="912" y="260"/>
                  </a:lnTo>
                  <a:lnTo>
                    <a:pt x="968" y="254"/>
                  </a:lnTo>
                  <a:lnTo>
                    <a:pt x="1024" y="246"/>
                  </a:lnTo>
                  <a:lnTo>
                    <a:pt x="1082" y="232"/>
                  </a:lnTo>
                  <a:lnTo>
                    <a:pt x="1140" y="216"/>
                  </a:lnTo>
                  <a:lnTo>
                    <a:pt x="1198" y="196"/>
                  </a:lnTo>
                  <a:lnTo>
                    <a:pt x="1258" y="172"/>
                  </a:lnTo>
                  <a:lnTo>
                    <a:pt x="1258" y="172"/>
                  </a:lnTo>
                  <a:lnTo>
                    <a:pt x="1268" y="180"/>
                  </a:lnTo>
                  <a:lnTo>
                    <a:pt x="1278" y="188"/>
                  </a:lnTo>
                  <a:lnTo>
                    <a:pt x="1290" y="202"/>
                  </a:lnTo>
                  <a:lnTo>
                    <a:pt x="1304" y="220"/>
                  </a:lnTo>
                  <a:lnTo>
                    <a:pt x="1316" y="242"/>
                  </a:lnTo>
                  <a:lnTo>
                    <a:pt x="1328" y="268"/>
                  </a:lnTo>
                  <a:lnTo>
                    <a:pt x="1338" y="298"/>
                  </a:lnTo>
                  <a:lnTo>
                    <a:pt x="1338" y="298"/>
                  </a:lnTo>
                  <a:lnTo>
                    <a:pt x="1308" y="312"/>
                  </a:lnTo>
                  <a:lnTo>
                    <a:pt x="1272" y="328"/>
                  </a:lnTo>
                  <a:lnTo>
                    <a:pt x="1224" y="346"/>
                  </a:lnTo>
                  <a:lnTo>
                    <a:pt x="1166" y="364"/>
                  </a:lnTo>
                  <a:lnTo>
                    <a:pt x="1096" y="384"/>
                  </a:lnTo>
                  <a:lnTo>
                    <a:pt x="1018" y="402"/>
                  </a:lnTo>
                  <a:lnTo>
                    <a:pt x="976" y="408"/>
                  </a:lnTo>
                  <a:lnTo>
                    <a:pt x="934" y="416"/>
                  </a:lnTo>
                  <a:lnTo>
                    <a:pt x="888" y="420"/>
                  </a:lnTo>
                  <a:lnTo>
                    <a:pt x="840" y="424"/>
                  </a:lnTo>
                  <a:lnTo>
                    <a:pt x="792" y="426"/>
                  </a:lnTo>
                  <a:lnTo>
                    <a:pt x="742" y="426"/>
                  </a:lnTo>
                  <a:lnTo>
                    <a:pt x="692" y="424"/>
                  </a:lnTo>
                  <a:lnTo>
                    <a:pt x="640" y="420"/>
                  </a:lnTo>
                  <a:lnTo>
                    <a:pt x="588" y="412"/>
                  </a:lnTo>
                  <a:lnTo>
                    <a:pt x="534" y="402"/>
                  </a:lnTo>
                  <a:lnTo>
                    <a:pt x="480" y="390"/>
                  </a:lnTo>
                  <a:lnTo>
                    <a:pt x="426" y="374"/>
                  </a:lnTo>
                  <a:lnTo>
                    <a:pt x="370" y="354"/>
                  </a:lnTo>
                  <a:lnTo>
                    <a:pt x="316" y="330"/>
                  </a:lnTo>
                  <a:lnTo>
                    <a:pt x="262" y="304"/>
                  </a:lnTo>
                  <a:lnTo>
                    <a:pt x="206" y="274"/>
                  </a:lnTo>
                  <a:lnTo>
                    <a:pt x="152" y="238"/>
                  </a:lnTo>
                  <a:lnTo>
                    <a:pt x="98" y="198"/>
                  </a:lnTo>
                  <a:lnTo>
                    <a:pt x="98" y="198"/>
                  </a:lnTo>
                  <a:lnTo>
                    <a:pt x="72" y="172"/>
                  </a:lnTo>
                  <a:lnTo>
                    <a:pt x="48" y="144"/>
                  </a:lnTo>
                  <a:lnTo>
                    <a:pt x="26" y="112"/>
                  </a:lnTo>
                  <a:lnTo>
                    <a:pt x="16" y="94"/>
                  </a:lnTo>
                  <a:lnTo>
                    <a:pt x="8" y="78"/>
                  </a:lnTo>
                  <a:lnTo>
                    <a:pt x="2" y="60"/>
                  </a:lnTo>
                  <a:lnTo>
                    <a:pt x="0" y="44"/>
                  </a:lnTo>
                  <a:lnTo>
                    <a:pt x="0" y="38"/>
                  </a:lnTo>
                  <a:lnTo>
                    <a:pt x="2" y="30"/>
                  </a:lnTo>
                  <a:lnTo>
                    <a:pt x="6" y="24"/>
                  </a:lnTo>
                  <a:lnTo>
                    <a:pt x="10" y="18"/>
                  </a:lnTo>
                  <a:lnTo>
                    <a:pt x="16" y="12"/>
                  </a:lnTo>
                  <a:lnTo>
                    <a:pt x="22" y="8"/>
                  </a:lnTo>
                  <a:lnTo>
                    <a:pt x="32" y="2"/>
                  </a:lnTo>
                  <a:lnTo>
                    <a:pt x="42" y="0"/>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1" name="任意多边形 40"/>
            <p:cNvSpPr/>
            <p:nvPr>
              <p:custDataLst>
                <p:tags r:id="rId40"/>
              </p:custDataLst>
            </p:nvPr>
          </p:nvSpPr>
          <p:spPr bwMode="auto">
            <a:xfrm>
              <a:off x="2643" y="3376"/>
              <a:ext cx="1606" cy="511"/>
            </a:xfrm>
            <a:custGeom>
              <a:avLst/>
              <a:gdLst>
                <a:gd name="T0" fmla="*/ 42 w 1338"/>
                <a:gd name="T1" fmla="*/ 0 h 426"/>
                <a:gd name="T2" fmla="*/ 54 w 1338"/>
                <a:gd name="T3" fmla="*/ 2 h 426"/>
                <a:gd name="T4" fmla="*/ 158 w 1338"/>
                <a:gd name="T5" fmla="*/ 62 h 426"/>
                <a:gd name="T6" fmla="*/ 276 w 1338"/>
                <a:gd name="T7" fmla="*/ 124 h 426"/>
                <a:gd name="T8" fmla="*/ 386 w 1338"/>
                <a:gd name="T9" fmla="*/ 172 h 426"/>
                <a:gd name="T10" fmla="*/ 468 w 1338"/>
                <a:gd name="T11" fmla="*/ 202 h 426"/>
                <a:gd name="T12" fmla="*/ 556 w 1338"/>
                <a:gd name="T13" fmla="*/ 228 h 426"/>
                <a:gd name="T14" fmla="*/ 652 w 1338"/>
                <a:gd name="T15" fmla="*/ 248 h 426"/>
                <a:gd name="T16" fmla="*/ 752 w 1338"/>
                <a:gd name="T17" fmla="*/ 260 h 426"/>
                <a:gd name="T18" fmla="*/ 858 w 1338"/>
                <a:gd name="T19" fmla="*/ 262 h 426"/>
                <a:gd name="T20" fmla="*/ 968 w 1338"/>
                <a:gd name="T21" fmla="*/ 254 h 426"/>
                <a:gd name="T22" fmla="*/ 1082 w 1338"/>
                <a:gd name="T23" fmla="*/ 232 h 426"/>
                <a:gd name="T24" fmla="*/ 1198 w 1338"/>
                <a:gd name="T25" fmla="*/ 196 h 426"/>
                <a:gd name="T26" fmla="*/ 1258 w 1338"/>
                <a:gd name="T27" fmla="*/ 172 h 426"/>
                <a:gd name="T28" fmla="*/ 1278 w 1338"/>
                <a:gd name="T29" fmla="*/ 188 h 426"/>
                <a:gd name="T30" fmla="*/ 1304 w 1338"/>
                <a:gd name="T31" fmla="*/ 220 h 426"/>
                <a:gd name="T32" fmla="*/ 1328 w 1338"/>
                <a:gd name="T33" fmla="*/ 268 h 426"/>
                <a:gd name="T34" fmla="*/ 1338 w 1338"/>
                <a:gd name="T35" fmla="*/ 298 h 426"/>
                <a:gd name="T36" fmla="*/ 1272 w 1338"/>
                <a:gd name="T37" fmla="*/ 328 h 426"/>
                <a:gd name="T38" fmla="*/ 1166 w 1338"/>
                <a:gd name="T39" fmla="*/ 364 h 426"/>
                <a:gd name="T40" fmla="*/ 1018 w 1338"/>
                <a:gd name="T41" fmla="*/ 402 h 426"/>
                <a:gd name="T42" fmla="*/ 934 w 1338"/>
                <a:gd name="T43" fmla="*/ 416 h 426"/>
                <a:gd name="T44" fmla="*/ 840 w 1338"/>
                <a:gd name="T45" fmla="*/ 424 h 426"/>
                <a:gd name="T46" fmla="*/ 742 w 1338"/>
                <a:gd name="T47" fmla="*/ 426 h 426"/>
                <a:gd name="T48" fmla="*/ 640 w 1338"/>
                <a:gd name="T49" fmla="*/ 420 h 426"/>
                <a:gd name="T50" fmla="*/ 534 w 1338"/>
                <a:gd name="T51" fmla="*/ 402 h 426"/>
                <a:gd name="T52" fmla="*/ 426 w 1338"/>
                <a:gd name="T53" fmla="*/ 374 h 426"/>
                <a:gd name="T54" fmla="*/ 316 w 1338"/>
                <a:gd name="T55" fmla="*/ 330 h 426"/>
                <a:gd name="T56" fmla="*/ 206 w 1338"/>
                <a:gd name="T57" fmla="*/ 274 h 426"/>
                <a:gd name="T58" fmla="*/ 98 w 1338"/>
                <a:gd name="T59" fmla="*/ 198 h 426"/>
                <a:gd name="T60" fmla="*/ 72 w 1338"/>
                <a:gd name="T61" fmla="*/ 172 h 426"/>
                <a:gd name="T62" fmla="*/ 26 w 1338"/>
                <a:gd name="T63" fmla="*/ 112 h 426"/>
                <a:gd name="T64" fmla="*/ 8 w 1338"/>
                <a:gd name="T65" fmla="*/ 78 h 426"/>
                <a:gd name="T66" fmla="*/ 0 w 1338"/>
                <a:gd name="T67" fmla="*/ 44 h 426"/>
                <a:gd name="T68" fmla="*/ 2 w 1338"/>
                <a:gd name="T69" fmla="*/ 30 h 426"/>
                <a:gd name="T70" fmla="*/ 10 w 1338"/>
                <a:gd name="T71" fmla="*/ 18 h 426"/>
                <a:gd name="T72" fmla="*/ 22 w 1338"/>
                <a:gd name="T73" fmla="*/ 8 h 426"/>
                <a:gd name="T74" fmla="*/ 42 w 1338"/>
                <a:gd name="T75"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8" h="426">
                  <a:moveTo>
                    <a:pt x="42" y="0"/>
                  </a:moveTo>
                  <a:lnTo>
                    <a:pt x="42" y="0"/>
                  </a:lnTo>
                  <a:lnTo>
                    <a:pt x="46" y="0"/>
                  </a:lnTo>
                  <a:lnTo>
                    <a:pt x="54" y="2"/>
                  </a:lnTo>
                  <a:lnTo>
                    <a:pt x="78" y="16"/>
                  </a:lnTo>
                  <a:lnTo>
                    <a:pt x="158" y="62"/>
                  </a:lnTo>
                  <a:lnTo>
                    <a:pt x="212" y="92"/>
                  </a:lnTo>
                  <a:lnTo>
                    <a:pt x="276" y="124"/>
                  </a:lnTo>
                  <a:lnTo>
                    <a:pt x="346" y="156"/>
                  </a:lnTo>
                  <a:lnTo>
                    <a:pt x="386" y="172"/>
                  </a:lnTo>
                  <a:lnTo>
                    <a:pt x="426" y="188"/>
                  </a:lnTo>
                  <a:lnTo>
                    <a:pt x="468" y="202"/>
                  </a:lnTo>
                  <a:lnTo>
                    <a:pt x="512" y="216"/>
                  </a:lnTo>
                  <a:lnTo>
                    <a:pt x="556" y="228"/>
                  </a:lnTo>
                  <a:lnTo>
                    <a:pt x="604" y="238"/>
                  </a:lnTo>
                  <a:lnTo>
                    <a:pt x="652" y="248"/>
                  </a:lnTo>
                  <a:lnTo>
                    <a:pt x="702" y="254"/>
                  </a:lnTo>
                  <a:lnTo>
                    <a:pt x="752" y="260"/>
                  </a:lnTo>
                  <a:lnTo>
                    <a:pt x="804" y="262"/>
                  </a:lnTo>
                  <a:lnTo>
                    <a:pt x="858" y="262"/>
                  </a:lnTo>
                  <a:lnTo>
                    <a:pt x="912" y="260"/>
                  </a:lnTo>
                  <a:lnTo>
                    <a:pt x="968" y="254"/>
                  </a:lnTo>
                  <a:lnTo>
                    <a:pt x="1024" y="246"/>
                  </a:lnTo>
                  <a:lnTo>
                    <a:pt x="1082" y="232"/>
                  </a:lnTo>
                  <a:lnTo>
                    <a:pt x="1140" y="216"/>
                  </a:lnTo>
                  <a:lnTo>
                    <a:pt x="1198" y="196"/>
                  </a:lnTo>
                  <a:lnTo>
                    <a:pt x="1258" y="172"/>
                  </a:lnTo>
                  <a:lnTo>
                    <a:pt x="1258" y="172"/>
                  </a:lnTo>
                  <a:lnTo>
                    <a:pt x="1268" y="180"/>
                  </a:lnTo>
                  <a:lnTo>
                    <a:pt x="1278" y="188"/>
                  </a:lnTo>
                  <a:lnTo>
                    <a:pt x="1290" y="202"/>
                  </a:lnTo>
                  <a:lnTo>
                    <a:pt x="1304" y="220"/>
                  </a:lnTo>
                  <a:lnTo>
                    <a:pt x="1316" y="242"/>
                  </a:lnTo>
                  <a:lnTo>
                    <a:pt x="1328" y="268"/>
                  </a:lnTo>
                  <a:lnTo>
                    <a:pt x="1338" y="298"/>
                  </a:lnTo>
                  <a:lnTo>
                    <a:pt x="1338" y="298"/>
                  </a:lnTo>
                  <a:lnTo>
                    <a:pt x="1308" y="312"/>
                  </a:lnTo>
                  <a:lnTo>
                    <a:pt x="1272" y="328"/>
                  </a:lnTo>
                  <a:lnTo>
                    <a:pt x="1224" y="346"/>
                  </a:lnTo>
                  <a:lnTo>
                    <a:pt x="1166" y="364"/>
                  </a:lnTo>
                  <a:lnTo>
                    <a:pt x="1096" y="384"/>
                  </a:lnTo>
                  <a:lnTo>
                    <a:pt x="1018" y="402"/>
                  </a:lnTo>
                  <a:lnTo>
                    <a:pt x="976" y="408"/>
                  </a:lnTo>
                  <a:lnTo>
                    <a:pt x="934" y="416"/>
                  </a:lnTo>
                  <a:lnTo>
                    <a:pt x="888" y="420"/>
                  </a:lnTo>
                  <a:lnTo>
                    <a:pt x="840" y="424"/>
                  </a:lnTo>
                  <a:lnTo>
                    <a:pt x="792" y="426"/>
                  </a:lnTo>
                  <a:lnTo>
                    <a:pt x="742" y="426"/>
                  </a:lnTo>
                  <a:lnTo>
                    <a:pt x="692" y="424"/>
                  </a:lnTo>
                  <a:lnTo>
                    <a:pt x="640" y="420"/>
                  </a:lnTo>
                  <a:lnTo>
                    <a:pt x="588" y="412"/>
                  </a:lnTo>
                  <a:lnTo>
                    <a:pt x="534" y="402"/>
                  </a:lnTo>
                  <a:lnTo>
                    <a:pt x="480" y="390"/>
                  </a:lnTo>
                  <a:lnTo>
                    <a:pt x="426" y="374"/>
                  </a:lnTo>
                  <a:lnTo>
                    <a:pt x="370" y="354"/>
                  </a:lnTo>
                  <a:lnTo>
                    <a:pt x="316" y="330"/>
                  </a:lnTo>
                  <a:lnTo>
                    <a:pt x="262" y="304"/>
                  </a:lnTo>
                  <a:lnTo>
                    <a:pt x="206" y="274"/>
                  </a:lnTo>
                  <a:lnTo>
                    <a:pt x="152" y="238"/>
                  </a:lnTo>
                  <a:lnTo>
                    <a:pt x="98" y="198"/>
                  </a:lnTo>
                  <a:lnTo>
                    <a:pt x="98" y="198"/>
                  </a:lnTo>
                  <a:lnTo>
                    <a:pt x="72" y="172"/>
                  </a:lnTo>
                  <a:lnTo>
                    <a:pt x="48" y="144"/>
                  </a:lnTo>
                  <a:lnTo>
                    <a:pt x="26" y="112"/>
                  </a:lnTo>
                  <a:lnTo>
                    <a:pt x="16" y="94"/>
                  </a:lnTo>
                  <a:lnTo>
                    <a:pt x="8" y="78"/>
                  </a:lnTo>
                  <a:lnTo>
                    <a:pt x="2" y="60"/>
                  </a:lnTo>
                  <a:lnTo>
                    <a:pt x="0" y="44"/>
                  </a:lnTo>
                  <a:lnTo>
                    <a:pt x="0" y="38"/>
                  </a:lnTo>
                  <a:lnTo>
                    <a:pt x="2" y="30"/>
                  </a:lnTo>
                  <a:lnTo>
                    <a:pt x="6" y="24"/>
                  </a:lnTo>
                  <a:lnTo>
                    <a:pt x="10" y="18"/>
                  </a:lnTo>
                  <a:lnTo>
                    <a:pt x="16" y="12"/>
                  </a:lnTo>
                  <a:lnTo>
                    <a:pt x="22" y="8"/>
                  </a:lnTo>
                  <a:lnTo>
                    <a:pt x="32" y="2"/>
                  </a:lnTo>
                  <a:lnTo>
                    <a:pt x="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2" name="任意多边形 41"/>
            <p:cNvSpPr/>
            <p:nvPr>
              <p:custDataLst>
                <p:tags r:id="rId41"/>
              </p:custDataLst>
            </p:nvPr>
          </p:nvSpPr>
          <p:spPr bwMode="auto">
            <a:xfrm>
              <a:off x="2550" y="2188"/>
              <a:ext cx="182" cy="492"/>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close/>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43" name="任意多边形 42"/>
            <p:cNvSpPr/>
            <p:nvPr>
              <p:custDataLst>
                <p:tags r:id="rId42"/>
              </p:custDataLst>
            </p:nvPr>
          </p:nvSpPr>
          <p:spPr bwMode="auto">
            <a:xfrm>
              <a:off x="2550" y="2188"/>
              <a:ext cx="182" cy="492"/>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4" name="任意多边形 43"/>
            <p:cNvSpPr/>
            <p:nvPr>
              <p:custDataLst>
                <p:tags r:id="rId43"/>
              </p:custDataLst>
            </p:nvPr>
          </p:nvSpPr>
          <p:spPr bwMode="auto">
            <a:xfrm>
              <a:off x="1949" y="2128"/>
              <a:ext cx="809" cy="1123"/>
            </a:xfrm>
            <a:custGeom>
              <a:avLst/>
              <a:gdLst>
                <a:gd name="T0" fmla="*/ 556 w 674"/>
                <a:gd name="T1" fmla="*/ 106 h 936"/>
                <a:gd name="T2" fmla="*/ 598 w 674"/>
                <a:gd name="T3" fmla="*/ 256 h 936"/>
                <a:gd name="T4" fmla="*/ 646 w 674"/>
                <a:gd name="T5" fmla="*/ 458 h 936"/>
                <a:gd name="T6" fmla="*/ 664 w 674"/>
                <a:gd name="T7" fmla="*/ 564 h 936"/>
                <a:gd name="T8" fmla="*/ 674 w 674"/>
                <a:gd name="T9" fmla="*/ 664 h 936"/>
                <a:gd name="T10" fmla="*/ 672 w 674"/>
                <a:gd name="T11" fmla="*/ 750 h 936"/>
                <a:gd name="T12" fmla="*/ 670 w 674"/>
                <a:gd name="T13" fmla="*/ 768 h 936"/>
                <a:gd name="T14" fmla="*/ 656 w 674"/>
                <a:gd name="T15" fmla="*/ 802 h 936"/>
                <a:gd name="T16" fmla="*/ 638 w 674"/>
                <a:gd name="T17" fmla="*/ 832 h 936"/>
                <a:gd name="T18" fmla="*/ 612 w 674"/>
                <a:gd name="T19" fmla="*/ 858 h 936"/>
                <a:gd name="T20" fmla="*/ 580 w 674"/>
                <a:gd name="T21" fmla="*/ 880 h 936"/>
                <a:gd name="T22" fmla="*/ 526 w 674"/>
                <a:gd name="T23" fmla="*/ 906 h 936"/>
                <a:gd name="T24" fmla="*/ 444 w 674"/>
                <a:gd name="T25" fmla="*/ 928 h 936"/>
                <a:gd name="T26" fmla="*/ 360 w 674"/>
                <a:gd name="T27" fmla="*/ 936 h 936"/>
                <a:gd name="T28" fmla="*/ 280 w 674"/>
                <a:gd name="T29" fmla="*/ 934 h 936"/>
                <a:gd name="T30" fmla="*/ 214 w 674"/>
                <a:gd name="T31" fmla="*/ 920 h 936"/>
                <a:gd name="T32" fmla="*/ 178 w 674"/>
                <a:gd name="T33" fmla="*/ 904 h 936"/>
                <a:gd name="T34" fmla="*/ 170 w 674"/>
                <a:gd name="T35" fmla="*/ 896 h 936"/>
                <a:gd name="T36" fmla="*/ 138 w 674"/>
                <a:gd name="T37" fmla="*/ 860 h 936"/>
                <a:gd name="T38" fmla="*/ 110 w 674"/>
                <a:gd name="T39" fmla="*/ 810 h 936"/>
                <a:gd name="T40" fmla="*/ 84 w 674"/>
                <a:gd name="T41" fmla="*/ 750 h 936"/>
                <a:gd name="T42" fmla="*/ 46 w 674"/>
                <a:gd name="T43" fmla="*/ 632 h 936"/>
                <a:gd name="T44" fmla="*/ 22 w 674"/>
                <a:gd name="T45" fmla="*/ 540 h 936"/>
                <a:gd name="T46" fmla="*/ 12 w 674"/>
                <a:gd name="T47" fmla="*/ 482 h 936"/>
                <a:gd name="T48" fmla="*/ 0 w 674"/>
                <a:gd name="T49" fmla="*/ 348 h 936"/>
                <a:gd name="T50" fmla="*/ 0 w 674"/>
                <a:gd name="T51" fmla="*/ 272 h 936"/>
                <a:gd name="T52" fmla="*/ 8 w 674"/>
                <a:gd name="T53" fmla="*/ 198 h 936"/>
                <a:gd name="T54" fmla="*/ 28 w 674"/>
                <a:gd name="T55" fmla="*/ 134 h 936"/>
                <a:gd name="T56" fmla="*/ 42 w 674"/>
                <a:gd name="T57" fmla="*/ 110 h 936"/>
                <a:gd name="T58" fmla="*/ 60 w 674"/>
                <a:gd name="T59" fmla="*/ 90 h 936"/>
                <a:gd name="T60" fmla="*/ 82 w 674"/>
                <a:gd name="T61" fmla="*/ 72 h 936"/>
                <a:gd name="T62" fmla="*/ 140 w 674"/>
                <a:gd name="T63" fmla="*/ 42 h 936"/>
                <a:gd name="T64" fmla="*/ 208 w 674"/>
                <a:gd name="T65" fmla="*/ 20 h 936"/>
                <a:gd name="T66" fmla="*/ 282 w 674"/>
                <a:gd name="T67" fmla="*/ 4 h 936"/>
                <a:gd name="T68" fmla="*/ 356 w 674"/>
                <a:gd name="T69" fmla="*/ 0 h 936"/>
                <a:gd name="T70" fmla="*/ 428 w 674"/>
                <a:gd name="T71" fmla="*/ 10 h 936"/>
                <a:gd name="T72" fmla="*/ 476 w 674"/>
                <a:gd name="T73" fmla="*/ 26 h 936"/>
                <a:gd name="T74" fmla="*/ 504 w 674"/>
                <a:gd name="T75" fmla="*/ 42 h 936"/>
                <a:gd name="T76" fmla="*/ 528 w 674"/>
                <a:gd name="T77" fmla="*/ 64 h 936"/>
                <a:gd name="T78" fmla="*/ 548 w 674"/>
                <a:gd name="T79" fmla="*/ 9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4" h="936">
                  <a:moveTo>
                    <a:pt x="556" y="106"/>
                  </a:moveTo>
                  <a:lnTo>
                    <a:pt x="556" y="106"/>
                  </a:lnTo>
                  <a:lnTo>
                    <a:pt x="578" y="178"/>
                  </a:lnTo>
                  <a:lnTo>
                    <a:pt x="598" y="256"/>
                  </a:lnTo>
                  <a:lnTo>
                    <a:pt x="622" y="352"/>
                  </a:lnTo>
                  <a:lnTo>
                    <a:pt x="646" y="458"/>
                  </a:lnTo>
                  <a:lnTo>
                    <a:pt x="656" y="510"/>
                  </a:lnTo>
                  <a:lnTo>
                    <a:pt x="664" y="564"/>
                  </a:lnTo>
                  <a:lnTo>
                    <a:pt x="670" y="616"/>
                  </a:lnTo>
                  <a:lnTo>
                    <a:pt x="674" y="664"/>
                  </a:lnTo>
                  <a:lnTo>
                    <a:pt x="674" y="710"/>
                  </a:lnTo>
                  <a:lnTo>
                    <a:pt x="672" y="750"/>
                  </a:lnTo>
                  <a:lnTo>
                    <a:pt x="672" y="750"/>
                  </a:lnTo>
                  <a:lnTo>
                    <a:pt x="670" y="768"/>
                  </a:lnTo>
                  <a:lnTo>
                    <a:pt x="664" y="786"/>
                  </a:lnTo>
                  <a:lnTo>
                    <a:pt x="656" y="802"/>
                  </a:lnTo>
                  <a:lnTo>
                    <a:pt x="648" y="818"/>
                  </a:lnTo>
                  <a:lnTo>
                    <a:pt x="638" y="832"/>
                  </a:lnTo>
                  <a:lnTo>
                    <a:pt x="624" y="846"/>
                  </a:lnTo>
                  <a:lnTo>
                    <a:pt x="612" y="858"/>
                  </a:lnTo>
                  <a:lnTo>
                    <a:pt x="596" y="870"/>
                  </a:lnTo>
                  <a:lnTo>
                    <a:pt x="580" y="880"/>
                  </a:lnTo>
                  <a:lnTo>
                    <a:pt x="562" y="890"/>
                  </a:lnTo>
                  <a:lnTo>
                    <a:pt x="526" y="906"/>
                  </a:lnTo>
                  <a:lnTo>
                    <a:pt x="486" y="918"/>
                  </a:lnTo>
                  <a:lnTo>
                    <a:pt x="444" y="928"/>
                  </a:lnTo>
                  <a:lnTo>
                    <a:pt x="402" y="934"/>
                  </a:lnTo>
                  <a:lnTo>
                    <a:pt x="360" y="936"/>
                  </a:lnTo>
                  <a:lnTo>
                    <a:pt x="320" y="936"/>
                  </a:lnTo>
                  <a:lnTo>
                    <a:pt x="280" y="934"/>
                  </a:lnTo>
                  <a:lnTo>
                    <a:pt x="246" y="928"/>
                  </a:lnTo>
                  <a:lnTo>
                    <a:pt x="214" y="920"/>
                  </a:lnTo>
                  <a:lnTo>
                    <a:pt x="188" y="910"/>
                  </a:lnTo>
                  <a:lnTo>
                    <a:pt x="178" y="904"/>
                  </a:lnTo>
                  <a:lnTo>
                    <a:pt x="170" y="896"/>
                  </a:lnTo>
                  <a:lnTo>
                    <a:pt x="170" y="896"/>
                  </a:lnTo>
                  <a:lnTo>
                    <a:pt x="154" y="880"/>
                  </a:lnTo>
                  <a:lnTo>
                    <a:pt x="138" y="860"/>
                  </a:lnTo>
                  <a:lnTo>
                    <a:pt x="124" y="836"/>
                  </a:lnTo>
                  <a:lnTo>
                    <a:pt x="110" y="810"/>
                  </a:lnTo>
                  <a:lnTo>
                    <a:pt x="96" y="780"/>
                  </a:lnTo>
                  <a:lnTo>
                    <a:pt x="84" y="750"/>
                  </a:lnTo>
                  <a:lnTo>
                    <a:pt x="64" y="690"/>
                  </a:lnTo>
                  <a:lnTo>
                    <a:pt x="46" y="632"/>
                  </a:lnTo>
                  <a:lnTo>
                    <a:pt x="34" y="586"/>
                  </a:lnTo>
                  <a:lnTo>
                    <a:pt x="22" y="540"/>
                  </a:lnTo>
                  <a:lnTo>
                    <a:pt x="22" y="540"/>
                  </a:lnTo>
                  <a:lnTo>
                    <a:pt x="12" y="482"/>
                  </a:lnTo>
                  <a:lnTo>
                    <a:pt x="6" y="422"/>
                  </a:lnTo>
                  <a:lnTo>
                    <a:pt x="0" y="348"/>
                  </a:lnTo>
                  <a:lnTo>
                    <a:pt x="0" y="310"/>
                  </a:lnTo>
                  <a:lnTo>
                    <a:pt x="0" y="272"/>
                  </a:lnTo>
                  <a:lnTo>
                    <a:pt x="4" y="234"/>
                  </a:lnTo>
                  <a:lnTo>
                    <a:pt x="8" y="198"/>
                  </a:lnTo>
                  <a:lnTo>
                    <a:pt x="16" y="164"/>
                  </a:lnTo>
                  <a:lnTo>
                    <a:pt x="28" y="134"/>
                  </a:lnTo>
                  <a:lnTo>
                    <a:pt x="34" y="122"/>
                  </a:lnTo>
                  <a:lnTo>
                    <a:pt x="42" y="110"/>
                  </a:lnTo>
                  <a:lnTo>
                    <a:pt x="50" y="98"/>
                  </a:lnTo>
                  <a:lnTo>
                    <a:pt x="60" y="90"/>
                  </a:lnTo>
                  <a:lnTo>
                    <a:pt x="60" y="90"/>
                  </a:lnTo>
                  <a:lnTo>
                    <a:pt x="82" y="72"/>
                  </a:lnTo>
                  <a:lnTo>
                    <a:pt x="110" y="58"/>
                  </a:lnTo>
                  <a:lnTo>
                    <a:pt x="140" y="42"/>
                  </a:lnTo>
                  <a:lnTo>
                    <a:pt x="172" y="30"/>
                  </a:lnTo>
                  <a:lnTo>
                    <a:pt x="208" y="20"/>
                  </a:lnTo>
                  <a:lnTo>
                    <a:pt x="244" y="10"/>
                  </a:lnTo>
                  <a:lnTo>
                    <a:pt x="282" y="4"/>
                  </a:lnTo>
                  <a:lnTo>
                    <a:pt x="320" y="0"/>
                  </a:lnTo>
                  <a:lnTo>
                    <a:pt x="356" y="0"/>
                  </a:lnTo>
                  <a:lnTo>
                    <a:pt x="394" y="2"/>
                  </a:lnTo>
                  <a:lnTo>
                    <a:pt x="428" y="10"/>
                  </a:lnTo>
                  <a:lnTo>
                    <a:pt x="460" y="20"/>
                  </a:lnTo>
                  <a:lnTo>
                    <a:pt x="476" y="26"/>
                  </a:lnTo>
                  <a:lnTo>
                    <a:pt x="490" y="34"/>
                  </a:lnTo>
                  <a:lnTo>
                    <a:pt x="504" y="42"/>
                  </a:lnTo>
                  <a:lnTo>
                    <a:pt x="516" y="54"/>
                  </a:lnTo>
                  <a:lnTo>
                    <a:pt x="528" y="64"/>
                  </a:lnTo>
                  <a:lnTo>
                    <a:pt x="538" y="76"/>
                  </a:lnTo>
                  <a:lnTo>
                    <a:pt x="548" y="90"/>
                  </a:lnTo>
                  <a:lnTo>
                    <a:pt x="556" y="10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5" name="任意多边形 44"/>
            <p:cNvSpPr/>
            <p:nvPr>
              <p:custDataLst>
                <p:tags r:id="rId44"/>
              </p:custDataLst>
            </p:nvPr>
          </p:nvSpPr>
          <p:spPr bwMode="auto">
            <a:xfrm>
              <a:off x="1949" y="2128"/>
              <a:ext cx="809" cy="1123"/>
            </a:xfrm>
            <a:custGeom>
              <a:avLst/>
              <a:gdLst>
                <a:gd name="T0" fmla="*/ 556 w 674"/>
                <a:gd name="T1" fmla="*/ 106 h 936"/>
                <a:gd name="T2" fmla="*/ 598 w 674"/>
                <a:gd name="T3" fmla="*/ 256 h 936"/>
                <a:gd name="T4" fmla="*/ 646 w 674"/>
                <a:gd name="T5" fmla="*/ 458 h 936"/>
                <a:gd name="T6" fmla="*/ 664 w 674"/>
                <a:gd name="T7" fmla="*/ 564 h 936"/>
                <a:gd name="T8" fmla="*/ 674 w 674"/>
                <a:gd name="T9" fmla="*/ 664 h 936"/>
                <a:gd name="T10" fmla="*/ 672 w 674"/>
                <a:gd name="T11" fmla="*/ 750 h 936"/>
                <a:gd name="T12" fmla="*/ 670 w 674"/>
                <a:gd name="T13" fmla="*/ 768 h 936"/>
                <a:gd name="T14" fmla="*/ 656 w 674"/>
                <a:gd name="T15" fmla="*/ 802 h 936"/>
                <a:gd name="T16" fmla="*/ 638 w 674"/>
                <a:gd name="T17" fmla="*/ 832 h 936"/>
                <a:gd name="T18" fmla="*/ 612 w 674"/>
                <a:gd name="T19" fmla="*/ 858 h 936"/>
                <a:gd name="T20" fmla="*/ 580 w 674"/>
                <a:gd name="T21" fmla="*/ 880 h 936"/>
                <a:gd name="T22" fmla="*/ 526 w 674"/>
                <a:gd name="T23" fmla="*/ 906 h 936"/>
                <a:gd name="T24" fmla="*/ 444 w 674"/>
                <a:gd name="T25" fmla="*/ 928 h 936"/>
                <a:gd name="T26" fmla="*/ 360 w 674"/>
                <a:gd name="T27" fmla="*/ 936 h 936"/>
                <a:gd name="T28" fmla="*/ 280 w 674"/>
                <a:gd name="T29" fmla="*/ 934 h 936"/>
                <a:gd name="T30" fmla="*/ 214 w 674"/>
                <a:gd name="T31" fmla="*/ 920 h 936"/>
                <a:gd name="T32" fmla="*/ 178 w 674"/>
                <a:gd name="T33" fmla="*/ 904 h 936"/>
                <a:gd name="T34" fmla="*/ 170 w 674"/>
                <a:gd name="T35" fmla="*/ 896 h 936"/>
                <a:gd name="T36" fmla="*/ 138 w 674"/>
                <a:gd name="T37" fmla="*/ 860 h 936"/>
                <a:gd name="T38" fmla="*/ 110 w 674"/>
                <a:gd name="T39" fmla="*/ 810 h 936"/>
                <a:gd name="T40" fmla="*/ 84 w 674"/>
                <a:gd name="T41" fmla="*/ 750 h 936"/>
                <a:gd name="T42" fmla="*/ 46 w 674"/>
                <a:gd name="T43" fmla="*/ 632 h 936"/>
                <a:gd name="T44" fmla="*/ 22 w 674"/>
                <a:gd name="T45" fmla="*/ 540 h 936"/>
                <a:gd name="T46" fmla="*/ 12 w 674"/>
                <a:gd name="T47" fmla="*/ 482 h 936"/>
                <a:gd name="T48" fmla="*/ 0 w 674"/>
                <a:gd name="T49" fmla="*/ 348 h 936"/>
                <a:gd name="T50" fmla="*/ 0 w 674"/>
                <a:gd name="T51" fmla="*/ 272 h 936"/>
                <a:gd name="T52" fmla="*/ 8 w 674"/>
                <a:gd name="T53" fmla="*/ 198 h 936"/>
                <a:gd name="T54" fmla="*/ 28 w 674"/>
                <a:gd name="T55" fmla="*/ 134 h 936"/>
                <a:gd name="T56" fmla="*/ 42 w 674"/>
                <a:gd name="T57" fmla="*/ 110 h 936"/>
                <a:gd name="T58" fmla="*/ 60 w 674"/>
                <a:gd name="T59" fmla="*/ 90 h 936"/>
                <a:gd name="T60" fmla="*/ 82 w 674"/>
                <a:gd name="T61" fmla="*/ 72 h 936"/>
                <a:gd name="T62" fmla="*/ 140 w 674"/>
                <a:gd name="T63" fmla="*/ 42 h 936"/>
                <a:gd name="T64" fmla="*/ 208 w 674"/>
                <a:gd name="T65" fmla="*/ 20 h 936"/>
                <a:gd name="T66" fmla="*/ 282 w 674"/>
                <a:gd name="T67" fmla="*/ 4 h 936"/>
                <a:gd name="T68" fmla="*/ 356 w 674"/>
                <a:gd name="T69" fmla="*/ 0 h 936"/>
                <a:gd name="T70" fmla="*/ 428 w 674"/>
                <a:gd name="T71" fmla="*/ 10 h 936"/>
                <a:gd name="T72" fmla="*/ 476 w 674"/>
                <a:gd name="T73" fmla="*/ 26 h 936"/>
                <a:gd name="T74" fmla="*/ 504 w 674"/>
                <a:gd name="T75" fmla="*/ 42 h 936"/>
                <a:gd name="T76" fmla="*/ 528 w 674"/>
                <a:gd name="T77" fmla="*/ 64 h 936"/>
                <a:gd name="T78" fmla="*/ 548 w 674"/>
                <a:gd name="T79" fmla="*/ 9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4" h="936">
                  <a:moveTo>
                    <a:pt x="556" y="106"/>
                  </a:moveTo>
                  <a:lnTo>
                    <a:pt x="556" y="106"/>
                  </a:lnTo>
                  <a:lnTo>
                    <a:pt x="578" y="178"/>
                  </a:lnTo>
                  <a:lnTo>
                    <a:pt x="598" y="256"/>
                  </a:lnTo>
                  <a:lnTo>
                    <a:pt x="622" y="352"/>
                  </a:lnTo>
                  <a:lnTo>
                    <a:pt x="646" y="458"/>
                  </a:lnTo>
                  <a:lnTo>
                    <a:pt x="656" y="510"/>
                  </a:lnTo>
                  <a:lnTo>
                    <a:pt x="664" y="564"/>
                  </a:lnTo>
                  <a:lnTo>
                    <a:pt x="670" y="616"/>
                  </a:lnTo>
                  <a:lnTo>
                    <a:pt x="674" y="664"/>
                  </a:lnTo>
                  <a:lnTo>
                    <a:pt x="674" y="710"/>
                  </a:lnTo>
                  <a:lnTo>
                    <a:pt x="672" y="750"/>
                  </a:lnTo>
                  <a:lnTo>
                    <a:pt x="672" y="750"/>
                  </a:lnTo>
                  <a:lnTo>
                    <a:pt x="670" y="768"/>
                  </a:lnTo>
                  <a:lnTo>
                    <a:pt x="664" y="786"/>
                  </a:lnTo>
                  <a:lnTo>
                    <a:pt x="656" y="802"/>
                  </a:lnTo>
                  <a:lnTo>
                    <a:pt x="648" y="818"/>
                  </a:lnTo>
                  <a:lnTo>
                    <a:pt x="638" y="832"/>
                  </a:lnTo>
                  <a:lnTo>
                    <a:pt x="624" y="846"/>
                  </a:lnTo>
                  <a:lnTo>
                    <a:pt x="612" y="858"/>
                  </a:lnTo>
                  <a:lnTo>
                    <a:pt x="596" y="870"/>
                  </a:lnTo>
                  <a:lnTo>
                    <a:pt x="580" y="880"/>
                  </a:lnTo>
                  <a:lnTo>
                    <a:pt x="562" y="890"/>
                  </a:lnTo>
                  <a:lnTo>
                    <a:pt x="526" y="906"/>
                  </a:lnTo>
                  <a:lnTo>
                    <a:pt x="486" y="918"/>
                  </a:lnTo>
                  <a:lnTo>
                    <a:pt x="444" y="928"/>
                  </a:lnTo>
                  <a:lnTo>
                    <a:pt x="402" y="934"/>
                  </a:lnTo>
                  <a:lnTo>
                    <a:pt x="360" y="936"/>
                  </a:lnTo>
                  <a:lnTo>
                    <a:pt x="320" y="936"/>
                  </a:lnTo>
                  <a:lnTo>
                    <a:pt x="280" y="934"/>
                  </a:lnTo>
                  <a:lnTo>
                    <a:pt x="246" y="928"/>
                  </a:lnTo>
                  <a:lnTo>
                    <a:pt x="214" y="920"/>
                  </a:lnTo>
                  <a:lnTo>
                    <a:pt x="188" y="910"/>
                  </a:lnTo>
                  <a:lnTo>
                    <a:pt x="178" y="904"/>
                  </a:lnTo>
                  <a:lnTo>
                    <a:pt x="170" y="896"/>
                  </a:lnTo>
                  <a:lnTo>
                    <a:pt x="170" y="896"/>
                  </a:lnTo>
                  <a:lnTo>
                    <a:pt x="154" y="880"/>
                  </a:lnTo>
                  <a:lnTo>
                    <a:pt x="138" y="860"/>
                  </a:lnTo>
                  <a:lnTo>
                    <a:pt x="124" y="836"/>
                  </a:lnTo>
                  <a:lnTo>
                    <a:pt x="110" y="810"/>
                  </a:lnTo>
                  <a:lnTo>
                    <a:pt x="96" y="780"/>
                  </a:lnTo>
                  <a:lnTo>
                    <a:pt x="84" y="750"/>
                  </a:lnTo>
                  <a:lnTo>
                    <a:pt x="64" y="690"/>
                  </a:lnTo>
                  <a:lnTo>
                    <a:pt x="46" y="632"/>
                  </a:lnTo>
                  <a:lnTo>
                    <a:pt x="34" y="586"/>
                  </a:lnTo>
                  <a:lnTo>
                    <a:pt x="22" y="540"/>
                  </a:lnTo>
                  <a:lnTo>
                    <a:pt x="22" y="540"/>
                  </a:lnTo>
                  <a:lnTo>
                    <a:pt x="12" y="482"/>
                  </a:lnTo>
                  <a:lnTo>
                    <a:pt x="6" y="422"/>
                  </a:lnTo>
                  <a:lnTo>
                    <a:pt x="0" y="348"/>
                  </a:lnTo>
                  <a:lnTo>
                    <a:pt x="0" y="310"/>
                  </a:lnTo>
                  <a:lnTo>
                    <a:pt x="0" y="272"/>
                  </a:lnTo>
                  <a:lnTo>
                    <a:pt x="4" y="234"/>
                  </a:lnTo>
                  <a:lnTo>
                    <a:pt x="8" y="198"/>
                  </a:lnTo>
                  <a:lnTo>
                    <a:pt x="16" y="164"/>
                  </a:lnTo>
                  <a:lnTo>
                    <a:pt x="28" y="134"/>
                  </a:lnTo>
                  <a:lnTo>
                    <a:pt x="34" y="122"/>
                  </a:lnTo>
                  <a:lnTo>
                    <a:pt x="42" y="110"/>
                  </a:lnTo>
                  <a:lnTo>
                    <a:pt x="50" y="98"/>
                  </a:lnTo>
                  <a:lnTo>
                    <a:pt x="60" y="90"/>
                  </a:lnTo>
                  <a:lnTo>
                    <a:pt x="60" y="90"/>
                  </a:lnTo>
                  <a:lnTo>
                    <a:pt x="82" y="72"/>
                  </a:lnTo>
                  <a:lnTo>
                    <a:pt x="110" y="58"/>
                  </a:lnTo>
                  <a:lnTo>
                    <a:pt x="140" y="42"/>
                  </a:lnTo>
                  <a:lnTo>
                    <a:pt x="172" y="30"/>
                  </a:lnTo>
                  <a:lnTo>
                    <a:pt x="208" y="20"/>
                  </a:lnTo>
                  <a:lnTo>
                    <a:pt x="244" y="10"/>
                  </a:lnTo>
                  <a:lnTo>
                    <a:pt x="282" y="4"/>
                  </a:lnTo>
                  <a:lnTo>
                    <a:pt x="320" y="0"/>
                  </a:lnTo>
                  <a:lnTo>
                    <a:pt x="356" y="0"/>
                  </a:lnTo>
                  <a:lnTo>
                    <a:pt x="394" y="2"/>
                  </a:lnTo>
                  <a:lnTo>
                    <a:pt x="428" y="10"/>
                  </a:lnTo>
                  <a:lnTo>
                    <a:pt x="460" y="20"/>
                  </a:lnTo>
                  <a:lnTo>
                    <a:pt x="476" y="26"/>
                  </a:lnTo>
                  <a:lnTo>
                    <a:pt x="490" y="34"/>
                  </a:lnTo>
                  <a:lnTo>
                    <a:pt x="504" y="42"/>
                  </a:lnTo>
                  <a:lnTo>
                    <a:pt x="516" y="54"/>
                  </a:lnTo>
                  <a:lnTo>
                    <a:pt x="528" y="64"/>
                  </a:lnTo>
                  <a:lnTo>
                    <a:pt x="538" y="76"/>
                  </a:lnTo>
                  <a:lnTo>
                    <a:pt x="548" y="90"/>
                  </a:lnTo>
                  <a:lnTo>
                    <a:pt x="556" y="10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6" name="任意多边形 45"/>
            <p:cNvSpPr/>
            <p:nvPr>
              <p:custDataLst>
                <p:tags r:id="rId45"/>
              </p:custDataLst>
            </p:nvPr>
          </p:nvSpPr>
          <p:spPr bwMode="auto">
            <a:xfrm>
              <a:off x="1825" y="2814"/>
              <a:ext cx="276" cy="288"/>
            </a:xfrm>
            <a:custGeom>
              <a:avLst/>
              <a:gdLst>
                <a:gd name="T0" fmla="*/ 172 w 230"/>
                <a:gd name="T1" fmla="*/ 50 h 240"/>
                <a:gd name="T2" fmla="*/ 172 w 230"/>
                <a:gd name="T3" fmla="*/ 50 h 240"/>
                <a:gd name="T4" fmla="*/ 160 w 230"/>
                <a:gd name="T5" fmla="*/ 38 h 240"/>
                <a:gd name="T6" fmla="*/ 144 w 230"/>
                <a:gd name="T7" fmla="*/ 28 h 240"/>
                <a:gd name="T8" fmla="*/ 126 w 230"/>
                <a:gd name="T9" fmla="*/ 16 h 240"/>
                <a:gd name="T10" fmla="*/ 102 w 230"/>
                <a:gd name="T11" fmla="*/ 6 h 240"/>
                <a:gd name="T12" fmla="*/ 90 w 230"/>
                <a:gd name="T13" fmla="*/ 4 h 240"/>
                <a:gd name="T14" fmla="*/ 78 w 230"/>
                <a:gd name="T15" fmla="*/ 2 h 240"/>
                <a:gd name="T16" fmla="*/ 66 w 230"/>
                <a:gd name="T17" fmla="*/ 0 h 240"/>
                <a:gd name="T18" fmla="*/ 52 w 230"/>
                <a:gd name="T19" fmla="*/ 2 h 240"/>
                <a:gd name="T20" fmla="*/ 38 w 230"/>
                <a:gd name="T21" fmla="*/ 6 h 240"/>
                <a:gd name="T22" fmla="*/ 26 w 230"/>
                <a:gd name="T23" fmla="*/ 12 h 240"/>
                <a:gd name="T24" fmla="*/ 26 w 230"/>
                <a:gd name="T25" fmla="*/ 12 h 240"/>
                <a:gd name="T26" fmla="*/ 18 w 230"/>
                <a:gd name="T27" fmla="*/ 18 h 240"/>
                <a:gd name="T28" fmla="*/ 14 w 230"/>
                <a:gd name="T29" fmla="*/ 24 h 240"/>
                <a:gd name="T30" fmla="*/ 10 w 230"/>
                <a:gd name="T31" fmla="*/ 30 h 240"/>
                <a:gd name="T32" fmla="*/ 6 w 230"/>
                <a:gd name="T33" fmla="*/ 38 h 240"/>
                <a:gd name="T34" fmla="*/ 2 w 230"/>
                <a:gd name="T35" fmla="*/ 56 h 240"/>
                <a:gd name="T36" fmla="*/ 0 w 230"/>
                <a:gd name="T37" fmla="*/ 76 h 240"/>
                <a:gd name="T38" fmla="*/ 4 w 230"/>
                <a:gd name="T39" fmla="*/ 98 h 240"/>
                <a:gd name="T40" fmla="*/ 10 w 230"/>
                <a:gd name="T41" fmla="*/ 122 h 240"/>
                <a:gd name="T42" fmla="*/ 18 w 230"/>
                <a:gd name="T43" fmla="*/ 144 h 240"/>
                <a:gd name="T44" fmla="*/ 30 w 230"/>
                <a:gd name="T45" fmla="*/ 166 h 240"/>
                <a:gd name="T46" fmla="*/ 44 w 230"/>
                <a:gd name="T47" fmla="*/ 188 h 240"/>
                <a:gd name="T48" fmla="*/ 60 w 230"/>
                <a:gd name="T49" fmla="*/ 206 h 240"/>
                <a:gd name="T50" fmla="*/ 80 w 230"/>
                <a:gd name="T51" fmla="*/ 222 h 240"/>
                <a:gd name="T52" fmla="*/ 90 w 230"/>
                <a:gd name="T53" fmla="*/ 228 h 240"/>
                <a:gd name="T54" fmla="*/ 100 w 230"/>
                <a:gd name="T55" fmla="*/ 234 h 240"/>
                <a:gd name="T56" fmla="*/ 112 w 230"/>
                <a:gd name="T57" fmla="*/ 236 h 240"/>
                <a:gd name="T58" fmla="*/ 124 w 230"/>
                <a:gd name="T59" fmla="*/ 240 h 240"/>
                <a:gd name="T60" fmla="*/ 136 w 230"/>
                <a:gd name="T61" fmla="*/ 240 h 240"/>
                <a:gd name="T62" fmla="*/ 150 w 230"/>
                <a:gd name="T63" fmla="*/ 240 h 240"/>
                <a:gd name="T64" fmla="*/ 164 w 230"/>
                <a:gd name="T65" fmla="*/ 238 h 240"/>
                <a:gd name="T66" fmla="*/ 178 w 230"/>
                <a:gd name="T67" fmla="*/ 234 h 240"/>
                <a:gd name="T68" fmla="*/ 192 w 230"/>
                <a:gd name="T69" fmla="*/ 228 h 240"/>
                <a:gd name="T70" fmla="*/ 206 w 230"/>
                <a:gd name="T71" fmla="*/ 220 h 240"/>
                <a:gd name="T72" fmla="*/ 206 w 230"/>
                <a:gd name="T73" fmla="*/ 220 h 240"/>
                <a:gd name="T74" fmla="*/ 216 w 230"/>
                <a:gd name="T75" fmla="*/ 212 h 240"/>
                <a:gd name="T76" fmla="*/ 224 w 230"/>
                <a:gd name="T77" fmla="*/ 202 h 240"/>
                <a:gd name="T78" fmla="*/ 228 w 230"/>
                <a:gd name="T79" fmla="*/ 190 h 240"/>
                <a:gd name="T80" fmla="*/ 230 w 230"/>
                <a:gd name="T81" fmla="*/ 178 h 240"/>
                <a:gd name="T82" fmla="*/ 228 w 230"/>
                <a:gd name="T83" fmla="*/ 164 h 240"/>
                <a:gd name="T84" fmla="*/ 224 w 230"/>
                <a:gd name="T85" fmla="*/ 150 h 240"/>
                <a:gd name="T86" fmla="*/ 220 w 230"/>
                <a:gd name="T87" fmla="*/ 134 h 240"/>
                <a:gd name="T88" fmla="*/ 214 w 230"/>
                <a:gd name="T89" fmla="*/ 120 h 240"/>
                <a:gd name="T90" fmla="*/ 200 w 230"/>
                <a:gd name="T91" fmla="*/ 94 h 240"/>
                <a:gd name="T92" fmla="*/ 186 w 230"/>
                <a:gd name="T93" fmla="*/ 70 h 240"/>
                <a:gd name="T94" fmla="*/ 172 w 230"/>
                <a:gd name="T95" fmla="*/ 5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0" h="240">
                  <a:moveTo>
                    <a:pt x="172" y="50"/>
                  </a:moveTo>
                  <a:lnTo>
                    <a:pt x="172" y="50"/>
                  </a:lnTo>
                  <a:lnTo>
                    <a:pt x="160" y="38"/>
                  </a:lnTo>
                  <a:lnTo>
                    <a:pt x="144" y="28"/>
                  </a:lnTo>
                  <a:lnTo>
                    <a:pt x="126" y="16"/>
                  </a:lnTo>
                  <a:lnTo>
                    <a:pt x="102" y="6"/>
                  </a:lnTo>
                  <a:lnTo>
                    <a:pt x="90" y="4"/>
                  </a:lnTo>
                  <a:lnTo>
                    <a:pt x="78" y="2"/>
                  </a:lnTo>
                  <a:lnTo>
                    <a:pt x="66" y="0"/>
                  </a:lnTo>
                  <a:lnTo>
                    <a:pt x="52" y="2"/>
                  </a:lnTo>
                  <a:lnTo>
                    <a:pt x="38" y="6"/>
                  </a:lnTo>
                  <a:lnTo>
                    <a:pt x="26" y="12"/>
                  </a:lnTo>
                  <a:lnTo>
                    <a:pt x="26" y="12"/>
                  </a:lnTo>
                  <a:lnTo>
                    <a:pt x="18" y="18"/>
                  </a:lnTo>
                  <a:lnTo>
                    <a:pt x="14" y="24"/>
                  </a:lnTo>
                  <a:lnTo>
                    <a:pt x="10" y="30"/>
                  </a:lnTo>
                  <a:lnTo>
                    <a:pt x="6" y="38"/>
                  </a:lnTo>
                  <a:lnTo>
                    <a:pt x="2" y="56"/>
                  </a:lnTo>
                  <a:lnTo>
                    <a:pt x="0" y="76"/>
                  </a:lnTo>
                  <a:lnTo>
                    <a:pt x="4" y="98"/>
                  </a:lnTo>
                  <a:lnTo>
                    <a:pt x="10" y="122"/>
                  </a:lnTo>
                  <a:lnTo>
                    <a:pt x="18" y="144"/>
                  </a:lnTo>
                  <a:lnTo>
                    <a:pt x="30" y="166"/>
                  </a:lnTo>
                  <a:lnTo>
                    <a:pt x="44" y="188"/>
                  </a:lnTo>
                  <a:lnTo>
                    <a:pt x="60" y="206"/>
                  </a:lnTo>
                  <a:lnTo>
                    <a:pt x="80" y="222"/>
                  </a:lnTo>
                  <a:lnTo>
                    <a:pt x="90" y="228"/>
                  </a:lnTo>
                  <a:lnTo>
                    <a:pt x="100" y="234"/>
                  </a:lnTo>
                  <a:lnTo>
                    <a:pt x="112" y="236"/>
                  </a:lnTo>
                  <a:lnTo>
                    <a:pt x="124" y="240"/>
                  </a:lnTo>
                  <a:lnTo>
                    <a:pt x="136" y="240"/>
                  </a:lnTo>
                  <a:lnTo>
                    <a:pt x="150" y="240"/>
                  </a:lnTo>
                  <a:lnTo>
                    <a:pt x="164" y="238"/>
                  </a:lnTo>
                  <a:lnTo>
                    <a:pt x="178" y="234"/>
                  </a:lnTo>
                  <a:lnTo>
                    <a:pt x="192" y="228"/>
                  </a:lnTo>
                  <a:lnTo>
                    <a:pt x="206" y="220"/>
                  </a:lnTo>
                  <a:lnTo>
                    <a:pt x="206" y="220"/>
                  </a:lnTo>
                  <a:lnTo>
                    <a:pt x="216" y="212"/>
                  </a:lnTo>
                  <a:lnTo>
                    <a:pt x="224" y="202"/>
                  </a:lnTo>
                  <a:lnTo>
                    <a:pt x="228" y="190"/>
                  </a:lnTo>
                  <a:lnTo>
                    <a:pt x="230" y="178"/>
                  </a:lnTo>
                  <a:lnTo>
                    <a:pt x="228" y="164"/>
                  </a:lnTo>
                  <a:lnTo>
                    <a:pt x="224" y="150"/>
                  </a:lnTo>
                  <a:lnTo>
                    <a:pt x="220" y="134"/>
                  </a:lnTo>
                  <a:lnTo>
                    <a:pt x="214" y="120"/>
                  </a:lnTo>
                  <a:lnTo>
                    <a:pt x="200" y="94"/>
                  </a:lnTo>
                  <a:lnTo>
                    <a:pt x="186" y="70"/>
                  </a:lnTo>
                  <a:lnTo>
                    <a:pt x="172"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7" name="任意多边形 46"/>
            <p:cNvSpPr/>
            <p:nvPr>
              <p:custDataLst>
                <p:tags r:id="rId46"/>
              </p:custDataLst>
            </p:nvPr>
          </p:nvSpPr>
          <p:spPr bwMode="auto">
            <a:xfrm>
              <a:off x="2523" y="2526"/>
              <a:ext cx="154" cy="211"/>
            </a:xfrm>
            <a:custGeom>
              <a:avLst/>
              <a:gdLst>
                <a:gd name="T0" fmla="*/ 8 w 128"/>
                <a:gd name="T1" fmla="*/ 0 h 176"/>
                <a:gd name="T2" fmla="*/ 8 w 128"/>
                <a:gd name="T3" fmla="*/ 0 h 176"/>
                <a:gd name="T4" fmla="*/ 6 w 128"/>
                <a:gd name="T5" fmla="*/ 14 h 176"/>
                <a:gd name="T6" fmla="*/ 2 w 128"/>
                <a:gd name="T7" fmla="*/ 48 h 176"/>
                <a:gd name="T8" fmla="*/ 0 w 128"/>
                <a:gd name="T9" fmla="*/ 68 h 176"/>
                <a:gd name="T10" fmla="*/ 0 w 128"/>
                <a:gd name="T11" fmla="*/ 86 h 176"/>
                <a:gd name="T12" fmla="*/ 2 w 128"/>
                <a:gd name="T13" fmla="*/ 104 h 176"/>
                <a:gd name="T14" fmla="*/ 4 w 128"/>
                <a:gd name="T15" fmla="*/ 110 h 176"/>
                <a:gd name="T16" fmla="*/ 8 w 128"/>
                <a:gd name="T17" fmla="*/ 116 h 176"/>
                <a:gd name="T18" fmla="*/ 8 w 128"/>
                <a:gd name="T19" fmla="*/ 116 h 176"/>
                <a:gd name="T20" fmla="*/ 12 w 128"/>
                <a:gd name="T21" fmla="*/ 120 h 176"/>
                <a:gd name="T22" fmla="*/ 16 w 128"/>
                <a:gd name="T23" fmla="*/ 122 h 176"/>
                <a:gd name="T24" fmla="*/ 22 w 128"/>
                <a:gd name="T25" fmla="*/ 122 h 176"/>
                <a:gd name="T26" fmla="*/ 28 w 128"/>
                <a:gd name="T27" fmla="*/ 122 h 176"/>
                <a:gd name="T28" fmla="*/ 44 w 128"/>
                <a:gd name="T29" fmla="*/ 118 h 176"/>
                <a:gd name="T30" fmla="*/ 58 w 128"/>
                <a:gd name="T31" fmla="*/ 114 h 176"/>
                <a:gd name="T32" fmla="*/ 74 w 128"/>
                <a:gd name="T33" fmla="*/ 110 h 176"/>
                <a:gd name="T34" fmla="*/ 86 w 128"/>
                <a:gd name="T35" fmla="*/ 108 h 176"/>
                <a:gd name="T36" fmla="*/ 92 w 128"/>
                <a:gd name="T37" fmla="*/ 108 h 176"/>
                <a:gd name="T38" fmla="*/ 96 w 128"/>
                <a:gd name="T39" fmla="*/ 108 h 176"/>
                <a:gd name="T40" fmla="*/ 100 w 128"/>
                <a:gd name="T41" fmla="*/ 110 h 176"/>
                <a:gd name="T42" fmla="*/ 102 w 128"/>
                <a:gd name="T43" fmla="*/ 116 h 176"/>
                <a:gd name="T44" fmla="*/ 102 w 128"/>
                <a:gd name="T45" fmla="*/ 116 h 176"/>
                <a:gd name="T46" fmla="*/ 102 w 128"/>
                <a:gd name="T47" fmla="*/ 126 h 176"/>
                <a:gd name="T48" fmla="*/ 102 w 128"/>
                <a:gd name="T49" fmla="*/ 134 h 176"/>
                <a:gd name="T50" fmla="*/ 100 w 128"/>
                <a:gd name="T51" fmla="*/ 144 h 176"/>
                <a:gd name="T52" fmla="*/ 96 w 128"/>
                <a:gd name="T53" fmla="*/ 152 h 176"/>
                <a:gd name="T54" fmla="*/ 88 w 128"/>
                <a:gd name="T55" fmla="*/ 160 h 176"/>
                <a:gd name="T56" fmla="*/ 74 w 128"/>
                <a:gd name="T57" fmla="*/ 166 h 176"/>
                <a:gd name="T58" fmla="*/ 58 w 128"/>
                <a:gd name="T59" fmla="*/ 172 h 176"/>
                <a:gd name="T60" fmla="*/ 38 w 128"/>
                <a:gd name="T61" fmla="*/ 176 h 176"/>
                <a:gd name="T62" fmla="*/ 38 w 128"/>
                <a:gd name="T63" fmla="*/ 176 h 176"/>
                <a:gd name="T64" fmla="*/ 52 w 128"/>
                <a:gd name="T65" fmla="*/ 174 h 176"/>
                <a:gd name="T66" fmla="*/ 66 w 128"/>
                <a:gd name="T67" fmla="*/ 172 h 176"/>
                <a:gd name="T68" fmla="*/ 82 w 128"/>
                <a:gd name="T69" fmla="*/ 170 h 176"/>
                <a:gd name="T70" fmla="*/ 100 w 128"/>
                <a:gd name="T71" fmla="*/ 166 h 176"/>
                <a:gd name="T72" fmla="*/ 114 w 128"/>
                <a:gd name="T73" fmla="*/ 158 h 176"/>
                <a:gd name="T74" fmla="*/ 120 w 128"/>
                <a:gd name="T75" fmla="*/ 154 h 176"/>
                <a:gd name="T76" fmla="*/ 124 w 128"/>
                <a:gd name="T77" fmla="*/ 148 h 176"/>
                <a:gd name="T78" fmla="*/ 126 w 128"/>
                <a:gd name="T79" fmla="*/ 144 h 176"/>
                <a:gd name="T80" fmla="*/ 128 w 128"/>
                <a:gd name="T81" fmla="*/ 136 h 176"/>
                <a:gd name="T82" fmla="*/ 128 w 128"/>
                <a:gd name="T83" fmla="*/ 136 h 176"/>
                <a:gd name="T84" fmla="*/ 126 w 128"/>
                <a:gd name="T85" fmla="*/ 118 h 176"/>
                <a:gd name="T86" fmla="*/ 122 w 128"/>
                <a:gd name="T87" fmla="*/ 102 h 176"/>
                <a:gd name="T88" fmla="*/ 118 w 128"/>
                <a:gd name="T89" fmla="*/ 96 h 176"/>
                <a:gd name="T90" fmla="*/ 114 w 128"/>
                <a:gd name="T91" fmla="*/ 92 h 176"/>
                <a:gd name="T92" fmla="*/ 110 w 128"/>
                <a:gd name="T93" fmla="*/ 88 h 176"/>
                <a:gd name="T94" fmla="*/ 104 w 128"/>
                <a:gd name="T95" fmla="*/ 86 h 176"/>
                <a:gd name="T96" fmla="*/ 92 w 128"/>
                <a:gd name="T97" fmla="*/ 84 h 176"/>
                <a:gd name="T98" fmla="*/ 76 w 128"/>
                <a:gd name="T99" fmla="*/ 86 h 176"/>
                <a:gd name="T100" fmla="*/ 60 w 128"/>
                <a:gd name="T101" fmla="*/ 90 h 176"/>
                <a:gd name="T102" fmla="*/ 42 w 128"/>
                <a:gd name="T103" fmla="*/ 98 h 176"/>
                <a:gd name="T104" fmla="*/ 42 w 128"/>
                <a:gd name="T105" fmla="*/ 98 h 176"/>
                <a:gd name="T106" fmla="*/ 36 w 128"/>
                <a:gd name="T107" fmla="*/ 100 h 176"/>
                <a:gd name="T108" fmla="*/ 32 w 128"/>
                <a:gd name="T109" fmla="*/ 100 h 176"/>
                <a:gd name="T110" fmla="*/ 26 w 128"/>
                <a:gd name="T111" fmla="*/ 100 h 176"/>
                <a:gd name="T112" fmla="*/ 22 w 128"/>
                <a:gd name="T113" fmla="*/ 96 h 176"/>
                <a:gd name="T114" fmla="*/ 16 w 128"/>
                <a:gd name="T115" fmla="*/ 88 h 176"/>
                <a:gd name="T116" fmla="*/ 12 w 128"/>
                <a:gd name="T117" fmla="*/ 74 h 176"/>
                <a:gd name="T118" fmla="*/ 10 w 128"/>
                <a:gd name="T119" fmla="*/ 58 h 176"/>
                <a:gd name="T120" fmla="*/ 8 w 128"/>
                <a:gd name="T121" fmla="*/ 38 h 176"/>
                <a:gd name="T122" fmla="*/ 8 w 128"/>
                <a:gd name="T12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 h="176">
                  <a:moveTo>
                    <a:pt x="8" y="0"/>
                  </a:moveTo>
                  <a:lnTo>
                    <a:pt x="8" y="0"/>
                  </a:lnTo>
                  <a:lnTo>
                    <a:pt x="6" y="14"/>
                  </a:lnTo>
                  <a:lnTo>
                    <a:pt x="2" y="48"/>
                  </a:lnTo>
                  <a:lnTo>
                    <a:pt x="0" y="68"/>
                  </a:lnTo>
                  <a:lnTo>
                    <a:pt x="0" y="86"/>
                  </a:lnTo>
                  <a:lnTo>
                    <a:pt x="2" y="104"/>
                  </a:lnTo>
                  <a:lnTo>
                    <a:pt x="4" y="110"/>
                  </a:lnTo>
                  <a:lnTo>
                    <a:pt x="8" y="116"/>
                  </a:lnTo>
                  <a:lnTo>
                    <a:pt x="8" y="116"/>
                  </a:lnTo>
                  <a:lnTo>
                    <a:pt x="12" y="120"/>
                  </a:lnTo>
                  <a:lnTo>
                    <a:pt x="16" y="122"/>
                  </a:lnTo>
                  <a:lnTo>
                    <a:pt x="22" y="122"/>
                  </a:lnTo>
                  <a:lnTo>
                    <a:pt x="28" y="122"/>
                  </a:lnTo>
                  <a:lnTo>
                    <a:pt x="44" y="118"/>
                  </a:lnTo>
                  <a:lnTo>
                    <a:pt x="58" y="114"/>
                  </a:lnTo>
                  <a:lnTo>
                    <a:pt x="74" y="110"/>
                  </a:lnTo>
                  <a:lnTo>
                    <a:pt x="86" y="108"/>
                  </a:lnTo>
                  <a:lnTo>
                    <a:pt x="92" y="108"/>
                  </a:lnTo>
                  <a:lnTo>
                    <a:pt x="96" y="108"/>
                  </a:lnTo>
                  <a:lnTo>
                    <a:pt x="100" y="110"/>
                  </a:lnTo>
                  <a:lnTo>
                    <a:pt x="102" y="116"/>
                  </a:lnTo>
                  <a:lnTo>
                    <a:pt x="102" y="116"/>
                  </a:lnTo>
                  <a:lnTo>
                    <a:pt x="102" y="126"/>
                  </a:lnTo>
                  <a:lnTo>
                    <a:pt x="102" y="134"/>
                  </a:lnTo>
                  <a:lnTo>
                    <a:pt x="100" y="144"/>
                  </a:lnTo>
                  <a:lnTo>
                    <a:pt x="96" y="152"/>
                  </a:lnTo>
                  <a:lnTo>
                    <a:pt x="88" y="160"/>
                  </a:lnTo>
                  <a:lnTo>
                    <a:pt x="74" y="166"/>
                  </a:lnTo>
                  <a:lnTo>
                    <a:pt x="58" y="172"/>
                  </a:lnTo>
                  <a:lnTo>
                    <a:pt x="38" y="176"/>
                  </a:lnTo>
                  <a:lnTo>
                    <a:pt x="38" y="176"/>
                  </a:lnTo>
                  <a:lnTo>
                    <a:pt x="52" y="174"/>
                  </a:lnTo>
                  <a:lnTo>
                    <a:pt x="66" y="172"/>
                  </a:lnTo>
                  <a:lnTo>
                    <a:pt x="82" y="170"/>
                  </a:lnTo>
                  <a:lnTo>
                    <a:pt x="100" y="166"/>
                  </a:lnTo>
                  <a:lnTo>
                    <a:pt x="114" y="158"/>
                  </a:lnTo>
                  <a:lnTo>
                    <a:pt x="120" y="154"/>
                  </a:lnTo>
                  <a:lnTo>
                    <a:pt x="124" y="148"/>
                  </a:lnTo>
                  <a:lnTo>
                    <a:pt x="126" y="144"/>
                  </a:lnTo>
                  <a:lnTo>
                    <a:pt x="128" y="136"/>
                  </a:lnTo>
                  <a:lnTo>
                    <a:pt x="128" y="136"/>
                  </a:lnTo>
                  <a:lnTo>
                    <a:pt x="126" y="118"/>
                  </a:lnTo>
                  <a:lnTo>
                    <a:pt x="122" y="102"/>
                  </a:lnTo>
                  <a:lnTo>
                    <a:pt x="118" y="96"/>
                  </a:lnTo>
                  <a:lnTo>
                    <a:pt x="114" y="92"/>
                  </a:lnTo>
                  <a:lnTo>
                    <a:pt x="110" y="88"/>
                  </a:lnTo>
                  <a:lnTo>
                    <a:pt x="104" y="86"/>
                  </a:lnTo>
                  <a:lnTo>
                    <a:pt x="92" y="84"/>
                  </a:lnTo>
                  <a:lnTo>
                    <a:pt x="76" y="86"/>
                  </a:lnTo>
                  <a:lnTo>
                    <a:pt x="60" y="90"/>
                  </a:lnTo>
                  <a:lnTo>
                    <a:pt x="42" y="98"/>
                  </a:lnTo>
                  <a:lnTo>
                    <a:pt x="42" y="98"/>
                  </a:lnTo>
                  <a:lnTo>
                    <a:pt x="36" y="100"/>
                  </a:lnTo>
                  <a:lnTo>
                    <a:pt x="32" y="100"/>
                  </a:lnTo>
                  <a:lnTo>
                    <a:pt x="26" y="100"/>
                  </a:lnTo>
                  <a:lnTo>
                    <a:pt x="22" y="96"/>
                  </a:lnTo>
                  <a:lnTo>
                    <a:pt x="16" y="88"/>
                  </a:lnTo>
                  <a:lnTo>
                    <a:pt x="12" y="74"/>
                  </a:lnTo>
                  <a:lnTo>
                    <a:pt x="10" y="58"/>
                  </a:lnTo>
                  <a:lnTo>
                    <a:pt x="8" y="38"/>
                  </a:lnTo>
                  <a:lnTo>
                    <a:pt x="8" y="0"/>
                  </a:lnTo>
                  <a:close/>
                </a:path>
              </a:pathLst>
            </a:custGeom>
            <a:solidFill>
              <a:srgbClr val="CB8F5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8" name="任意多边形 47"/>
            <p:cNvSpPr/>
            <p:nvPr>
              <p:custDataLst>
                <p:tags r:id="rId47"/>
              </p:custDataLst>
            </p:nvPr>
          </p:nvSpPr>
          <p:spPr bwMode="auto">
            <a:xfrm>
              <a:off x="2523" y="2526"/>
              <a:ext cx="154" cy="211"/>
            </a:xfrm>
            <a:custGeom>
              <a:avLst/>
              <a:gdLst>
                <a:gd name="T0" fmla="*/ 8 w 128"/>
                <a:gd name="T1" fmla="*/ 0 h 176"/>
                <a:gd name="T2" fmla="*/ 8 w 128"/>
                <a:gd name="T3" fmla="*/ 0 h 176"/>
                <a:gd name="T4" fmla="*/ 6 w 128"/>
                <a:gd name="T5" fmla="*/ 14 h 176"/>
                <a:gd name="T6" fmla="*/ 2 w 128"/>
                <a:gd name="T7" fmla="*/ 48 h 176"/>
                <a:gd name="T8" fmla="*/ 0 w 128"/>
                <a:gd name="T9" fmla="*/ 68 h 176"/>
                <a:gd name="T10" fmla="*/ 0 w 128"/>
                <a:gd name="T11" fmla="*/ 86 h 176"/>
                <a:gd name="T12" fmla="*/ 2 w 128"/>
                <a:gd name="T13" fmla="*/ 104 h 176"/>
                <a:gd name="T14" fmla="*/ 4 w 128"/>
                <a:gd name="T15" fmla="*/ 110 h 176"/>
                <a:gd name="T16" fmla="*/ 8 w 128"/>
                <a:gd name="T17" fmla="*/ 116 h 176"/>
                <a:gd name="T18" fmla="*/ 8 w 128"/>
                <a:gd name="T19" fmla="*/ 116 h 176"/>
                <a:gd name="T20" fmla="*/ 12 w 128"/>
                <a:gd name="T21" fmla="*/ 120 h 176"/>
                <a:gd name="T22" fmla="*/ 16 w 128"/>
                <a:gd name="T23" fmla="*/ 122 h 176"/>
                <a:gd name="T24" fmla="*/ 22 w 128"/>
                <a:gd name="T25" fmla="*/ 122 h 176"/>
                <a:gd name="T26" fmla="*/ 28 w 128"/>
                <a:gd name="T27" fmla="*/ 122 h 176"/>
                <a:gd name="T28" fmla="*/ 44 w 128"/>
                <a:gd name="T29" fmla="*/ 118 h 176"/>
                <a:gd name="T30" fmla="*/ 58 w 128"/>
                <a:gd name="T31" fmla="*/ 114 h 176"/>
                <a:gd name="T32" fmla="*/ 74 w 128"/>
                <a:gd name="T33" fmla="*/ 110 h 176"/>
                <a:gd name="T34" fmla="*/ 86 w 128"/>
                <a:gd name="T35" fmla="*/ 108 h 176"/>
                <a:gd name="T36" fmla="*/ 92 w 128"/>
                <a:gd name="T37" fmla="*/ 108 h 176"/>
                <a:gd name="T38" fmla="*/ 96 w 128"/>
                <a:gd name="T39" fmla="*/ 108 h 176"/>
                <a:gd name="T40" fmla="*/ 100 w 128"/>
                <a:gd name="T41" fmla="*/ 110 h 176"/>
                <a:gd name="T42" fmla="*/ 102 w 128"/>
                <a:gd name="T43" fmla="*/ 116 h 176"/>
                <a:gd name="T44" fmla="*/ 102 w 128"/>
                <a:gd name="T45" fmla="*/ 116 h 176"/>
                <a:gd name="T46" fmla="*/ 102 w 128"/>
                <a:gd name="T47" fmla="*/ 126 h 176"/>
                <a:gd name="T48" fmla="*/ 102 w 128"/>
                <a:gd name="T49" fmla="*/ 134 h 176"/>
                <a:gd name="T50" fmla="*/ 100 w 128"/>
                <a:gd name="T51" fmla="*/ 144 h 176"/>
                <a:gd name="T52" fmla="*/ 96 w 128"/>
                <a:gd name="T53" fmla="*/ 152 h 176"/>
                <a:gd name="T54" fmla="*/ 88 w 128"/>
                <a:gd name="T55" fmla="*/ 160 h 176"/>
                <a:gd name="T56" fmla="*/ 74 w 128"/>
                <a:gd name="T57" fmla="*/ 166 h 176"/>
                <a:gd name="T58" fmla="*/ 58 w 128"/>
                <a:gd name="T59" fmla="*/ 172 h 176"/>
                <a:gd name="T60" fmla="*/ 38 w 128"/>
                <a:gd name="T61" fmla="*/ 176 h 176"/>
                <a:gd name="T62" fmla="*/ 38 w 128"/>
                <a:gd name="T63" fmla="*/ 176 h 176"/>
                <a:gd name="T64" fmla="*/ 52 w 128"/>
                <a:gd name="T65" fmla="*/ 174 h 176"/>
                <a:gd name="T66" fmla="*/ 66 w 128"/>
                <a:gd name="T67" fmla="*/ 172 h 176"/>
                <a:gd name="T68" fmla="*/ 82 w 128"/>
                <a:gd name="T69" fmla="*/ 170 h 176"/>
                <a:gd name="T70" fmla="*/ 100 w 128"/>
                <a:gd name="T71" fmla="*/ 166 h 176"/>
                <a:gd name="T72" fmla="*/ 114 w 128"/>
                <a:gd name="T73" fmla="*/ 158 h 176"/>
                <a:gd name="T74" fmla="*/ 120 w 128"/>
                <a:gd name="T75" fmla="*/ 154 h 176"/>
                <a:gd name="T76" fmla="*/ 124 w 128"/>
                <a:gd name="T77" fmla="*/ 148 h 176"/>
                <a:gd name="T78" fmla="*/ 126 w 128"/>
                <a:gd name="T79" fmla="*/ 144 h 176"/>
                <a:gd name="T80" fmla="*/ 128 w 128"/>
                <a:gd name="T81" fmla="*/ 136 h 176"/>
                <a:gd name="T82" fmla="*/ 128 w 128"/>
                <a:gd name="T83" fmla="*/ 136 h 176"/>
                <a:gd name="T84" fmla="*/ 126 w 128"/>
                <a:gd name="T85" fmla="*/ 118 h 176"/>
                <a:gd name="T86" fmla="*/ 122 w 128"/>
                <a:gd name="T87" fmla="*/ 102 h 176"/>
                <a:gd name="T88" fmla="*/ 118 w 128"/>
                <a:gd name="T89" fmla="*/ 96 h 176"/>
                <a:gd name="T90" fmla="*/ 114 w 128"/>
                <a:gd name="T91" fmla="*/ 92 h 176"/>
                <a:gd name="T92" fmla="*/ 110 w 128"/>
                <a:gd name="T93" fmla="*/ 88 h 176"/>
                <a:gd name="T94" fmla="*/ 104 w 128"/>
                <a:gd name="T95" fmla="*/ 86 h 176"/>
                <a:gd name="T96" fmla="*/ 92 w 128"/>
                <a:gd name="T97" fmla="*/ 84 h 176"/>
                <a:gd name="T98" fmla="*/ 76 w 128"/>
                <a:gd name="T99" fmla="*/ 86 h 176"/>
                <a:gd name="T100" fmla="*/ 60 w 128"/>
                <a:gd name="T101" fmla="*/ 90 h 176"/>
                <a:gd name="T102" fmla="*/ 42 w 128"/>
                <a:gd name="T103" fmla="*/ 98 h 176"/>
                <a:gd name="T104" fmla="*/ 42 w 128"/>
                <a:gd name="T105" fmla="*/ 98 h 176"/>
                <a:gd name="T106" fmla="*/ 36 w 128"/>
                <a:gd name="T107" fmla="*/ 100 h 176"/>
                <a:gd name="T108" fmla="*/ 32 w 128"/>
                <a:gd name="T109" fmla="*/ 100 h 176"/>
                <a:gd name="T110" fmla="*/ 26 w 128"/>
                <a:gd name="T111" fmla="*/ 100 h 176"/>
                <a:gd name="T112" fmla="*/ 22 w 128"/>
                <a:gd name="T113" fmla="*/ 96 h 176"/>
                <a:gd name="T114" fmla="*/ 16 w 128"/>
                <a:gd name="T115" fmla="*/ 88 h 176"/>
                <a:gd name="T116" fmla="*/ 12 w 128"/>
                <a:gd name="T117" fmla="*/ 74 h 176"/>
                <a:gd name="T118" fmla="*/ 10 w 128"/>
                <a:gd name="T119" fmla="*/ 58 h 176"/>
                <a:gd name="T120" fmla="*/ 8 w 128"/>
                <a:gd name="T121" fmla="*/ 38 h 176"/>
                <a:gd name="T122" fmla="*/ 8 w 128"/>
                <a:gd name="T12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 h="176">
                  <a:moveTo>
                    <a:pt x="8" y="0"/>
                  </a:moveTo>
                  <a:lnTo>
                    <a:pt x="8" y="0"/>
                  </a:lnTo>
                  <a:lnTo>
                    <a:pt x="6" y="14"/>
                  </a:lnTo>
                  <a:lnTo>
                    <a:pt x="2" y="48"/>
                  </a:lnTo>
                  <a:lnTo>
                    <a:pt x="0" y="68"/>
                  </a:lnTo>
                  <a:lnTo>
                    <a:pt x="0" y="86"/>
                  </a:lnTo>
                  <a:lnTo>
                    <a:pt x="2" y="104"/>
                  </a:lnTo>
                  <a:lnTo>
                    <a:pt x="4" y="110"/>
                  </a:lnTo>
                  <a:lnTo>
                    <a:pt x="8" y="116"/>
                  </a:lnTo>
                  <a:lnTo>
                    <a:pt x="8" y="116"/>
                  </a:lnTo>
                  <a:lnTo>
                    <a:pt x="12" y="120"/>
                  </a:lnTo>
                  <a:lnTo>
                    <a:pt x="16" y="122"/>
                  </a:lnTo>
                  <a:lnTo>
                    <a:pt x="22" y="122"/>
                  </a:lnTo>
                  <a:lnTo>
                    <a:pt x="28" y="122"/>
                  </a:lnTo>
                  <a:lnTo>
                    <a:pt x="44" y="118"/>
                  </a:lnTo>
                  <a:lnTo>
                    <a:pt x="58" y="114"/>
                  </a:lnTo>
                  <a:lnTo>
                    <a:pt x="74" y="110"/>
                  </a:lnTo>
                  <a:lnTo>
                    <a:pt x="86" y="108"/>
                  </a:lnTo>
                  <a:lnTo>
                    <a:pt x="92" y="108"/>
                  </a:lnTo>
                  <a:lnTo>
                    <a:pt x="96" y="108"/>
                  </a:lnTo>
                  <a:lnTo>
                    <a:pt x="100" y="110"/>
                  </a:lnTo>
                  <a:lnTo>
                    <a:pt x="102" y="116"/>
                  </a:lnTo>
                  <a:lnTo>
                    <a:pt x="102" y="116"/>
                  </a:lnTo>
                  <a:lnTo>
                    <a:pt x="102" y="126"/>
                  </a:lnTo>
                  <a:lnTo>
                    <a:pt x="102" y="134"/>
                  </a:lnTo>
                  <a:lnTo>
                    <a:pt x="100" y="144"/>
                  </a:lnTo>
                  <a:lnTo>
                    <a:pt x="96" y="152"/>
                  </a:lnTo>
                  <a:lnTo>
                    <a:pt x="88" y="160"/>
                  </a:lnTo>
                  <a:lnTo>
                    <a:pt x="74" y="166"/>
                  </a:lnTo>
                  <a:lnTo>
                    <a:pt x="58" y="172"/>
                  </a:lnTo>
                  <a:lnTo>
                    <a:pt x="38" y="176"/>
                  </a:lnTo>
                  <a:lnTo>
                    <a:pt x="38" y="176"/>
                  </a:lnTo>
                  <a:lnTo>
                    <a:pt x="52" y="174"/>
                  </a:lnTo>
                  <a:lnTo>
                    <a:pt x="66" y="172"/>
                  </a:lnTo>
                  <a:lnTo>
                    <a:pt x="82" y="170"/>
                  </a:lnTo>
                  <a:lnTo>
                    <a:pt x="100" y="166"/>
                  </a:lnTo>
                  <a:lnTo>
                    <a:pt x="114" y="158"/>
                  </a:lnTo>
                  <a:lnTo>
                    <a:pt x="120" y="154"/>
                  </a:lnTo>
                  <a:lnTo>
                    <a:pt x="124" y="148"/>
                  </a:lnTo>
                  <a:lnTo>
                    <a:pt x="126" y="144"/>
                  </a:lnTo>
                  <a:lnTo>
                    <a:pt x="128" y="136"/>
                  </a:lnTo>
                  <a:lnTo>
                    <a:pt x="128" y="136"/>
                  </a:lnTo>
                  <a:lnTo>
                    <a:pt x="126" y="118"/>
                  </a:lnTo>
                  <a:lnTo>
                    <a:pt x="122" y="102"/>
                  </a:lnTo>
                  <a:lnTo>
                    <a:pt x="118" y="96"/>
                  </a:lnTo>
                  <a:lnTo>
                    <a:pt x="114" y="92"/>
                  </a:lnTo>
                  <a:lnTo>
                    <a:pt x="110" y="88"/>
                  </a:lnTo>
                  <a:lnTo>
                    <a:pt x="104" y="86"/>
                  </a:lnTo>
                  <a:lnTo>
                    <a:pt x="92" y="84"/>
                  </a:lnTo>
                  <a:lnTo>
                    <a:pt x="76" y="86"/>
                  </a:lnTo>
                  <a:lnTo>
                    <a:pt x="60" y="90"/>
                  </a:lnTo>
                  <a:lnTo>
                    <a:pt x="42" y="98"/>
                  </a:lnTo>
                  <a:lnTo>
                    <a:pt x="42" y="98"/>
                  </a:lnTo>
                  <a:lnTo>
                    <a:pt x="36" y="100"/>
                  </a:lnTo>
                  <a:lnTo>
                    <a:pt x="32" y="100"/>
                  </a:lnTo>
                  <a:lnTo>
                    <a:pt x="26" y="100"/>
                  </a:lnTo>
                  <a:lnTo>
                    <a:pt x="22" y="96"/>
                  </a:lnTo>
                  <a:lnTo>
                    <a:pt x="16" y="88"/>
                  </a:lnTo>
                  <a:lnTo>
                    <a:pt x="12" y="74"/>
                  </a:lnTo>
                  <a:lnTo>
                    <a:pt x="10" y="58"/>
                  </a:lnTo>
                  <a:lnTo>
                    <a:pt x="8" y="3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9" name="任意多边形 48"/>
            <p:cNvSpPr/>
            <p:nvPr>
              <p:custDataLst>
                <p:tags r:id="rId48"/>
              </p:custDataLst>
            </p:nvPr>
          </p:nvSpPr>
          <p:spPr bwMode="auto">
            <a:xfrm>
              <a:off x="2317" y="2569"/>
              <a:ext cx="65" cy="94"/>
            </a:xfrm>
            <a:custGeom>
              <a:avLst/>
              <a:gdLst>
                <a:gd name="T0" fmla="*/ 54 w 54"/>
                <a:gd name="T1" fmla="*/ 34 h 78"/>
                <a:gd name="T2" fmla="*/ 54 w 54"/>
                <a:gd name="T3" fmla="*/ 34 h 78"/>
                <a:gd name="T4" fmla="*/ 54 w 54"/>
                <a:gd name="T5" fmla="*/ 50 h 78"/>
                <a:gd name="T6" fmla="*/ 52 w 54"/>
                <a:gd name="T7" fmla="*/ 64 h 78"/>
                <a:gd name="T8" fmla="*/ 48 w 54"/>
                <a:gd name="T9" fmla="*/ 68 h 78"/>
                <a:gd name="T10" fmla="*/ 46 w 54"/>
                <a:gd name="T11" fmla="*/ 74 h 78"/>
                <a:gd name="T12" fmla="*/ 40 w 54"/>
                <a:gd name="T13" fmla="*/ 76 h 78"/>
                <a:gd name="T14" fmla="*/ 36 w 54"/>
                <a:gd name="T15" fmla="*/ 78 h 78"/>
                <a:gd name="T16" fmla="*/ 36 w 54"/>
                <a:gd name="T17" fmla="*/ 78 h 78"/>
                <a:gd name="T18" fmla="*/ 30 w 54"/>
                <a:gd name="T19" fmla="*/ 78 h 78"/>
                <a:gd name="T20" fmla="*/ 24 w 54"/>
                <a:gd name="T21" fmla="*/ 78 h 78"/>
                <a:gd name="T22" fmla="*/ 20 w 54"/>
                <a:gd name="T23" fmla="*/ 74 h 78"/>
                <a:gd name="T24" fmla="*/ 14 w 54"/>
                <a:gd name="T25" fmla="*/ 70 h 78"/>
                <a:gd name="T26" fmla="*/ 6 w 54"/>
                <a:gd name="T27" fmla="*/ 60 h 78"/>
                <a:gd name="T28" fmla="*/ 2 w 54"/>
                <a:gd name="T29" fmla="*/ 44 h 78"/>
                <a:gd name="T30" fmla="*/ 2 w 54"/>
                <a:gd name="T31" fmla="*/ 44 h 78"/>
                <a:gd name="T32" fmla="*/ 0 w 54"/>
                <a:gd name="T33" fmla="*/ 28 h 78"/>
                <a:gd name="T34" fmla="*/ 4 w 54"/>
                <a:gd name="T35" fmla="*/ 16 h 78"/>
                <a:gd name="T36" fmla="*/ 6 w 54"/>
                <a:gd name="T37" fmla="*/ 10 h 78"/>
                <a:gd name="T38" fmla="*/ 10 w 54"/>
                <a:gd name="T39" fmla="*/ 6 h 78"/>
                <a:gd name="T40" fmla="*/ 14 w 54"/>
                <a:gd name="T41" fmla="*/ 2 h 78"/>
                <a:gd name="T42" fmla="*/ 20 w 54"/>
                <a:gd name="T43" fmla="*/ 0 h 78"/>
                <a:gd name="T44" fmla="*/ 20 w 54"/>
                <a:gd name="T45" fmla="*/ 0 h 78"/>
                <a:gd name="T46" fmla="*/ 26 w 54"/>
                <a:gd name="T47" fmla="*/ 0 h 78"/>
                <a:gd name="T48" fmla="*/ 30 w 54"/>
                <a:gd name="T49" fmla="*/ 0 h 78"/>
                <a:gd name="T50" fmla="*/ 36 w 54"/>
                <a:gd name="T51" fmla="*/ 4 h 78"/>
                <a:gd name="T52" fmla="*/ 40 w 54"/>
                <a:gd name="T53" fmla="*/ 8 h 78"/>
                <a:gd name="T54" fmla="*/ 48 w 54"/>
                <a:gd name="T55" fmla="*/ 20 h 78"/>
                <a:gd name="T56" fmla="*/ 54 w 54"/>
                <a:gd name="T57" fmla="*/ 3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 h="78">
                  <a:moveTo>
                    <a:pt x="54" y="34"/>
                  </a:moveTo>
                  <a:lnTo>
                    <a:pt x="54" y="34"/>
                  </a:lnTo>
                  <a:lnTo>
                    <a:pt x="54" y="50"/>
                  </a:lnTo>
                  <a:lnTo>
                    <a:pt x="52" y="64"/>
                  </a:lnTo>
                  <a:lnTo>
                    <a:pt x="48" y="68"/>
                  </a:lnTo>
                  <a:lnTo>
                    <a:pt x="46" y="74"/>
                  </a:lnTo>
                  <a:lnTo>
                    <a:pt x="40" y="76"/>
                  </a:lnTo>
                  <a:lnTo>
                    <a:pt x="36" y="78"/>
                  </a:lnTo>
                  <a:lnTo>
                    <a:pt x="36" y="78"/>
                  </a:lnTo>
                  <a:lnTo>
                    <a:pt x="30" y="78"/>
                  </a:lnTo>
                  <a:lnTo>
                    <a:pt x="24" y="78"/>
                  </a:lnTo>
                  <a:lnTo>
                    <a:pt x="20" y="74"/>
                  </a:lnTo>
                  <a:lnTo>
                    <a:pt x="14" y="70"/>
                  </a:lnTo>
                  <a:lnTo>
                    <a:pt x="6" y="60"/>
                  </a:lnTo>
                  <a:lnTo>
                    <a:pt x="2" y="44"/>
                  </a:lnTo>
                  <a:lnTo>
                    <a:pt x="2" y="44"/>
                  </a:lnTo>
                  <a:lnTo>
                    <a:pt x="0" y="28"/>
                  </a:lnTo>
                  <a:lnTo>
                    <a:pt x="4" y="16"/>
                  </a:lnTo>
                  <a:lnTo>
                    <a:pt x="6" y="10"/>
                  </a:lnTo>
                  <a:lnTo>
                    <a:pt x="10" y="6"/>
                  </a:lnTo>
                  <a:lnTo>
                    <a:pt x="14" y="2"/>
                  </a:lnTo>
                  <a:lnTo>
                    <a:pt x="20" y="0"/>
                  </a:lnTo>
                  <a:lnTo>
                    <a:pt x="20" y="0"/>
                  </a:lnTo>
                  <a:lnTo>
                    <a:pt x="26" y="0"/>
                  </a:lnTo>
                  <a:lnTo>
                    <a:pt x="30" y="0"/>
                  </a:lnTo>
                  <a:lnTo>
                    <a:pt x="36" y="4"/>
                  </a:lnTo>
                  <a:lnTo>
                    <a:pt x="40" y="8"/>
                  </a:lnTo>
                  <a:lnTo>
                    <a:pt x="48" y="20"/>
                  </a:lnTo>
                  <a:lnTo>
                    <a:pt x="54" y="3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0" name="任意多边形 49"/>
            <p:cNvSpPr/>
            <p:nvPr>
              <p:custDataLst>
                <p:tags r:id="rId49"/>
              </p:custDataLst>
            </p:nvPr>
          </p:nvSpPr>
          <p:spPr bwMode="auto">
            <a:xfrm>
              <a:off x="2593" y="2526"/>
              <a:ext cx="60" cy="84"/>
            </a:xfrm>
            <a:custGeom>
              <a:avLst/>
              <a:gdLst>
                <a:gd name="T0" fmla="*/ 48 w 50"/>
                <a:gd name="T1" fmla="*/ 30 h 70"/>
                <a:gd name="T2" fmla="*/ 48 w 50"/>
                <a:gd name="T3" fmla="*/ 30 h 70"/>
                <a:gd name="T4" fmla="*/ 50 w 50"/>
                <a:gd name="T5" fmla="*/ 44 h 70"/>
                <a:gd name="T6" fmla="*/ 46 w 50"/>
                <a:gd name="T7" fmla="*/ 58 h 70"/>
                <a:gd name="T8" fmla="*/ 40 w 50"/>
                <a:gd name="T9" fmla="*/ 66 h 70"/>
                <a:gd name="T10" fmla="*/ 36 w 50"/>
                <a:gd name="T11" fmla="*/ 68 h 70"/>
                <a:gd name="T12" fmla="*/ 32 w 50"/>
                <a:gd name="T13" fmla="*/ 70 h 70"/>
                <a:gd name="T14" fmla="*/ 32 w 50"/>
                <a:gd name="T15" fmla="*/ 70 h 70"/>
                <a:gd name="T16" fmla="*/ 28 w 50"/>
                <a:gd name="T17" fmla="*/ 70 h 70"/>
                <a:gd name="T18" fmla="*/ 22 w 50"/>
                <a:gd name="T19" fmla="*/ 70 h 70"/>
                <a:gd name="T20" fmla="*/ 14 w 50"/>
                <a:gd name="T21" fmla="*/ 64 h 70"/>
                <a:gd name="T22" fmla="*/ 6 w 50"/>
                <a:gd name="T23" fmla="*/ 54 h 70"/>
                <a:gd name="T24" fmla="*/ 2 w 50"/>
                <a:gd name="T25" fmla="*/ 40 h 70"/>
                <a:gd name="T26" fmla="*/ 2 w 50"/>
                <a:gd name="T27" fmla="*/ 40 h 70"/>
                <a:gd name="T28" fmla="*/ 0 w 50"/>
                <a:gd name="T29" fmla="*/ 26 h 70"/>
                <a:gd name="T30" fmla="*/ 4 w 50"/>
                <a:gd name="T31" fmla="*/ 14 h 70"/>
                <a:gd name="T32" fmla="*/ 10 w 50"/>
                <a:gd name="T33" fmla="*/ 6 h 70"/>
                <a:gd name="T34" fmla="*/ 14 w 50"/>
                <a:gd name="T35" fmla="*/ 2 h 70"/>
                <a:gd name="T36" fmla="*/ 18 w 50"/>
                <a:gd name="T37" fmla="*/ 0 h 70"/>
                <a:gd name="T38" fmla="*/ 18 w 50"/>
                <a:gd name="T39" fmla="*/ 0 h 70"/>
                <a:gd name="T40" fmla="*/ 22 w 50"/>
                <a:gd name="T41" fmla="*/ 0 h 70"/>
                <a:gd name="T42" fmla="*/ 28 w 50"/>
                <a:gd name="T43" fmla="*/ 2 h 70"/>
                <a:gd name="T44" fmla="*/ 36 w 50"/>
                <a:gd name="T45" fmla="*/ 8 h 70"/>
                <a:gd name="T46" fmla="*/ 44 w 50"/>
                <a:gd name="T47" fmla="*/ 18 h 70"/>
                <a:gd name="T48" fmla="*/ 48 w 50"/>
                <a:gd name="T49" fmla="*/ 3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70">
                  <a:moveTo>
                    <a:pt x="48" y="30"/>
                  </a:moveTo>
                  <a:lnTo>
                    <a:pt x="48" y="30"/>
                  </a:lnTo>
                  <a:lnTo>
                    <a:pt x="50" y="44"/>
                  </a:lnTo>
                  <a:lnTo>
                    <a:pt x="46" y="58"/>
                  </a:lnTo>
                  <a:lnTo>
                    <a:pt x="40" y="66"/>
                  </a:lnTo>
                  <a:lnTo>
                    <a:pt x="36" y="68"/>
                  </a:lnTo>
                  <a:lnTo>
                    <a:pt x="32" y="70"/>
                  </a:lnTo>
                  <a:lnTo>
                    <a:pt x="32" y="70"/>
                  </a:lnTo>
                  <a:lnTo>
                    <a:pt x="28" y="70"/>
                  </a:lnTo>
                  <a:lnTo>
                    <a:pt x="22" y="70"/>
                  </a:lnTo>
                  <a:lnTo>
                    <a:pt x="14" y="64"/>
                  </a:lnTo>
                  <a:lnTo>
                    <a:pt x="6" y="54"/>
                  </a:lnTo>
                  <a:lnTo>
                    <a:pt x="2" y="40"/>
                  </a:lnTo>
                  <a:lnTo>
                    <a:pt x="2" y="40"/>
                  </a:lnTo>
                  <a:lnTo>
                    <a:pt x="0" y="26"/>
                  </a:lnTo>
                  <a:lnTo>
                    <a:pt x="4" y="14"/>
                  </a:lnTo>
                  <a:lnTo>
                    <a:pt x="10" y="6"/>
                  </a:lnTo>
                  <a:lnTo>
                    <a:pt x="14" y="2"/>
                  </a:lnTo>
                  <a:lnTo>
                    <a:pt x="18" y="0"/>
                  </a:lnTo>
                  <a:lnTo>
                    <a:pt x="18" y="0"/>
                  </a:lnTo>
                  <a:lnTo>
                    <a:pt x="22" y="0"/>
                  </a:lnTo>
                  <a:lnTo>
                    <a:pt x="28" y="2"/>
                  </a:lnTo>
                  <a:lnTo>
                    <a:pt x="36" y="8"/>
                  </a:lnTo>
                  <a:lnTo>
                    <a:pt x="44" y="18"/>
                  </a:lnTo>
                  <a:lnTo>
                    <a:pt x="48" y="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1" name="任意多边形 50"/>
            <p:cNvSpPr/>
            <p:nvPr>
              <p:custDataLst>
                <p:tags r:id="rId50"/>
              </p:custDataLst>
            </p:nvPr>
          </p:nvSpPr>
          <p:spPr bwMode="auto">
            <a:xfrm>
              <a:off x="2235" y="3040"/>
              <a:ext cx="322" cy="134"/>
            </a:xfrm>
            <a:custGeom>
              <a:avLst/>
              <a:gdLst>
                <a:gd name="T0" fmla="*/ 0 w 268"/>
                <a:gd name="T1" fmla="*/ 4 h 112"/>
                <a:gd name="T2" fmla="*/ 0 w 268"/>
                <a:gd name="T3" fmla="*/ 4 h 112"/>
                <a:gd name="T4" fmla="*/ 18 w 268"/>
                <a:gd name="T5" fmla="*/ 26 h 112"/>
                <a:gd name="T6" fmla="*/ 40 w 268"/>
                <a:gd name="T7" fmla="*/ 48 h 112"/>
                <a:gd name="T8" fmla="*/ 62 w 268"/>
                <a:gd name="T9" fmla="*/ 66 h 112"/>
                <a:gd name="T10" fmla="*/ 86 w 268"/>
                <a:gd name="T11" fmla="*/ 84 h 112"/>
                <a:gd name="T12" fmla="*/ 114 w 268"/>
                <a:gd name="T13" fmla="*/ 98 h 112"/>
                <a:gd name="T14" fmla="*/ 128 w 268"/>
                <a:gd name="T15" fmla="*/ 102 h 112"/>
                <a:gd name="T16" fmla="*/ 142 w 268"/>
                <a:gd name="T17" fmla="*/ 108 h 112"/>
                <a:gd name="T18" fmla="*/ 156 w 268"/>
                <a:gd name="T19" fmla="*/ 110 h 112"/>
                <a:gd name="T20" fmla="*/ 170 w 268"/>
                <a:gd name="T21" fmla="*/ 112 h 112"/>
                <a:gd name="T22" fmla="*/ 186 w 268"/>
                <a:gd name="T23" fmla="*/ 112 h 112"/>
                <a:gd name="T24" fmla="*/ 202 w 268"/>
                <a:gd name="T25" fmla="*/ 110 h 112"/>
                <a:gd name="T26" fmla="*/ 202 w 268"/>
                <a:gd name="T27" fmla="*/ 110 h 112"/>
                <a:gd name="T28" fmla="*/ 222 w 268"/>
                <a:gd name="T29" fmla="*/ 106 h 112"/>
                <a:gd name="T30" fmla="*/ 238 w 268"/>
                <a:gd name="T31" fmla="*/ 98 h 112"/>
                <a:gd name="T32" fmla="*/ 254 w 268"/>
                <a:gd name="T33" fmla="*/ 90 h 112"/>
                <a:gd name="T34" fmla="*/ 268 w 268"/>
                <a:gd name="T35" fmla="*/ 78 h 112"/>
                <a:gd name="T36" fmla="*/ 268 w 268"/>
                <a:gd name="T37" fmla="*/ 78 h 112"/>
                <a:gd name="T38" fmla="*/ 256 w 268"/>
                <a:gd name="T39" fmla="*/ 62 h 112"/>
                <a:gd name="T40" fmla="*/ 240 w 268"/>
                <a:gd name="T41" fmla="*/ 50 h 112"/>
                <a:gd name="T42" fmla="*/ 224 w 268"/>
                <a:gd name="T43" fmla="*/ 38 h 112"/>
                <a:gd name="T44" fmla="*/ 208 w 268"/>
                <a:gd name="T45" fmla="*/ 28 h 112"/>
                <a:gd name="T46" fmla="*/ 190 w 268"/>
                <a:gd name="T47" fmla="*/ 20 h 112"/>
                <a:gd name="T48" fmla="*/ 172 w 268"/>
                <a:gd name="T49" fmla="*/ 14 h 112"/>
                <a:gd name="T50" fmla="*/ 154 w 268"/>
                <a:gd name="T51" fmla="*/ 8 h 112"/>
                <a:gd name="T52" fmla="*/ 134 w 268"/>
                <a:gd name="T53" fmla="*/ 4 h 112"/>
                <a:gd name="T54" fmla="*/ 98 w 268"/>
                <a:gd name="T55" fmla="*/ 0 h 112"/>
                <a:gd name="T56" fmla="*/ 62 w 268"/>
                <a:gd name="T57" fmla="*/ 0 h 112"/>
                <a:gd name="T58" fmla="*/ 28 w 268"/>
                <a:gd name="T59" fmla="*/ 2 h 112"/>
                <a:gd name="T60" fmla="*/ 0 w 268"/>
                <a:gd name="T61"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8" h="112">
                  <a:moveTo>
                    <a:pt x="0" y="4"/>
                  </a:moveTo>
                  <a:lnTo>
                    <a:pt x="0" y="4"/>
                  </a:lnTo>
                  <a:lnTo>
                    <a:pt x="18" y="26"/>
                  </a:lnTo>
                  <a:lnTo>
                    <a:pt x="40" y="48"/>
                  </a:lnTo>
                  <a:lnTo>
                    <a:pt x="62" y="66"/>
                  </a:lnTo>
                  <a:lnTo>
                    <a:pt x="86" y="84"/>
                  </a:lnTo>
                  <a:lnTo>
                    <a:pt x="114" y="98"/>
                  </a:lnTo>
                  <a:lnTo>
                    <a:pt x="128" y="102"/>
                  </a:lnTo>
                  <a:lnTo>
                    <a:pt x="142" y="108"/>
                  </a:lnTo>
                  <a:lnTo>
                    <a:pt x="156" y="110"/>
                  </a:lnTo>
                  <a:lnTo>
                    <a:pt x="170" y="112"/>
                  </a:lnTo>
                  <a:lnTo>
                    <a:pt x="186" y="112"/>
                  </a:lnTo>
                  <a:lnTo>
                    <a:pt x="202" y="110"/>
                  </a:lnTo>
                  <a:lnTo>
                    <a:pt x="202" y="110"/>
                  </a:lnTo>
                  <a:lnTo>
                    <a:pt x="222" y="106"/>
                  </a:lnTo>
                  <a:lnTo>
                    <a:pt x="238" y="98"/>
                  </a:lnTo>
                  <a:lnTo>
                    <a:pt x="254" y="90"/>
                  </a:lnTo>
                  <a:lnTo>
                    <a:pt x="268" y="78"/>
                  </a:lnTo>
                  <a:lnTo>
                    <a:pt x="268" y="78"/>
                  </a:lnTo>
                  <a:lnTo>
                    <a:pt x="256" y="62"/>
                  </a:lnTo>
                  <a:lnTo>
                    <a:pt x="240" y="50"/>
                  </a:lnTo>
                  <a:lnTo>
                    <a:pt x="224" y="38"/>
                  </a:lnTo>
                  <a:lnTo>
                    <a:pt x="208" y="28"/>
                  </a:lnTo>
                  <a:lnTo>
                    <a:pt x="190" y="20"/>
                  </a:lnTo>
                  <a:lnTo>
                    <a:pt x="172" y="14"/>
                  </a:lnTo>
                  <a:lnTo>
                    <a:pt x="154" y="8"/>
                  </a:lnTo>
                  <a:lnTo>
                    <a:pt x="134" y="4"/>
                  </a:lnTo>
                  <a:lnTo>
                    <a:pt x="98" y="0"/>
                  </a:lnTo>
                  <a:lnTo>
                    <a:pt x="62" y="0"/>
                  </a:lnTo>
                  <a:lnTo>
                    <a:pt x="28" y="2"/>
                  </a:lnTo>
                  <a:lnTo>
                    <a:pt x="0" y="4"/>
                  </a:lnTo>
                  <a:close/>
                </a:path>
              </a:pathLst>
            </a:custGeom>
            <a:solidFill>
              <a:srgbClr val="DA90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2" name="任意多边形 51"/>
            <p:cNvSpPr/>
            <p:nvPr>
              <p:custDataLst>
                <p:tags r:id="rId51"/>
              </p:custDataLst>
            </p:nvPr>
          </p:nvSpPr>
          <p:spPr bwMode="auto">
            <a:xfrm>
              <a:off x="2235" y="3040"/>
              <a:ext cx="322" cy="134"/>
            </a:xfrm>
            <a:custGeom>
              <a:avLst/>
              <a:gdLst>
                <a:gd name="T0" fmla="*/ 0 w 268"/>
                <a:gd name="T1" fmla="*/ 4 h 112"/>
                <a:gd name="T2" fmla="*/ 0 w 268"/>
                <a:gd name="T3" fmla="*/ 4 h 112"/>
                <a:gd name="T4" fmla="*/ 18 w 268"/>
                <a:gd name="T5" fmla="*/ 26 h 112"/>
                <a:gd name="T6" fmla="*/ 40 w 268"/>
                <a:gd name="T7" fmla="*/ 48 h 112"/>
                <a:gd name="T8" fmla="*/ 62 w 268"/>
                <a:gd name="T9" fmla="*/ 66 h 112"/>
                <a:gd name="T10" fmla="*/ 86 w 268"/>
                <a:gd name="T11" fmla="*/ 84 h 112"/>
                <a:gd name="T12" fmla="*/ 114 w 268"/>
                <a:gd name="T13" fmla="*/ 98 h 112"/>
                <a:gd name="T14" fmla="*/ 128 w 268"/>
                <a:gd name="T15" fmla="*/ 102 h 112"/>
                <a:gd name="T16" fmla="*/ 142 w 268"/>
                <a:gd name="T17" fmla="*/ 108 h 112"/>
                <a:gd name="T18" fmla="*/ 156 w 268"/>
                <a:gd name="T19" fmla="*/ 110 h 112"/>
                <a:gd name="T20" fmla="*/ 170 w 268"/>
                <a:gd name="T21" fmla="*/ 112 h 112"/>
                <a:gd name="T22" fmla="*/ 186 w 268"/>
                <a:gd name="T23" fmla="*/ 112 h 112"/>
                <a:gd name="T24" fmla="*/ 202 w 268"/>
                <a:gd name="T25" fmla="*/ 110 h 112"/>
                <a:gd name="T26" fmla="*/ 202 w 268"/>
                <a:gd name="T27" fmla="*/ 110 h 112"/>
                <a:gd name="T28" fmla="*/ 222 w 268"/>
                <a:gd name="T29" fmla="*/ 106 h 112"/>
                <a:gd name="T30" fmla="*/ 238 w 268"/>
                <a:gd name="T31" fmla="*/ 98 h 112"/>
                <a:gd name="T32" fmla="*/ 254 w 268"/>
                <a:gd name="T33" fmla="*/ 90 h 112"/>
                <a:gd name="T34" fmla="*/ 268 w 268"/>
                <a:gd name="T35" fmla="*/ 78 h 112"/>
                <a:gd name="T36" fmla="*/ 268 w 268"/>
                <a:gd name="T37" fmla="*/ 78 h 112"/>
                <a:gd name="T38" fmla="*/ 256 w 268"/>
                <a:gd name="T39" fmla="*/ 62 h 112"/>
                <a:gd name="T40" fmla="*/ 240 w 268"/>
                <a:gd name="T41" fmla="*/ 50 h 112"/>
                <a:gd name="T42" fmla="*/ 224 w 268"/>
                <a:gd name="T43" fmla="*/ 38 h 112"/>
                <a:gd name="T44" fmla="*/ 208 w 268"/>
                <a:gd name="T45" fmla="*/ 28 h 112"/>
                <a:gd name="T46" fmla="*/ 190 w 268"/>
                <a:gd name="T47" fmla="*/ 20 h 112"/>
                <a:gd name="T48" fmla="*/ 172 w 268"/>
                <a:gd name="T49" fmla="*/ 14 h 112"/>
                <a:gd name="T50" fmla="*/ 154 w 268"/>
                <a:gd name="T51" fmla="*/ 8 h 112"/>
                <a:gd name="T52" fmla="*/ 134 w 268"/>
                <a:gd name="T53" fmla="*/ 4 h 112"/>
                <a:gd name="T54" fmla="*/ 98 w 268"/>
                <a:gd name="T55" fmla="*/ 0 h 112"/>
                <a:gd name="T56" fmla="*/ 62 w 268"/>
                <a:gd name="T57" fmla="*/ 0 h 112"/>
                <a:gd name="T58" fmla="*/ 28 w 268"/>
                <a:gd name="T59" fmla="*/ 2 h 112"/>
                <a:gd name="T60" fmla="*/ 0 w 268"/>
                <a:gd name="T61"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8" h="112">
                  <a:moveTo>
                    <a:pt x="0" y="4"/>
                  </a:moveTo>
                  <a:lnTo>
                    <a:pt x="0" y="4"/>
                  </a:lnTo>
                  <a:lnTo>
                    <a:pt x="18" y="26"/>
                  </a:lnTo>
                  <a:lnTo>
                    <a:pt x="40" y="48"/>
                  </a:lnTo>
                  <a:lnTo>
                    <a:pt x="62" y="66"/>
                  </a:lnTo>
                  <a:lnTo>
                    <a:pt x="86" y="84"/>
                  </a:lnTo>
                  <a:lnTo>
                    <a:pt x="114" y="98"/>
                  </a:lnTo>
                  <a:lnTo>
                    <a:pt x="128" y="102"/>
                  </a:lnTo>
                  <a:lnTo>
                    <a:pt x="142" y="108"/>
                  </a:lnTo>
                  <a:lnTo>
                    <a:pt x="156" y="110"/>
                  </a:lnTo>
                  <a:lnTo>
                    <a:pt x="170" y="112"/>
                  </a:lnTo>
                  <a:lnTo>
                    <a:pt x="186" y="112"/>
                  </a:lnTo>
                  <a:lnTo>
                    <a:pt x="202" y="110"/>
                  </a:lnTo>
                  <a:lnTo>
                    <a:pt x="202" y="110"/>
                  </a:lnTo>
                  <a:lnTo>
                    <a:pt x="222" y="106"/>
                  </a:lnTo>
                  <a:lnTo>
                    <a:pt x="238" y="98"/>
                  </a:lnTo>
                  <a:lnTo>
                    <a:pt x="254" y="90"/>
                  </a:lnTo>
                  <a:lnTo>
                    <a:pt x="268" y="78"/>
                  </a:lnTo>
                  <a:lnTo>
                    <a:pt x="268" y="78"/>
                  </a:lnTo>
                  <a:lnTo>
                    <a:pt x="256" y="62"/>
                  </a:lnTo>
                  <a:lnTo>
                    <a:pt x="240" y="50"/>
                  </a:lnTo>
                  <a:lnTo>
                    <a:pt x="224" y="38"/>
                  </a:lnTo>
                  <a:lnTo>
                    <a:pt x="208" y="28"/>
                  </a:lnTo>
                  <a:lnTo>
                    <a:pt x="190" y="20"/>
                  </a:lnTo>
                  <a:lnTo>
                    <a:pt x="172" y="14"/>
                  </a:lnTo>
                  <a:lnTo>
                    <a:pt x="154" y="8"/>
                  </a:lnTo>
                  <a:lnTo>
                    <a:pt x="134" y="4"/>
                  </a:lnTo>
                  <a:lnTo>
                    <a:pt x="98" y="0"/>
                  </a:lnTo>
                  <a:lnTo>
                    <a:pt x="62" y="0"/>
                  </a:lnTo>
                  <a:lnTo>
                    <a:pt x="28"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3" name="任意多边形 52"/>
            <p:cNvSpPr/>
            <p:nvPr>
              <p:custDataLst>
                <p:tags r:id="rId52"/>
              </p:custDataLst>
            </p:nvPr>
          </p:nvSpPr>
          <p:spPr bwMode="auto">
            <a:xfrm>
              <a:off x="2154" y="2814"/>
              <a:ext cx="490" cy="319"/>
            </a:xfrm>
            <a:custGeom>
              <a:avLst/>
              <a:gdLst>
                <a:gd name="T0" fmla="*/ 408 w 408"/>
                <a:gd name="T1" fmla="*/ 0 h 266"/>
                <a:gd name="T2" fmla="*/ 408 w 408"/>
                <a:gd name="T3" fmla="*/ 0 h 266"/>
                <a:gd name="T4" fmla="*/ 378 w 408"/>
                <a:gd name="T5" fmla="*/ 2 h 266"/>
                <a:gd name="T6" fmla="*/ 346 w 408"/>
                <a:gd name="T7" fmla="*/ 4 h 266"/>
                <a:gd name="T8" fmla="*/ 312 w 408"/>
                <a:gd name="T9" fmla="*/ 8 h 266"/>
                <a:gd name="T10" fmla="*/ 278 w 408"/>
                <a:gd name="T11" fmla="*/ 14 h 266"/>
                <a:gd name="T12" fmla="*/ 210 w 408"/>
                <a:gd name="T13" fmla="*/ 28 h 266"/>
                <a:gd name="T14" fmla="*/ 144 w 408"/>
                <a:gd name="T15" fmla="*/ 44 h 266"/>
                <a:gd name="T16" fmla="*/ 86 w 408"/>
                <a:gd name="T17" fmla="*/ 60 h 266"/>
                <a:gd name="T18" fmla="*/ 40 w 408"/>
                <a:gd name="T19" fmla="*/ 74 h 266"/>
                <a:gd name="T20" fmla="*/ 0 w 408"/>
                <a:gd name="T21" fmla="*/ 88 h 266"/>
                <a:gd name="T22" fmla="*/ 0 w 408"/>
                <a:gd name="T23" fmla="*/ 88 h 266"/>
                <a:gd name="T24" fmla="*/ 16 w 408"/>
                <a:gd name="T25" fmla="*/ 120 h 266"/>
                <a:gd name="T26" fmla="*/ 38 w 408"/>
                <a:gd name="T27" fmla="*/ 154 h 266"/>
                <a:gd name="T28" fmla="*/ 68 w 408"/>
                <a:gd name="T29" fmla="*/ 192 h 266"/>
                <a:gd name="T30" fmla="*/ 68 w 408"/>
                <a:gd name="T31" fmla="*/ 192 h 266"/>
                <a:gd name="T32" fmla="*/ 96 w 408"/>
                <a:gd name="T33" fmla="*/ 190 h 266"/>
                <a:gd name="T34" fmla="*/ 130 w 408"/>
                <a:gd name="T35" fmla="*/ 188 h 266"/>
                <a:gd name="T36" fmla="*/ 166 w 408"/>
                <a:gd name="T37" fmla="*/ 188 h 266"/>
                <a:gd name="T38" fmla="*/ 202 w 408"/>
                <a:gd name="T39" fmla="*/ 192 h 266"/>
                <a:gd name="T40" fmla="*/ 222 w 408"/>
                <a:gd name="T41" fmla="*/ 196 h 266"/>
                <a:gd name="T42" fmla="*/ 240 w 408"/>
                <a:gd name="T43" fmla="*/ 202 h 266"/>
                <a:gd name="T44" fmla="*/ 258 w 408"/>
                <a:gd name="T45" fmla="*/ 208 h 266"/>
                <a:gd name="T46" fmla="*/ 276 w 408"/>
                <a:gd name="T47" fmla="*/ 216 h 266"/>
                <a:gd name="T48" fmla="*/ 292 w 408"/>
                <a:gd name="T49" fmla="*/ 226 h 266"/>
                <a:gd name="T50" fmla="*/ 308 w 408"/>
                <a:gd name="T51" fmla="*/ 238 h 266"/>
                <a:gd name="T52" fmla="*/ 324 w 408"/>
                <a:gd name="T53" fmla="*/ 250 h 266"/>
                <a:gd name="T54" fmla="*/ 336 w 408"/>
                <a:gd name="T55" fmla="*/ 266 h 266"/>
                <a:gd name="T56" fmla="*/ 336 w 408"/>
                <a:gd name="T57" fmla="*/ 266 h 266"/>
                <a:gd name="T58" fmla="*/ 352 w 408"/>
                <a:gd name="T59" fmla="*/ 250 h 266"/>
                <a:gd name="T60" fmla="*/ 364 w 408"/>
                <a:gd name="T61" fmla="*/ 232 h 266"/>
                <a:gd name="T62" fmla="*/ 374 w 408"/>
                <a:gd name="T63" fmla="*/ 212 h 266"/>
                <a:gd name="T64" fmla="*/ 384 w 408"/>
                <a:gd name="T65" fmla="*/ 192 h 266"/>
                <a:gd name="T66" fmla="*/ 390 w 408"/>
                <a:gd name="T67" fmla="*/ 170 h 266"/>
                <a:gd name="T68" fmla="*/ 396 w 408"/>
                <a:gd name="T69" fmla="*/ 148 h 266"/>
                <a:gd name="T70" fmla="*/ 404 w 408"/>
                <a:gd name="T71" fmla="*/ 104 h 266"/>
                <a:gd name="T72" fmla="*/ 408 w 408"/>
                <a:gd name="T73" fmla="*/ 64 h 266"/>
                <a:gd name="T74" fmla="*/ 408 w 408"/>
                <a:gd name="T75" fmla="*/ 32 h 266"/>
                <a:gd name="T76" fmla="*/ 408 w 408"/>
                <a:gd name="T7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8" h="266">
                  <a:moveTo>
                    <a:pt x="408" y="0"/>
                  </a:moveTo>
                  <a:lnTo>
                    <a:pt x="408" y="0"/>
                  </a:lnTo>
                  <a:lnTo>
                    <a:pt x="378" y="2"/>
                  </a:lnTo>
                  <a:lnTo>
                    <a:pt x="346" y="4"/>
                  </a:lnTo>
                  <a:lnTo>
                    <a:pt x="312" y="8"/>
                  </a:lnTo>
                  <a:lnTo>
                    <a:pt x="278" y="14"/>
                  </a:lnTo>
                  <a:lnTo>
                    <a:pt x="210" y="28"/>
                  </a:lnTo>
                  <a:lnTo>
                    <a:pt x="144" y="44"/>
                  </a:lnTo>
                  <a:lnTo>
                    <a:pt x="86" y="60"/>
                  </a:lnTo>
                  <a:lnTo>
                    <a:pt x="40" y="74"/>
                  </a:lnTo>
                  <a:lnTo>
                    <a:pt x="0" y="88"/>
                  </a:lnTo>
                  <a:lnTo>
                    <a:pt x="0" y="88"/>
                  </a:lnTo>
                  <a:lnTo>
                    <a:pt x="16" y="120"/>
                  </a:lnTo>
                  <a:lnTo>
                    <a:pt x="38" y="154"/>
                  </a:lnTo>
                  <a:lnTo>
                    <a:pt x="68" y="192"/>
                  </a:lnTo>
                  <a:lnTo>
                    <a:pt x="68" y="192"/>
                  </a:lnTo>
                  <a:lnTo>
                    <a:pt x="96" y="190"/>
                  </a:lnTo>
                  <a:lnTo>
                    <a:pt x="130" y="188"/>
                  </a:lnTo>
                  <a:lnTo>
                    <a:pt x="166" y="188"/>
                  </a:lnTo>
                  <a:lnTo>
                    <a:pt x="202" y="192"/>
                  </a:lnTo>
                  <a:lnTo>
                    <a:pt x="222" y="196"/>
                  </a:lnTo>
                  <a:lnTo>
                    <a:pt x="240" y="202"/>
                  </a:lnTo>
                  <a:lnTo>
                    <a:pt x="258" y="208"/>
                  </a:lnTo>
                  <a:lnTo>
                    <a:pt x="276" y="216"/>
                  </a:lnTo>
                  <a:lnTo>
                    <a:pt x="292" y="226"/>
                  </a:lnTo>
                  <a:lnTo>
                    <a:pt x="308" y="238"/>
                  </a:lnTo>
                  <a:lnTo>
                    <a:pt x="324" y="250"/>
                  </a:lnTo>
                  <a:lnTo>
                    <a:pt x="336" y="266"/>
                  </a:lnTo>
                  <a:lnTo>
                    <a:pt x="336" y="266"/>
                  </a:lnTo>
                  <a:lnTo>
                    <a:pt x="352" y="250"/>
                  </a:lnTo>
                  <a:lnTo>
                    <a:pt x="364" y="232"/>
                  </a:lnTo>
                  <a:lnTo>
                    <a:pt x="374" y="212"/>
                  </a:lnTo>
                  <a:lnTo>
                    <a:pt x="384" y="192"/>
                  </a:lnTo>
                  <a:lnTo>
                    <a:pt x="390" y="170"/>
                  </a:lnTo>
                  <a:lnTo>
                    <a:pt x="396" y="148"/>
                  </a:lnTo>
                  <a:lnTo>
                    <a:pt x="404" y="104"/>
                  </a:lnTo>
                  <a:lnTo>
                    <a:pt x="408" y="64"/>
                  </a:lnTo>
                  <a:lnTo>
                    <a:pt x="408" y="32"/>
                  </a:lnTo>
                  <a:lnTo>
                    <a:pt x="408" y="0"/>
                  </a:lnTo>
                  <a:close/>
                </a:path>
              </a:pathLst>
            </a:custGeom>
            <a:solidFill>
              <a:srgbClr val="7635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4" name="任意多边形 53"/>
            <p:cNvSpPr/>
            <p:nvPr>
              <p:custDataLst>
                <p:tags r:id="rId53"/>
              </p:custDataLst>
            </p:nvPr>
          </p:nvSpPr>
          <p:spPr bwMode="auto">
            <a:xfrm>
              <a:off x="2154" y="2814"/>
              <a:ext cx="490" cy="319"/>
            </a:xfrm>
            <a:custGeom>
              <a:avLst/>
              <a:gdLst>
                <a:gd name="T0" fmla="*/ 408 w 408"/>
                <a:gd name="T1" fmla="*/ 0 h 266"/>
                <a:gd name="T2" fmla="*/ 408 w 408"/>
                <a:gd name="T3" fmla="*/ 0 h 266"/>
                <a:gd name="T4" fmla="*/ 378 w 408"/>
                <a:gd name="T5" fmla="*/ 2 h 266"/>
                <a:gd name="T6" fmla="*/ 346 w 408"/>
                <a:gd name="T7" fmla="*/ 4 h 266"/>
                <a:gd name="T8" fmla="*/ 312 w 408"/>
                <a:gd name="T9" fmla="*/ 8 h 266"/>
                <a:gd name="T10" fmla="*/ 278 w 408"/>
                <a:gd name="T11" fmla="*/ 14 h 266"/>
                <a:gd name="T12" fmla="*/ 210 w 408"/>
                <a:gd name="T13" fmla="*/ 28 h 266"/>
                <a:gd name="T14" fmla="*/ 144 w 408"/>
                <a:gd name="T15" fmla="*/ 44 h 266"/>
                <a:gd name="T16" fmla="*/ 86 w 408"/>
                <a:gd name="T17" fmla="*/ 60 h 266"/>
                <a:gd name="T18" fmla="*/ 40 w 408"/>
                <a:gd name="T19" fmla="*/ 74 h 266"/>
                <a:gd name="T20" fmla="*/ 0 w 408"/>
                <a:gd name="T21" fmla="*/ 88 h 266"/>
                <a:gd name="T22" fmla="*/ 0 w 408"/>
                <a:gd name="T23" fmla="*/ 88 h 266"/>
                <a:gd name="T24" fmla="*/ 16 w 408"/>
                <a:gd name="T25" fmla="*/ 120 h 266"/>
                <a:gd name="T26" fmla="*/ 38 w 408"/>
                <a:gd name="T27" fmla="*/ 154 h 266"/>
                <a:gd name="T28" fmla="*/ 68 w 408"/>
                <a:gd name="T29" fmla="*/ 192 h 266"/>
                <a:gd name="T30" fmla="*/ 68 w 408"/>
                <a:gd name="T31" fmla="*/ 192 h 266"/>
                <a:gd name="T32" fmla="*/ 96 w 408"/>
                <a:gd name="T33" fmla="*/ 190 h 266"/>
                <a:gd name="T34" fmla="*/ 130 w 408"/>
                <a:gd name="T35" fmla="*/ 188 h 266"/>
                <a:gd name="T36" fmla="*/ 166 w 408"/>
                <a:gd name="T37" fmla="*/ 188 h 266"/>
                <a:gd name="T38" fmla="*/ 202 w 408"/>
                <a:gd name="T39" fmla="*/ 192 h 266"/>
                <a:gd name="T40" fmla="*/ 222 w 408"/>
                <a:gd name="T41" fmla="*/ 196 h 266"/>
                <a:gd name="T42" fmla="*/ 240 w 408"/>
                <a:gd name="T43" fmla="*/ 202 h 266"/>
                <a:gd name="T44" fmla="*/ 258 w 408"/>
                <a:gd name="T45" fmla="*/ 208 h 266"/>
                <a:gd name="T46" fmla="*/ 276 w 408"/>
                <a:gd name="T47" fmla="*/ 216 h 266"/>
                <a:gd name="T48" fmla="*/ 292 w 408"/>
                <a:gd name="T49" fmla="*/ 226 h 266"/>
                <a:gd name="T50" fmla="*/ 308 w 408"/>
                <a:gd name="T51" fmla="*/ 238 h 266"/>
                <a:gd name="T52" fmla="*/ 324 w 408"/>
                <a:gd name="T53" fmla="*/ 250 h 266"/>
                <a:gd name="T54" fmla="*/ 336 w 408"/>
                <a:gd name="T55" fmla="*/ 266 h 266"/>
                <a:gd name="T56" fmla="*/ 336 w 408"/>
                <a:gd name="T57" fmla="*/ 266 h 266"/>
                <a:gd name="T58" fmla="*/ 352 w 408"/>
                <a:gd name="T59" fmla="*/ 250 h 266"/>
                <a:gd name="T60" fmla="*/ 364 w 408"/>
                <a:gd name="T61" fmla="*/ 232 h 266"/>
                <a:gd name="T62" fmla="*/ 374 w 408"/>
                <a:gd name="T63" fmla="*/ 212 h 266"/>
                <a:gd name="T64" fmla="*/ 384 w 408"/>
                <a:gd name="T65" fmla="*/ 192 h 266"/>
                <a:gd name="T66" fmla="*/ 390 w 408"/>
                <a:gd name="T67" fmla="*/ 170 h 266"/>
                <a:gd name="T68" fmla="*/ 396 w 408"/>
                <a:gd name="T69" fmla="*/ 148 h 266"/>
                <a:gd name="T70" fmla="*/ 404 w 408"/>
                <a:gd name="T71" fmla="*/ 104 h 266"/>
                <a:gd name="T72" fmla="*/ 408 w 408"/>
                <a:gd name="T73" fmla="*/ 64 h 266"/>
                <a:gd name="T74" fmla="*/ 408 w 408"/>
                <a:gd name="T75" fmla="*/ 32 h 266"/>
                <a:gd name="T76" fmla="*/ 408 w 408"/>
                <a:gd name="T7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8" h="266">
                  <a:moveTo>
                    <a:pt x="408" y="0"/>
                  </a:moveTo>
                  <a:lnTo>
                    <a:pt x="408" y="0"/>
                  </a:lnTo>
                  <a:lnTo>
                    <a:pt x="378" y="2"/>
                  </a:lnTo>
                  <a:lnTo>
                    <a:pt x="346" y="4"/>
                  </a:lnTo>
                  <a:lnTo>
                    <a:pt x="312" y="8"/>
                  </a:lnTo>
                  <a:lnTo>
                    <a:pt x="278" y="14"/>
                  </a:lnTo>
                  <a:lnTo>
                    <a:pt x="210" y="28"/>
                  </a:lnTo>
                  <a:lnTo>
                    <a:pt x="144" y="44"/>
                  </a:lnTo>
                  <a:lnTo>
                    <a:pt x="86" y="60"/>
                  </a:lnTo>
                  <a:lnTo>
                    <a:pt x="40" y="74"/>
                  </a:lnTo>
                  <a:lnTo>
                    <a:pt x="0" y="88"/>
                  </a:lnTo>
                  <a:lnTo>
                    <a:pt x="0" y="88"/>
                  </a:lnTo>
                  <a:lnTo>
                    <a:pt x="16" y="120"/>
                  </a:lnTo>
                  <a:lnTo>
                    <a:pt x="38" y="154"/>
                  </a:lnTo>
                  <a:lnTo>
                    <a:pt x="68" y="192"/>
                  </a:lnTo>
                  <a:lnTo>
                    <a:pt x="68" y="192"/>
                  </a:lnTo>
                  <a:lnTo>
                    <a:pt x="96" y="190"/>
                  </a:lnTo>
                  <a:lnTo>
                    <a:pt x="130" y="188"/>
                  </a:lnTo>
                  <a:lnTo>
                    <a:pt x="166" y="188"/>
                  </a:lnTo>
                  <a:lnTo>
                    <a:pt x="202" y="192"/>
                  </a:lnTo>
                  <a:lnTo>
                    <a:pt x="222" y="196"/>
                  </a:lnTo>
                  <a:lnTo>
                    <a:pt x="240" y="202"/>
                  </a:lnTo>
                  <a:lnTo>
                    <a:pt x="258" y="208"/>
                  </a:lnTo>
                  <a:lnTo>
                    <a:pt x="276" y="216"/>
                  </a:lnTo>
                  <a:lnTo>
                    <a:pt x="292" y="226"/>
                  </a:lnTo>
                  <a:lnTo>
                    <a:pt x="308" y="238"/>
                  </a:lnTo>
                  <a:lnTo>
                    <a:pt x="324" y="250"/>
                  </a:lnTo>
                  <a:lnTo>
                    <a:pt x="336" y="266"/>
                  </a:lnTo>
                  <a:lnTo>
                    <a:pt x="336" y="266"/>
                  </a:lnTo>
                  <a:lnTo>
                    <a:pt x="352" y="250"/>
                  </a:lnTo>
                  <a:lnTo>
                    <a:pt x="364" y="232"/>
                  </a:lnTo>
                  <a:lnTo>
                    <a:pt x="374" y="212"/>
                  </a:lnTo>
                  <a:lnTo>
                    <a:pt x="384" y="192"/>
                  </a:lnTo>
                  <a:lnTo>
                    <a:pt x="390" y="170"/>
                  </a:lnTo>
                  <a:lnTo>
                    <a:pt x="396" y="148"/>
                  </a:lnTo>
                  <a:lnTo>
                    <a:pt x="404" y="104"/>
                  </a:lnTo>
                  <a:lnTo>
                    <a:pt x="408" y="64"/>
                  </a:lnTo>
                  <a:lnTo>
                    <a:pt x="408" y="32"/>
                  </a:lnTo>
                  <a:lnTo>
                    <a:pt x="40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5" name="任意多边形 54"/>
            <p:cNvSpPr/>
            <p:nvPr>
              <p:custDataLst>
                <p:tags r:id="rId54"/>
              </p:custDataLst>
            </p:nvPr>
          </p:nvSpPr>
          <p:spPr bwMode="auto">
            <a:xfrm>
              <a:off x="2235" y="2440"/>
              <a:ext cx="149" cy="65"/>
            </a:xfrm>
            <a:custGeom>
              <a:avLst/>
              <a:gdLst>
                <a:gd name="T0" fmla="*/ 0 w 124"/>
                <a:gd name="T1" fmla="*/ 54 h 54"/>
                <a:gd name="T2" fmla="*/ 0 w 124"/>
                <a:gd name="T3" fmla="*/ 54 h 54"/>
                <a:gd name="T4" fmla="*/ 10 w 124"/>
                <a:gd name="T5" fmla="*/ 48 h 54"/>
                <a:gd name="T6" fmla="*/ 22 w 124"/>
                <a:gd name="T7" fmla="*/ 40 h 54"/>
                <a:gd name="T8" fmla="*/ 38 w 124"/>
                <a:gd name="T9" fmla="*/ 32 h 54"/>
                <a:gd name="T10" fmla="*/ 56 w 124"/>
                <a:gd name="T11" fmla="*/ 24 h 54"/>
                <a:gd name="T12" fmla="*/ 78 w 124"/>
                <a:gd name="T13" fmla="*/ 16 h 54"/>
                <a:gd name="T14" fmla="*/ 100 w 124"/>
                <a:gd name="T15" fmla="*/ 12 h 54"/>
                <a:gd name="T16" fmla="*/ 112 w 124"/>
                <a:gd name="T17" fmla="*/ 12 h 54"/>
                <a:gd name="T18" fmla="*/ 124 w 124"/>
                <a:gd name="T19" fmla="*/ 14 h 54"/>
                <a:gd name="T20" fmla="*/ 124 w 124"/>
                <a:gd name="T21" fmla="*/ 14 h 54"/>
                <a:gd name="T22" fmla="*/ 110 w 124"/>
                <a:gd name="T23" fmla="*/ 8 h 54"/>
                <a:gd name="T24" fmla="*/ 94 w 124"/>
                <a:gd name="T25" fmla="*/ 2 h 54"/>
                <a:gd name="T26" fmla="*/ 76 w 124"/>
                <a:gd name="T27" fmla="*/ 0 h 54"/>
                <a:gd name="T28" fmla="*/ 66 w 124"/>
                <a:gd name="T29" fmla="*/ 0 h 54"/>
                <a:gd name="T30" fmla="*/ 56 w 124"/>
                <a:gd name="T31" fmla="*/ 2 h 54"/>
                <a:gd name="T32" fmla="*/ 44 w 124"/>
                <a:gd name="T33" fmla="*/ 6 h 54"/>
                <a:gd name="T34" fmla="*/ 34 w 124"/>
                <a:gd name="T35" fmla="*/ 10 h 54"/>
                <a:gd name="T36" fmla="*/ 24 w 124"/>
                <a:gd name="T37" fmla="*/ 18 h 54"/>
                <a:gd name="T38" fmla="*/ 16 w 124"/>
                <a:gd name="T39" fmla="*/ 26 h 54"/>
                <a:gd name="T40" fmla="*/ 6 w 124"/>
                <a:gd name="T41" fmla="*/ 40 h 54"/>
                <a:gd name="T42" fmla="*/ 0 w 124"/>
                <a:gd name="T4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 h="54">
                  <a:moveTo>
                    <a:pt x="0" y="54"/>
                  </a:moveTo>
                  <a:lnTo>
                    <a:pt x="0" y="54"/>
                  </a:lnTo>
                  <a:lnTo>
                    <a:pt x="10" y="48"/>
                  </a:lnTo>
                  <a:lnTo>
                    <a:pt x="22" y="40"/>
                  </a:lnTo>
                  <a:lnTo>
                    <a:pt x="38" y="32"/>
                  </a:lnTo>
                  <a:lnTo>
                    <a:pt x="56" y="24"/>
                  </a:lnTo>
                  <a:lnTo>
                    <a:pt x="78" y="16"/>
                  </a:lnTo>
                  <a:lnTo>
                    <a:pt x="100" y="12"/>
                  </a:lnTo>
                  <a:lnTo>
                    <a:pt x="112" y="12"/>
                  </a:lnTo>
                  <a:lnTo>
                    <a:pt x="124" y="14"/>
                  </a:lnTo>
                  <a:lnTo>
                    <a:pt x="124" y="14"/>
                  </a:lnTo>
                  <a:lnTo>
                    <a:pt x="110" y="8"/>
                  </a:lnTo>
                  <a:lnTo>
                    <a:pt x="94" y="2"/>
                  </a:lnTo>
                  <a:lnTo>
                    <a:pt x="76" y="0"/>
                  </a:lnTo>
                  <a:lnTo>
                    <a:pt x="66" y="0"/>
                  </a:lnTo>
                  <a:lnTo>
                    <a:pt x="56" y="2"/>
                  </a:lnTo>
                  <a:lnTo>
                    <a:pt x="44" y="6"/>
                  </a:lnTo>
                  <a:lnTo>
                    <a:pt x="34" y="10"/>
                  </a:lnTo>
                  <a:lnTo>
                    <a:pt x="24" y="18"/>
                  </a:lnTo>
                  <a:lnTo>
                    <a:pt x="16" y="26"/>
                  </a:lnTo>
                  <a:lnTo>
                    <a:pt x="6" y="40"/>
                  </a:lnTo>
                  <a:lnTo>
                    <a:pt x="0" y="54"/>
                  </a:lnTo>
                  <a:close/>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56" name="任意多边形 55"/>
            <p:cNvSpPr/>
            <p:nvPr>
              <p:custDataLst>
                <p:tags r:id="rId55"/>
              </p:custDataLst>
            </p:nvPr>
          </p:nvSpPr>
          <p:spPr bwMode="auto">
            <a:xfrm>
              <a:off x="2235" y="2440"/>
              <a:ext cx="149" cy="65"/>
            </a:xfrm>
            <a:custGeom>
              <a:avLst/>
              <a:gdLst>
                <a:gd name="T0" fmla="*/ 0 w 124"/>
                <a:gd name="T1" fmla="*/ 54 h 54"/>
                <a:gd name="T2" fmla="*/ 0 w 124"/>
                <a:gd name="T3" fmla="*/ 54 h 54"/>
                <a:gd name="T4" fmla="*/ 10 w 124"/>
                <a:gd name="T5" fmla="*/ 48 h 54"/>
                <a:gd name="T6" fmla="*/ 22 w 124"/>
                <a:gd name="T7" fmla="*/ 40 h 54"/>
                <a:gd name="T8" fmla="*/ 38 w 124"/>
                <a:gd name="T9" fmla="*/ 32 h 54"/>
                <a:gd name="T10" fmla="*/ 56 w 124"/>
                <a:gd name="T11" fmla="*/ 24 h 54"/>
                <a:gd name="T12" fmla="*/ 78 w 124"/>
                <a:gd name="T13" fmla="*/ 16 h 54"/>
                <a:gd name="T14" fmla="*/ 100 w 124"/>
                <a:gd name="T15" fmla="*/ 12 h 54"/>
                <a:gd name="T16" fmla="*/ 112 w 124"/>
                <a:gd name="T17" fmla="*/ 12 h 54"/>
                <a:gd name="T18" fmla="*/ 124 w 124"/>
                <a:gd name="T19" fmla="*/ 14 h 54"/>
                <a:gd name="T20" fmla="*/ 124 w 124"/>
                <a:gd name="T21" fmla="*/ 14 h 54"/>
                <a:gd name="T22" fmla="*/ 110 w 124"/>
                <a:gd name="T23" fmla="*/ 8 h 54"/>
                <a:gd name="T24" fmla="*/ 94 w 124"/>
                <a:gd name="T25" fmla="*/ 2 h 54"/>
                <a:gd name="T26" fmla="*/ 76 w 124"/>
                <a:gd name="T27" fmla="*/ 0 h 54"/>
                <a:gd name="T28" fmla="*/ 66 w 124"/>
                <a:gd name="T29" fmla="*/ 0 h 54"/>
                <a:gd name="T30" fmla="*/ 56 w 124"/>
                <a:gd name="T31" fmla="*/ 2 h 54"/>
                <a:gd name="T32" fmla="*/ 44 w 124"/>
                <a:gd name="T33" fmla="*/ 6 h 54"/>
                <a:gd name="T34" fmla="*/ 34 w 124"/>
                <a:gd name="T35" fmla="*/ 10 h 54"/>
                <a:gd name="T36" fmla="*/ 24 w 124"/>
                <a:gd name="T37" fmla="*/ 18 h 54"/>
                <a:gd name="T38" fmla="*/ 16 w 124"/>
                <a:gd name="T39" fmla="*/ 26 h 54"/>
                <a:gd name="T40" fmla="*/ 6 w 124"/>
                <a:gd name="T41" fmla="*/ 40 h 54"/>
                <a:gd name="T42" fmla="*/ 0 w 124"/>
                <a:gd name="T4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 h="54">
                  <a:moveTo>
                    <a:pt x="0" y="54"/>
                  </a:moveTo>
                  <a:lnTo>
                    <a:pt x="0" y="54"/>
                  </a:lnTo>
                  <a:lnTo>
                    <a:pt x="10" y="48"/>
                  </a:lnTo>
                  <a:lnTo>
                    <a:pt x="22" y="40"/>
                  </a:lnTo>
                  <a:lnTo>
                    <a:pt x="38" y="32"/>
                  </a:lnTo>
                  <a:lnTo>
                    <a:pt x="56" y="24"/>
                  </a:lnTo>
                  <a:lnTo>
                    <a:pt x="78" y="16"/>
                  </a:lnTo>
                  <a:lnTo>
                    <a:pt x="100" y="12"/>
                  </a:lnTo>
                  <a:lnTo>
                    <a:pt x="112" y="12"/>
                  </a:lnTo>
                  <a:lnTo>
                    <a:pt x="124" y="14"/>
                  </a:lnTo>
                  <a:lnTo>
                    <a:pt x="124" y="14"/>
                  </a:lnTo>
                  <a:lnTo>
                    <a:pt x="110" y="8"/>
                  </a:lnTo>
                  <a:lnTo>
                    <a:pt x="94" y="2"/>
                  </a:lnTo>
                  <a:lnTo>
                    <a:pt x="76" y="0"/>
                  </a:lnTo>
                  <a:lnTo>
                    <a:pt x="66" y="0"/>
                  </a:lnTo>
                  <a:lnTo>
                    <a:pt x="56" y="2"/>
                  </a:lnTo>
                  <a:lnTo>
                    <a:pt x="44" y="6"/>
                  </a:lnTo>
                  <a:lnTo>
                    <a:pt x="34" y="10"/>
                  </a:lnTo>
                  <a:lnTo>
                    <a:pt x="24" y="18"/>
                  </a:lnTo>
                  <a:lnTo>
                    <a:pt x="16" y="26"/>
                  </a:lnTo>
                  <a:lnTo>
                    <a:pt x="6" y="40"/>
                  </a:lnTo>
                  <a:lnTo>
                    <a:pt x="0" y="5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7" name="任意多边形 56"/>
            <p:cNvSpPr/>
            <p:nvPr>
              <p:custDataLst>
                <p:tags r:id="rId56"/>
              </p:custDataLst>
            </p:nvPr>
          </p:nvSpPr>
          <p:spPr bwMode="auto">
            <a:xfrm>
              <a:off x="2523" y="2404"/>
              <a:ext cx="122" cy="36"/>
            </a:xfrm>
            <a:custGeom>
              <a:avLst/>
              <a:gdLst>
                <a:gd name="T0" fmla="*/ 0 w 102"/>
                <a:gd name="T1" fmla="*/ 30 h 30"/>
                <a:gd name="T2" fmla="*/ 0 w 102"/>
                <a:gd name="T3" fmla="*/ 30 h 30"/>
                <a:gd name="T4" fmla="*/ 12 w 102"/>
                <a:gd name="T5" fmla="*/ 26 h 30"/>
                <a:gd name="T6" fmla="*/ 40 w 102"/>
                <a:gd name="T7" fmla="*/ 20 h 30"/>
                <a:gd name="T8" fmla="*/ 58 w 102"/>
                <a:gd name="T9" fmla="*/ 20 h 30"/>
                <a:gd name="T10" fmla="*/ 74 w 102"/>
                <a:gd name="T11" fmla="*/ 20 h 30"/>
                <a:gd name="T12" fmla="*/ 88 w 102"/>
                <a:gd name="T13" fmla="*/ 22 h 30"/>
                <a:gd name="T14" fmla="*/ 96 w 102"/>
                <a:gd name="T15" fmla="*/ 26 h 30"/>
                <a:gd name="T16" fmla="*/ 102 w 102"/>
                <a:gd name="T17" fmla="*/ 30 h 30"/>
                <a:gd name="T18" fmla="*/ 102 w 102"/>
                <a:gd name="T19" fmla="*/ 30 h 30"/>
                <a:gd name="T20" fmla="*/ 92 w 102"/>
                <a:gd name="T21" fmla="*/ 20 h 30"/>
                <a:gd name="T22" fmla="*/ 80 w 102"/>
                <a:gd name="T23" fmla="*/ 12 h 30"/>
                <a:gd name="T24" fmla="*/ 66 w 102"/>
                <a:gd name="T25" fmla="*/ 6 h 30"/>
                <a:gd name="T26" fmla="*/ 58 w 102"/>
                <a:gd name="T27" fmla="*/ 2 h 30"/>
                <a:gd name="T28" fmla="*/ 50 w 102"/>
                <a:gd name="T29" fmla="*/ 2 h 30"/>
                <a:gd name="T30" fmla="*/ 42 w 102"/>
                <a:gd name="T31" fmla="*/ 0 h 30"/>
                <a:gd name="T32" fmla="*/ 34 w 102"/>
                <a:gd name="T33" fmla="*/ 2 h 30"/>
                <a:gd name="T34" fmla="*/ 24 w 102"/>
                <a:gd name="T35" fmla="*/ 6 h 30"/>
                <a:gd name="T36" fmla="*/ 16 w 102"/>
                <a:gd name="T37" fmla="*/ 12 h 30"/>
                <a:gd name="T38" fmla="*/ 8 w 102"/>
                <a:gd name="T39" fmla="*/ 20 h 30"/>
                <a:gd name="T40" fmla="*/ 0 w 10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30">
                  <a:moveTo>
                    <a:pt x="0" y="30"/>
                  </a:moveTo>
                  <a:lnTo>
                    <a:pt x="0" y="30"/>
                  </a:lnTo>
                  <a:lnTo>
                    <a:pt x="12" y="26"/>
                  </a:lnTo>
                  <a:lnTo>
                    <a:pt x="40" y="20"/>
                  </a:lnTo>
                  <a:lnTo>
                    <a:pt x="58" y="20"/>
                  </a:lnTo>
                  <a:lnTo>
                    <a:pt x="74" y="20"/>
                  </a:lnTo>
                  <a:lnTo>
                    <a:pt x="88" y="22"/>
                  </a:lnTo>
                  <a:lnTo>
                    <a:pt x="96" y="26"/>
                  </a:lnTo>
                  <a:lnTo>
                    <a:pt x="102" y="30"/>
                  </a:lnTo>
                  <a:lnTo>
                    <a:pt x="102" y="30"/>
                  </a:lnTo>
                  <a:lnTo>
                    <a:pt x="92" y="20"/>
                  </a:lnTo>
                  <a:lnTo>
                    <a:pt x="80" y="12"/>
                  </a:lnTo>
                  <a:lnTo>
                    <a:pt x="66" y="6"/>
                  </a:lnTo>
                  <a:lnTo>
                    <a:pt x="58" y="2"/>
                  </a:lnTo>
                  <a:lnTo>
                    <a:pt x="50" y="2"/>
                  </a:lnTo>
                  <a:lnTo>
                    <a:pt x="42" y="0"/>
                  </a:lnTo>
                  <a:lnTo>
                    <a:pt x="34" y="2"/>
                  </a:lnTo>
                  <a:lnTo>
                    <a:pt x="24" y="6"/>
                  </a:lnTo>
                  <a:lnTo>
                    <a:pt x="16" y="12"/>
                  </a:lnTo>
                  <a:lnTo>
                    <a:pt x="8" y="20"/>
                  </a:lnTo>
                  <a:lnTo>
                    <a:pt x="0" y="30"/>
                  </a:lnTo>
                  <a:close/>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58" name="任意多边形 57"/>
            <p:cNvSpPr/>
            <p:nvPr>
              <p:custDataLst>
                <p:tags r:id="rId57"/>
              </p:custDataLst>
            </p:nvPr>
          </p:nvSpPr>
          <p:spPr bwMode="auto">
            <a:xfrm>
              <a:off x="2523" y="2404"/>
              <a:ext cx="122" cy="36"/>
            </a:xfrm>
            <a:custGeom>
              <a:avLst/>
              <a:gdLst>
                <a:gd name="T0" fmla="*/ 0 w 102"/>
                <a:gd name="T1" fmla="*/ 30 h 30"/>
                <a:gd name="T2" fmla="*/ 0 w 102"/>
                <a:gd name="T3" fmla="*/ 30 h 30"/>
                <a:gd name="T4" fmla="*/ 12 w 102"/>
                <a:gd name="T5" fmla="*/ 26 h 30"/>
                <a:gd name="T6" fmla="*/ 40 w 102"/>
                <a:gd name="T7" fmla="*/ 20 h 30"/>
                <a:gd name="T8" fmla="*/ 58 w 102"/>
                <a:gd name="T9" fmla="*/ 20 h 30"/>
                <a:gd name="T10" fmla="*/ 74 w 102"/>
                <a:gd name="T11" fmla="*/ 20 h 30"/>
                <a:gd name="T12" fmla="*/ 88 w 102"/>
                <a:gd name="T13" fmla="*/ 22 h 30"/>
                <a:gd name="T14" fmla="*/ 96 w 102"/>
                <a:gd name="T15" fmla="*/ 26 h 30"/>
                <a:gd name="T16" fmla="*/ 102 w 102"/>
                <a:gd name="T17" fmla="*/ 30 h 30"/>
                <a:gd name="T18" fmla="*/ 102 w 102"/>
                <a:gd name="T19" fmla="*/ 30 h 30"/>
                <a:gd name="T20" fmla="*/ 92 w 102"/>
                <a:gd name="T21" fmla="*/ 20 h 30"/>
                <a:gd name="T22" fmla="*/ 80 w 102"/>
                <a:gd name="T23" fmla="*/ 12 h 30"/>
                <a:gd name="T24" fmla="*/ 66 w 102"/>
                <a:gd name="T25" fmla="*/ 6 h 30"/>
                <a:gd name="T26" fmla="*/ 58 w 102"/>
                <a:gd name="T27" fmla="*/ 2 h 30"/>
                <a:gd name="T28" fmla="*/ 50 w 102"/>
                <a:gd name="T29" fmla="*/ 2 h 30"/>
                <a:gd name="T30" fmla="*/ 42 w 102"/>
                <a:gd name="T31" fmla="*/ 0 h 30"/>
                <a:gd name="T32" fmla="*/ 34 w 102"/>
                <a:gd name="T33" fmla="*/ 2 h 30"/>
                <a:gd name="T34" fmla="*/ 24 w 102"/>
                <a:gd name="T35" fmla="*/ 6 h 30"/>
                <a:gd name="T36" fmla="*/ 16 w 102"/>
                <a:gd name="T37" fmla="*/ 12 h 30"/>
                <a:gd name="T38" fmla="*/ 8 w 102"/>
                <a:gd name="T39" fmla="*/ 20 h 30"/>
                <a:gd name="T40" fmla="*/ 0 w 10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30">
                  <a:moveTo>
                    <a:pt x="0" y="30"/>
                  </a:moveTo>
                  <a:lnTo>
                    <a:pt x="0" y="30"/>
                  </a:lnTo>
                  <a:lnTo>
                    <a:pt x="12" y="26"/>
                  </a:lnTo>
                  <a:lnTo>
                    <a:pt x="40" y="20"/>
                  </a:lnTo>
                  <a:lnTo>
                    <a:pt x="58" y="20"/>
                  </a:lnTo>
                  <a:lnTo>
                    <a:pt x="74" y="20"/>
                  </a:lnTo>
                  <a:lnTo>
                    <a:pt x="88" y="22"/>
                  </a:lnTo>
                  <a:lnTo>
                    <a:pt x="96" y="26"/>
                  </a:lnTo>
                  <a:lnTo>
                    <a:pt x="102" y="30"/>
                  </a:lnTo>
                  <a:lnTo>
                    <a:pt x="102" y="30"/>
                  </a:lnTo>
                  <a:lnTo>
                    <a:pt x="92" y="20"/>
                  </a:lnTo>
                  <a:lnTo>
                    <a:pt x="80" y="12"/>
                  </a:lnTo>
                  <a:lnTo>
                    <a:pt x="66" y="6"/>
                  </a:lnTo>
                  <a:lnTo>
                    <a:pt x="58" y="2"/>
                  </a:lnTo>
                  <a:lnTo>
                    <a:pt x="50" y="2"/>
                  </a:lnTo>
                  <a:lnTo>
                    <a:pt x="42" y="0"/>
                  </a:lnTo>
                  <a:lnTo>
                    <a:pt x="34" y="2"/>
                  </a:lnTo>
                  <a:lnTo>
                    <a:pt x="24" y="6"/>
                  </a:lnTo>
                  <a:lnTo>
                    <a:pt x="16" y="12"/>
                  </a:lnTo>
                  <a:lnTo>
                    <a:pt x="8" y="20"/>
                  </a:lnTo>
                  <a:lnTo>
                    <a:pt x="0" y="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9" name="任意多边形 58"/>
            <p:cNvSpPr/>
            <p:nvPr>
              <p:custDataLst>
                <p:tags r:id="rId58"/>
              </p:custDataLst>
            </p:nvPr>
          </p:nvSpPr>
          <p:spPr bwMode="auto">
            <a:xfrm>
              <a:off x="2818" y="6654"/>
              <a:ext cx="490" cy="278"/>
            </a:xfrm>
            <a:custGeom>
              <a:avLst/>
              <a:gdLst>
                <a:gd name="T0" fmla="*/ 188 w 408"/>
                <a:gd name="T1" fmla="*/ 26 h 232"/>
                <a:gd name="T2" fmla="*/ 188 w 408"/>
                <a:gd name="T3" fmla="*/ 26 h 232"/>
                <a:gd name="T4" fmla="*/ 192 w 408"/>
                <a:gd name="T5" fmla="*/ 38 h 232"/>
                <a:gd name="T6" fmla="*/ 204 w 408"/>
                <a:gd name="T7" fmla="*/ 64 h 232"/>
                <a:gd name="T8" fmla="*/ 214 w 408"/>
                <a:gd name="T9" fmla="*/ 78 h 232"/>
                <a:gd name="T10" fmla="*/ 224 w 408"/>
                <a:gd name="T11" fmla="*/ 92 h 232"/>
                <a:gd name="T12" fmla="*/ 234 w 408"/>
                <a:gd name="T13" fmla="*/ 102 h 232"/>
                <a:gd name="T14" fmla="*/ 240 w 408"/>
                <a:gd name="T15" fmla="*/ 108 h 232"/>
                <a:gd name="T16" fmla="*/ 248 w 408"/>
                <a:gd name="T17" fmla="*/ 110 h 232"/>
                <a:gd name="T18" fmla="*/ 248 w 408"/>
                <a:gd name="T19" fmla="*/ 110 h 232"/>
                <a:gd name="T20" fmla="*/ 262 w 408"/>
                <a:gd name="T21" fmla="*/ 114 h 232"/>
                <a:gd name="T22" fmla="*/ 280 w 408"/>
                <a:gd name="T23" fmla="*/ 116 h 232"/>
                <a:gd name="T24" fmla="*/ 322 w 408"/>
                <a:gd name="T25" fmla="*/ 120 h 232"/>
                <a:gd name="T26" fmla="*/ 344 w 408"/>
                <a:gd name="T27" fmla="*/ 122 h 232"/>
                <a:gd name="T28" fmla="*/ 364 w 408"/>
                <a:gd name="T29" fmla="*/ 124 h 232"/>
                <a:gd name="T30" fmla="*/ 382 w 408"/>
                <a:gd name="T31" fmla="*/ 130 h 232"/>
                <a:gd name="T32" fmla="*/ 396 w 408"/>
                <a:gd name="T33" fmla="*/ 138 h 232"/>
                <a:gd name="T34" fmla="*/ 396 w 408"/>
                <a:gd name="T35" fmla="*/ 138 h 232"/>
                <a:gd name="T36" fmla="*/ 400 w 408"/>
                <a:gd name="T37" fmla="*/ 142 h 232"/>
                <a:gd name="T38" fmla="*/ 404 w 408"/>
                <a:gd name="T39" fmla="*/ 148 h 232"/>
                <a:gd name="T40" fmla="*/ 408 w 408"/>
                <a:gd name="T41" fmla="*/ 160 h 232"/>
                <a:gd name="T42" fmla="*/ 408 w 408"/>
                <a:gd name="T43" fmla="*/ 172 h 232"/>
                <a:gd name="T44" fmla="*/ 406 w 408"/>
                <a:gd name="T45" fmla="*/ 184 h 232"/>
                <a:gd name="T46" fmla="*/ 404 w 408"/>
                <a:gd name="T47" fmla="*/ 196 h 232"/>
                <a:gd name="T48" fmla="*/ 400 w 408"/>
                <a:gd name="T49" fmla="*/ 206 h 232"/>
                <a:gd name="T50" fmla="*/ 396 w 408"/>
                <a:gd name="T51" fmla="*/ 214 h 232"/>
                <a:gd name="T52" fmla="*/ 396 w 408"/>
                <a:gd name="T53" fmla="*/ 214 h 232"/>
                <a:gd name="T54" fmla="*/ 346 w 408"/>
                <a:gd name="T55" fmla="*/ 220 h 232"/>
                <a:gd name="T56" fmla="*/ 292 w 408"/>
                <a:gd name="T57" fmla="*/ 224 h 232"/>
                <a:gd name="T58" fmla="*/ 230 w 408"/>
                <a:gd name="T59" fmla="*/ 228 h 232"/>
                <a:gd name="T60" fmla="*/ 164 w 408"/>
                <a:gd name="T61" fmla="*/ 232 h 232"/>
                <a:gd name="T62" fmla="*/ 102 w 408"/>
                <a:gd name="T63" fmla="*/ 230 h 232"/>
                <a:gd name="T64" fmla="*/ 74 w 408"/>
                <a:gd name="T65" fmla="*/ 228 h 232"/>
                <a:gd name="T66" fmla="*/ 48 w 408"/>
                <a:gd name="T67" fmla="*/ 226 h 232"/>
                <a:gd name="T68" fmla="*/ 28 w 408"/>
                <a:gd name="T69" fmla="*/ 220 h 232"/>
                <a:gd name="T70" fmla="*/ 12 w 408"/>
                <a:gd name="T71" fmla="*/ 214 h 232"/>
                <a:gd name="T72" fmla="*/ 12 w 408"/>
                <a:gd name="T73" fmla="*/ 214 h 232"/>
                <a:gd name="T74" fmla="*/ 8 w 408"/>
                <a:gd name="T75" fmla="*/ 192 h 232"/>
                <a:gd name="T76" fmla="*/ 2 w 408"/>
                <a:gd name="T77" fmla="*/ 142 h 232"/>
                <a:gd name="T78" fmla="*/ 0 w 408"/>
                <a:gd name="T79" fmla="*/ 112 h 232"/>
                <a:gd name="T80" fmla="*/ 0 w 408"/>
                <a:gd name="T81" fmla="*/ 80 h 232"/>
                <a:gd name="T82" fmla="*/ 4 w 408"/>
                <a:gd name="T83" fmla="*/ 52 h 232"/>
                <a:gd name="T84" fmla="*/ 8 w 408"/>
                <a:gd name="T85" fmla="*/ 38 h 232"/>
                <a:gd name="T86" fmla="*/ 12 w 408"/>
                <a:gd name="T87" fmla="*/ 26 h 232"/>
                <a:gd name="T88" fmla="*/ 12 w 408"/>
                <a:gd name="T89" fmla="*/ 26 h 232"/>
                <a:gd name="T90" fmla="*/ 18 w 408"/>
                <a:gd name="T91" fmla="*/ 16 h 232"/>
                <a:gd name="T92" fmla="*/ 28 w 408"/>
                <a:gd name="T93" fmla="*/ 8 h 232"/>
                <a:gd name="T94" fmla="*/ 38 w 408"/>
                <a:gd name="T95" fmla="*/ 4 h 232"/>
                <a:gd name="T96" fmla="*/ 52 w 408"/>
                <a:gd name="T97" fmla="*/ 0 h 232"/>
                <a:gd name="T98" fmla="*/ 66 w 408"/>
                <a:gd name="T99" fmla="*/ 0 h 232"/>
                <a:gd name="T100" fmla="*/ 80 w 408"/>
                <a:gd name="T101" fmla="*/ 0 h 232"/>
                <a:gd name="T102" fmla="*/ 110 w 408"/>
                <a:gd name="T103" fmla="*/ 4 h 232"/>
                <a:gd name="T104" fmla="*/ 140 w 408"/>
                <a:gd name="T105" fmla="*/ 10 h 232"/>
                <a:gd name="T106" fmla="*/ 164 w 408"/>
                <a:gd name="T107" fmla="*/ 18 h 232"/>
                <a:gd name="T108" fmla="*/ 188 w 408"/>
                <a:gd name="T109" fmla="*/ 2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32">
                  <a:moveTo>
                    <a:pt x="188" y="26"/>
                  </a:moveTo>
                  <a:lnTo>
                    <a:pt x="188" y="26"/>
                  </a:lnTo>
                  <a:lnTo>
                    <a:pt x="192" y="38"/>
                  </a:lnTo>
                  <a:lnTo>
                    <a:pt x="204" y="64"/>
                  </a:lnTo>
                  <a:lnTo>
                    <a:pt x="214" y="78"/>
                  </a:lnTo>
                  <a:lnTo>
                    <a:pt x="224" y="92"/>
                  </a:lnTo>
                  <a:lnTo>
                    <a:pt x="234" y="102"/>
                  </a:lnTo>
                  <a:lnTo>
                    <a:pt x="240" y="108"/>
                  </a:lnTo>
                  <a:lnTo>
                    <a:pt x="248" y="110"/>
                  </a:lnTo>
                  <a:lnTo>
                    <a:pt x="248" y="110"/>
                  </a:lnTo>
                  <a:lnTo>
                    <a:pt x="262" y="114"/>
                  </a:lnTo>
                  <a:lnTo>
                    <a:pt x="280" y="116"/>
                  </a:lnTo>
                  <a:lnTo>
                    <a:pt x="322" y="120"/>
                  </a:lnTo>
                  <a:lnTo>
                    <a:pt x="344" y="122"/>
                  </a:lnTo>
                  <a:lnTo>
                    <a:pt x="364" y="124"/>
                  </a:lnTo>
                  <a:lnTo>
                    <a:pt x="382" y="130"/>
                  </a:lnTo>
                  <a:lnTo>
                    <a:pt x="396" y="138"/>
                  </a:lnTo>
                  <a:lnTo>
                    <a:pt x="396" y="138"/>
                  </a:lnTo>
                  <a:lnTo>
                    <a:pt x="400" y="142"/>
                  </a:lnTo>
                  <a:lnTo>
                    <a:pt x="404" y="148"/>
                  </a:lnTo>
                  <a:lnTo>
                    <a:pt x="408" y="160"/>
                  </a:lnTo>
                  <a:lnTo>
                    <a:pt x="408" y="172"/>
                  </a:lnTo>
                  <a:lnTo>
                    <a:pt x="406" y="184"/>
                  </a:lnTo>
                  <a:lnTo>
                    <a:pt x="404" y="196"/>
                  </a:lnTo>
                  <a:lnTo>
                    <a:pt x="400" y="206"/>
                  </a:lnTo>
                  <a:lnTo>
                    <a:pt x="396" y="214"/>
                  </a:lnTo>
                  <a:lnTo>
                    <a:pt x="396" y="214"/>
                  </a:lnTo>
                  <a:lnTo>
                    <a:pt x="346" y="220"/>
                  </a:lnTo>
                  <a:lnTo>
                    <a:pt x="292" y="224"/>
                  </a:lnTo>
                  <a:lnTo>
                    <a:pt x="230" y="228"/>
                  </a:lnTo>
                  <a:lnTo>
                    <a:pt x="164" y="232"/>
                  </a:lnTo>
                  <a:lnTo>
                    <a:pt x="102" y="230"/>
                  </a:lnTo>
                  <a:lnTo>
                    <a:pt x="74" y="228"/>
                  </a:lnTo>
                  <a:lnTo>
                    <a:pt x="48" y="226"/>
                  </a:lnTo>
                  <a:lnTo>
                    <a:pt x="28" y="220"/>
                  </a:lnTo>
                  <a:lnTo>
                    <a:pt x="12" y="214"/>
                  </a:lnTo>
                  <a:lnTo>
                    <a:pt x="12" y="214"/>
                  </a:lnTo>
                  <a:lnTo>
                    <a:pt x="8" y="192"/>
                  </a:lnTo>
                  <a:lnTo>
                    <a:pt x="2" y="142"/>
                  </a:lnTo>
                  <a:lnTo>
                    <a:pt x="0" y="112"/>
                  </a:lnTo>
                  <a:lnTo>
                    <a:pt x="0" y="80"/>
                  </a:lnTo>
                  <a:lnTo>
                    <a:pt x="4" y="52"/>
                  </a:lnTo>
                  <a:lnTo>
                    <a:pt x="8" y="38"/>
                  </a:lnTo>
                  <a:lnTo>
                    <a:pt x="12" y="26"/>
                  </a:lnTo>
                  <a:lnTo>
                    <a:pt x="12" y="26"/>
                  </a:lnTo>
                  <a:lnTo>
                    <a:pt x="18" y="16"/>
                  </a:lnTo>
                  <a:lnTo>
                    <a:pt x="28" y="8"/>
                  </a:lnTo>
                  <a:lnTo>
                    <a:pt x="38" y="4"/>
                  </a:lnTo>
                  <a:lnTo>
                    <a:pt x="52" y="0"/>
                  </a:lnTo>
                  <a:lnTo>
                    <a:pt x="66" y="0"/>
                  </a:lnTo>
                  <a:lnTo>
                    <a:pt x="80" y="0"/>
                  </a:lnTo>
                  <a:lnTo>
                    <a:pt x="110" y="4"/>
                  </a:lnTo>
                  <a:lnTo>
                    <a:pt x="140" y="10"/>
                  </a:lnTo>
                  <a:lnTo>
                    <a:pt x="164" y="18"/>
                  </a:lnTo>
                  <a:lnTo>
                    <a:pt x="188" y="26"/>
                  </a:lnTo>
                  <a:close/>
                </a:path>
              </a:pathLst>
            </a:custGeom>
            <a:solidFill>
              <a:srgbClr val="291E1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0" name="任意多边形 59"/>
            <p:cNvSpPr/>
            <p:nvPr>
              <p:custDataLst>
                <p:tags r:id="rId59"/>
              </p:custDataLst>
            </p:nvPr>
          </p:nvSpPr>
          <p:spPr bwMode="auto">
            <a:xfrm>
              <a:off x="2818" y="6654"/>
              <a:ext cx="490" cy="278"/>
            </a:xfrm>
            <a:custGeom>
              <a:avLst/>
              <a:gdLst>
                <a:gd name="T0" fmla="*/ 188 w 408"/>
                <a:gd name="T1" fmla="*/ 26 h 232"/>
                <a:gd name="T2" fmla="*/ 188 w 408"/>
                <a:gd name="T3" fmla="*/ 26 h 232"/>
                <a:gd name="T4" fmla="*/ 192 w 408"/>
                <a:gd name="T5" fmla="*/ 38 h 232"/>
                <a:gd name="T6" fmla="*/ 204 w 408"/>
                <a:gd name="T7" fmla="*/ 64 h 232"/>
                <a:gd name="T8" fmla="*/ 214 w 408"/>
                <a:gd name="T9" fmla="*/ 78 h 232"/>
                <a:gd name="T10" fmla="*/ 224 w 408"/>
                <a:gd name="T11" fmla="*/ 92 h 232"/>
                <a:gd name="T12" fmla="*/ 234 w 408"/>
                <a:gd name="T13" fmla="*/ 102 h 232"/>
                <a:gd name="T14" fmla="*/ 240 w 408"/>
                <a:gd name="T15" fmla="*/ 108 h 232"/>
                <a:gd name="T16" fmla="*/ 248 w 408"/>
                <a:gd name="T17" fmla="*/ 110 h 232"/>
                <a:gd name="T18" fmla="*/ 248 w 408"/>
                <a:gd name="T19" fmla="*/ 110 h 232"/>
                <a:gd name="T20" fmla="*/ 262 w 408"/>
                <a:gd name="T21" fmla="*/ 114 h 232"/>
                <a:gd name="T22" fmla="*/ 280 w 408"/>
                <a:gd name="T23" fmla="*/ 116 h 232"/>
                <a:gd name="T24" fmla="*/ 322 w 408"/>
                <a:gd name="T25" fmla="*/ 120 h 232"/>
                <a:gd name="T26" fmla="*/ 344 w 408"/>
                <a:gd name="T27" fmla="*/ 122 h 232"/>
                <a:gd name="T28" fmla="*/ 364 w 408"/>
                <a:gd name="T29" fmla="*/ 124 h 232"/>
                <a:gd name="T30" fmla="*/ 382 w 408"/>
                <a:gd name="T31" fmla="*/ 130 h 232"/>
                <a:gd name="T32" fmla="*/ 396 w 408"/>
                <a:gd name="T33" fmla="*/ 138 h 232"/>
                <a:gd name="T34" fmla="*/ 396 w 408"/>
                <a:gd name="T35" fmla="*/ 138 h 232"/>
                <a:gd name="T36" fmla="*/ 400 w 408"/>
                <a:gd name="T37" fmla="*/ 142 h 232"/>
                <a:gd name="T38" fmla="*/ 404 w 408"/>
                <a:gd name="T39" fmla="*/ 148 h 232"/>
                <a:gd name="T40" fmla="*/ 408 w 408"/>
                <a:gd name="T41" fmla="*/ 160 h 232"/>
                <a:gd name="T42" fmla="*/ 408 w 408"/>
                <a:gd name="T43" fmla="*/ 172 h 232"/>
                <a:gd name="T44" fmla="*/ 406 w 408"/>
                <a:gd name="T45" fmla="*/ 184 h 232"/>
                <a:gd name="T46" fmla="*/ 404 w 408"/>
                <a:gd name="T47" fmla="*/ 196 h 232"/>
                <a:gd name="T48" fmla="*/ 400 w 408"/>
                <a:gd name="T49" fmla="*/ 206 h 232"/>
                <a:gd name="T50" fmla="*/ 396 w 408"/>
                <a:gd name="T51" fmla="*/ 214 h 232"/>
                <a:gd name="T52" fmla="*/ 396 w 408"/>
                <a:gd name="T53" fmla="*/ 214 h 232"/>
                <a:gd name="T54" fmla="*/ 346 w 408"/>
                <a:gd name="T55" fmla="*/ 220 h 232"/>
                <a:gd name="T56" fmla="*/ 292 w 408"/>
                <a:gd name="T57" fmla="*/ 224 h 232"/>
                <a:gd name="T58" fmla="*/ 230 w 408"/>
                <a:gd name="T59" fmla="*/ 228 h 232"/>
                <a:gd name="T60" fmla="*/ 164 w 408"/>
                <a:gd name="T61" fmla="*/ 232 h 232"/>
                <a:gd name="T62" fmla="*/ 102 w 408"/>
                <a:gd name="T63" fmla="*/ 230 h 232"/>
                <a:gd name="T64" fmla="*/ 74 w 408"/>
                <a:gd name="T65" fmla="*/ 228 h 232"/>
                <a:gd name="T66" fmla="*/ 48 w 408"/>
                <a:gd name="T67" fmla="*/ 226 h 232"/>
                <a:gd name="T68" fmla="*/ 28 w 408"/>
                <a:gd name="T69" fmla="*/ 220 h 232"/>
                <a:gd name="T70" fmla="*/ 12 w 408"/>
                <a:gd name="T71" fmla="*/ 214 h 232"/>
                <a:gd name="T72" fmla="*/ 12 w 408"/>
                <a:gd name="T73" fmla="*/ 214 h 232"/>
                <a:gd name="T74" fmla="*/ 8 w 408"/>
                <a:gd name="T75" fmla="*/ 192 h 232"/>
                <a:gd name="T76" fmla="*/ 2 w 408"/>
                <a:gd name="T77" fmla="*/ 142 h 232"/>
                <a:gd name="T78" fmla="*/ 0 w 408"/>
                <a:gd name="T79" fmla="*/ 112 h 232"/>
                <a:gd name="T80" fmla="*/ 0 w 408"/>
                <a:gd name="T81" fmla="*/ 80 h 232"/>
                <a:gd name="T82" fmla="*/ 4 w 408"/>
                <a:gd name="T83" fmla="*/ 52 h 232"/>
                <a:gd name="T84" fmla="*/ 8 w 408"/>
                <a:gd name="T85" fmla="*/ 38 h 232"/>
                <a:gd name="T86" fmla="*/ 12 w 408"/>
                <a:gd name="T87" fmla="*/ 26 h 232"/>
                <a:gd name="T88" fmla="*/ 12 w 408"/>
                <a:gd name="T89" fmla="*/ 26 h 232"/>
                <a:gd name="T90" fmla="*/ 18 w 408"/>
                <a:gd name="T91" fmla="*/ 16 h 232"/>
                <a:gd name="T92" fmla="*/ 28 w 408"/>
                <a:gd name="T93" fmla="*/ 8 h 232"/>
                <a:gd name="T94" fmla="*/ 38 w 408"/>
                <a:gd name="T95" fmla="*/ 4 h 232"/>
                <a:gd name="T96" fmla="*/ 52 w 408"/>
                <a:gd name="T97" fmla="*/ 0 h 232"/>
                <a:gd name="T98" fmla="*/ 66 w 408"/>
                <a:gd name="T99" fmla="*/ 0 h 232"/>
                <a:gd name="T100" fmla="*/ 80 w 408"/>
                <a:gd name="T101" fmla="*/ 0 h 232"/>
                <a:gd name="T102" fmla="*/ 110 w 408"/>
                <a:gd name="T103" fmla="*/ 4 h 232"/>
                <a:gd name="T104" fmla="*/ 140 w 408"/>
                <a:gd name="T105" fmla="*/ 10 h 232"/>
                <a:gd name="T106" fmla="*/ 164 w 408"/>
                <a:gd name="T107" fmla="*/ 18 h 232"/>
                <a:gd name="T108" fmla="*/ 188 w 408"/>
                <a:gd name="T109" fmla="*/ 2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32">
                  <a:moveTo>
                    <a:pt x="188" y="26"/>
                  </a:moveTo>
                  <a:lnTo>
                    <a:pt x="188" y="26"/>
                  </a:lnTo>
                  <a:lnTo>
                    <a:pt x="192" y="38"/>
                  </a:lnTo>
                  <a:lnTo>
                    <a:pt x="204" y="64"/>
                  </a:lnTo>
                  <a:lnTo>
                    <a:pt x="214" y="78"/>
                  </a:lnTo>
                  <a:lnTo>
                    <a:pt x="224" y="92"/>
                  </a:lnTo>
                  <a:lnTo>
                    <a:pt x="234" y="102"/>
                  </a:lnTo>
                  <a:lnTo>
                    <a:pt x="240" y="108"/>
                  </a:lnTo>
                  <a:lnTo>
                    <a:pt x="248" y="110"/>
                  </a:lnTo>
                  <a:lnTo>
                    <a:pt x="248" y="110"/>
                  </a:lnTo>
                  <a:lnTo>
                    <a:pt x="262" y="114"/>
                  </a:lnTo>
                  <a:lnTo>
                    <a:pt x="280" y="116"/>
                  </a:lnTo>
                  <a:lnTo>
                    <a:pt x="322" y="120"/>
                  </a:lnTo>
                  <a:lnTo>
                    <a:pt x="344" y="122"/>
                  </a:lnTo>
                  <a:lnTo>
                    <a:pt x="364" y="124"/>
                  </a:lnTo>
                  <a:lnTo>
                    <a:pt x="382" y="130"/>
                  </a:lnTo>
                  <a:lnTo>
                    <a:pt x="396" y="138"/>
                  </a:lnTo>
                  <a:lnTo>
                    <a:pt x="396" y="138"/>
                  </a:lnTo>
                  <a:lnTo>
                    <a:pt x="400" y="142"/>
                  </a:lnTo>
                  <a:lnTo>
                    <a:pt x="404" y="148"/>
                  </a:lnTo>
                  <a:lnTo>
                    <a:pt x="408" y="160"/>
                  </a:lnTo>
                  <a:lnTo>
                    <a:pt x="408" y="172"/>
                  </a:lnTo>
                  <a:lnTo>
                    <a:pt x="406" y="184"/>
                  </a:lnTo>
                  <a:lnTo>
                    <a:pt x="404" y="196"/>
                  </a:lnTo>
                  <a:lnTo>
                    <a:pt x="400" y="206"/>
                  </a:lnTo>
                  <a:lnTo>
                    <a:pt x="396" y="214"/>
                  </a:lnTo>
                  <a:lnTo>
                    <a:pt x="396" y="214"/>
                  </a:lnTo>
                  <a:lnTo>
                    <a:pt x="346" y="220"/>
                  </a:lnTo>
                  <a:lnTo>
                    <a:pt x="292" y="224"/>
                  </a:lnTo>
                  <a:lnTo>
                    <a:pt x="230" y="228"/>
                  </a:lnTo>
                  <a:lnTo>
                    <a:pt x="164" y="232"/>
                  </a:lnTo>
                  <a:lnTo>
                    <a:pt x="102" y="230"/>
                  </a:lnTo>
                  <a:lnTo>
                    <a:pt x="74" y="228"/>
                  </a:lnTo>
                  <a:lnTo>
                    <a:pt x="48" y="226"/>
                  </a:lnTo>
                  <a:lnTo>
                    <a:pt x="28" y="220"/>
                  </a:lnTo>
                  <a:lnTo>
                    <a:pt x="12" y="214"/>
                  </a:lnTo>
                  <a:lnTo>
                    <a:pt x="12" y="214"/>
                  </a:lnTo>
                  <a:lnTo>
                    <a:pt x="8" y="192"/>
                  </a:lnTo>
                  <a:lnTo>
                    <a:pt x="2" y="142"/>
                  </a:lnTo>
                  <a:lnTo>
                    <a:pt x="0" y="112"/>
                  </a:lnTo>
                  <a:lnTo>
                    <a:pt x="0" y="80"/>
                  </a:lnTo>
                  <a:lnTo>
                    <a:pt x="4" y="52"/>
                  </a:lnTo>
                  <a:lnTo>
                    <a:pt x="8" y="38"/>
                  </a:lnTo>
                  <a:lnTo>
                    <a:pt x="12" y="26"/>
                  </a:lnTo>
                  <a:lnTo>
                    <a:pt x="12" y="26"/>
                  </a:lnTo>
                  <a:lnTo>
                    <a:pt x="18" y="16"/>
                  </a:lnTo>
                  <a:lnTo>
                    <a:pt x="28" y="8"/>
                  </a:lnTo>
                  <a:lnTo>
                    <a:pt x="38" y="4"/>
                  </a:lnTo>
                  <a:lnTo>
                    <a:pt x="52" y="0"/>
                  </a:lnTo>
                  <a:lnTo>
                    <a:pt x="66" y="0"/>
                  </a:lnTo>
                  <a:lnTo>
                    <a:pt x="80" y="0"/>
                  </a:lnTo>
                  <a:lnTo>
                    <a:pt x="110" y="4"/>
                  </a:lnTo>
                  <a:lnTo>
                    <a:pt x="140" y="10"/>
                  </a:lnTo>
                  <a:lnTo>
                    <a:pt x="164" y="18"/>
                  </a:lnTo>
                  <a:lnTo>
                    <a:pt x="188"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1" name="任意多边形 60"/>
            <p:cNvSpPr/>
            <p:nvPr>
              <p:custDataLst>
                <p:tags r:id="rId60"/>
              </p:custDataLst>
            </p:nvPr>
          </p:nvSpPr>
          <p:spPr bwMode="auto">
            <a:xfrm>
              <a:off x="2564" y="6685"/>
              <a:ext cx="490" cy="293"/>
            </a:xfrm>
            <a:custGeom>
              <a:avLst/>
              <a:gdLst>
                <a:gd name="T0" fmla="*/ 224 w 408"/>
                <a:gd name="T1" fmla="*/ 20 h 244"/>
                <a:gd name="T2" fmla="*/ 224 w 408"/>
                <a:gd name="T3" fmla="*/ 20 h 244"/>
                <a:gd name="T4" fmla="*/ 226 w 408"/>
                <a:gd name="T5" fmla="*/ 32 h 244"/>
                <a:gd name="T6" fmla="*/ 228 w 408"/>
                <a:gd name="T7" fmla="*/ 46 h 244"/>
                <a:gd name="T8" fmla="*/ 232 w 408"/>
                <a:gd name="T9" fmla="*/ 60 h 244"/>
                <a:gd name="T10" fmla="*/ 240 w 408"/>
                <a:gd name="T11" fmla="*/ 76 h 244"/>
                <a:gd name="T12" fmla="*/ 250 w 408"/>
                <a:gd name="T13" fmla="*/ 92 h 244"/>
                <a:gd name="T14" fmla="*/ 258 w 408"/>
                <a:gd name="T15" fmla="*/ 100 h 244"/>
                <a:gd name="T16" fmla="*/ 266 w 408"/>
                <a:gd name="T17" fmla="*/ 106 h 244"/>
                <a:gd name="T18" fmla="*/ 274 w 408"/>
                <a:gd name="T19" fmla="*/ 112 h 244"/>
                <a:gd name="T20" fmla="*/ 284 w 408"/>
                <a:gd name="T21" fmla="*/ 118 h 244"/>
                <a:gd name="T22" fmla="*/ 284 w 408"/>
                <a:gd name="T23" fmla="*/ 118 h 244"/>
                <a:gd name="T24" fmla="*/ 314 w 408"/>
                <a:gd name="T25" fmla="*/ 128 h 244"/>
                <a:gd name="T26" fmla="*/ 346 w 408"/>
                <a:gd name="T27" fmla="*/ 138 h 244"/>
                <a:gd name="T28" fmla="*/ 378 w 408"/>
                <a:gd name="T29" fmla="*/ 148 h 244"/>
                <a:gd name="T30" fmla="*/ 390 w 408"/>
                <a:gd name="T31" fmla="*/ 154 h 244"/>
                <a:gd name="T32" fmla="*/ 400 w 408"/>
                <a:gd name="T33" fmla="*/ 162 h 244"/>
                <a:gd name="T34" fmla="*/ 400 w 408"/>
                <a:gd name="T35" fmla="*/ 162 h 244"/>
                <a:gd name="T36" fmla="*/ 406 w 408"/>
                <a:gd name="T37" fmla="*/ 166 h 244"/>
                <a:gd name="T38" fmla="*/ 408 w 408"/>
                <a:gd name="T39" fmla="*/ 172 h 244"/>
                <a:gd name="T40" fmla="*/ 408 w 408"/>
                <a:gd name="T41" fmla="*/ 178 h 244"/>
                <a:gd name="T42" fmla="*/ 408 w 408"/>
                <a:gd name="T43" fmla="*/ 184 h 244"/>
                <a:gd name="T44" fmla="*/ 404 w 408"/>
                <a:gd name="T45" fmla="*/ 200 h 244"/>
                <a:gd name="T46" fmla="*/ 400 w 408"/>
                <a:gd name="T47" fmla="*/ 218 h 244"/>
                <a:gd name="T48" fmla="*/ 400 w 408"/>
                <a:gd name="T49" fmla="*/ 218 h 244"/>
                <a:gd name="T50" fmla="*/ 400 w 408"/>
                <a:gd name="T51" fmla="*/ 222 h 244"/>
                <a:gd name="T52" fmla="*/ 396 w 408"/>
                <a:gd name="T53" fmla="*/ 228 h 244"/>
                <a:gd name="T54" fmla="*/ 392 w 408"/>
                <a:gd name="T55" fmla="*/ 232 h 244"/>
                <a:gd name="T56" fmla="*/ 386 w 408"/>
                <a:gd name="T57" fmla="*/ 236 h 244"/>
                <a:gd name="T58" fmla="*/ 368 w 408"/>
                <a:gd name="T59" fmla="*/ 240 h 244"/>
                <a:gd name="T60" fmla="*/ 346 w 408"/>
                <a:gd name="T61" fmla="*/ 244 h 244"/>
                <a:gd name="T62" fmla="*/ 320 w 408"/>
                <a:gd name="T63" fmla="*/ 244 h 244"/>
                <a:gd name="T64" fmla="*/ 292 w 408"/>
                <a:gd name="T65" fmla="*/ 244 h 244"/>
                <a:gd name="T66" fmla="*/ 260 w 408"/>
                <a:gd name="T67" fmla="*/ 242 h 244"/>
                <a:gd name="T68" fmla="*/ 226 w 408"/>
                <a:gd name="T69" fmla="*/ 238 h 244"/>
                <a:gd name="T70" fmla="*/ 158 w 408"/>
                <a:gd name="T71" fmla="*/ 226 h 244"/>
                <a:gd name="T72" fmla="*/ 94 w 408"/>
                <a:gd name="T73" fmla="*/ 214 h 244"/>
                <a:gd name="T74" fmla="*/ 38 w 408"/>
                <a:gd name="T75" fmla="*/ 200 h 244"/>
                <a:gd name="T76" fmla="*/ 0 w 408"/>
                <a:gd name="T77" fmla="*/ 188 h 244"/>
                <a:gd name="T78" fmla="*/ 0 w 408"/>
                <a:gd name="T79" fmla="*/ 188 h 244"/>
                <a:gd name="T80" fmla="*/ 2 w 408"/>
                <a:gd name="T81" fmla="*/ 122 h 244"/>
                <a:gd name="T82" fmla="*/ 8 w 408"/>
                <a:gd name="T83" fmla="*/ 66 h 244"/>
                <a:gd name="T84" fmla="*/ 12 w 408"/>
                <a:gd name="T85" fmla="*/ 40 h 244"/>
                <a:gd name="T86" fmla="*/ 18 w 408"/>
                <a:gd name="T87" fmla="*/ 20 h 244"/>
                <a:gd name="T88" fmla="*/ 18 w 408"/>
                <a:gd name="T89" fmla="*/ 20 h 244"/>
                <a:gd name="T90" fmla="*/ 22 w 408"/>
                <a:gd name="T91" fmla="*/ 12 h 244"/>
                <a:gd name="T92" fmla="*/ 30 w 408"/>
                <a:gd name="T93" fmla="*/ 8 h 244"/>
                <a:gd name="T94" fmla="*/ 42 w 408"/>
                <a:gd name="T95" fmla="*/ 4 h 244"/>
                <a:gd name="T96" fmla="*/ 56 w 408"/>
                <a:gd name="T97" fmla="*/ 0 h 244"/>
                <a:gd name="T98" fmla="*/ 72 w 408"/>
                <a:gd name="T99" fmla="*/ 0 h 244"/>
                <a:gd name="T100" fmla="*/ 90 w 408"/>
                <a:gd name="T101" fmla="*/ 0 h 244"/>
                <a:gd name="T102" fmla="*/ 126 w 408"/>
                <a:gd name="T103" fmla="*/ 4 h 244"/>
                <a:gd name="T104" fmla="*/ 162 w 408"/>
                <a:gd name="T105" fmla="*/ 8 h 244"/>
                <a:gd name="T106" fmla="*/ 194 w 408"/>
                <a:gd name="T107" fmla="*/ 14 h 244"/>
                <a:gd name="T108" fmla="*/ 224 w 408"/>
                <a:gd name="T109" fmla="*/ 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44">
                  <a:moveTo>
                    <a:pt x="224" y="20"/>
                  </a:moveTo>
                  <a:lnTo>
                    <a:pt x="224" y="20"/>
                  </a:lnTo>
                  <a:lnTo>
                    <a:pt x="226" y="32"/>
                  </a:lnTo>
                  <a:lnTo>
                    <a:pt x="228" y="46"/>
                  </a:lnTo>
                  <a:lnTo>
                    <a:pt x="232" y="60"/>
                  </a:lnTo>
                  <a:lnTo>
                    <a:pt x="240" y="76"/>
                  </a:lnTo>
                  <a:lnTo>
                    <a:pt x="250" y="92"/>
                  </a:lnTo>
                  <a:lnTo>
                    <a:pt x="258" y="100"/>
                  </a:lnTo>
                  <a:lnTo>
                    <a:pt x="266" y="106"/>
                  </a:lnTo>
                  <a:lnTo>
                    <a:pt x="274" y="112"/>
                  </a:lnTo>
                  <a:lnTo>
                    <a:pt x="284" y="118"/>
                  </a:lnTo>
                  <a:lnTo>
                    <a:pt x="284" y="118"/>
                  </a:lnTo>
                  <a:lnTo>
                    <a:pt x="314" y="128"/>
                  </a:lnTo>
                  <a:lnTo>
                    <a:pt x="346" y="138"/>
                  </a:lnTo>
                  <a:lnTo>
                    <a:pt x="378" y="148"/>
                  </a:lnTo>
                  <a:lnTo>
                    <a:pt x="390" y="154"/>
                  </a:lnTo>
                  <a:lnTo>
                    <a:pt x="400" y="162"/>
                  </a:lnTo>
                  <a:lnTo>
                    <a:pt x="400" y="162"/>
                  </a:lnTo>
                  <a:lnTo>
                    <a:pt x="406" y="166"/>
                  </a:lnTo>
                  <a:lnTo>
                    <a:pt x="408" y="172"/>
                  </a:lnTo>
                  <a:lnTo>
                    <a:pt x="408" y="178"/>
                  </a:lnTo>
                  <a:lnTo>
                    <a:pt x="408" y="184"/>
                  </a:lnTo>
                  <a:lnTo>
                    <a:pt x="404" y="200"/>
                  </a:lnTo>
                  <a:lnTo>
                    <a:pt x="400" y="218"/>
                  </a:lnTo>
                  <a:lnTo>
                    <a:pt x="400" y="218"/>
                  </a:lnTo>
                  <a:lnTo>
                    <a:pt x="400" y="222"/>
                  </a:lnTo>
                  <a:lnTo>
                    <a:pt x="396" y="228"/>
                  </a:lnTo>
                  <a:lnTo>
                    <a:pt x="392" y="232"/>
                  </a:lnTo>
                  <a:lnTo>
                    <a:pt x="386" y="236"/>
                  </a:lnTo>
                  <a:lnTo>
                    <a:pt x="368" y="240"/>
                  </a:lnTo>
                  <a:lnTo>
                    <a:pt x="346" y="244"/>
                  </a:lnTo>
                  <a:lnTo>
                    <a:pt x="320" y="244"/>
                  </a:lnTo>
                  <a:lnTo>
                    <a:pt x="292" y="244"/>
                  </a:lnTo>
                  <a:lnTo>
                    <a:pt x="260" y="242"/>
                  </a:lnTo>
                  <a:lnTo>
                    <a:pt x="226" y="238"/>
                  </a:lnTo>
                  <a:lnTo>
                    <a:pt x="158" y="226"/>
                  </a:lnTo>
                  <a:lnTo>
                    <a:pt x="94" y="214"/>
                  </a:lnTo>
                  <a:lnTo>
                    <a:pt x="38" y="200"/>
                  </a:lnTo>
                  <a:lnTo>
                    <a:pt x="0" y="188"/>
                  </a:lnTo>
                  <a:lnTo>
                    <a:pt x="0" y="188"/>
                  </a:lnTo>
                  <a:lnTo>
                    <a:pt x="2" y="122"/>
                  </a:lnTo>
                  <a:lnTo>
                    <a:pt x="8" y="66"/>
                  </a:lnTo>
                  <a:lnTo>
                    <a:pt x="12" y="40"/>
                  </a:lnTo>
                  <a:lnTo>
                    <a:pt x="18" y="20"/>
                  </a:lnTo>
                  <a:lnTo>
                    <a:pt x="18" y="20"/>
                  </a:lnTo>
                  <a:lnTo>
                    <a:pt x="22" y="12"/>
                  </a:lnTo>
                  <a:lnTo>
                    <a:pt x="30" y="8"/>
                  </a:lnTo>
                  <a:lnTo>
                    <a:pt x="42" y="4"/>
                  </a:lnTo>
                  <a:lnTo>
                    <a:pt x="56" y="0"/>
                  </a:lnTo>
                  <a:lnTo>
                    <a:pt x="72" y="0"/>
                  </a:lnTo>
                  <a:lnTo>
                    <a:pt x="90" y="0"/>
                  </a:lnTo>
                  <a:lnTo>
                    <a:pt x="126" y="4"/>
                  </a:lnTo>
                  <a:lnTo>
                    <a:pt x="162" y="8"/>
                  </a:lnTo>
                  <a:lnTo>
                    <a:pt x="194" y="14"/>
                  </a:lnTo>
                  <a:lnTo>
                    <a:pt x="224" y="20"/>
                  </a:lnTo>
                  <a:close/>
                </a:path>
              </a:pathLst>
            </a:custGeom>
            <a:solidFill>
              <a:srgbClr val="382C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2" name="任意多边形 61"/>
            <p:cNvSpPr/>
            <p:nvPr>
              <p:custDataLst>
                <p:tags r:id="rId61"/>
              </p:custDataLst>
            </p:nvPr>
          </p:nvSpPr>
          <p:spPr bwMode="auto">
            <a:xfrm>
              <a:off x="2564" y="6685"/>
              <a:ext cx="490" cy="293"/>
            </a:xfrm>
            <a:custGeom>
              <a:avLst/>
              <a:gdLst>
                <a:gd name="T0" fmla="*/ 224 w 408"/>
                <a:gd name="T1" fmla="*/ 20 h 244"/>
                <a:gd name="T2" fmla="*/ 224 w 408"/>
                <a:gd name="T3" fmla="*/ 20 h 244"/>
                <a:gd name="T4" fmla="*/ 226 w 408"/>
                <a:gd name="T5" fmla="*/ 32 h 244"/>
                <a:gd name="T6" fmla="*/ 228 w 408"/>
                <a:gd name="T7" fmla="*/ 46 h 244"/>
                <a:gd name="T8" fmla="*/ 232 w 408"/>
                <a:gd name="T9" fmla="*/ 60 h 244"/>
                <a:gd name="T10" fmla="*/ 240 w 408"/>
                <a:gd name="T11" fmla="*/ 76 h 244"/>
                <a:gd name="T12" fmla="*/ 250 w 408"/>
                <a:gd name="T13" fmla="*/ 92 h 244"/>
                <a:gd name="T14" fmla="*/ 258 w 408"/>
                <a:gd name="T15" fmla="*/ 100 h 244"/>
                <a:gd name="T16" fmla="*/ 266 w 408"/>
                <a:gd name="T17" fmla="*/ 106 h 244"/>
                <a:gd name="T18" fmla="*/ 274 w 408"/>
                <a:gd name="T19" fmla="*/ 112 h 244"/>
                <a:gd name="T20" fmla="*/ 284 w 408"/>
                <a:gd name="T21" fmla="*/ 118 h 244"/>
                <a:gd name="T22" fmla="*/ 284 w 408"/>
                <a:gd name="T23" fmla="*/ 118 h 244"/>
                <a:gd name="T24" fmla="*/ 314 w 408"/>
                <a:gd name="T25" fmla="*/ 128 h 244"/>
                <a:gd name="T26" fmla="*/ 346 w 408"/>
                <a:gd name="T27" fmla="*/ 138 h 244"/>
                <a:gd name="T28" fmla="*/ 378 w 408"/>
                <a:gd name="T29" fmla="*/ 148 h 244"/>
                <a:gd name="T30" fmla="*/ 390 w 408"/>
                <a:gd name="T31" fmla="*/ 154 h 244"/>
                <a:gd name="T32" fmla="*/ 400 w 408"/>
                <a:gd name="T33" fmla="*/ 162 h 244"/>
                <a:gd name="T34" fmla="*/ 400 w 408"/>
                <a:gd name="T35" fmla="*/ 162 h 244"/>
                <a:gd name="T36" fmla="*/ 406 w 408"/>
                <a:gd name="T37" fmla="*/ 166 h 244"/>
                <a:gd name="T38" fmla="*/ 408 w 408"/>
                <a:gd name="T39" fmla="*/ 172 h 244"/>
                <a:gd name="T40" fmla="*/ 408 w 408"/>
                <a:gd name="T41" fmla="*/ 178 h 244"/>
                <a:gd name="T42" fmla="*/ 408 w 408"/>
                <a:gd name="T43" fmla="*/ 184 h 244"/>
                <a:gd name="T44" fmla="*/ 404 w 408"/>
                <a:gd name="T45" fmla="*/ 200 h 244"/>
                <a:gd name="T46" fmla="*/ 400 w 408"/>
                <a:gd name="T47" fmla="*/ 218 h 244"/>
                <a:gd name="T48" fmla="*/ 400 w 408"/>
                <a:gd name="T49" fmla="*/ 218 h 244"/>
                <a:gd name="T50" fmla="*/ 400 w 408"/>
                <a:gd name="T51" fmla="*/ 222 h 244"/>
                <a:gd name="T52" fmla="*/ 396 w 408"/>
                <a:gd name="T53" fmla="*/ 228 h 244"/>
                <a:gd name="T54" fmla="*/ 392 w 408"/>
                <a:gd name="T55" fmla="*/ 232 h 244"/>
                <a:gd name="T56" fmla="*/ 386 w 408"/>
                <a:gd name="T57" fmla="*/ 236 h 244"/>
                <a:gd name="T58" fmla="*/ 368 w 408"/>
                <a:gd name="T59" fmla="*/ 240 h 244"/>
                <a:gd name="T60" fmla="*/ 346 w 408"/>
                <a:gd name="T61" fmla="*/ 244 h 244"/>
                <a:gd name="T62" fmla="*/ 320 w 408"/>
                <a:gd name="T63" fmla="*/ 244 h 244"/>
                <a:gd name="T64" fmla="*/ 292 w 408"/>
                <a:gd name="T65" fmla="*/ 244 h 244"/>
                <a:gd name="T66" fmla="*/ 260 w 408"/>
                <a:gd name="T67" fmla="*/ 242 h 244"/>
                <a:gd name="T68" fmla="*/ 226 w 408"/>
                <a:gd name="T69" fmla="*/ 238 h 244"/>
                <a:gd name="T70" fmla="*/ 158 w 408"/>
                <a:gd name="T71" fmla="*/ 226 h 244"/>
                <a:gd name="T72" fmla="*/ 94 w 408"/>
                <a:gd name="T73" fmla="*/ 214 h 244"/>
                <a:gd name="T74" fmla="*/ 38 w 408"/>
                <a:gd name="T75" fmla="*/ 200 h 244"/>
                <a:gd name="T76" fmla="*/ 0 w 408"/>
                <a:gd name="T77" fmla="*/ 188 h 244"/>
                <a:gd name="T78" fmla="*/ 0 w 408"/>
                <a:gd name="T79" fmla="*/ 188 h 244"/>
                <a:gd name="T80" fmla="*/ 2 w 408"/>
                <a:gd name="T81" fmla="*/ 122 h 244"/>
                <a:gd name="T82" fmla="*/ 8 w 408"/>
                <a:gd name="T83" fmla="*/ 66 h 244"/>
                <a:gd name="T84" fmla="*/ 12 w 408"/>
                <a:gd name="T85" fmla="*/ 40 h 244"/>
                <a:gd name="T86" fmla="*/ 18 w 408"/>
                <a:gd name="T87" fmla="*/ 20 h 244"/>
                <a:gd name="T88" fmla="*/ 18 w 408"/>
                <a:gd name="T89" fmla="*/ 20 h 244"/>
                <a:gd name="T90" fmla="*/ 22 w 408"/>
                <a:gd name="T91" fmla="*/ 12 h 244"/>
                <a:gd name="T92" fmla="*/ 30 w 408"/>
                <a:gd name="T93" fmla="*/ 8 h 244"/>
                <a:gd name="T94" fmla="*/ 42 w 408"/>
                <a:gd name="T95" fmla="*/ 4 h 244"/>
                <a:gd name="T96" fmla="*/ 56 w 408"/>
                <a:gd name="T97" fmla="*/ 0 h 244"/>
                <a:gd name="T98" fmla="*/ 72 w 408"/>
                <a:gd name="T99" fmla="*/ 0 h 244"/>
                <a:gd name="T100" fmla="*/ 90 w 408"/>
                <a:gd name="T101" fmla="*/ 0 h 244"/>
                <a:gd name="T102" fmla="*/ 126 w 408"/>
                <a:gd name="T103" fmla="*/ 4 h 244"/>
                <a:gd name="T104" fmla="*/ 162 w 408"/>
                <a:gd name="T105" fmla="*/ 8 h 244"/>
                <a:gd name="T106" fmla="*/ 194 w 408"/>
                <a:gd name="T107" fmla="*/ 14 h 244"/>
                <a:gd name="T108" fmla="*/ 224 w 408"/>
                <a:gd name="T109" fmla="*/ 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44">
                  <a:moveTo>
                    <a:pt x="224" y="20"/>
                  </a:moveTo>
                  <a:lnTo>
                    <a:pt x="224" y="20"/>
                  </a:lnTo>
                  <a:lnTo>
                    <a:pt x="226" y="32"/>
                  </a:lnTo>
                  <a:lnTo>
                    <a:pt x="228" y="46"/>
                  </a:lnTo>
                  <a:lnTo>
                    <a:pt x="232" y="60"/>
                  </a:lnTo>
                  <a:lnTo>
                    <a:pt x="240" y="76"/>
                  </a:lnTo>
                  <a:lnTo>
                    <a:pt x="250" y="92"/>
                  </a:lnTo>
                  <a:lnTo>
                    <a:pt x="258" y="100"/>
                  </a:lnTo>
                  <a:lnTo>
                    <a:pt x="266" y="106"/>
                  </a:lnTo>
                  <a:lnTo>
                    <a:pt x="274" y="112"/>
                  </a:lnTo>
                  <a:lnTo>
                    <a:pt x="284" y="118"/>
                  </a:lnTo>
                  <a:lnTo>
                    <a:pt x="284" y="118"/>
                  </a:lnTo>
                  <a:lnTo>
                    <a:pt x="314" y="128"/>
                  </a:lnTo>
                  <a:lnTo>
                    <a:pt x="346" y="138"/>
                  </a:lnTo>
                  <a:lnTo>
                    <a:pt x="378" y="148"/>
                  </a:lnTo>
                  <a:lnTo>
                    <a:pt x="390" y="154"/>
                  </a:lnTo>
                  <a:lnTo>
                    <a:pt x="400" y="162"/>
                  </a:lnTo>
                  <a:lnTo>
                    <a:pt x="400" y="162"/>
                  </a:lnTo>
                  <a:lnTo>
                    <a:pt x="406" y="166"/>
                  </a:lnTo>
                  <a:lnTo>
                    <a:pt x="408" y="172"/>
                  </a:lnTo>
                  <a:lnTo>
                    <a:pt x="408" y="178"/>
                  </a:lnTo>
                  <a:lnTo>
                    <a:pt x="408" y="184"/>
                  </a:lnTo>
                  <a:lnTo>
                    <a:pt x="404" y="200"/>
                  </a:lnTo>
                  <a:lnTo>
                    <a:pt x="400" y="218"/>
                  </a:lnTo>
                  <a:lnTo>
                    <a:pt x="400" y="218"/>
                  </a:lnTo>
                  <a:lnTo>
                    <a:pt x="400" y="222"/>
                  </a:lnTo>
                  <a:lnTo>
                    <a:pt x="396" y="228"/>
                  </a:lnTo>
                  <a:lnTo>
                    <a:pt x="392" y="232"/>
                  </a:lnTo>
                  <a:lnTo>
                    <a:pt x="386" y="236"/>
                  </a:lnTo>
                  <a:lnTo>
                    <a:pt x="368" y="240"/>
                  </a:lnTo>
                  <a:lnTo>
                    <a:pt x="346" y="244"/>
                  </a:lnTo>
                  <a:lnTo>
                    <a:pt x="320" y="244"/>
                  </a:lnTo>
                  <a:lnTo>
                    <a:pt x="292" y="244"/>
                  </a:lnTo>
                  <a:lnTo>
                    <a:pt x="260" y="242"/>
                  </a:lnTo>
                  <a:lnTo>
                    <a:pt x="226" y="238"/>
                  </a:lnTo>
                  <a:lnTo>
                    <a:pt x="158" y="226"/>
                  </a:lnTo>
                  <a:lnTo>
                    <a:pt x="94" y="214"/>
                  </a:lnTo>
                  <a:lnTo>
                    <a:pt x="38" y="200"/>
                  </a:lnTo>
                  <a:lnTo>
                    <a:pt x="0" y="188"/>
                  </a:lnTo>
                  <a:lnTo>
                    <a:pt x="0" y="188"/>
                  </a:lnTo>
                  <a:lnTo>
                    <a:pt x="2" y="122"/>
                  </a:lnTo>
                  <a:lnTo>
                    <a:pt x="8" y="66"/>
                  </a:lnTo>
                  <a:lnTo>
                    <a:pt x="12" y="40"/>
                  </a:lnTo>
                  <a:lnTo>
                    <a:pt x="18" y="20"/>
                  </a:lnTo>
                  <a:lnTo>
                    <a:pt x="18" y="20"/>
                  </a:lnTo>
                  <a:lnTo>
                    <a:pt x="22" y="12"/>
                  </a:lnTo>
                  <a:lnTo>
                    <a:pt x="30" y="8"/>
                  </a:lnTo>
                  <a:lnTo>
                    <a:pt x="42" y="4"/>
                  </a:lnTo>
                  <a:lnTo>
                    <a:pt x="56" y="0"/>
                  </a:lnTo>
                  <a:lnTo>
                    <a:pt x="72" y="0"/>
                  </a:lnTo>
                  <a:lnTo>
                    <a:pt x="90" y="0"/>
                  </a:lnTo>
                  <a:lnTo>
                    <a:pt x="126" y="4"/>
                  </a:lnTo>
                  <a:lnTo>
                    <a:pt x="162" y="8"/>
                  </a:lnTo>
                  <a:lnTo>
                    <a:pt x="194" y="14"/>
                  </a:lnTo>
                  <a:lnTo>
                    <a:pt x="224" y="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3" name="任意多边形 62"/>
            <p:cNvSpPr/>
            <p:nvPr>
              <p:custDataLst>
                <p:tags r:id="rId62"/>
              </p:custDataLst>
            </p:nvPr>
          </p:nvSpPr>
          <p:spPr bwMode="auto">
            <a:xfrm>
              <a:off x="2490" y="4677"/>
              <a:ext cx="696" cy="2069"/>
            </a:xfrm>
            <a:custGeom>
              <a:avLst/>
              <a:gdLst>
                <a:gd name="T0" fmla="*/ 0 w 580"/>
                <a:gd name="T1" fmla="*/ 98 h 1724"/>
                <a:gd name="T2" fmla="*/ 0 w 580"/>
                <a:gd name="T3" fmla="*/ 98 h 1724"/>
                <a:gd name="T4" fmla="*/ 6 w 580"/>
                <a:gd name="T5" fmla="*/ 142 h 1724"/>
                <a:gd name="T6" fmla="*/ 22 w 580"/>
                <a:gd name="T7" fmla="*/ 258 h 1724"/>
                <a:gd name="T8" fmla="*/ 40 w 580"/>
                <a:gd name="T9" fmla="*/ 436 h 1724"/>
                <a:gd name="T10" fmla="*/ 50 w 580"/>
                <a:gd name="T11" fmla="*/ 544 h 1724"/>
                <a:gd name="T12" fmla="*/ 60 w 580"/>
                <a:gd name="T13" fmla="*/ 660 h 1724"/>
                <a:gd name="T14" fmla="*/ 70 w 580"/>
                <a:gd name="T15" fmla="*/ 784 h 1724"/>
                <a:gd name="T16" fmla="*/ 78 w 580"/>
                <a:gd name="T17" fmla="*/ 914 h 1724"/>
                <a:gd name="T18" fmla="*/ 84 w 580"/>
                <a:gd name="T19" fmla="*/ 1048 h 1724"/>
                <a:gd name="T20" fmla="*/ 88 w 580"/>
                <a:gd name="T21" fmla="*/ 1182 h 1724"/>
                <a:gd name="T22" fmla="*/ 90 w 580"/>
                <a:gd name="T23" fmla="*/ 1318 h 1724"/>
                <a:gd name="T24" fmla="*/ 86 w 580"/>
                <a:gd name="T25" fmla="*/ 1452 h 1724"/>
                <a:gd name="T26" fmla="*/ 80 w 580"/>
                <a:gd name="T27" fmla="*/ 1582 h 1724"/>
                <a:gd name="T28" fmla="*/ 76 w 580"/>
                <a:gd name="T29" fmla="*/ 1644 h 1724"/>
                <a:gd name="T30" fmla="*/ 70 w 580"/>
                <a:gd name="T31" fmla="*/ 1706 h 1724"/>
                <a:gd name="T32" fmla="*/ 70 w 580"/>
                <a:gd name="T33" fmla="*/ 1706 h 1724"/>
                <a:gd name="T34" fmla="*/ 94 w 580"/>
                <a:gd name="T35" fmla="*/ 1712 h 1724"/>
                <a:gd name="T36" fmla="*/ 120 w 580"/>
                <a:gd name="T37" fmla="*/ 1716 h 1724"/>
                <a:gd name="T38" fmla="*/ 154 w 580"/>
                <a:gd name="T39" fmla="*/ 1720 h 1724"/>
                <a:gd name="T40" fmla="*/ 194 w 580"/>
                <a:gd name="T41" fmla="*/ 1724 h 1724"/>
                <a:gd name="T42" fmla="*/ 236 w 580"/>
                <a:gd name="T43" fmla="*/ 1722 h 1724"/>
                <a:gd name="T44" fmla="*/ 258 w 580"/>
                <a:gd name="T45" fmla="*/ 1720 h 1724"/>
                <a:gd name="T46" fmla="*/ 280 w 580"/>
                <a:gd name="T47" fmla="*/ 1718 h 1724"/>
                <a:gd name="T48" fmla="*/ 302 w 580"/>
                <a:gd name="T49" fmla="*/ 1712 h 1724"/>
                <a:gd name="T50" fmla="*/ 324 w 580"/>
                <a:gd name="T51" fmla="*/ 1706 h 1724"/>
                <a:gd name="T52" fmla="*/ 324 w 580"/>
                <a:gd name="T53" fmla="*/ 1706 h 1724"/>
                <a:gd name="T54" fmla="*/ 386 w 580"/>
                <a:gd name="T55" fmla="*/ 1020 h 1724"/>
                <a:gd name="T56" fmla="*/ 430 w 580"/>
                <a:gd name="T57" fmla="*/ 522 h 1724"/>
                <a:gd name="T58" fmla="*/ 444 w 580"/>
                <a:gd name="T59" fmla="*/ 342 h 1724"/>
                <a:gd name="T60" fmla="*/ 448 w 580"/>
                <a:gd name="T61" fmla="*/ 280 h 1724"/>
                <a:gd name="T62" fmla="*/ 448 w 580"/>
                <a:gd name="T63" fmla="*/ 244 h 1724"/>
                <a:gd name="T64" fmla="*/ 448 w 580"/>
                <a:gd name="T65" fmla="*/ 244 h 1724"/>
                <a:gd name="T66" fmla="*/ 450 w 580"/>
                <a:gd name="T67" fmla="*/ 222 h 1724"/>
                <a:gd name="T68" fmla="*/ 454 w 580"/>
                <a:gd name="T69" fmla="*/ 198 h 1724"/>
                <a:gd name="T70" fmla="*/ 460 w 580"/>
                <a:gd name="T71" fmla="*/ 176 h 1724"/>
                <a:gd name="T72" fmla="*/ 470 w 580"/>
                <a:gd name="T73" fmla="*/ 156 h 1724"/>
                <a:gd name="T74" fmla="*/ 480 w 580"/>
                <a:gd name="T75" fmla="*/ 134 h 1724"/>
                <a:gd name="T76" fmla="*/ 490 w 580"/>
                <a:gd name="T77" fmla="*/ 114 h 1724"/>
                <a:gd name="T78" fmla="*/ 514 w 580"/>
                <a:gd name="T79" fmla="*/ 78 h 1724"/>
                <a:gd name="T80" fmla="*/ 538 w 580"/>
                <a:gd name="T81" fmla="*/ 48 h 1724"/>
                <a:gd name="T82" fmla="*/ 558 w 580"/>
                <a:gd name="T83" fmla="*/ 24 h 1724"/>
                <a:gd name="T84" fmla="*/ 580 w 580"/>
                <a:gd name="T85" fmla="*/ 4 h 1724"/>
                <a:gd name="T86" fmla="*/ 580 w 580"/>
                <a:gd name="T87" fmla="*/ 4 h 1724"/>
                <a:gd name="T88" fmla="*/ 496 w 580"/>
                <a:gd name="T89" fmla="*/ 0 h 1724"/>
                <a:gd name="T90" fmla="*/ 412 w 580"/>
                <a:gd name="T91" fmla="*/ 0 h 1724"/>
                <a:gd name="T92" fmla="*/ 362 w 580"/>
                <a:gd name="T93" fmla="*/ 2 h 1724"/>
                <a:gd name="T94" fmla="*/ 312 w 580"/>
                <a:gd name="T95" fmla="*/ 4 h 1724"/>
                <a:gd name="T96" fmla="*/ 260 w 580"/>
                <a:gd name="T97" fmla="*/ 8 h 1724"/>
                <a:gd name="T98" fmla="*/ 210 w 580"/>
                <a:gd name="T99" fmla="*/ 14 h 1724"/>
                <a:gd name="T100" fmla="*/ 160 w 580"/>
                <a:gd name="T101" fmla="*/ 22 h 1724"/>
                <a:gd name="T102" fmla="*/ 116 w 580"/>
                <a:gd name="T103" fmla="*/ 30 h 1724"/>
                <a:gd name="T104" fmla="*/ 76 w 580"/>
                <a:gd name="T105" fmla="*/ 44 h 1724"/>
                <a:gd name="T106" fmla="*/ 58 w 580"/>
                <a:gd name="T107" fmla="*/ 50 h 1724"/>
                <a:gd name="T108" fmla="*/ 42 w 580"/>
                <a:gd name="T109" fmla="*/ 58 h 1724"/>
                <a:gd name="T110" fmla="*/ 28 w 580"/>
                <a:gd name="T111" fmla="*/ 68 h 1724"/>
                <a:gd name="T112" fmla="*/ 16 w 580"/>
                <a:gd name="T113" fmla="*/ 76 h 1724"/>
                <a:gd name="T114" fmla="*/ 8 w 580"/>
                <a:gd name="T115" fmla="*/ 88 h 1724"/>
                <a:gd name="T116" fmla="*/ 0 w 580"/>
                <a:gd name="T117" fmla="*/ 98 h 1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80" h="1724">
                  <a:moveTo>
                    <a:pt x="0" y="98"/>
                  </a:moveTo>
                  <a:lnTo>
                    <a:pt x="0" y="98"/>
                  </a:lnTo>
                  <a:lnTo>
                    <a:pt x="6" y="142"/>
                  </a:lnTo>
                  <a:lnTo>
                    <a:pt x="22" y="258"/>
                  </a:lnTo>
                  <a:lnTo>
                    <a:pt x="40" y="436"/>
                  </a:lnTo>
                  <a:lnTo>
                    <a:pt x="50" y="544"/>
                  </a:lnTo>
                  <a:lnTo>
                    <a:pt x="60" y="660"/>
                  </a:lnTo>
                  <a:lnTo>
                    <a:pt x="70" y="784"/>
                  </a:lnTo>
                  <a:lnTo>
                    <a:pt x="78" y="914"/>
                  </a:lnTo>
                  <a:lnTo>
                    <a:pt x="84" y="1048"/>
                  </a:lnTo>
                  <a:lnTo>
                    <a:pt x="88" y="1182"/>
                  </a:lnTo>
                  <a:lnTo>
                    <a:pt x="90" y="1318"/>
                  </a:lnTo>
                  <a:lnTo>
                    <a:pt x="86" y="1452"/>
                  </a:lnTo>
                  <a:lnTo>
                    <a:pt x="80" y="1582"/>
                  </a:lnTo>
                  <a:lnTo>
                    <a:pt x="76" y="1644"/>
                  </a:lnTo>
                  <a:lnTo>
                    <a:pt x="70" y="1706"/>
                  </a:lnTo>
                  <a:lnTo>
                    <a:pt x="70" y="1706"/>
                  </a:lnTo>
                  <a:lnTo>
                    <a:pt x="94" y="1712"/>
                  </a:lnTo>
                  <a:lnTo>
                    <a:pt x="120" y="1716"/>
                  </a:lnTo>
                  <a:lnTo>
                    <a:pt x="154" y="1720"/>
                  </a:lnTo>
                  <a:lnTo>
                    <a:pt x="194" y="1724"/>
                  </a:lnTo>
                  <a:lnTo>
                    <a:pt x="236" y="1722"/>
                  </a:lnTo>
                  <a:lnTo>
                    <a:pt x="258" y="1720"/>
                  </a:lnTo>
                  <a:lnTo>
                    <a:pt x="280" y="1718"/>
                  </a:lnTo>
                  <a:lnTo>
                    <a:pt x="302" y="1712"/>
                  </a:lnTo>
                  <a:lnTo>
                    <a:pt x="324" y="1706"/>
                  </a:lnTo>
                  <a:lnTo>
                    <a:pt x="324" y="1706"/>
                  </a:lnTo>
                  <a:lnTo>
                    <a:pt x="386" y="1020"/>
                  </a:lnTo>
                  <a:lnTo>
                    <a:pt x="430" y="522"/>
                  </a:lnTo>
                  <a:lnTo>
                    <a:pt x="444" y="342"/>
                  </a:lnTo>
                  <a:lnTo>
                    <a:pt x="448" y="280"/>
                  </a:lnTo>
                  <a:lnTo>
                    <a:pt x="448" y="244"/>
                  </a:lnTo>
                  <a:lnTo>
                    <a:pt x="448" y="244"/>
                  </a:lnTo>
                  <a:lnTo>
                    <a:pt x="450" y="222"/>
                  </a:lnTo>
                  <a:lnTo>
                    <a:pt x="454" y="198"/>
                  </a:lnTo>
                  <a:lnTo>
                    <a:pt x="460" y="176"/>
                  </a:lnTo>
                  <a:lnTo>
                    <a:pt x="470" y="156"/>
                  </a:lnTo>
                  <a:lnTo>
                    <a:pt x="480" y="134"/>
                  </a:lnTo>
                  <a:lnTo>
                    <a:pt x="490" y="114"/>
                  </a:lnTo>
                  <a:lnTo>
                    <a:pt x="514" y="78"/>
                  </a:lnTo>
                  <a:lnTo>
                    <a:pt x="538" y="48"/>
                  </a:lnTo>
                  <a:lnTo>
                    <a:pt x="558" y="24"/>
                  </a:lnTo>
                  <a:lnTo>
                    <a:pt x="580" y="4"/>
                  </a:lnTo>
                  <a:lnTo>
                    <a:pt x="580" y="4"/>
                  </a:lnTo>
                  <a:lnTo>
                    <a:pt x="496" y="0"/>
                  </a:lnTo>
                  <a:lnTo>
                    <a:pt x="412" y="0"/>
                  </a:lnTo>
                  <a:lnTo>
                    <a:pt x="362" y="2"/>
                  </a:lnTo>
                  <a:lnTo>
                    <a:pt x="312" y="4"/>
                  </a:lnTo>
                  <a:lnTo>
                    <a:pt x="260" y="8"/>
                  </a:lnTo>
                  <a:lnTo>
                    <a:pt x="210" y="14"/>
                  </a:lnTo>
                  <a:lnTo>
                    <a:pt x="160" y="22"/>
                  </a:lnTo>
                  <a:lnTo>
                    <a:pt x="116" y="30"/>
                  </a:lnTo>
                  <a:lnTo>
                    <a:pt x="76" y="44"/>
                  </a:lnTo>
                  <a:lnTo>
                    <a:pt x="58" y="50"/>
                  </a:lnTo>
                  <a:lnTo>
                    <a:pt x="42" y="58"/>
                  </a:lnTo>
                  <a:lnTo>
                    <a:pt x="28" y="68"/>
                  </a:lnTo>
                  <a:lnTo>
                    <a:pt x="16" y="76"/>
                  </a:lnTo>
                  <a:lnTo>
                    <a:pt x="8" y="88"/>
                  </a:lnTo>
                  <a:lnTo>
                    <a:pt x="0" y="98"/>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4" name="任意多边形 63"/>
            <p:cNvSpPr/>
            <p:nvPr>
              <p:custDataLst>
                <p:tags r:id="rId63"/>
              </p:custDataLst>
            </p:nvPr>
          </p:nvSpPr>
          <p:spPr bwMode="auto">
            <a:xfrm>
              <a:off x="2490" y="4677"/>
              <a:ext cx="696" cy="2069"/>
            </a:xfrm>
            <a:custGeom>
              <a:avLst/>
              <a:gdLst>
                <a:gd name="T0" fmla="*/ 0 w 580"/>
                <a:gd name="T1" fmla="*/ 98 h 1724"/>
                <a:gd name="T2" fmla="*/ 0 w 580"/>
                <a:gd name="T3" fmla="*/ 98 h 1724"/>
                <a:gd name="T4" fmla="*/ 6 w 580"/>
                <a:gd name="T5" fmla="*/ 142 h 1724"/>
                <a:gd name="T6" fmla="*/ 22 w 580"/>
                <a:gd name="T7" fmla="*/ 258 h 1724"/>
                <a:gd name="T8" fmla="*/ 40 w 580"/>
                <a:gd name="T9" fmla="*/ 436 h 1724"/>
                <a:gd name="T10" fmla="*/ 50 w 580"/>
                <a:gd name="T11" fmla="*/ 544 h 1724"/>
                <a:gd name="T12" fmla="*/ 60 w 580"/>
                <a:gd name="T13" fmla="*/ 660 h 1724"/>
                <a:gd name="T14" fmla="*/ 70 w 580"/>
                <a:gd name="T15" fmla="*/ 784 h 1724"/>
                <a:gd name="T16" fmla="*/ 78 w 580"/>
                <a:gd name="T17" fmla="*/ 914 h 1724"/>
                <a:gd name="T18" fmla="*/ 84 w 580"/>
                <a:gd name="T19" fmla="*/ 1048 h 1724"/>
                <a:gd name="T20" fmla="*/ 88 w 580"/>
                <a:gd name="T21" fmla="*/ 1182 h 1724"/>
                <a:gd name="T22" fmla="*/ 90 w 580"/>
                <a:gd name="T23" fmla="*/ 1318 h 1724"/>
                <a:gd name="T24" fmla="*/ 86 w 580"/>
                <a:gd name="T25" fmla="*/ 1452 h 1724"/>
                <a:gd name="T26" fmla="*/ 80 w 580"/>
                <a:gd name="T27" fmla="*/ 1582 h 1724"/>
                <a:gd name="T28" fmla="*/ 76 w 580"/>
                <a:gd name="T29" fmla="*/ 1644 h 1724"/>
                <a:gd name="T30" fmla="*/ 70 w 580"/>
                <a:gd name="T31" fmla="*/ 1706 h 1724"/>
                <a:gd name="T32" fmla="*/ 70 w 580"/>
                <a:gd name="T33" fmla="*/ 1706 h 1724"/>
                <a:gd name="T34" fmla="*/ 94 w 580"/>
                <a:gd name="T35" fmla="*/ 1712 h 1724"/>
                <a:gd name="T36" fmla="*/ 120 w 580"/>
                <a:gd name="T37" fmla="*/ 1716 h 1724"/>
                <a:gd name="T38" fmla="*/ 154 w 580"/>
                <a:gd name="T39" fmla="*/ 1720 h 1724"/>
                <a:gd name="T40" fmla="*/ 194 w 580"/>
                <a:gd name="T41" fmla="*/ 1724 h 1724"/>
                <a:gd name="T42" fmla="*/ 236 w 580"/>
                <a:gd name="T43" fmla="*/ 1722 h 1724"/>
                <a:gd name="T44" fmla="*/ 258 w 580"/>
                <a:gd name="T45" fmla="*/ 1720 h 1724"/>
                <a:gd name="T46" fmla="*/ 280 w 580"/>
                <a:gd name="T47" fmla="*/ 1718 h 1724"/>
                <a:gd name="T48" fmla="*/ 302 w 580"/>
                <a:gd name="T49" fmla="*/ 1712 h 1724"/>
                <a:gd name="T50" fmla="*/ 324 w 580"/>
                <a:gd name="T51" fmla="*/ 1706 h 1724"/>
                <a:gd name="T52" fmla="*/ 324 w 580"/>
                <a:gd name="T53" fmla="*/ 1706 h 1724"/>
                <a:gd name="T54" fmla="*/ 386 w 580"/>
                <a:gd name="T55" fmla="*/ 1020 h 1724"/>
                <a:gd name="T56" fmla="*/ 430 w 580"/>
                <a:gd name="T57" fmla="*/ 522 h 1724"/>
                <a:gd name="T58" fmla="*/ 444 w 580"/>
                <a:gd name="T59" fmla="*/ 342 h 1724"/>
                <a:gd name="T60" fmla="*/ 448 w 580"/>
                <a:gd name="T61" fmla="*/ 280 h 1724"/>
                <a:gd name="T62" fmla="*/ 448 w 580"/>
                <a:gd name="T63" fmla="*/ 244 h 1724"/>
                <a:gd name="T64" fmla="*/ 448 w 580"/>
                <a:gd name="T65" fmla="*/ 244 h 1724"/>
                <a:gd name="T66" fmla="*/ 450 w 580"/>
                <a:gd name="T67" fmla="*/ 222 h 1724"/>
                <a:gd name="T68" fmla="*/ 454 w 580"/>
                <a:gd name="T69" fmla="*/ 198 h 1724"/>
                <a:gd name="T70" fmla="*/ 460 w 580"/>
                <a:gd name="T71" fmla="*/ 176 h 1724"/>
                <a:gd name="T72" fmla="*/ 470 w 580"/>
                <a:gd name="T73" fmla="*/ 156 h 1724"/>
                <a:gd name="T74" fmla="*/ 480 w 580"/>
                <a:gd name="T75" fmla="*/ 134 h 1724"/>
                <a:gd name="T76" fmla="*/ 490 w 580"/>
                <a:gd name="T77" fmla="*/ 114 h 1724"/>
                <a:gd name="T78" fmla="*/ 514 w 580"/>
                <a:gd name="T79" fmla="*/ 78 h 1724"/>
                <a:gd name="T80" fmla="*/ 538 w 580"/>
                <a:gd name="T81" fmla="*/ 48 h 1724"/>
                <a:gd name="T82" fmla="*/ 558 w 580"/>
                <a:gd name="T83" fmla="*/ 24 h 1724"/>
                <a:gd name="T84" fmla="*/ 580 w 580"/>
                <a:gd name="T85" fmla="*/ 4 h 1724"/>
                <a:gd name="T86" fmla="*/ 580 w 580"/>
                <a:gd name="T87" fmla="*/ 4 h 1724"/>
                <a:gd name="T88" fmla="*/ 496 w 580"/>
                <a:gd name="T89" fmla="*/ 0 h 1724"/>
                <a:gd name="T90" fmla="*/ 412 w 580"/>
                <a:gd name="T91" fmla="*/ 0 h 1724"/>
                <a:gd name="T92" fmla="*/ 362 w 580"/>
                <a:gd name="T93" fmla="*/ 2 h 1724"/>
                <a:gd name="T94" fmla="*/ 312 w 580"/>
                <a:gd name="T95" fmla="*/ 4 h 1724"/>
                <a:gd name="T96" fmla="*/ 260 w 580"/>
                <a:gd name="T97" fmla="*/ 8 h 1724"/>
                <a:gd name="T98" fmla="*/ 210 w 580"/>
                <a:gd name="T99" fmla="*/ 14 h 1724"/>
                <a:gd name="T100" fmla="*/ 160 w 580"/>
                <a:gd name="T101" fmla="*/ 22 h 1724"/>
                <a:gd name="T102" fmla="*/ 116 w 580"/>
                <a:gd name="T103" fmla="*/ 30 h 1724"/>
                <a:gd name="T104" fmla="*/ 76 w 580"/>
                <a:gd name="T105" fmla="*/ 44 h 1724"/>
                <a:gd name="T106" fmla="*/ 58 w 580"/>
                <a:gd name="T107" fmla="*/ 50 h 1724"/>
                <a:gd name="T108" fmla="*/ 42 w 580"/>
                <a:gd name="T109" fmla="*/ 58 h 1724"/>
                <a:gd name="T110" fmla="*/ 28 w 580"/>
                <a:gd name="T111" fmla="*/ 68 h 1724"/>
                <a:gd name="T112" fmla="*/ 16 w 580"/>
                <a:gd name="T113" fmla="*/ 76 h 1724"/>
                <a:gd name="T114" fmla="*/ 8 w 580"/>
                <a:gd name="T115" fmla="*/ 88 h 1724"/>
                <a:gd name="T116" fmla="*/ 0 w 580"/>
                <a:gd name="T117" fmla="*/ 98 h 1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80" h="1724">
                  <a:moveTo>
                    <a:pt x="0" y="98"/>
                  </a:moveTo>
                  <a:lnTo>
                    <a:pt x="0" y="98"/>
                  </a:lnTo>
                  <a:lnTo>
                    <a:pt x="6" y="142"/>
                  </a:lnTo>
                  <a:lnTo>
                    <a:pt x="22" y="258"/>
                  </a:lnTo>
                  <a:lnTo>
                    <a:pt x="40" y="436"/>
                  </a:lnTo>
                  <a:lnTo>
                    <a:pt x="50" y="544"/>
                  </a:lnTo>
                  <a:lnTo>
                    <a:pt x="60" y="660"/>
                  </a:lnTo>
                  <a:lnTo>
                    <a:pt x="70" y="784"/>
                  </a:lnTo>
                  <a:lnTo>
                    <a:pt x="78" y="914"/>
                  </a:lnTo>
                  <a:lnTo>
                    <a:pt x="84" y="1048"/>
                  </a:lnTo>
                  <a:lnTo>
                    <a:pt x="88" y="1182"/>
                  </a:lnTo>
                  <a:lnTo>
                    <a:pt x="90" y="1318"/>
                  </a:lnTo>
                  <a:lnTo>
                    <a:pt x="86" y="1452"/>
                  </a:lnTo>
                  <a:lnTo>
                    <a:pt x="80" y="1582"/>
                  </a:lnTo>
                  <a:lnTo>
                    <a:pt x="76" y="1644"/>
                  </a:lnTo>
                  <a:lnTo>
                    <a:pt x="70" y="1706"/>
                  </a:lnTo>
                  <a:lnTo>
                    <a:pt x="70" y="1706"/>
                  </a:lnTo>
                  <a:lnTo>
                    <a:pt x="94" y="1712"/>
                  </a:lnTo>
                  <a:lnTo>
                    <a:pt x="120" y="1716"/>
                  </a:lnTo>
                  <a:lnTo>
                    <a:pt x="154" y="1720"/>
                  </a:lnTo>
                  <a:lnTo>
                    <a:pt x="194" y="1724"/>
                  </a:lnTo>
                  <a:lnTo>
                    <a:pt x="236" y="1722"/>
                  </a:lnTo>
                  <a:lnTo>
                    <a:pt x="258" y="1720"/>
                  </a:lnTo>
                  <a:lnTo>
                    <a:pt x="280" y="1718"/>
                  </a:lnTo>
                  <a:lnTo>
                    <a:pt x="302" y="1712"/>
                  </a:lnTo>
                  <a:lnTo>
                    <a:pt x="324" y="1706"/>
                  </a:lnTo>
                  <a:lnTo>
                    <a:pt x="324" y="1706"/>
                  </a:lnTo>
                  <a:lnTo>
                    <a:pt x="386" y="1020"/>
                  </a:lnTo>
                  <a:lnTo>
                    <a:pt x="430" y="522"/>
                  </a:lnTo>
                  <a:lnTo>
                    <a:pt x="444" y="342"/>
                  </a:lnTo>
                  <a:lnTo>
                    <a:pt x="448" y="280"/>
                  </a:lnTo>
                  <a:lnTo>
                    <a:pt x="448" y="244"/>
                  </a:lnTo>
                  <a:lnTo>
                    <a:pt x="448" y="244"/>
                  </a:lnTo>
                  <a:lnTo>
                    <a:pt x="450" y="222"/>
                  </a:lnTo>
                  <a:lnTo>
                    <a:pt x="454" y="198"/>
                  </a:lnTo>
                  <a:lnTo>
                    <a:pt x="460" y="176"/>
                  </a:lnTo>
                  <a:lnTo>
                    <a:pt x="470" y="156"/>
                  </a:lnTo>
                  <a:lnTo>
                    <a:pt x="480" y="134"/>
                  </a:lnTo>
                  <a:lnTo>
                    <a:pt x="490" y="114"/>
                  </a:lnTo>
                  <a:lnTo>
                    <a:pt x="514" y="78"/>
                  </a:lnTo>
                  <a:lnTo>
                    <a:pt x="538" y="48"/>
                  </a:lnTo>
                  <a:lnTo>
                    <a:pt x="558" y="24"/>
                  </a:lnTo>
                  <a:lnTo>
                    <a:pt x="580" y="4"/>
                  </a:lnTo>
                  <a:lnTo>
                    <a:pt x="580" y="4"/>
                  </a:lnTo>
                  <a:lnTo>
                    <a:pt x="496" y="0"/>
                  </a:lnTo>
                  <a:lnTo>
                    <a:pt x="412" y="0"/>
                  </a:lnTo>
                  <a:lnTo>
                    <a:pt x="362" y="2"/>
                  </a:lnTo>
                  <a:lnTo>
                    <a:pt x="312" y="4"/>
                  </a:lnTo>
                  <a:lnTo>
                    <a:pt x="260" y="8"/>
                  </a:lnTo>
                  <a:lnTo>
                    <a:pt x="210" y="14"/>
                  </a:lnTo>
                  <a:lnTo>
                    <a:pt x="160" y="22"/>
                  </a:lnTo>
                  <a:lnTo>
                    <a:pt x="116" y="30"/>
                  </a:lnTo>
                  <a:lnTo>
                    <a:pt x="76" y="44"/>
                  </a:lnTo>
                  <a:lnTo>
                    <a:pt x="58" y="50"/>
                  </a:lnTo>
                  <a:lnTo>
                    <a:pt x="42" y="58"/>
                  </a:lnTo>
                  <a:lnTo>
                    <a:pt x="28" y="68"/>
                  </a:lnTo>
                  <a:lnTo>
                    <a:pt x="16" y="76"/>
                  </a:lnTo>
                  <a:lnTo>
                    <a:pt x="8" y="88"/>
                  </a:lnTo>
                  <a:lnTo>
                    <a:pt x="0" y="9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5" name="任意多边形 64"/>
            <p:cNvSpPr/>
            <p:nvPr>
              <p:custDataLst>
                <p:tags r:id="rId64"/>
              </p:custDataLst>
            </p:nvPr>
          </p:nvSpPr>
          <p:spPr bwMode="auto">
            <a:xfrm>
              <a:off x="2818" y="4653"/>
              <a:ext cx="418" cy="2066"/>
            </a:xfrm>
            <a:custGeom>
              <a:avLst/>
              <a:gdLst>
                <a:gd name="T0" fmla="*/ 346 w 348"/>
                <a:gd name="T1" fmla="*/ 24 h 1722"/>
                <a:gd name="T2" fmla="*/ 346 w 348"/>
                <a:gd name="T3" fmla="*/ 24 h 1722"/>
                <a:gd name="T4" fmla="*/ 346 w 348"/>
                <a:gd name="T5" fmla="*/ 64 h 1722"/>
                <a:gd name="T6" fmla="*/ 348 w 348"/>
                <a:gd name="T7" fmla="*/ 178 h 1722"/>
                <a:gd name="T8" fmla="*/ 348 w 348"/>
                <a:gd name="T9" fmla="*/ 354 h 1722"/>
                <a:gd name="T10" fmla="*/ 344 w 348"/>
                <a:gd name="T11" fmla="*/ 460 h 1722"/>
                <a:gd name="T12" fmla="*/ 340 w 348"/>
                <a:gd name="T13" fmla="*/ 578 h 1722"/>
                <a:gd name="T14" fmla="*/ 334 w 348"/>
                <a:gd name="T15" fmla="*/ 704 h 1722"/>
                <a:gd name="T16" fmla="*/ 326 w 348"/>
                <a:gd name="T17" fmla="*/ 838 h 1722"/>
                <a:gd name="T18" fmla="*/ 314 w 348"/>
                <a:gd name="T19" fmla="*/ 978 h 1722"/>
                <a:gd name="T20" fmla="*/ 298 w 348"/>
                <a:gd name="T21" fmla="*/ 1124 h 1722"/>
                <a:gd name="T22" fmla="*/ 280 w 348"/>
                <a:gd name="T23" fmla="*/ 1270 h 1722"/>
                <a:gd name="T24" fmla="*/ 256 w 348"/>
                <a:gd name="T25" fmla="*/ 1420 h 1722"/>
                <a:gd name="T26" fmla="*/ 244 w 348"/>
                <a:gd name="T27" fmla="*/ 1494 h 1722"/>
                <a:gd name="T28" fmla="*/ 228 w 348"/>
                <a:gd name="T29" fmla="*/ 1568 h 1722"/>
                <a:gd name="T30" fmla="*/ 214 w 348"/>
                <a:gd name="T31" fmla="*/ 1642 h 1722"/>
                <a:gd name="T32" fmla="*/ 196 w 348"/>
                <a:gd name="T33" fmla="*/ 1714 h 1722"/>
                <a:gd name="T34" fmla="*/ 196 w 348"/>
                <a:gd name="T35" fmla="*/ 1714 h 1722"/>
                <a:gd name="T36" fmla="*/ 178 w 348"/>
                <a:gd name="T37" fmla="*/ 1718 h 1722"/>
                <a:gd name="T38" fmla="*/ 158 w 348"/>
                <a:gd name="T39" fmla="*/ 1722 h 1722"/>
                <a:gd name="T40" fmla="*/ 132 w 348"/>
                <a:gd name="T41" fmla="*/ 1722 h 1722"/>
                <a:gd name="T42" fmla="*/ 100 w 348"/>
                <a:gd name="T43" fmla="*/ 1722 h 1722"/>
                <a:gd name="T44" fmla="*/ 68 w 348"/>
                <a:gd name="T45" fmla="*/ 1718 h 1722"/>
                <a:gd name="T46" fmla="*/ 50 w 348"/>
                <a:gd name="T47" fmla="*/ 1714 h 1722"/>
                <a:gd name="T48" fmla="*/ 34 w 348"/>
                <a:gd name="T49" fmla="*/ 1710 h 1722"/>
                <a:gd name="T50" fmla="*/ 16 w 348"/>
                <a:gd name="T51" fmla="*/ 1702 h 1722"/>
                <a:gd name="T52" fmla="*/ 0 w 348"/>
                <a:gd name="T53" fmla="*/ 1694 h 1722"/>
                <a:gd name="T54" fmla="*/ 0 w 348"/>
                <a:gd name="T55" fmla="*/ 1694 h 1722"/>
                <a:gd name="T56" fmla="*/ 20 w 348"/>
                <a:gd name="T57" fmla="*/ 1246 h 1722"/>
                <a:gd name="T58" fmla="*/ 34 w 348"/>
                <a:gd name="T59" fmla="*/ 906 h 1722"/>
                <a:gd name="T60" fmla="*/ 38 w 348"/>
                <a:gd name="T61" fmla="*/ 770 h 1722"/>
                <a:gd name="T62" fmla="*/ 40 w 348"/>
                <a:gd name="T63" fmla="*/ 680 h 1722"/>
                <a:gd name="T64" fmla="*/ 40 w 348"/>
                <a:gd name="T65" fmla="*/ 680 h 1722"/>
                <a:gd name="T66" fmla="*/ 42 w 348"/>
                <a:gd name="T67" fmla="*/ 608 h 1722"/>
                <a:gd name="T68" fmla="*/ 48 w 348"/>
                <a:gd name="T69" fmla="*/ 520 h 1722"/>
                <a:gd name="T70" fmla="*/ 56 w 348"/>
                <a:gd name="T71" fmla="*/ 422 h 1722"/>
                <a:gd name="T72" fmla="*/ 66 w 348"/>
                <a:gd name="T73" fmla="*/ 322 h 1722"/>
                <a:gd name="T74" fmla="*/ 78 w 348"/>
                <a:gd name="T75" fmla="*/ 230 h 1722"/>
                <a:gd name="T76" fmla="*/ 88 w 348"/>
                <a:gd name="T77" fmla="*/ 148 h 1722"/>
                <a:gd name="T78" fmla="*/ 98 w 348"/>
                <a:gd name="T79" fmla="*/ 90 h 1722"/>
                <a:gd name="T80" fmla="*/ 104 w 348"/>
                <a:gd name="T81" fmla="*/ 58 h 1722"/>
                <a:gd name="T82" fmla="*/ 104 w 348"/>
                <a:gd name="T83" fmla="*/ 58 h 1722"/>
                <a:gd name="T84" fmla="*/ 108 w 348"/>
                <a:gd name="T85" fmla="*/ 52 h 1722"/>
                <a:gd name="T86" fmla="*/ 116 w 348"/>
                <a:gd name="T87" fmla="*/ 44 h 1722"/>
                <a:gd name="T88" fmla="*/ 124 w 348"/>
                <a:gd name="T89" fmla="*/ 36 h 1722"/>
                <a:gd name="T90" fmla="*/ 136 w 348"/>
                <a:gd name="T91" fmla="*/ 30 h 1722"/>
                <a:gd name="T92" fmla="*/ 164 w 348"/>
                <a:gd name="T93" fmla="*/ 16 h 1722"/>
                <a:gd name="T94" fmla="*/ 180 w 348"/>
                <a:gd name="T95" fmla="*/ 10 h 1722"/>
                <a:gd name="T96" fmla="*/ 196 w 348"/>
                <a:gd name="T97" fmla="*/ 6 h 1722"/>
                <a:gd name="T98" fmla="*/ 214 w 348"/>
                <a:gd name="T99" fmla="*/ 2 h 1722"/>
                <a:gd name="T100" fmla="*/ 234 w 348"/>
                <a:gd name="T101" fmla="*/ 0 h 1722"/>
                <a:gd name="T102" fmla="*/ 252 w 348"/>
                <a:gd name="T103" fmla="*/ 0 h 1722"/>
                <a:gd name="T104" fmla="*/ 272 w 348"/>
                <a:gd name="T105" fmla="*/ 0 h 1722"/>
                <a:gd name="T106" fmla="*/ 290 w 348"/>
                <a:gd name="T107" fmla="*/ 2 h 1722"/>
                <a:gd name="T108" fmla="*/ 310 w 348"/>
                <a:gd name="T109" fmla="*/ 8 h 1722"/>
                <a:gd name="T110" fmla="*/ 328 w 348"/>
                <a:gd name="T111" fmla="*/ 14 h 1722"/>
                <a:gd name="T112" fmla="*/ 346 w 348"/>
                <a:gd name="T113" fmla="*/ 24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8" h="1722">
                  <a:moveTo>
                    <a:pt x="346" y="24"/>
                  </a:moveTo>
                  <a:lnTo>
                    <a:pt x="346" y="24"/>
                  </a:lnTo>
                  <a:lnTo>
                    <a:pt x="346" y="64"/>
                  </a:lnTo>
                  <a:lnTo>
                    <a:pt x="348" y="178"/>
                  </a:lnTo>
                  <a:lnTo>
                    <a:pt x="348" y="354"/>
                  </a:lnTo>
                  <a:lnTo>
                    <a:pt x="344" y="460"/>
                  </a:lnTo>
                  <a:lnTo>
                    <a:pt x="340" y="578"/>
                  </a:lnTo>
                  <a:lnTo>
                    <a:pt x="334" y="704"/>
                  </a:lnTo>
                  <a:lnTo>
                    <a:pt x="326" y="838"/>
                  </a:lnTo>
                  <a:lnTo>
                    <a:pt x="314" y="978"/>
                  </a:lnTo>
                  <a:lnTo>
                    <a:pt x="298" y="1124"/>
                  </a:lnTo>
                  <a:lnTo>
                    <a:pt x="280" y="1270"/>
                  </a:lnTo>
                  <a:lnTo>
                    <a:pt x="256" y="1420"/>
                  </a:lnTo>
                  <a:lnTo>
                    <a:pt x="244" y="1494"/>
                  </a:lnTo>
                  <a:lnTo>
                    <a:pt x="228" y="1568"/>
                  </a:lnTo>
                  <a:lnTo>
                    <a:pt x="214" y="1642"/>
                  </a:lnTo>
                  <a:lnTo>
                    <a:pt x="196" y="1714"/>
                  </a:lnTo>
                  <a:lnTo>
                    <a:pt x="196" y="1714"/>
                  </a:lnTo>
                  <a:lnTo>
                    <a:pt x="178" y="1718"/>
                  </a:lnTo>
                  <a:lnTo>
                    <a:pt x="158" y="1722"/>
                  </a:lnTo>
                  <a:lnTo>
                    <a:pt x="132" y="1722"/>
                  </a:lnTo>
                  <a:lnTo>
                    <a:pt x="100" y="1722"/>
                  </a:lnTo>
                  <a:lnTo>
                    <a:pt x="68" y="1718"/>
                  </a:lnTo>
                  <a:lnTo>
                    <a:pt x="50" y="1714"/>
                  </a:lnTo>
                  <a:lnTo>
                    <a:pt x="34" y="1710"/>
                  </a:lnTo>
                  <a:lnTo>
                    <a:pt x="16" y="1702"/>
                  </a:lnTo>
                  <a:lnTo>
                    <a:pt x="0" y="1694"/>
                  </a:lnTo>
                  <a:lnTo>
                    <a:pt x="0" y="1694"/>
                  </a:lnTo>
                  <a:lnTo>
                    <a:pt x="20" y="1246"/>
                  </a:lnTo>
                  <a:lnTo>
                    <a:pt x="34" y="906"/>
                  </a:lnTo>
                  <a:lnTo>
                    <a:pt x="38" y="770"/>
                  </a:lnTo>
                  <a:lnTo>
                    <a:pt x="40" y="680"/>
                  </a:lnTo>
                  <a:lnTo>
                    <a:pt x="40" y="680"/>
                  </a:lnTo>
                  <a:lnTo>
                    <a:pt x="42" y="608"/>
                  </a:lnTo>
                  <a:lnTo>
                    <a:pt x="48" y="520"/>
                  </a:lnTo>
                  <a:lnTo>
                    <a:pt x="56" y="422"/>
                  </a:lnTo>
                  <a:lnTo>
                    <a:pt x="66" y="322"/>
                  </a:lnTo>
                  <a:lnTo>
                    <a:pt x="78" y="230"/>
                  </a:lnTo>
                  <a:lnTo>
                    <a:pt x="88" y="148"/>
                  </a:lnTo>
                  <a:lnTo>
                    <a:pt x="98" y="90"/>
                  </a:lnTo>
                  <a:lnTo>
                    <a:pt x="104" y="58"/>
                  </a:lnTo>
                  <a:lnTo>
                    <a:pt x="104" y="58"/>
                  </a:lnTo>
                  <a:lnTo>
                    <a:pt x="108" y="52"/>
                  </a:lnTo>
                  <a:lnTo>
                    <a:pt x="116" y="44"/>
                  </a:lnTo>
                  <a:lnTo>
                    <a:pt x="124" y="36"/>
                  </a:lnTo>
                  <a:lnTo>
                    <a:pt x="136" y="30"/>
                  </a:lnTo>
                  <a:lnTo>
                    <a:pt x="164" y="16"/>
                  </a:lnTo>
                  <a:lnTo>
                    <a:pt x="180" y="10"/>
                  </a:lnTo>
                  <a:lnTo>
                    <a:pt x="196" y="6"/>
                  </a:lnTo>
                  <a:lnTo>
                    <a:pt x="214" y="2"/>
                  </a:lnTo>
                  <a:lnTo>
                    <a:pt x="234" y="0"/>
                  </a:lnTo>
                  <a:lnTo>
                    <a:pt x="252" y="0"/>
                  </a:lnTo>
                  <a:lnTo>
                    <a:pt x="272" y="0"/>
                  </a:lnTo>
                  <a:lnTo>
                    <a:pt x="290" y="2"/>
                  </a:lnTo>
                  <a:lnTo>
                    <a:pt x="310" y="8"/>
                  </a:lnTo>
                  <a:lnTo>
                    <a:pt x="328" y="14"/>
                  </a:lnTo>
                  <a:lnTo>
                    <a:pt x="346" y="24"/>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6" name="任意多边形 65"/>
            <p:cNvSpPr/>
            <p:nvPr>
              <p:custDataLst>
                <p:tags r:id="rId65"/>
              </p:custDataLst>
            </p:nvPr>
          </p:nvSpPr>
          <p:spPr bwMode="auto">
            <a:xfrm>
              <a:off x="2818" y="4653"/>
              <a:ext cx="418" cy="2066"/>
            </a:xfrm>
            <a:custGeom>
              <a:avLst/>
              <a:gdLst>
                <a:gd name="T0" fmla="*/ 346 w 348"/>
                <a:gd name="T1" fmla="*/ 24 h 1722"/>
                <a:gd name="T2" fmla="*/ 346 w 348"/>
                <a:gd name="T3" fmla="*/ 24 h 1722"/>
                <a:gd name="T4" fmla="*/ 346 w 348"/>
                <a:gd name="T5" fmla="*/ 64 h 1722"/>
                <a:gd name="T6" fmla="*/ 348 w 348"/>
                <a:gd name="T7" fmla="*/ 178 h 1722"/>
                <a:gd name="T8" fmla="*/ 348 w 348"/>
                <a:gd name="T9" fmla="*/ 354 h 1722"/>
                <a:gd name="T10" fmla="*/ 344 w 348"/>
                <a:gd name="T11" fmla="*/ 460 h 1722"/>
                <a:gd name="T12" fmla="*/ 340 w 348"/>
                <a:gd name="T13" fmla="*/ 578 h 1722"/>
                <a:gd name="T14" fmla="*/ 334 w 348"/>
                <a:gd name="T15" fmla="*/ 704 h 1722"/>
                <a:gd name="T16" fmla="*/ 326 w 348"/>
                <a:gd name="T17" fmla="*/ 838 h 1722"/>
                <a:gd name="T18" fmla="*/ 314 w 348"/>
                <a:gd name="T19" fmla="*/ 978 h 1722"/>
                <a:gd name="T20" fmla="*/ 298 w 348"/>
                <a:gd name="T21" fmla="*/ 1124 h 1722"/>
                <a:gd name="T22" fmla="*/ 280 w 348"/>
                <a:gd name="T23" fmla="*/ 1270 h 1722"/>
                <a:gd name="T24" fmla="*/ 256 w 348"/>
                <a:gd name="T25" fmla="*/ 1420 h 1722"/>
                <a:gd name="T26" fmla="*/ 244 w 348"/>
                <a:gd name="T27" fmla="*/ 1494 h 1722"/>
                <a:gd name="T28" fmla="*/ 228 w 348"/>
                <a:gd name="T29" fmla="*/ 1568 h 1722"/>
                <a:gd name="T30" fmla="*/ 214 w 348"/>
                <a:gd name="T31" fmla="*/ 1642 h 1722"/>
                <a:gd name="T32" fmla="*/ 196 w 348"/>
                <a:gd name="T33" fmla="*/ 1714 h 1722"/>
                <a:gd name="T34" fmla="*/ 196 w 348"/>
                <a:gd name="T35" fmla="*/ 1714 h 1722"/>
                <a:gd name="T36" fmla="*/ 178 w 348"/>
                <a:gd name="T37" fmla="*/ 1718 h 1722"/>
                <a:gd name="T38" fmla="*/ 158 w 348"/>
                <a:gd name="T39" fmla="*/ 1722 h 1722"/>
                <a:gd name="T40" fmla="*/ 132 w 348"/>
                <a:gd name="T41" fmla="*/ 1722 h 1722"/>
                <a:gd name="T42" fmla="*/ 100 w 348"/>
                <a:gd name="T43" fmla="*/ 1722 h 1722"/>
                <a:gd name="T44" fmla="*/ 68 w 348"/>
                <a:gd name="T45" fmla="*/ 1718 h 1722"/>
                <a:gd name="T46" fmla="*/ 50 w 348"/>
                <a:gd name="T47" fmla="*/ 1714 h 1722"/>
                <a:gd name="T48" fmla="*/ 34 w 348"/>
                <a:gd name="T49" fmla="*/ 1710 h 1722"/>
                <a:gd name="T50" fmla="*/ 16 w 348"/>
                <a:gd name="T51" fmla="*/ 1702 h 1722"/>
                <a:gd name="T52" fmla="*/ 0 w 348"/>
                <a:gd name="T53" fmla="*/ 1694 h 1722"/>
                <a:gd name="T54" fmla="*/ 0 w 348"/>
                <a:gd name="T55" fmla="*/ 1694 h 1722"/>
                <a:gd name="T56" fmla="*/ 20 w 348"/>
                <a:gd name="T57" fmla="*/ 1246 h 1722"/>
                <a:gd name="T58" fmla="*/ 34 w 348"/>
                <a:gd name="T59" fmla="*/ 906 h 1722"/>
                <a:gd name="T60" fmla="*/ 38 w 348"/>
                <a:gd name="T61" fmla="*/ 770 h 1722"/>
                <a:gd name="T62" fmla="*/ 40 w 348"/>
                <a:gd name="T63" fmla="*/ 680 h 1722"/>
                <a:gd name="T64" fmla="*/ 40 w 348"/>
                <a:gd name="T65" fmla="*/ 680 h 1722"/>
                <a:gd name="T66" fmla="*/ 42 w 348"/>
                <a:gd name="T67" fmla="*/ 608 h 1722"/>
                <a:gd name="T68" fmla="*/ 48 w 348"/>
                <a:gd name="T69" fmla="*/ 520 h 1722"/>
                <a:gd name="T70" fmla="*/ 56 w 348"/>
                <a:gd name="T71" fmla="*/ 422 h 1722"/>
                <a:gd name="T72" fmla="*/ 66 w 348"/>
                <a:gd name="T73" fmla="*/ 322 h 1722"/>
                <a:gd name="T74" fmla="*/ 78 w 348"/>
                <a:gd name="T75" fmla="*/ 230 h 1722"/>
                <a:gd name="T76" fmla="*/ 88 w 348"/>
                <a:gd name="T77" fmla="*/ 148 h 1722"/>
                <a:gd name="T78" fmla="*/ 98 w 348"/>
                <a:gd name="T79" fmla="*/ 90 h 1722"/>
                <a:gd name="T80" fmla="*/ 104 w 348"/>
                <a:gd name="T81" fmla="*/ 58 h 1722"/>
                <a:gd name="T82" fmla="*/ 104 w 348"/>
                <a:gd name="T83" fmla="*/ 58 h 1722"/>
                <a:gd name="T84" fmla="*/ 108 w 348"/>
                <a:gd name="T85" fmla="*/ 52 h 1722"/>
                <a:gd name="T86" fmla="*/ 116 w 348"/>
                <a:gd name="T87" fmla="*/ 44 h 1722"/>
                <a:gd name="T88" fmla="*/ 124 w 348"/>
                <a:gd name="T89" fmla="*/ 36 h 1722"/>
                <a:gd name="T90" fmla="*/ 136 w 348"/>
                <a:gd name="T91" fmla="*/ 30 h 1722"/>
                <a:gd name="T92" fmla="*/ 164 w 348"/>
                <a:gd name="T93" fmla="*/ 16 h 1722"/>
                <a:gd name="T94" fmla="*/ 180 w 348"/>
                <a:gd name="T95" fmla="*/ 10 h 1722"/>
                <a:gd name="T96" fmla="*/ 196 w 348"/>
                <a:gd name="T97" fmla="*/ 6 h 1722"/>
                <a:gd name="T98" fmla="*/ 214 w 348"/>
                <a:gd name="T99" fmla="*/ 2 h 1722"/>
                <a:gd name="T100" fmla="*/ 234 w 348"/>
                <a:gd name="T101" fmla="*/ 0 h 1722"/>
                <a:gd name="T102" fmla="*/ 252 w 348"/>
                <a:gd name="T103" fmla="*/ 0 h 1722"/>
                <a:gd name="T104" fmla="*/ 272 w 348"/>
                <a:gd name="T105" fmla="*/ 0 h 1722"/>
                <a:gd name="T106" fmla="*/ 290 w 348"/>
                <a:gd name="T107" fmla="*/ 2 h 1722"/>
                <a:gd name="T108" fmla="*/ 310 w 348"/>
                <a:gd name="T109" fmla="*/ 8 h 1722"/>
                <a:gd name="T110" fmla="*/ 328 w 348"/>
                <a:gd name="T111" fmla="*/ 14 h 1722"/>
                <a:gd name="T112" fmla="*/ 346 w 348"/>
                <a:gd name="T113" fmla="*/ 24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8" h="1722">
                  <a:moveTo>
                    <a:pt x="346" y="24"/>
                  </a:moveTo>
                  <a:lnTo>
                    <a:pt x="346" y="24"/>
                  </a:lnTo>
                  <a:lnTo>
                    <a:pt x="346" y="64"/>
                  </a:lnTo>
                  <a:lnTo>
                    <a:pt x="348" y="178"/>
                  </a:lnTo>
                  <a:lnTo>
                    <a:pt x="348" y="354"/>
                  </a:lnTo>
                  <a:lnTo>
                    <a:pt x="344" y="460"/>
                  </a:lnTo>
                  <a:lnTo>
                    <a:pt x="340" y="578"/>
                  </a:lnTo>
                  <a:lnTo>
                    <a:pt x="334" y="704"/>
                  </a:lnTo>
                  <a:lnTo>
                    <a:pt x="326" y="838"/>
                  </a:lnTo>
                  <a:lnTo>
                    <a:pt x="314" y="978"/>
                  </a:lnTo>
                  <a:lnTo>
                    <a:pt x="298" y="1124"/>
                  </a:lnTo>
                  <a:lnTo>
                    <a:pt x="280" y="1270"/>
                  </a:lnTo>
                  <a:lnTo>
                    <a:pt x="256" y="1420"/>
                  </a:lnTo>
                  <a:lnTo>
                    <a:pt x="244" y="1494"/>
                  </a:lnTo>
                  <a:lnTo>
                    <a:pt x="228" y="1568"/>
                  </a:lnTo>
                  <a:lnTo>
                    <a:pt x="214" y="1642"/>
                  </a:lnTo>
                  <a:lnTo>
                    <a:pt x="196" y="1714"/>
                  </a:lnTo>
                  <a:lnTo>
                    <a:pt x="196" y="1714"/>
                  </a:lnTo>
                  <a:lnTo>
                    <a:pt x="178" y="1718"/>
                  </a:lnTo>
                  <a:lnTo>
                    <a:pt x="158" y="1722"/>
                  </a:lnTo>
                  <a:lnTo>
                    <a:pt x="132" y="1722"/>
                  </a:lnTo>
                  <a:lnTo>
                    <a:pt x="100" y="1722"/>
                  </a:lnTo>
                  <a:lnTo>
                    <a:pt x="68" y="1718"/>
                  </a:lnTo>
                  <a:lnTo>
                    <a:pt x="50" y="1714"/>
                  </a:lnTo>
                  <a:lnTo>
                    <a:pt x="34" y="1710"/>
                  </a:lnTo>
                  <a:lnTo>
                    <a:pt x="16" y="1702"/>
                  </a:lnTo>
                  <a:lnTo>
                    <a:pt x="0" y="1694"/>
                  </a:lnTo>
                  <a:lnTo>
                    <a:pt x="0" y="1694"/>
                  </a:lnTo>
                  <a:lnTo>
                    <a:pt x="20" y="1246"/>
                  </a:lnTo>
                  <a:lnTo>
                    <a:pt x="34" y="906"/>
                  </a:lnTo>
                  <a:lnTo>
                    <a:pt x="38" y="770"/>
                  </a:lnTo>
                  <a:lnTo>
                    <a:pt x="40" y="680"/>
                  </a:lnTo>
                  <a:lnTo>
                    <a:pt x="40" y="680"/>
                  </a:lnTo>
                  <a:lnTo>
                    <a:pt x="42" y="608"/>
                  </a:lnTo>
                  <a:lnTo>
                    <a:pt x="48" y="520"/>
                  </a:lnTo>
                  <a:lnTo>
                    <a:pt x="56" y="422"/>
                  </a:lnTo>
                  <a:lnTo>
                    <a:pt x="66" y="322"/>
                  </a:lnTo>
                  <a:lnTo>
                    <a:pt x="78" y="230"/>
                  </a:lnTo>
                  <a:lnTo>
                    <a:pt x="88" y="148"/>
                  </a:lnTo>
                  <a:lnTo>
                    <a:pt x="98" y="90"/>
                  </a:lnTo>
                  <a:lnTo>
                    <a:pt x="104" y="58"/>
                  </a:lnTo>
                  <a:lnTo>
                    <a:pt x="104" y="58"/>
                  </a:lnTo>
                  <a:lnTo>
                    <a:pt x="108" y="52"/>
                  </a:lnTo>
                  <a:lnTo>
                    <a:pt x="116" y="44"/>
                  </a:lnTo>
                  <a:lnTo>
                    <a:pt x="124" y="36"/>
                  </a:lnTo>
                  <a:lnTo>
                    <a:pt x="136" y="30"/>
                  </a:lnTo>
                  <a:lnTo>
                    <a:pt x="164" y="16"/>
                  </a:lnTo>
                  <a:lnTo>
                    <a:pt x="180" y="10"/>
                  </a:lnTo>
                  <a:lnTo>
                    <a:pt x="196" y="6"/>
                  </a:lnTo>
                  <a:lnTo>
                    <a:pt x="214" y="2"/>
                  </a:lnTo>
                  <a:lnTo>
                    <a:pt x="234" y="0"/>
                  </a:lnTo>
                  <a:lnTo>
                    <a:pt x="252" y="0"/>
                  </a:lnTo>
                  <a:lnTo>
                    <a:pt x="272" y="0"/>
                  </a:lnTo>
                  <a:lnTo>
                    <a:pt x="290" y="2"/>
                  </a:lnTo>
                  <a:lnTo>
                    <a:pt x="310" y="8"/>
                  </a:lnTo>
                  <a:lnTo>
                    <a:pt x="328" y="14"/>
                  </a:lnTo>
                  <a:lnTo>
                    <a:pt x="346" y="2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7" name="任意多边形 66"/>
            <p:cNvSpPr/>
            <p:nvPr>
              <p:custDataLst>
                <p:tags r:id="rId66"/>
              </p:custDataLst>
            </p:nvPr>
          </p:nvSpPr>
          <p:spPr bwMode="auto">
            <a:xfrm>
              <a:off x="2910" y="4809"/>
              <a:ext cx="170" cy="1716"/>
            </a:xfrm>
            <a:custGeom>
              <a:avLst/>
              <a:gdLst>
                <a:gd name="T0" fmla="*/ 142 w 142"/>
                <a:gd name="T1" fmla="*/ 0 h 1430"/>
                <a:gd name="T2" fmla="*/ 142 w 142"/>
                <a:gd name="T3" fmla="*/ 0 h 1430"/>
                <a:gd name="T4" fmla="*/ 136 w 142"/>
                <a:gd name="T5" fmla="*/ 12 h 1430"/>
                <a:gd name="T6" fmla="*/ 128 w 142"/>
                <a:gd name="T7" fmla="*/ 26 h 1430"/>
                <a:gd name="T8" fmla="*/ 120 w 142"/>
                <a:gd name="T9" fmla="*/ 48 h 1430"/>
                <a:gd name="T10" fmla="*/ 112 w 142"/>
                <a:gd name="T11" fmla="*/ 74 h 1430"/>
                <a:gd name="T12" fmla="*/ 104 w 142"/>
                <a:gd name="T13" fmla="*/ 108 h 1430"/>
                <a:gd name="T14" fmla="*/ 98 w 142"/>
                <a:gd name="T15" fmla="*/ 150 h 1430"/>
                <a:gd name="T16" fmla="*/ 94 w 142"/>
                <a:gd name="T17" fmla="*/ 198 h 1430"/>
                <a:gd name="T18" fmla="*/ 94 w 142"/>
                <a:gd name="T19" fmla="*/ 198 h 1430"/>
                <a:gd name="T20" fmla="*/ 80 w 142"/>
                <a:gd name="T21" fmla="*/ 420 h 1430"/>
                <a:gd name="T22" fmla="*/ 56 w 142"/>
                <a:gd name="T23" fmla="*/ 786 h 1430"/>
                <a:gd name="T24" fmla="*/ 42 w 142"/>
                <a:gd name="T25" fmla="*/ 982 h 1430"/>
                <a:gd name="T26" fmla="*/ 28 w 142"/>
                <a:gd name="T27" fmla="*/ 1166 h 1430"/>
                <a:gd name="T28" fmla="*/ 14 w 142"/>
                <a:gd name="T29" fmla="*/ 1322 h 1430"/>
                <a:gd name="T30" fmla="*/ 6 w 142"/>
                <a:gd name="T31" fmla="*/ 1382 h 1430"/>
                <a:gd name="T32" fmla="*/ 0 w 142"/>
                <a:gd name="T33" fmla="*/ 1430 h 1430"/>
                <a:gd name="T34" fmla="*/ 0 w 142"/>
                <a:gd name="T35" fmla="*/ 1430 h 1430"/>
                <a:gd name="T36" fmla="*/ 38 w 142"/>
                <a:gd name="T37" fmla="*/ 858 h 1430"/>
                <a:gd name="T38" fmla="*/ 62 w 142"/>
                <a:gd name="T39" fmla="*/ 442 h 1430"/>
                <a:gd name="T40" fmla="*/ 70 w 142"/>
                <a:gd name="T41" fmla="*/ 290 h 1430"/>
                <a:gd name="T42" fmla="*/ 72 w 142"/>
                <a:gd name="T43" fmla="*/ 238 h 1430"/>
                <a:gd name="T44" fmla="*/ 72 w 142"/>
                <a:gd name="T45" fmla="*/ 206 h 1430"/>
                <a:gd name="T46" fmla="*/ 72 w 142"/>
                <a:gd name="T47" fmla="*/ 206 h 1430"/>
                <a:gd name="T48" fmla="*/ 72 w 142"/>
                <a:gd name="T49" fmla="*/ 188 h 1430"/>
                <a:gd name="T50" fmla="*/ 72 w 142"/>
                <a:gd name="T51" fmla="*/ 168 h 1430"/>
                <a:gd name="T52" fmla="*/ 78 w 142"/>
                <a:gd name="T53" fmla="*/ 134 h 1430"/>
                <a:gd name="T54" fmla="*/ 88 w 142"/>
                <a:gd name="T55" fmla="*/ 102 h 1430"/>
                <a:gd name="T56" fmla="*/ 100 w 142"/>
                <a:gd name="T57" fmla="*/ 74 h 1430"/>
                <a:gd name="T58" fmla="*/ 112 w 142"/>
                <a:gd name="T59" fmla="*/ 50 h 1430"/>
                <a:gd name="T60" fmla="*/ 124 w 142"/>
                <a:gd name="T61" fmla="*/ 28 h 1430"/>
                <a:gd name="T62" fmla="*/ 142 w 142"/>
                <a:gd name="T63" fmla="*/ 0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2" h="1430">
                  <a:moveTo>
                    <a:pt x="142" y="0"/>
                  </a:moveTo>
                  <a:lnTo>
                    <a:pt x="142" y="0"/>
                  </a:lnTo>
                  <a:lnTo>
                    <a:pt x="136" y="12"/>
                  </a:lnTo>
                  <a:lnTo>
                    <a:pt x="128" y="26"/>
                  </a:lnTo>
                  <a:lnTo>
                    <a:pt x="120" y="48"/>
                  </a:lnTo>
                  <a:lnTo>
                    <a:pt x="112" y="74"/>
                  </a:lnTo>
                  <a:lnTo>
                    <a:pt x="104" y="108"/>
                  </a:lnTo>
                  <a:lnTo>
                    <a:pt x="98" y="150"/>
                  </a:lnTo>
                  <a:lnTo>
                    <a:pt x="94" y="198"/>
                  </a:lnTo>
                  <a:lnTo>
                    <a:pt x="94" y="198"/>
                  </a:lnTo>
                  <a:lnTo>
                    <a:pt x="80" y="420"/>
                  </a:lnTo>
                  <a:lnTo>
                    <a:pt x="56" y="786"/>
                  </a:lnTo>
                  <a:lnTo>
                    <a:pt x="42" y="982"/>
                  </a:lnTo>
                  <a:lnTo>
                    <a:pt x="28" y="1166"/>
                  </a:lnTo>
                  <a:lnTo>
                    <a:pt x="14" y="1322"/>
                  </a:lnTo>
                  <a:lnTo>
                    <a:pt x="6" y="1382"/>
                  </a:lnTo>
                  <a:lnTo>
                    <a:pt x="0" y="1430"/>
                  </a:lnTo>
                  <a:lnTo>
                    <a:pt x="0" y="1430"/>
                  </a:lnTo>
                  <a:lnTo>
                    <a:pt x="38" y="858"/>
                  </a:lnTo>
                  <a:lnTo>
                    <a:pt x="62" y="442"/>
                  </a:lnTo>
                  <a:lnTo>
                    <a:pt x="70" y="290"/>
                  </a:lnTo>
                  <a:lnTo>
                    <a:pt x="72" y="238"/>
                  </a:lnTo>
                  <a:lnTo>
                    <a:pt x="72" y="206"/>
                  </a:lnTo>
                  <a:lnTo>
                    <a:pt x="72" y="206"/>
                  </a:lnTo>
                  <a:lnTo>
                    <a:pt x="72" y="188"/>
                  </a:lnTo>
                  <a:lnTo>
                    <a:pt x="72" y="168"/>
                  </a:lnTo>
                  <a:lnTo>
                    <a:pt x="78" y="134"/>
                  </a:lnTo>
                  <a:lnTo>
                    <a:pt x="88" y="102"/>
                  </a:lnTo>
                  <a:lnTo>
                    <a:pt x="100" y="74"/>
                  </a:lnTo>
                  <a:lnTo>
                    <a:pt x="112" y="50"/>
                  </a:lnTo>
                  <a:lnTo>
                    <a:pt x="124" y="28"/>
                  </a:lnTo>
                  <a:lnTo>
                    <a:pt x="142" y="0"/>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8" name="任意多边形 67"/>
            <p:cNvSpPr/>
            <p:nvPr>
              <p:custDataLst>
                <p:tags r:id="rId67"/>
              </p:custDataLst>
            </p:nvPr>
          </p:nvSpPr>
          <p:spPr bwMode="auto">
            <a:xfrm>
              <a:off x="2910" y="4809"/>
              <a:ext cx="170" cy="1716"/>
            </a:xfrm>
            <a:custGeom>
              <a:avLst/>
              <a:gdLst>
                <a:gd name="T0" fmla="*/ 142 w 142"/>
                <a:gd name="T1" fmla="*/ 0 h 1430"/>
                <a:gd name="T2" fmla="*/ 142 w 142"/>
                <a:gd name="T3" fmla="*/ 0 h 1430"/>
                <a:gd name="T4" fmla="*/ 136 w 142"/>
                <a:gd name="T5" fmla="*/ 12 h 1430"/>
                <a:gd name="T6" fmla="*/ 128 w 142"/>
                <a:gd name="T7" fmla="*/ 26 h 1430"/>
                <a:gd name="T8" fmla="*/ 120 w 142"/>
                <a:gd name="T9" fmla="*/ 48 h 1430"/>
                <a:gd name="T10" fmla="*/ 112 w 142"/>
                <a:gd name="T11" fmla="*/ 74 h 1430"/>
                <a:gd name="T12" fmla="*/ 104 w 142"/>
                <a:gd name="T13" fmla="*/ 108 h 1430"/>
                <a:gd name="T14" fmla="*/ 98 w 142"/>
                <a:gd name="T15" fmla="*/ 150 h 1430"/>
                <a:gd name="T16" fmla="*/ 94 w 142"/>
                <a:gd name="T17" fmla="*/ 198 h 1430"/>
                <a:gd name="T18" fmla="*/ 94 w 142"/>
                <a:gd name="T19" fmla="*/ 198 h 1430"/>
                <a:gd name="T20" fmla="*/ 80 w 142"/>
                <a:gd name="T21" fmla="*/ 420 h 1430"/>
                <a:gd name="T22" fmla="*/ 56 w 142"/>
                <a:gd name="T23" fmla="*/ 786 h 1430"/>
                <a:gd name="T24" fmla="*/ 42 w 142"/>
                <a:gd name="T25" fmla="*/ 982 h 1430"/>
                <a:gd name="T26" fmla="*/ 28 w 142"/>
                <a:gd name="T27" fmla="*/ 1166 h 1430"/>
                <a:gd name="T28" fmla="*/ 14 w 142"/>
                <a:gd name="T29" fmla="*/ 1322 h 1430"/>
                <a:gd name="T30" fmla="*/ 6 w 142"/>
                <a:gd name="T31" fmla="*/ 1382 h 1430"/>
                <a:gd name="T32" fmla="*/ 0 w 142"/>
                <a:gd name="T33" fmla="*/ 1430 h 1430"/>
                <a:gd name="T34" fmla="*/ 0 w 142"/>
                <a:gd name="T35" fmla="*/ 1430 h 1430"/>
                <a:gd name="T36" fmla="*/ 38 w 142"/>
                <a:gd name="T37" fmla="*/ 858 h 1430"/>
                <a:gd name="T38" fmla="*/ 62 w 142"/>
                <a:gd name="T39" fmla="*/ 442 h 1430"/>
                <a:gd name="T40" fmla="*/ 70 w 142"/>
                <a:gd name="T41" fmla="*/ 290 h 1430"/>
                <a:gd name="T42" fmla="*/ 72 w 142"/>
                <a:gd name="T43" fmla="*/ 238 h 1430"/>
                <a:gd name="T44" fmla="*/ 72 w 142"/>
                <a:gd name="T45" fmla="*/ 206 h 1430"/>
                <a:gd name="T46" fmla="*/ 72 w 142"/>
                <a:gd name="T47" fmla="*/ 206 h 1430"/>
                <a:gd name="T48" fmla="*/ 72 w 142"/>
                <a:gd name="T49" fmla="*/ 188 h 1430"/>
                <a:gd name="T50" fmla="*/ 72 w 142"/>
                <a:gd name="T51" fmla="*/ 168 h 1430"/>
                <a:gd name="T52" fmla="*/ 78 w 142"/>
                <a:gd name="T53" fmla="*/ 134 h 1430"/>
                <a:gd name="T54" fmla="*/ 88 w 142"/>
                <a:gd name="T55" fmla="*/ 102 h 1430"/>
                <a:gd name="T56" fmla="*/ 100 w 142"/>
                <a:gd name="T57" fmla="*/ 74 h 1430"/>
                <a:gd name="T58" fmla="*/ 112 w 142"/>
                <a:gd name="T59" fmla="*/ 50 h 1430"/>
                <a:gd name="T60" fmla="*/ 124 w 142"/>
                <a:gd name="T61" fmla="*/ 28 h 1430"/>
                <a:gd name="T62" fmla="*/ 142 w 142"/>
                <a:gd name="T63" fmla="*/ 0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2" h="1430">
                  <a:moveTo>
                    <a:pt x="142" y="0"/>
                  </a:moveTo>
                  <a:lnTo>
                    <a:pt x="142" y="0"/>
                  </a:lnTo>
                  <a:lnTo>
                    <a:pt x="136" y="12"/>
                  </a:lnTo>
                  <a:lnTo>
                    <a:pt x="128" y="26"/>
                  </a:lnTo>
                  <a:lnTo>
                    <a:pt x="120" y="48"/>
                  </a:lnTo>
                  <a:lnTo>
                    <a:pt x="112" y="74"/>
                  </a:lnTo>
                  <a:lnTo>
                    <a:pt x="104" y="108"/>
                  </a:lnTo>
                  <a:lnTo>
                    <a:pt x="98" y="150"/>
                  </a:lnTo>
                  <a:lnTo>
                    <a:pt x="94" y="198"/>
                  </a:lnTo>
                  <a:lnTo>
                    <a:pt x="94" y="198"/>
                  </a:lnTo>
                  <a:lnTo>
                    <a:pt x="80" y="420"/>
                  </a:lnTo>
                  <a:lnTo>
                    <a:pt x="56" y="786"/>
                  </a:lnTo>
                  <a:lnTo>
                    <a:pt x="42" y="982"/>
                  </a:lnTo>
                  <a:lnTo>
                    <a:pt x="28" y="1166"/>
                  </a:lnTo>
                  <a:lnTo>
                    <a:pt x="14" y="1322"/>
                  </a:lnTo>
                  <a:lnTo>
                    <a:pt x="6" y="1382"/>
                  </a:lnTo>
                  <a:lnTo>
                    <a:pt x="0" y="1430"/>
                  </a:lnTo>
                  <a:lnTo>
                    <a:pt x="0" y="1430"/>
                  </a:lnTo>
                  <a:lnTo>
                    <a:pt x="38" y="858"/>
                  </a:lnTo>
                  <a:lnTo>
                    <a:pt x="62" y="442"/>
                  </a:lnTo>
                  <a:lnTo>
                    <a:pt x="70" y="290"/>
                  </a:lnTo>
                  <a:lnTo>
                    <a:pt x="72" y="238"/>
                  </a:lnTo>
                  <a:lnTo>
                    <a:pt x="72" y="206"/>
                  </a:lnTo>
                  <a:lnTo>
                    <a:pt x="72" y="206"/>
                  </a:lnTo>
                  <a:lnTo>
                    <a:pt x="72" y="188"/>
                  </a:lnTo>
                  <a:lnTo>
                    <a:pt x="72" y="168"/>
                  </a:lnTo>
                  <a:lnTo>
                    <a:pt x="78" y="134"/>
                  </a:lnTo>
                  <a:lnTo>
                    <a:pt x="88" y="102"/>
                  </a:lnTo>
                  <a:lnTo>
                    <a:pt x="100" y="74"/>
                  </a:lnTo>
                  <a:lnTo>
                    <a:pt x="112" y="50"/>
                  </a:lnTo>
                  <a:lnTo>
                    <a:pt x="124" y="28"/>
                  </a:lnTo>
                  <a:lnTo>
                    <a:pt x="1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9" name="任意多边形 68"/>
            <p:cNvSpPr/>
            <p:nvPr>
              <p:custDataLst>
                <p:tags r:id="rId68"/>
              </p:custDataLst>
            </p:nvPr>
          </p:nvSpPr>
          <p:spPr bwMode="auto">
            <a:xfrm>
              <a:off x="1986" y="3376"/>
              <a:ext cx="1339" cy="1522"/>
            </a:xfrm>
            <a:custGeom>
              <a:avLst/>
              <a:gdLst>
                <a:gd name="T0" fmla="*/ 224 w 1116"/>
                <a:gd name="T1" fmla="*/ 22 h 1268"/>
                <a:gd name="T2" fmla="*/ 224 w 1116"/>
                <a:gd name="T3" fmla="*/ 22 h 1268"/>
                <a:gd name="T4" fmla="*/ 130 w 1116"/>
                <a:gd name="T5" fmla="*/ 42 h 1268"/>
                <a:gd name="T6" fmla="*/ 58 w 1116"/>
                <a:gd name="T7" fmla="*/ 58 h 1268"/>
                <a:gd name="T8" fmla="*/ 8 w 1116"/>
                <a:gd name="T9" fmla="*/ 70 h 1268"/>
                <a:gd name="T10" fmla="*/ 8 w 1116"/>
                <a:gd name="T11" fmla="*/ 70 h 1268"/>
                <a:gd name="T12" fmla="*/ 2 w 1116"/>
                <a:gd name="T13" fmla="*/ 74 h 1268"/>
                <a:gd name="T14" fmla="*/ 0 w 1116"/>
                <a:gd name="T15" fmla="*/ 82 h 1268"/>
                <a:gd name="T16" fmla="*/ 0 w 1116"/>
                <a:gd name="T17" fmla="*/ 90 h 1268"/>
                <a:gd name="T18" fmla="*/ 4 w 1116"/>
                <a:gd name="T19" fmla="*/ 102 h 1268"/>
                <a:gd name="T20" fmla="*/ 18 w 1116"/>
                <a:gd name="T21" fmla="*/ 132 h 1268"/>
                <a:gd name="T22" fmla="*/ 38 w 1116"/>
                <a:gd name="T23" fmla="*/ 170 h 1268"/>
                <a:gd name="T24" fmla="*/ 90 w 1116"/>
                <a:gd name="T25" fmla="*/ 260 h 1268"/>
                <a:gd name="T26" fmla="*/ 116 w 1116"/>
                <a:gd name="T27" fmla="*/ 308 h 1268"/>
                <a:gd name="T28" fmla="*/ 140 w 1116"/>
                <a:gd name="T29" fmla="*/ 356 h 1268"/>
                <a:gd name="T30" fmla="*/ 140 w 1116"/>
                <a:gd name="T31" fmla="*/ 356 h 1268"/>
                <a:gd name="T32" fmla="*/ 150 w 1116"/>
                <a:gd name="T33" fmla="*/ 386 h 1268"/>
                <a:gd name="T34" fmla="*/ 164 w 1116"/>
                <a:gd name="T35" fmla="*/ 424 h 1268"/>
                <a:gd name="T36" fmla="*/ 196 w 1116"/>
                <a:gd name="T37" fmla="*/ 526 h 1268"/>
                <a:gd name="T38" fmla="*/ 234 w 1116"/>
                <a:gd name="T39" fmla="*/ 650 h 1268"/>
                <a:gd name="T40" fmla="*/ 270 w 1116"/>
                <a:gd name="T41" fmla="*/ 788 h 1268"/>
                <a:gd name="T42" fmla="*/ 306 w 1116"/>
                <a:gd name="T43" fmla="*/ 928 h 1268"/>
                <a:gd name="T44" fmla="*/ 336 w 1116"/>
                <a:gd name="T45" fmla="*/ 1062 h 1268"/>
                <a:gd name="T46" fmla="*/ 360 w 1116"/>
                <a:gd name="T47" fmla="*/ 1178 h 1268"/>
                <a:gd name="T48" fmla="*/ 368 w 1116"/>
                <a:gd name="T49" fmla="*/ 1228 h 1268"/>
                <a:gd name="T50" fmla="*/ 372 w 1116"/>
                <a:gd name="T51" fmla="*/ 1268 h 1268"/>
                <a:gd name="T52" fmla="*/ 372 w 1116"/>
                <a:gd name="T53" fmla="*/ 1268 h 1268"/>
                <a:gd name="T54" fmla="*/ 442 w 1116"/>
                <a:gd name="T55" fmla="*/ 1252 h 1268"/>
                <a:gd name="T56" fmla="*/ 602 w 1116"/>
                <a:gd name="T57" fmla="*/ 1212 h 1268"/>
                <a:gd name="T58" fmla="*/ 690 w 1116"/>
                <a:gd name="T59" fmla="*/ 1192 h 1268"/>
                <a:gd name="T60" fmla="*/ 774 w 1116"/>
                <a:gd name="T61" fmla="*/ 1174 h 1268"/>
                <a:gd name="T62" fmla="*/ 842 w 1116"/>
                <a:gd name="T63" fmla="*/ 1162 h 1268"/>
                <a:gd name="T64" fmla="*/ 868 w 1116"/>
                <a:gd name="T65" fmla="*/ 1158 h 1268"/>
                <a:gd name="T66" fmla="*/ 886 w 1116"/>
                <a:gd name="T67" fmla="*/ 1156 h 1268"/>
                <a:gd name="T68" fmla="*/ 886 w 1116"/>
                <a:gd name="T69" fmla="*/ 1078 h 1268"/>
                <a:gd name="T70" fmla="*/ 886 w 1116"/>
                <a:gd name="T71" fmla="*/ 1078 h 1268"/>
                <a:gd name="T72" fmla="*/ 900 w 1116"/>
                <a:gd name="T73" fmla="*/ 1100 h 1268"/>
                <a:gd name="T74" fmla="*/ 910 w 1116"/>
                <a:gd name="T75" fmla="*/ 1122 h 1268"/>
                <a:gd name="T76" fmla="*/ 920 w 1116"/>
                <a:gd name="T77" fmla="*/ 1146 h 1268"/>
                <a:gd name="T78" fmla="*/ 920 w 1116"/>
                <a:gd name="T79" fmla="*/ 1146 h 1268"/>
                <a:gd name="T80" fmla="*/ 1000 w 1116"/>
                <a:gd name="T81" fmla="*/ 1144 h 1268"/>
                <a:gd name="T82" fmla="*/ 1066 w 1116"/>
                <a:gd name="T83" fmla="*/ 1144 h 1268"/>
                <a:gd name="T84" fmla="*/ 1116 w 1116"/>
                <a:gd name="T85" fmla="*/ 1146 h 1268"/>
                <a:gd name="T86" fmla="*/ 1116 w 1116"/>
                <a:gd name="T87" fmla="*/ 1146 h 1268"/>
                <a:gd name="T88" fmla="*/ 1054 w 1116"/>
                <a:gd name="T89" fmla="*/ 998 h 1268"/>
                <a:gd name="T90" fmla="*/ 988 w 1116"/>
                <a:gd name="T91" fmla="*/ 844 h 1268"/>
                <a:gd name="T92" fmla="*/ 906 w 1116"/>
                <a:gd name="T93" fmla="*/ 660 h 1268"/>
                <a:gd name="T94" fmla="*/ 820 w 1116"/>
                <a:gd name="T95" fmla="*/ 464 h 1268"/>
                <a:gd name="T96" fmla="*/ 732 w 1116"/>
                <a:gd name="T97" fmla="*/ 276 h 1268"/>
                <a:gd name="T98" fmla="*/ 692 w 1116"/>
                <a:gd name="T99" fmla="*/ 192 h 1268"/>
                <a:gd name="T100" fmla="*/ 654 w 1116"/>
                <a:gd name="T101" fmla="*/ 116 h 1268"/>
                <a:gd name="T102" fmla="*/ 620 w 1116"/>
                <a:gd name="T103" fmla="*/ 50 h 1268"/>
                <a:gd name="T104" fmla="*/ 590 w 1116"/>
                <a:gd name="T105" fmla="*/ 0 h 1268"/>
                <a:gd name="T106" fmla="*/ 590 w 1116"/>
                <a:gd name="T107" fmla="*/ 0 h 1268"/>
                <a:gd name="T108" fmla="*/ 546 w 1116"/>
                <a:gd name="T109" fmla="*/ 0 h 1268"/>
                <a:gd name="T110" fmla="*/ 442 w 1116"/>
                <a:gd name="T111" fmla="*/ 2 h 1268"/>
                <a:gd name="T112" fmla="*/ 380 w 1116"/>
                <a:gd name="T113" fmla="*/ 6 h 1268"/>
                <a:gd name="T114" fmla="*/ 320 w 1116"/>
                <a:gd name="T115" fmla="*/ 10 h 1268"/>
                <a:gd name="T116" fmla="*/ 266 w 1116"/>
                <a:gd name="T117" fmla="*/ 14 h 1268"/>
                <a:gd name="T118" fmla="*/ 224 w 1116"/>
                <a:gd name="T119" fmla="*/ 22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6" h="1268">
                  <a:moveTo>
                    <a:pt x="224" y="22"/>
                  </a:moveTo>
                  <a:lnTo>
                    <a:pt x="224" y="22"/>
                  </a:lnTo>
                  <a:lnTo>
                    <a:pt x="130" y="42"/>
                  </a:lnTo>
                  <a:lnTo>
                    <a:pt x="58" y="58"/>
                  </a:lnTo>
                  <a:lnTo>
                    <a:pt x="8" y="70"/>
                  </a:lnTo>
                  <a:lnTo>
                    <a:pt x="8" y="70"/>
                  </a:lnTo>
                  <a:lnTo>
                    <a:pt x="2" y="74"/>
                  </a:lnTo>
                  <a:lnTo>
                    <a:pt x="0" y="82"/>
                  </a:lnTo>
                  <a:lnTo>
                    <a:pt x="0" y="90"/>
                  </a:lnTo>
                  <a:lnTo>
                    <a:pt x="4" y="102"/>
                  </a:lnTo>
                  <a:lnTo>
                    <a:pt x="18" y="132"/>
                  </a:lnTo>
                  <a:lnTo>
                    <a:pt x="38" y="170"/>
                  </a:lnTo>
                  <a:lnTo>
                    <a:pt x="90" y="260"/>
                  </a:lnTo>
                  <a:lnTo>
                    <a:pt x="116" y="308"/>
                  </a:lnTo>
                  <a:lnTo>
                    <a:pt x="140" y="356"/>
                  </a:lnTo>
                  <a:lnTo>
                    <a:pt x="140" y="356"/>
                  </a:lnTo>
                  <a:lnTo>
                    <a:pt x="150" y="386"/>
                  </a:lnTo>
                  <a:lnTo>
                    <a:pt x="164" y="424"/>
                  </a:lnTo>
                  <a:lnTo>
                    <a:pt x="196" y="526"/>
                  </a:lnTo>
                  <a:lnTo>
                    <a:pt x="234" y="650"/>
                  </a:lnTo>
                  <a:lnTo>
                    <a:pt x="270" y="788"/>
                  </a:lnTo>
                  <a:lnTo>
                    <a:pt x="306" y="928"/>
                  </a:lnTo>
                  <a:lnTo>
                    <a:pt x="336" y="1062"/>
                  </a:lnTo>
                  <a:lnTo>
                    <a:pt x="360" y="1178"/>
                  </a:lnTo>
                  <a:lnTo>
                    <a:pt x="368" y="1228"/>
                  </a:lnTo>
                  <a:lnTo>
                    <a:pt x="372" y="1268"/>
                  </a:lnTo>
                  <a:lnTo>
                    <a:pt x="372" y="1268"/>
                  </a:lnTo>
                  <a:lnTo>
                    <a:pt x="442" y="1252"/>
                  </a:lnTo>
                  <a:lnTo>
                    <a:pt x="602" y="1212"/>
                  </a:lnTo>
                  <a:lnTo>
                    <a:pt x="690" y="1192"/>
                  </a:lnTo>
                  <a:lnTo>
                    <a:pt x="774" y="1174"/>
                  </a:lnTo>
                  <a:lnTo>
                    <a:pt x="842" y="1162"/>
                  </a:lnTo>
                  <a:lnTo>
                    <a:pt x="868" y="1158"/>
                  </a:lnTo>
                  <a:lnTo>
                    <a:pt x="886" y="1156"/>
                  </a:lnTo>
                  <a:lnTo>
                    <a:pt x="886" y="1078"/>
                  </a:lnTo>
                  <a:lnTo>
                    <a:pt x="886" y="1078"/>
                  </a:lnTo>
                  <a:lnTo>
                    <a:pt x="900" y="1100"/>
                  </a:lnTo>
                  <a:lnTo>
                    <a:pt x="910" y="1122"/>
                  </a:lnTo>
                  <a:lnTo>
                    <a:pt x="920" y="1146"/>
                  </a:lnTo>
                  <a:lnTo>
                    <a:pt x="920" y="1146"/>
                  </a:lnTo>
                  <a:lnTo>
                    <a:pt x="1000" y="1144"/>
                  </a:lnTo>
                  <a:lnTo>
                    <a:pt x="1066" y="1144"/>
                  </a:lnTo>
                  <a:lnTo>
                    <a:pt x="1116" y="1146"/>
                  </a:lnTo>
                  <a:lnTo>
                    <a:pt x="1116" y="1146"/>
                  </a:lnTo>
                  <a:lnTo>
                    <a:pt x="1054" y="998"/>
                  </a:lnTo>
                  <a:lnTo>
                    <a:pt x="988" y="844"/>
                  </a:lnTo>
                  <a:lnTo>
                    <a:pt x="906" y="660"/>
                  </a:lnTo>
                  <a:lnTo>
                    <a:pt x="820" y="464"/>
                  </a:lnTo>
                  <a:lnTo>
                    <a:pt x="732" y="276"/>
                  </a:lnTo>
                  <a:lnTo>
                    <a:pt x="692" y="192"/>
                  </a:lnTo>
                  <a:lnTo>
                    <a:pt x="654" y="116"/>
                  </a:lnTo>
                  <a:lnTo>
                    <a:pt x="620" y="50"/>
                  </a:lnTo>
                  <a:lnTo>
                    <a:pt x="590" y="0"/>
                  </a:lnTo>
                  <a:lnTo>
                    <a:pt x="590" y="0"/>
                  </a:lnTo>
                  <a:lnTo>
                    <a:pt x="546" y="0"/>
                  </a:lnTo>
                  <a:lnTo>
                    <a:pt x="442" y="2"/>
                  </a:lnTo>
                  <a:lnTo>
                    <a:pt x="380" y="6"/>
                  </a:lnTo>
                  <a:lnTo>
                    <a:pt x="320" y="10"/>
                  </a:lnTo>
                  <a:lnTo>
                    <a:pt x="266" y="14"/>
                  </a:lnTo>
                  <a:lnTo>
                    <a:pt x="224" y="22"/>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0" name="任意多边形 69"/>
            <p:cNvSpPr/>
            <p:nvPr>
              <p:custDataLst>
                <p:tags r:id="rId69"/>
              </p:custDataLst>
            </p:nvPr>
          </p:nvSpPr>
          <p:spPr bwMode="auto">
            <a:xfrm>
              <a:off x="1986" y="3376"/>
              <a:ext cx="1339" cy="1522"/>
            </a:xfrm>
            <a:custGeom>
              <a:avLst/>
              <a:gdLst>
                <a:gd name="T0" fmla="*/ 224 w 1116"/>
                <a:gd name="T1" fmla="*/ 22 h 1268"/>
                <a:gd name="T2" fmla="*/ 224 w 1116"/>
                <a:gd name="T3" fmla="*/ 22 h 1268"/>
                <a:gd name="T4" fmla="*/ 130 w 1116"/>
                <a:gd name="T5" fmla="*/ 42 h 1268"/>
                <a:gd name="T6" fmla="*/ 58 w 1116"/>
                <a:gd name="T7" fmla="*/ 58 h 1268"/>
                <a:gd name="T8" fmla="*/ 8 w 1116"/>
                <a:gd name="T9" fmla="*/ 70 h 1268"/>
                <a:gd name="T10" fmla="*/ 8 w 1116"/>
                <a:gd name="T11" fmla="*/ 70 h 1268"/>
                <a:gd name="T12" fmla="*/ 2 w 1116"/>
                <a:gd name="T13" fmla="*/ 74 h 1268"/>
                <a:gd name="T14" fmla="*/ 0 w 1116"/>
                <a:gd name="T15" fmla="*/ 82 h 1268"/>
                <a:gd name="T16" fmla="*/ 0 w 1116"/>
                <a:gd name="T17" fmla="*/ 90 h 1268"/>
                <a:gd name="T18" fmla="*/ 4 w 1116"/>
                <a:gd name="T19" fmla="*/ 102 h 1268"/>
                <a:gd name="T20" fmla="*/ 18 w 1116"/>
                <a:gd name="T21" fmla="*/ 132 h 1268"/>
                <a:gd name="T22" fmla="*/ 38 w 1116"/>
                <a:gd name="T23" fmla="*/ 170 h 1268"/>
                <a:gd name="T24" fmla="*/ 90 w 1116"/>
                <a:gd name="T25" fmla="*/ 260 h 1268"/>
                <a:gd name="T26" fmla="*/ 116 w 1116"/>
                <a:gd name="T27" fmla="*/ 308 h 1268"/>
                <a:gd name="T28" fmla="*/ 140 w 1116"/>
                <a:gd name="T29" fmla="*/ 356 h 1268"/>
                <a:gd name="T30" fmla="*/ 140 w 1116"/>
                <a:gd name="T31" fmla="*/ 356 h 1268"/>
                <a:gd name="T32" fmla="*/ 150 w 1116"/>
                <a:gd name="T33" fmla="*/ 386 h 1268"/>
                <a:gd name="T34" fmla="*/ 164 w 1116"/>
                <a:gd name="T35" fmla="*/ 424 h 1268"/>
                <a:gd name="T36" fmla="*/ 196 w 1116"/>
                <a:gd name="T37" fmla="*/ 526 h 1268"/>
                <a:gd name="T38" fmla="*/ 234 w 1116"/>
                <a:gd name="T39" fmla="*/ 650 h 1268"/>
                <a:gd name="T40" fmla="*/ 270 w 1116"/>
                <a:gd name="T41" fmla="*/ 788 h 1268"/>
                <a:gd name="T42" fmla="*/ 306 w 1116"/>
                <a:gd name="T43" fmla="*/ 928 h 1268"/>
                <a:gd name="T44" fmla="*/ 336 w 1116"/>
                <a:gd name="T45" fmla="*/ 1062 h 1268"/>
                <a:gd name="T46" fmla="*/ 360 w 1116"/>
                <a:gd name="T47" fmla="*/ 1178 h 1268"/>
                <a:gd name="T48" fmla="*/ 368 w 1116"/>
                <a:gd name="T49" fmla="*/ 1228 h 1268"/>
                <a:gd name="T50" fmla="*/ 372 w 1116"/>
                <a:gd name="T51" fmla="*/ 1268 h 1268"/>
                <a:gd name="T52" fmla="*/ 372 w 1116"/>
                <a:gd name="T53" fmla="*/ 1268 h 1268"/>
                <a:gd name="T54" fmla="*/ 442 w 1116"/>
                <a:gd name="T55" fmla="*/ 1252 h 1268"/>
                <a:gd name="T56" fmla="*/ 602 w 1116"/>
                <a:gd name="T57" fmla="*/ 1212 h 1268"/>
                <a:gd name="T58" fmla="*/ 690 w 1116"/>
                <a:gd name="T59" fmla="*/ 1192 h 1268"/>
                <a:gd name="T60" fmla="*/ 774 w 1116"/>
                <a:gd name="T61" fmla="*/ 1174 h 1268"/>
                <a:gd name="T62" fmla="*/ 842 w 1116"/>
                <a:gd name="T63" fmla="*/ 1162 h 1268"/>
                <a:gd name="T64" fmla="*/ 868 w 1116"/>
                <a:gd name="T65" fmla="*/ 1158 h 1268"/>
                <a:gd name="T66" fmla="*/ 886 w 1116"/>
                <a:gd name="T67" fmla="*/ 1156 h 1268"/>
                <a:gd name="T68" fmla="*/ 886 w 1116"/>
                <a:gd name="T69" fmla="*/ 1078 h 1268"/>
                <a:gd name="T70" fmla="*/ 886 w 1116"/>
                <a:gd name="T71" fmla="*/ 1078 h 1268"/>
                <a:gd name="T72" fmla="*/ 900 w 1116"/>
                <a:gd name="T73" fmla="*/ 1100 h 1268"/>
                <a:gd name="T74" fmla="*/ 910 w 1116"/>
                <a:gd name="T75" fmla="*/ 1122 h 1268"/>
                <a:gd name="T76" fmla="*/ 920 w 1116"/>
                <a:gd name="T77" fmla="*/ 1146 h 1268"/>
                <a:gd name="T78" fmla="*/ 920 w 1116"/>
                <a:gd name="T79" fmla="*/ 1146 h 1268"/>
                <a:gd name="T80" fmla="*/ 1000 w 1116"/>
                <a:gd name="T81" fmla="*/ 1144 h 1268"/>
                <a:gd name="T82" fmla="*/ 1066 w 1116"/>
                <a:gd name="T83" fmla="*/ 1144 h 1268"/>
                <a:gd name="T84" fmla="*/ 1116 w 1116"/>
                <a:gd name="T85" fmla="*/ 1146 h 1268"/>
                <a:gd name="T86" fmla="*/ 1116 w 1116"/>
                <a:gd name="T87" fmla="*/ 1146 h 1268"/>
                <a:gd name="T88" fmla="*/ 1054 w 1116"/>
                <a:gd name="T89" fmla="*/ 998 h 1268"/>
                <a:gd name="T90" fmla="*/ 988 w 1116"/>
                <a:gd name="T91" fmla="*/ 844 h 1268"/>
                <a:gd name="T92" fmla="*/ 906 w 1116"/>
                <a:gd name="T93" fmla="*/ 660 h 1268"/>
                <a:gd name="T94" fmla="*/ 820 w 1116"/>
                <a:gd name="T95" fmla="*/ 464 h 1268"/>
                <a:gd name="T96" fmla="*/ 732 w 1116"/>
                <a:gd name="T97" fmla="*/ 276 h 1268"/>
                <a:gd name="T98" fmla="*/ 692 w 1116"/>
                <a:gd name="T99" fmla="*/ 192 h 1268"/>
                <a:gd name="T100" fmla="*/ 654 w 1116"/>
                <a:gd name="T101" fmla="*/ 116 h 1268"/>
                <a:gd name="T102" fmla="*/ 620 w 1116"/>
                <a:gd name="T103" fmla="*/ 50 h 1268"/>
                <a:gd name="T104" fmla="*/ 590 w 1116"/>
                <a:gd name="T105" fmla="*/ 0 h 1268"/>
                <a:gd name="T106" fmla="*/ 590 w 1116"/>
                <a:gd name="T107" fmla="*/ 0 h 1268"/>
                <a:gd name="T108" fmla="*/ 546 w 1116"/>
                <a:gd name="T109" fmla="*/ 0 h 1268"/>
                <a:gd name="T110" fmla="*/ 442 w 1116"/>
                <a:gd name="T111" fmla="*/ 2 h 1268"/>
                <a:gd name="T112" fmla="*/ 380 w 1116"/>
                <a:gd name="T113" fmla="*/ 6 h 1268"/>
                <a:gd name="T114" fmla="*/ 320 w 1116"/>
                <a:gd name="T115" fmla="*/ 10 h 1268"/>
                <a:gd name="T116" fmla="*/ 266 w 1116"/>
                <a:gd name="T117" fmla="*/ 14 h 1268"/>
                <a:gd name="T118" fmla="*/ 224 w 1116"/>
                <a:gd name="T119" fmla="*/ 22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6" h="1268">
                  <a:moveTo>
                    <a:pt x="224" y="22"/>
                  </a:moveTo>
                  <a:lnTo>
                    <a:pt x="224" y="22"/>
                  </a:lnTo>
                  <a:lnTo>
                    <a:pt x="130" y="42"/>
                  </a:lnTo>
                  <a:lnTo>
                    <a:pt x="58" y="58"/>
                  </a:lnTo>
                  <a:lnTo>
                    <a:pt x="8" y="70"/>
                  </a:lnTo>
                  <a:lnTo>
                    <a:pt x="8" y="70"/>
                  </a:lnTo>
                  <a:lnTo>
                    <a:pt x="2" y="74"/>
                  </a:lnTo>
                  <a:lnTo>
                    <a:pt x="0" y="82"/>
                  </a:lnTo>
                  <a:lnTo>
                    <a:pt x="0" y="90"/>
                  </a:lnTo>
                  <a:lnTo>
                    <a:pt x="4" y="102"/>
                  </a:lnTo>
                  <a:lnTo>
                    <a:pt x="18" y="132"/>
                  </a:lnTo>
                  <a:lnTo>
                    <a:pt x="38" y="170"/>
                  </a:lnTo>
                  <a:lnTo>
                    <a:pt x="90" y="260"/>
                  </a:lnTo>
                  <a:lnTo>
                    <a:pt x="116" y="308"/>
                  </a:lnTo>
                  <a:lnTo>
                    <a:pt x="140" y="356"/>
                  </a:lnTo>
                  <a:lnTo>
                    <a:pt x="140" y="356"/>
                  </a:lnTo>
                  <a:lnTo>
                    <a:pt x="150" y="386"/>
                  </a:lnTo>
                  <a:lnTo>
                    <a:pt x="164" y="424"/>
                  </a:lnTo>
                  <a:lnTo>
                    <a:pt x="196" y="526"/>
                  </a:lnTo>
                  <a:lnTo>
                    <a:pt x="234" y="650"/>
                  </a:lnTo>
                  <a:lnTo>
                    <a:pt x="270" y="788"/>
                  </a:lnTo>
                  <a:lnTo>
                    <a:pt x="306" y="928"/>
                  </a:lnTo>
                  <a:lnTo>
                    <a:pt x="336" y="1062"/>
                  </a:lnTo>
                  <a:lnTo>
                    <a:pt x="360" y="1178"/>
                  </a:lnTo>
                  <a:lnTo>
                    <a:pt x="368" y="1228"/>
                  </a:lnTo>
                  <a:lnTo>
                    <a:pt x="372" y="1268"/>
                  </a:lnTo>
                  <a:lnTo>
                    <a:pt x="372" y="1268"/>
                  </a:lnTo>
                  <a:lnTo>
                    <a:pt x="442" y="1252"/>
                  </a:lnTo>
                  <a:lnTo>
                    <a:pt x="602" y="1212"/>
                  </a:lnTo>
                  <a:lnTo>
                    <a:pt x="690" y="1192"/>
                  </a:lnTo>
                  <a:lnTo>
                    <a:pt x="774" y="1174"/>
                  </a:lnTo>
                  <a:lnTo>
                    <a:pt x="842" y="1162"/>
                  </a:lnTo>
                  <a:lnTo>
                    <a:pt x="868" y="1158"/>
                  </a:lnTo>
                  <a:lnTo>
                    <a:pt x="886" y="1156"/>
                  </a:lnTo>
                  <a:lnTo>
                    <a:pt x="886" y="1078"/>
                  </a:lnTo>
                  <a:lnTo>
                    <a:pt x="886" y="1078"/>
                  </a:lnTo>
                  <a:lnTo>
                    <a:pt x="900" y="1100"/>
                  </a:lnTo>
                  <a:lnTo>
                    <a:pt x="910" y="1122"/>
                  </a:lnTo>
                  <a:lnTo>
                    <a:pt x="920" y="1146"/>
                  </a:lnTo>
                  <a:lnTo>
                    <a:pt x="920" y="1146"/>
                  </a:lnTo>
                  <a:lnTo>
                    <a:pt x="1000" y="1144"/>
                  </a:lnTo>
                  <a:lnTo>
                    <a:pt x="1066" y="1144"/>
                  </a:lnTo>
                  <a:lnTo>
                    <a:pt x="1116" y="1146"/>
                  </a:lnTo>
                  <a:lnTo>
                    <a:pt x="1116" y="1146"/>
                  </a:lnTo>
                  <a:lnTo>
                    <a:pt x="1054" y="998"/>
                  </a:lnTo>
                  <a:lnTo>
                    <a:pt x="988" y="844"/>
                  </a:lnTo>
                  <a:lnTo>
                    <a:pt x="906" y="660"/>
                  </a:lnTo>
                  <a:lnTo>
                    <a:pt x="820" y="464"/>
                  </a:lnTo>
                  <a:lnTo>
                    <a:pt x="732" y="276"/>
                  </a:lnTo>
                  <a:lnTo>
                    <a:pt x="692" y="192"/>
                  </a:lnTo>
                  <a:lnTo>
                    <a:pt x="654" y="116"/>
                  </a:lnTo>
                  <a:lnTo>
                    <a:pt x="620" y="50"/>
                  </a:lnTo>
                  <a:lnTo>
                    <a:pt x="590" y="0"/>
                  </a:lnTo>
                  <a:lnTo>
                    <a:pt x="590" y="0"/>
                  </a:lnTo>
                  <a:lnTo>
                    <a:pt x="546" y="0"/>
                  </a:lnTo>
                  <a:lnTo>
                    <a:pt x="442" y="2"/>
                  </a:lnTo>
                  <a:lnTo>
                    <a:pt x="380" y="6"/>
                  </a:lnTo>
                  <a:lnTo>
                    <a:pt x="320" y="10"/>
                  </a:lnTo>
                  <a:lnTo>
                    <a:pt x="266" y="14"/>
                  </a:lnTo>
                  <a:lnTo>
                    <a:pt x="224" y="2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1" name="任意多边形 70"/>
            <p:cNvSpPr/>
            <p:nvPr>
              <p:custDataLst>
                <p:tags r:id="rId70"/>
              </p:custDataLst>
            </p:nvPr>
          </p:nvSpPr>
          <p:spPr bwMode="auto">
            <a:xfrm>
              <a:off x="2319" y="3196"/>
              <a:ext cx="228" cy="343"/>
            </a:xfrm>
            <a:custGeom>
              <a:avLst/>
              <a:gdLst>
                <a:gd name="T0" fmla="*/ 98 w 190"/>
                <a:gd name="T1" fmla="*/ 26 h 286"/>
                <a:gd name="T2" fmla="*/ 98 w 190"/>
                <a:gd name="T3" fmla="*/ 26 h 286"/>
                <a:gd name="T4" fmla="*/ 134 w 190"/>
                <a:gd name="T5" fmla="*/ 90 h 286"/>
                <a:gd name="T6" fmla="*/ 164 w 190"/>
                <a:gd name="T7" fmla="*/ 138 h 286"/>
                <a:gd name="T8" fmla="*/ 176 w 190"/>
                <a:gd name="T9" fmla="*/ 156 h 286"/>
                <a:gd name="T10" fmla="*/ 188 w 190"/>
                <a:gd name="T11" fmla="*/ 168 h 286"/>
                <a:gd name="T12" fmla="*/ 188 w 190"/>
                <a:gd name="T13" fmla="*/ 168 h 286"/>
                <a:gd name="T14" fmla="*/ 190 w 190"/>
                <a:gd name="T15" fmla="*/ 210 h 286"/>
                <a:gd name="T16" fmla="*/ 188 w 190"/>
                <a:gd name="T17" fmla="*/ 240 h 286"/>
                <a:gd name="T18" fmla="*/ 182 w 190"/>
                <a:gd name="T19" fmla="*/ 262 h 286"/>
                <a:gd name="T20" fmla="*/ 180 w 190"/>
                <a:gd name="T21" fmla="*/ 270 h 286"/>
                <a:gd name="T22" fmla="*/ 174 w 190"/>
                <a:gd name="T23" fmla="*/ 276 h 286"/>
                <a:gd name="T24" fmla="*/ 170 w 190"/>
                <a:gd name="T25" fmla="*/ 282 h 286"/>
                <a:gd name="T26" fmla="*/ 166 w 190"/>
                <a:gd name="T27" fmla="*/ 284 h 286"/>
                <a:gd name="T28" fmla="*/ 160 w 190"/>
                <a:gd name="T29" fmla="*/ 286 h 286"/>
                <a:gd name="T30" fmla="*/ 154 w 190"/>
                <a:gd name="T31" fmla="*/ 286 h 286"/>
                <a:gd name="T32" fmla="*/ 140 w 190"/>
                <a:gd name="T33" fmla="*/ 282 h 286"/>
                <a:gd name="T34" fmla="*/ 128 w 190"/>
                <a:gd name="T35" fmla="*/ 276 h 286"/>
                <a:gd name="T36" fmla="*/ 114 w 190"/>
                <a:gd name="T37" fmla="*/ 266 h 286"/>
                <a:gd name="T38" fmla="*/ 100 w 190"/>
                <a:gd name="T39" fmla="*/ 254 h 286"/>
                <a:gd name="T40" fmla="*/ 76 w 190"/>
                <a:gd name="T41" fmla="*/ 228 h 286"/>
                <a:gd name="T42" fmla="*/ 60 w 190"/>
                <a:gd name="T43" fmla="*/ 208 h 286"/>
                <a:gd name="T44" fmla="*/ 52 w 190"/>
                <a:gd name="T45" fmla="*/ 198 h 286"/>
                <a:gd name="T46" fmla="*/ 52 w 190"/>
                <a:gd name="T47" fmla="*/ 198 h 286"/>
                <a:gd name="T48" fmla="*/ 30 w 190"/>
                <a:gd name="T49" fmla="*/ 134 h 286"/>
                <a:gd name="T50" fmla="*/ 12 w 190"/>
                <a:gd name="T51" fmla="*/ 76 h 286"/>
                <a:gd name="T52" fmla="*/ 0 w 190"/>
                <a:gd name="T53" fmla="*/ 26 h 286"/>
                <a:gd name="T54" fmla="*/ 0 w 190"/>
                <a:gd name="T55" fmla="*/ 26 h 286"/>
                <a:gd name="T56" fmla="*/ 0 w 190"/>
                <a:gd name="T57" fmla="*/ 16 h 286"/>
                <a:gd name="T58" fmla="*/ 0 w 190"/>
                <a:gd name="T59" fmla="*/ 10 h 286"/>
                <a:gd name="T60" fmla="*/ 4 w 190"/>
                <a:gd name="T61" fmla="*/ 4 h 286"/>
                <a:gd name="T62" fmla="*/ 10 w 190"/>
                <a:gd name="T63" fmla="*/ 2 h 286"/>
                <a:gd name="T64" fmla="*/ 18 w 190"/>
                <a:gd name="T65" fmla="*/ 0 h 286"/>
                <a:gd name="T66" fmla="*/ 26 w 190"/>
                <a:gd name="T67" fmla="*/ 0 h 286"/>
                <a:gd name="T68" fmla="*/ 44 w 190"/>
                <a:gd name="T69" fmla="*/ 4 h 286"/>
                <a:gd name="T70" fmla="*/ 64 w 190"/>
                <a:gd name="T71" fmla="*/ 10 h 286"/>
                <a:gd name="T72" fmla="*/ 80 w 190"/>
                <a:gd name="T73" fmla="*/ 18 h 286"/>
                <a:gd name="T74" fmla="*/ 98 w 190"/>
                <a:gd name="T75" fmla="*/ 2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286">
                  <a:moveTo>
                    <a:pt x="98" y="26"/>
                  </a:moveTo>
                  <a:lnTo>
                    <a:pt x="98" y="26"/>
                  </a:lnTo>
                  <a:lnTo>
                    <a:pt x="134" y="90"/>
                  </a:lnTo>
                  <a:lnTo>
                    <a:pt x="164" y="138"/>
                  </a:lnTo>
                  <a:lnTo>
                    <a:pt x="176" y="156"/>
                  </a:lnTo>
                  <a:lnTo>
                    <a:pt x="188" y="168"/>
                  </a:lnTo>
                  <a:lnTo>
                    <a:pt x="188" y="168"/>
                  </a:lnTo>
                  <a:lnTo>
                    <a:pt x="190" y="210"/>
                  </a:lnTo>
                  <a:lnTo>
                    <a:pt x="188" y="240"/>
                  </a:lnTo>
                  <a:lnTo>
                    <a:pt x="182" y="262"/>
                  </a:lnTo>
                  <a:lnTo>
                    <a:pt x="180" y="270"/>
                  </a:lnTo>
                  <a:lnTo>
                    <a:pt x="174" y="276"/>
                  </a:lnTo>
                  <a:lnTo>
                    <a:pt x="170" y="282"/>
                  </a:lnTo>
                  <a:lnTo>
                    <a:pt x="166" y="284"/>
                  </a:lnTo>
                  <a:lnTo>
                    <a:pt x="160" y="286"/>
                  </a:lnTo>
                  <a:lnTo>
                    <a:pt x="154" y="286"/>
                  </a:lnTo>
                  <a:lnTo>
                    <a:pt x="140" y="282"/>
                  </a:lnTo>
                  <a:lnTo>
                    <a:pt x="128" y="276"/>
                  </a:lnTo>
                  <a:lnTo>
                    <a:pt x="114" y="266"/>
                  </a:lnTo>
                  <a:lnTo>
                    <a:pt x="100" y="254"/>
                  </a:lnTo>
                  <a:lnTo>
                    <a:pt x="76" y="228"/>
                  </a:lnTo>
                  <a:lnTo>
                    <a:pt x="60" y="208"/>
                  </a:lnTo>
                  <a:lnTo>
                    <a:pt x="52" y="198"/>
                  </a:lnTo>
                  <a:lnTo>
                    <a:pt x="52" y="198"/>
                  </a:lnTo>
                  <a:lnTo>
                    <a:pt x="30" y="134"/>
                  </a:lnTo>
                  <a:lnTo>
                    <a:pt x="12" y="76"/>
                  </a:lnTo>
                  <a:lnTo>
                    <a:pt x="0" y="26"/>
                  </a:lnTo>
                  <a:lnTo>
                    <a:pt x="0" y="26"/>
                  </a:lnTo>
                  <a:lnTo>
                    <a:pt x="0" y="16"/>
                  </a:lnTo>
                  <a:lnTo>
                    <a:pt x="0" y="10"/>
                  </a:lnTo>
                  <a:lnTo>
                    <a:pt x="4" y="4"/>
                  </a:lnTo>
                  <a:lnTo>
                    <a:pt x="10" y="2"/>
                  </a:lnTo>
                  <a:lnTo>
                    <a:pt x="18" y="0"/>
                  </a:lnTo>
                  <a:lnTo>
                    <a:pt x="26" y="0"/>
                  </a:lnTo>
                  <a:lnTo>
                    <a:pt x="44" y="4"/>
                  </a:lnTo>
                  <a:lnTo>
                    <a:pt x="64" y="10"/>
                  </a:lnTo>
                  <a:lnTo>
                    <a:pt x="80" y="18"/>
                  </a:lnTo>
                  <a:lnTo>
                    <a:pt x="98" y="2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2" name="任意多边形 71"/>
            <p:cNvSpPr/>
            <p:nvPr>
              <p:custDataLst>
                <p:tags r:id="rId71"/>
              </p:custDataLst>
            </p:nvPr>
          </p:nvSpPr>
          <p:spPr bwMode="auto">
            <a:xfrm>
              <a:off x="2319" y="3196"/>
              <a:ext cx="228" cy="343"/>
            </a:xfrm>
            <a:custGeom>
              <a:avLst/>
              <a:gdLst>
                <a:gd name="T0" fmla="*/ 98 w 190"/>
                <a:gd name="T1" fmla="*/ 26 h 286"/>
                <a:gd name="T2" fmla="*/ 98 w 190"/>
                <a:gd name="T3" fmla="*/ 26 h 286"/>
                <a:gd name="T4" fmla="*/ 134 w 190"/>
                <a:gd name="T5" fmla="*/ 90 h 286"/>
                <a:gd name="T6" fmla="*/ 164 w 190"/>
                <a:gd name="T7" fmla="*/ 138 h 286"/>
                <a:gd name="T8" fmla="*/ 176 w 190"/>
                <a:gd name="T9" fmla="*/ 156 h 286"/>
                <a:gd name="T10" fmla="*/ 188 w 190"/>
                <a:gd name="T11" fmla="*/ 168 h 286"/>
                <a:gd name="T12" fmla="*/ 188 w 190"/>
                <a:gd name="T13" fmla="*/ 168 h 286"/>
                <a:gd name="T14" fmla="*/ 190 w 190"/>
                <a:gd name="T15" fmla="*/ 210 h 286"/>
                <a:gd name="T16" fmla="*/ 188 w 190"/>
                <a:gd name="T17" fmla="*/ 240 h 286"/>
                <a:gd name="T18" fmla="*/ 182 w 190"/>
                <a:gd name="T19" fmla="*/ 262 h 286"/>
                <a:gd name="T20" fmla="*/ 180 w 190"/>
                <a:gd name="T21" fmla="*/ 270 h 286"/>
                <a:gd name="T22" fmla="*/ 174 w 190"/>
                <a:gd name="T23" fmla="*/ 276 h 286"/>
                <a:gd name="T24" fmla="*/ 170 w 190"/>
                <a:gd name="T25" fmla="*/ 282 h 286"/>
                <a:gd name="T26" fmla="*/ 166 w 190"/>
                <a:gd name="T27" fmla="*/ 284 h 286"/>
                <a:gd name="T28" fmla="*/ 160 w 190"/>
                <a:gd name="T29" fmla="*/ 286 h 286"/>
                <a:gd name="T30" fmla="*/ 154 w 190"/>
                <a:gd name="T31" fmla="*/ 286 h 286"/>
                <a:gd name="T32" fmla="*/ 140 w 190"/>
                <a:gd name="T33" fmla="*/ 282 h 286"/>
                <a:gd name="T34" fmla="*/ 128 w 190"/>
                <a:gd name="T35" fmla="*/ 276 h 286"/>
                <a:gd name="T36" fmla="*/ 114 w 190"/>
                <a:gd name="T37" fmla="*/ 266 h 286"/>
                <a:gd name="T38" fmla="*/ 100 w 190"/>
                <a:gd name="T39" fmla="*/ 254 h 286"/>
                <a:gd name="T40" fmla="*/ 76 w 190"/>
                <a:gd name="T41" fmla="*/ 228 h 286"/>
                <a:gd name="T42" fmla="*/ 60 w 190"/>
                <a:gd name="T43" fmla="*/ 208 h 286"/>
                <a:gd name="T44" fmla="*/ 52 w 190"/>
                <a:gd name="T45" fmla="*/ 198 h 286"/>
                <a:gd name="T46" fmla="*/ 52 w 190"/>
                <a:gd name="T47" fmla="*/ 198 h 286"/>
                <a:gd name="T48" fmla="*/ 30 w 190"/>
                <a:gd name="T49" fmla="*/ 134 h 286"/>
                <a:gd name="T50" fmla="*/ 12 w 190"/>
                <a:gd name="T51" fmla="*/ 76 h 286"/>
                <a:gd name="T52" fmla="*/ 0 w 190"/>
                <a:gd name="T53" fmla="*/ 26 h 286"/>
                <a:gd name="T54" fmla="*/ 0 w 190"/>
                <a:gd name="T55" fmla="*/ 26 h 286"/>
                <a:gd name="T56" fmla="*/ 0 w 190"/>
                <a:gd name="T57" fmla="*/ 16 h 286"/>
                <a:gd name="T58" fmla="*/ 0 w 190"/>
                <a:gd name="T59" fmla="*/ 10 h 286"/>
                <a:gd name="T60" fmla="*/ 4 w 190"/>
                <a:gd name="T61" fmla="*/ 4 h 286"/>
                <a:gd name="T62" fmla="*/ 10 w 190"/>
                <a:gd name="T63" fmla="*/ 2 h 286"/>
                <a:gd name="T64" fmla="*/ 18 w 190"/>
                <a:gd name="T65" fmla="*/ 0 h 286"/>
                <a:gd name="T66" fmla="*/ 26 w 190"/>
                <a:gd name="T67" fmla="*/ 0 h 286"/>
                <a:gd name="T68" fmla="*/ 44 w 190"/>
                <a:gd name="T69" fmla="*/ 4 h 286"/>
                <a:gd name="T70" fmla="*/ 64 w 190"/>
                <a:gd name="T71" fmla="*/ 10 h 286"/>
                <a:gd name="T72" fmla="*/ 80 w 190"/>
                <a:gd name="T73" fmla="*/ 18 h 286"/>
                <a:gd name="T74" fmla="*/ 98 w 190"/>
                <a:gd name="T75" fmla="*/ 2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286">
                  <a:moveTo>
                    <a:pt x="98" y="26"/>
                  </a:moveTo>
                  <a:lnTo>
                    <a:pt x="98" y="26"/>
                  </a:lnTo>
                  <a:lnTo>
                    <a:pt x="134" y="90"/>
                  </a:lnTo>
                  <a:lnTo>
                    <a:pt x="164" y="138"/>
                  </a:lnTo>
                  <a:lnTo>
                    <a:pt x="176" y="156"/>
                  </a:lnTo>
                  <a:lnTo>
                    <a:pt x="188" y="168"/>
                  </a:lnTo>
                  <a:lnTo>
                    <a:pt x="188" y="168"/>
                  </a:lnTo>
                  <a:lnTo>
                    <a:pt x="190" y="210"/>
                  </a:lnTo>
                  <a:lnTo>
                    <a:pt x="188" y="240"/>
                  </a:lnTo>
                  <a:lnTo>
                    <a:pt x="182" y="262"/>
                  </a:lnTo>
                  <a:lnTo>
                    <a:pt x="180" y="270"/>
                  </a:lnTo>
                  <a:lnTo>
                    <a:pt x="174" y="276"/>
                  </a:lnTo>
                  <a:lnTo>
                    <a:pt x="170" y="282"/>
                  </a:lnTo>
                  <a:lnTo>
                    <a:pt x="166" y="284"/>
                  </a:lnTo>
                  <a:lnTo>
                    <a:pt x="160" y="286"/>
                  </a:lnTo>
                  <a:lnTo>
                    <a:pt x="154" y="286"/>
                  </a:lnTo>
                  <a:lnTo>
                    <a:pt x="140" y="282"/>
                  </a:lnTo>
                  <a:lnTo>
                    <a:pt x="128" y="276"/>
                  </a:lnTo>
                  <a:lnTo>
                    <a:pt x="114" y="266"/>
                  </a:lnTo>
                  <a:lnTo>
                    <a:pt x="100" y="254"/>
                  </a:lnTo>
                  <a:lnTo>
                    <a:pt x="76" y="228"/>
                  </a:lnTo>
                  <a:lnTo>
                    <a:pt x="60" y="208"/>
                  </a:lnTo>
                  <a:lnTo>
                    <a:pt x="52" y="198"/>
                  </a:lnTo>
                  <a:lnTo>
                    <a:pt x="52" y="198"/>
                  </a:lnTo>
                  <a:lnTo>
                    <a:pt x="30" y="134"/>
                  </a:lnTo>
                  <a:lnTo>
                    <a:pt x="12" y="76"/>
                  </a:lnTo>
                  <a:lnTo>
                    <a:pt x="0" y="26"/>
                  </a:lnTo>
                  <a:lnTo>
                    <a:pt x="0" y="26"/>
                  </a:lnTo>
                  <a:lnTo>
                    <a:pt x="0" y="16"/>
                  </a:lnTo>
                  <a:lnTo>
                    <a:pt x="0" y="10"/>
                  </a:lnTo>
                  <a:lnTo>
                    <a:pt x="4" y="4"/>
                  </a:lnTo>
                  <a:lnTo>
                    <a:pt x="10" y="2"/>
                  </a:lnTo>
                  <a:lnTo>
                    <a:pt x="18" y="0"/>
                  </a:lnTo>
                  <a:lnTo>
                    <a:pt x="26" y="0"/>
                  </a:lnTo>
                  <a:lnTo>
                    <a:pt x="44" y="4"/>
                  </a:lnTo>
                  <a:lnTo>
                    <a:pt x="64" y="10"/>
                  </a:lnTo>
                  <a:lnTo>
                    <a:pt x="80" y="18"/>
                  </a:lnTo>
                  <a:lnTo>
                    <a:pt x="98"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3" name="任意多边形 72"/>
            <p:cNvSpPr/>
            <p:nvPr>
              <p:custDataLst>
                <p:tags r:id="rId72"/>
              </p:custDataLst>
            </p:nvPr>
          </p:nvSpPr>
          <p:spPr bwMode="auto">
            <a:xfrm>
              <a:off x="2254" y="3376"/>
              <a:ext cx="552" cy="689"/>
            </a:xfrm>
            <a:custGeom>
              <a:avLst/>
              <a:gdLst>
                <a:gd name="T0" fmla="*/ 148 w 460"/>
                <a:gd name="T1" fmla="*/ 0 h 574"/>
                <a:gd name="T2" fmla="*/ 224 w 460"/>
                <a:gd name="T3" fmla="*/ 124 h 574"/>
                <a:gd name="T4" fmla="*/ 192 w 460"/>
                <a:gd name="T5" fmla="*/ 0 h 574"/>
                <a:gd name="T6" fmla="*/ 288 w 460"/>
                <a:gd name="T7" fmla="*/ 0 h 574"/>
                <a:gd name="T8" fmla="*/ 288 w 460"/>
                <a:gd name="T9" fmla="*/ 0 h 574"/>
                <a:gd name="T10" fmla="*/ 312 w 460"/>
                <a:gd name="T11" fmla="*/ 64 h 574"/>
                <a:gd name="T12" fmla="*/ 338 w 460"/>
                <a:gd name="T13" fmla="*/ 134 h 574"/>
                <a:gd name="T14" fmla="*/ 366 w 460"/>
                <a:gd name="T15" fmla="*/ 220 h 574"/>
                <a:gd name="T16" fmla="*/ 398 w 460"/>
                <a:gd name="T17" fmla="*/ 314 h 574"/>
                <a:gd name="T18" fmla="*/ 426 w 460"/>
                <a:gd name="T19" fmla="*/ 408 h 574"/>
                <a:gd name="T20" fmla="*/ 436 w 460"/>
                <a:gd name="T21" fmla="*/ 454 h 574"/>
                <a:gd name="T22" fmla="*/ 446 w 460"/>
                <a:gd name="T23" fmla="*/ 498 h 574"/>
                <a:gd name="T24" fmla="*/ 454 w 460"/>
                <a:gd name="T25" fmla="*/ 538 h 574"/>
                <a:gd name="T26" fmla="*/ 460 w 460"/>
                <a:gd name="T27" fmla="*/ 574 h 574"/>
                <a:gd name="T28" fmla="*/ 460 w 460"/>
                <a:gd name="T29" fmla="*/ 574 h 574"/>
                <a:gd name="T30" fmla="*/ 400 w 460"/>
                <a:gd name="T31" fmla="*/ 506 h 574"/>
                <a:gd name="T32" fmla="*/ 264 w 460"/>
                <a:gd name="T33" fmla="*/ 350 h 574"/>
                <a:gd name="T34" fmla="*/ 186 w 460"/>
                <a:gd name="T35" fmla="*/ 264 h 574"/>
                <a:gd name="T36" fmla="*/ 110 w 460"/>
                <a:gd name="T37" fmla="*/ 182 h 574"/>
                <a:gd name="T38" fmla="*/ 46 w 460"/>
                <a:gd name="T39" fmla="*/ 116 h 574"/>
                <a:gd name="T40" fmla="*/ 20 w 460"/>
                <a:gd name="T41" fmla="*/ 92 h 574"/>
                <a:gd name="T42" fmla="*/ 0 w 460"/>
                <a:gd name="T43" fmla="*/ 76 h 574"/>
                <a:gd name="T44" fmla="*/ 148 w 460"/>
                <a:gd name="T45" fmla="*/ 0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0" h="574">
                  <a:moveTo>
                    <a:pt x="148" y="0"/>
                  </a:moveTo>
                  <a:lnTo>
                    <a:pt x="224" y="124"/>
                  </a:lnTo>
                  <a:lnTo>
                    <a:pt x="192" y="0"/>
                  </a:lnTo>
                  <a:lnTo>
                    <a:pt x="288" y="0"/>
                  </a:lnTo>
                  <a:lnTo>
                    <a:pt x="288" y="0"/>
                  </a:lnTo>
                  <a:lnTo>
                    <a:pt x="312" y="64"/>
                  </a:lnTo>
                  <a:lnTo>
                    <a:pt x="338" y="134"/>
                  </a:lnTo>
                  <a:lnTo>
                    <a:pt x="366" y="220"/>
                  </a:lnTo>
                  <a:lnTo>
                    <a:pt x="398" y="314"/>
                  </a:lnTo>
                  <a:lnTo>
                    <a:pt x="426" y="408"/>
                  </a:lnTo>
                  <a:lnTo>
                    <a:pt x="436" y="454"/>
                  </a:lnTo>
                  <a:lnTo>
                    <a:pt x="446" y="498"/>
                  </a:lnTo>
                  <a:lnTo>
                    <a:pt x="454" y="538"/>
                  </a:lnTo>
                  <a:lnTo>
                    <a:pt x="460" y="574"/>
                  </a:lnTo>
                  <a:lnTo>
                    <a:pt x="460" y="574"/>
                  </a:lnTo>
                  <a:lnTo>
                    <a:pt x="400" y="506"/>
                  </a:lnTo>
                  <a:lnTo>
                    <a:pt x="264" y="350"/>
                  </a:lnTo>
                  <a:lnTo>
                    <a:pt x="186" y="264"/>
                  </a:lnTo>
                  <a:lnTo>
                    <a:pt x="110" y="182"/>
                  </a:lnTo>
                  <a:lnTo>
                    <a:pt x="46" y="116"/>
                  </a:lnTo>
                  <a:lnTo>
                    <a:pt x="20" y="92"/>
                  </a:lnTo>
                  <a:lnTo>
                    <a:pt x="0" y="76"/>
                  </a:lnTo>
                  <a:lnTo>
                    <a:pt x="148" y="0"/>
                  </a:lnTo>
                  <a:close/>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4" name="任意多边形 73"/>
            <p:cNvSpPr/>
            <p:nvPr>
              <p:custDataLst>
                <p:tags r:id="rId73"/>
              </p:custDataLst>
            </p:nvPr>
          </p:nvSpPr>
          <p:spPr bwMode="auto">
            <a:xfrm>
              <a:off x="2235" y="3344"/>
              <a:ext cx="197" cy="180"/>
            </a:xfrm>
            <a:custGeom>
              <a:avLst/>
              <a:gdLst>
                <a:gd name="T0" fmla="*/ 0 w 164"/>
                <a:gd name="T1" fmla="*/ 0 h 150"/>
                <a:gd name="T2" fmla="*/ 164 w 164"/>
                <a:gd name="T3" fmla="*/ 26 h 150"/>
                <a:gd name="T4" fmla="*/ 164 w 164"/>
                <a:gd name="T5" fmla="*/ 150 h 150"/>
                <a:gd name="T6" fmla="*/ 164 w 164"/>
                <a:gd name="T7" fmla="*/ 150 h 150"/>
                <a:gd name="T8" fmla="*/ 84 w 164"/>
                <a:gd name="T9" fmla="*/ 126 h 150"/>
                <a:gd name="T10" fmla="*/ 28 w 164"/>
                <a:gd name="T11" fmla="*/ 106 h 150"/>
                <a:gd name="T12" fmla="*/ 8 w 164"/>
                <a:gd name="T13" fmla="*/ 98 h 150"/>
                <a:gd name="T14" fmla="*/ 0 w 164"/>
                <a:gd name="T15" fmla="*/ 94 h 150"/>
                <a:gd name="T16" fmla="*/ 0 w 164"/>
                <a:gd name="T17"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50">
                  <a:moveTo>
                    <a:pt x="0" y="0"/>
                  </a:moveTo>
                  <a:lnTo>
                    <a:pt x="164" y="26"/>
                  </a:lnTo>
                  <a:lnTo>
                    <a:pt x="164" y="150"/>
                  </a:lnTo>
                  <a:lnTo>
                    <a:pt x="164" y="150"/>
                  </a:lnTo>
                  <a:lnTo>
                    <a:pt x="84" y="126"/>
                  </a:lnTo>
                  <a:lnTo>
                    <a:pt x="28" y="106"/>
                  </a:lnTo>
                  <a:lnTo>
                    <a:pt x="8" y="98"/>
                  </a:lnTo>
                  <a:lnTo>
                    <a:pt x="0" y="9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5" name="任意多边形 74"/>
            <p:cNvSpPr/>
            <p:nvPr>
              <p:custDataLst>
                <p:tags r:id="rId74"/>
              </p:custDataLst>
            </p:nvPr>
          </p:nvSpPr>
          <p:spPr bwMode="auto">
            <a:xfrm>
              <a:off x="2463" y="3503"/>
              <a:ext cx="158" cy="110"/>
            </a:xfrm>
            <a:custGeom>
              <a:avLst/>
              <a:gdLst>
                <a:gd name="T0" fmla="*/ 0 w 132"/>
                <a:gd name="T1" fmla="*/ 36 h 92"/>
                <a:gd name="T2" fmla="*/ 0 w 132"/>
                <a:gd name="T3" fmla="*/ 36 h 92"/>
                <a:gd name="T4" fmla="*/ 10 w 132"/>
                <a:gd name="T5" fmla="*/ 30 h 92"/>
                <a:gd name="T6" fmla="*/ 36 w 132"/>
                <a:gd name="T7" fmla="*/ 16 h 92"/>
                <a:gd name="T8" fmla="*/ 52 w 132"/>
                <a:gd name="T9" fmla="*/ 8 h 92"/>
                <a:gd name="T10" fmla="*/ 70 w 132"/>
                <a:gd name="T11" fmla="*/ 4 h 92"/>
                <a:gd name="T12" fmla="*/ 90 w 132"/>
                <a:gd name="T13" fmla="*/ 0 h 92"/>
                <a:gd name="T14" fmla="*/ 108 w 132"/>
                <a:gd name="T15" fmla="*/ 2 h 92"/>
                <a:gd name="T16" fmla="*/ 132 w 132"/>
                <a:gd name="T17" fmla="*/ 66 h 92"/>
                <a:gd name="T18" fmla="*/ 78 w 132"/>
                <a:gd name="T19" fmla="*/ 92 h 92"/>
                <a:gd name="T20" fmla="*/ 0 w 132"/>
                <a:gd name="T21" fmla="*/ 3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92">
                  <a:moveTo>
                    <a:pt x="0" y="36"/>
                  </a:moveTo>
                  <a:lnTo>
                    <a:pt x="0" y="36"/>
                  </a:lnTo>
                  <a:lnTo>
                    <a:pt x="10" y="30"/>
                  </a:lnTo>
                  <a:lnTo>
                    <a:pt x="36" y="16"/>
                  </a:lnTo>
                  <a:lnTo>
                    <a:pt x="52" y="8"/>
                  </a:lnTo>
                  <a:lnTo>
                    <a:pt x="70" y="4"/>
                  </a:lnTo>
                  <a:lnTo>
                    <a:pt x="90" y="0"/>
                  </a:lnTo>
                  <a:lnTo>
                    <a:pt x="108" y="2"/>
                  </a:lnTo>
                  <a:lnTo>
                    <a:pt x="132" y="66"/>
                  </a:lnTo>
                  <a:lnTo>
                    <a:pt x="78" y="92"/>
                  </a:lnTo>
                  <a:lnTo>
                    <a:pt x="0" y="36"/>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6" name="任意多边形 75"/>
            <p:cNvSpPr/>
            <p:nvPr>
              <p:custDataLst>
                <p:tags r:id="rId75"/>
              </p:custDataLst>
            </p:nvPr>
          </p:nvSpPr>
          <p:spPr bwMode="auto">
            <a:xfrm>
              <a:off x="2557" y="3582"/>
              <a:ext cx="271" cy="509"/>
            </a:xfrm>
            <a:custGeom>
              <a:avLst/>
              <a:gdLst>
                <a:gd name="T0" fmla="*/ 22 w 226"/>
                <a:gd name="T1" fmla="*/ 190 h 424"/>
                <a:gd name="T2" fmla="*/ 0 w 226"/>
                <a:gd name="T3" fmla="*/ 26 h 424"/>
                <a:gd name="T4" fmla="*/ 54 w 226"/>
                <a:gd name="T5" fmla="*/ 0 h 424"/>
                <a:gd name="T6" fmla="*/ 54 w 226"/>
                <a:gd name="T7" fmla="*/ 0 h 424"/>
                <a:gd name="T8" fmla="*/ 110 w 226"/>
                <a:gd name="T9" fmla="*/ 92 h 424"/>
                <a:gd name="T10" fmla="*/ 156 w 226"/>
                <a:gd name="T11" fmla="*/ 166 h 424"/>
                <a:gd name="T12" fmla="*/ 188 w 226"/>
                <a:gd name="T13" fmla="*/ 218 h 424"/>
                <a:gd name="T14" fmla="*/ 226 w 226"/>
                <a:gd name="T15" fmla="*/ 424 h 424"/>
                <a:gd name="T16" fmla="*/ 22 w 226"/>
                <a:gd name="T17" fmla="*/ 19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424">
                  <a:moveTo>
                    <a:pt x="22" y="190"/>
                  </a:moveTo>
                  <a:lnTo>
                    <a:pt x="0" y="26"/>
                  </a:lnTo>
                  <a:lnTo>
                    <a:pt x="54" y="0"/>
                  </a:lnTo>
                  <a:lnTo>
                    <a:pt x="54" y="0"/>
                  </a:lnTo>
                  <a:lnTo>
                    <a:pt x="110" y="92"/>
                  </a:lnTo>
                  <a:lnTo>
                    <a:pt x="156" y="166"/>
                  </a:lnTo>
                  <a:lnTo>
                    <a:pt x="188" y="218"/>
                  </a:lnTo>
                  <a:lnTo>
                    <a:pt x="226" y="424"/>
                  </a:lnTo>
                  <a:lnTo>
                    <a:pt x="22" y="190"/>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7" name="任意多边形 76"/>
            <p:cNvSpPr/>
            <p:nvPr>
              <p:custDataLst>
                <p:tags r:id="rId76"/>
              </p:custDataLst>
            </p:nvPr>
          </p:nvSpPr>
          <p:spPr bwMode="auto">
            <a:xfrm>
              <a:off x="2154" y="3376"/>
              <a:ext cx="674" cy="715"/>
            </a:xfrm>
            <a:custGeom>
              <a:avLst/>
              <a:gdLst>
                <a:gd name="T0" fmla="*/ 68 w 562"/>
                <a:gd name="T1" fmla="*/ 0 h 596"/>
                <a:gd name="T2" fmla="*/ 68 w 562"/>
                <a:gd name="T3" fmla="*/ 0 h 596"/>
                <a:gd name="T4" fmla="*/ 42 w 562"/>
                <a:gd name="T5" fmla="*/ 70 h 596"/>
                <a:gd name="T6" fmla="*/ 20 w 562"/>
                <a:gd name="T7" fmla="*/ 134 h 596"/>
                <a:gd name="T8" fmla="*/ 0 w 562"/>
                <a:gd name="T9" fmla="*/ 198 h 596"/>
                <a:gd name="T10" fmla="*/ 0 w 562"/>
                <a:gd name="T11" fmla="*/ 198 h 596"/>
                <a:gd name="T12" fmla="*/ 16 w 562"/>
                <a:gd name="T13" fmla="*/ 204 h 596"/>
                <a:gd name="T14" fmla="*/ 60 w 562"/>
                <a:gd name="T15" fmla="*/ 216 h 596"/>
                <a:gd name="T16" fmla="*/ 90 w 562"/>
                <a:gd name="T17" fmla="*/ 224 h 596"/>
                <a:gd name="T18" fmla="*/ 126 w 562"/>
                <a:gd name="T19" fmla="*/ 232 h 596"/>
                <a:gd name="T20" fmla="*/ 164 w 562"/>
                <a:gd name="T21" fmla="*/ 238 h 596"/>
                <a:gd name="T22" fmla="*/ 204 w 562"/>
                <a:gd name="T23" fmla="*/ 244 h 596"/>
                <a:gd name="T24" fmla="*/ 204 w 562"/>
                <a:gd name="T25" fmla="*/ 244 h 596"/>
                <a:gd name="T26" fmla="*/ 184 w 562"/>
                <a:gd name="T27" fmla="*/ 338 h 596"/>
                <a:gd name="T28" fmla="*/ 170 w 562"/>
                <a:gd name="T29" fmla="*/ 406 h 596"/>
                <a:gd name="T30" fmla="*/ 168 w 562"/>
                <a:gd name="T31" fmla="*/ 430 h 596"/>
                <a:gd name="T32" fmla="*/ 168 w 562"/>
                <a:gd name="T33" fmla="*/ 442 h 596"/>
                <a:gd name="T34" fmla="*/ 168 w 562"/>
                <a:gd name="T35" fmla="*/ 442 h 596"/>
                <a:gd name="T36" fmla="*/ 212 w 562"/>
                <a:gd name="T37" fmla="*/ 458 h 596"/>
                <a:gd name="T38" fmla="*/ 320 w 562"/>
                <a:gd name="T39" fmla="*/ 494 h 596"/>
                <a:gd name="T40" fmla="*/ 384 w 562"/>
                <a:gd name="T41" fmla="*/ 518 h 596"/>
                <a:gd name="T42" fmla="*/ 450 w 562"/>
                <a:gd name="T43" fmla="*/ 544 h 596"/>
                <a:gd name="T44" fmla="*/ 510 w 562"/>
                <a:gd name="T45" fmla="*/ 570 h 596"/>
                <a:gd name="T46" fmla="*/ 562 w 562"/>
                <a:gd name="T47" fmla="*/ 596 h 596"/>
                <a:gd name="T48" fmla="*/ 562 w 562"/>
                <a:gd name="T49" fmla="*/ 596 h 596"/>
                <a:gd name="T50" fmla="*/ 464 w 562"/>
                <a:gd name="T51" fmla="*/ 486 h 596"/>
                <a:gd name="T52" fmla="*/ 322 w 562"/>
                <a:gd name="T53" fmla="*/ 326 h 596"/>
                <a:gd name="T54" fmla="*/ 180 w 562"/>
                <a:gd name="T55" fmla="*/ 172 h 596"/>
                <a:gd name="T56" fmla="*/ 124 w 562"/>
                <a:gd name="T57" fmla="*/ 112 h 596"/>
                <a:gd name="T58" fmla="*/ 84 w 562"/>
                <a:gd name="T59" fmla="*/ 70 h 596"/>
                <a:gd name="T60" fmla="*/ 68 w 562"/>
                <a:gd name="T61" fmla="*/ 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62" h="596">
                  <a:moveTo>
                    <a:pt x="68" y="0"/>
                  </a:moveTo>
                  <a:lnTo>
                    <a:pt x="68" y="0"/>
                  </a:lnTo>
                  <a:lnTo>
                    <a:pt x="42" y="70"/>
                  </a:lnTo>
                  <a:lnTo>
                    <a:pt x="20" y="134"/>
                  </a:lnTo>
                  <a:lnTo>
                    <a:pt x="0" y="198"/>
                  </a:lnTo>
                  <a:lnTo>
                    <a:pt x="0" y="198"/>
                  </a:lnTo>
                  <a:lnTo>
                    <a:pt x="16" y="204"/>
                  </a:lnTo>
                  <a:lnTo>
                    <a:pt x="60" y="216"/>
                  </a:lnTo>
                  <a:lnTo>
                    <a:pt x="90" y="224"/>
                  </a:lnTo>
                  <a:lnTo>
                    <a:pt x="126" y="232"/>
                  </a:lnTo>
                  <a:lnTo>
                    <a:pt x="164" y="238"/>
                  </a:lnTo>
                  <a:lnTo>
                    <a:pt x="204" y="244"/>
                  </a:lnTo>
                  <a:lnTo>
                    <a:pt x="204" y="244"/>
                  </a:lnTo>
                  <a:lnTo>
                    <a:pt x="184" y="338"/>
                  </a:lnTo>
                  <a:lnTo>
                    <a:pt x="170" y="406"/>
                  </a:lnTo>
                  <a:lnTo>
                    <a:pt x="168" y="430"/>
                  </a:lnTo>
                  <a:lnTo>
                    <a:pt x="168" y="442"/>
                  </a:lnTo>
                  <a:lnTo>
                    <a:pt x="168" y="442"/>
                  </a:lnTo>
                  <a:lnTo>
                    <a:pt x="212" y="458"/>
                  </a:lnTo>
                  <a:lnTo>
                    <a:pt x="320" y="494"/>
                  </a:lnTo>
                  <a:lnTo>
                    <a:pt x="384" y="518"/>
                  </a:lnTo>
                  <a:lnTo>
                    <a:pt x="450" y="544"/>
                  </a:lnTo>
                  <a:lnTo>
                    <a:pt x="510" y="570"/>
                  </a:lnTo>
                  <a:lnTo>
                    <a:pt x="562" y="596"/>
                  </a:lnTo>
                  <a:lnTo>
                    <a:pt x="562" y="596"/>
                  </a:lnTo>
                  <a:lnTo>
                    <a:pt x="464" y="486"/>
                  </a:lnTo>
                  <a:lnTo>
                    <a:pt x="322" y="326"/>
                  </a:lnTo>
                  <a:lnTo>
                    <a:pt x="180" y="172"/>
                  </a:lnTo>
                  <a:lnTo>
                    <a:pt x="124" y="112"/>
                  </a:lnTo>
                  <a:lnTo>
                    <a:pt x="84" y="70"/>
                  </a:lnTo>
                  <a:lnTo>
                    <a:pt x="68" y="0"/>
                  </a:lnTo>
                  <a:close/>
                </a:path>
              </a:pathLst>
            </a:custGeom>
            <a:solidFill>
              <a:srgbClr val="676C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8" name="任意多边形 77"/>
            <p:cNvSpPr/>
            <p:nvPr>
              <p:custDataLst>
                <p:tags r:id="rId77"/>
              </p:custDataLst>
            </p:nvPr>
          </p:nvSpPr>
          <p:spPr bwMode="auto">
            <a:xfrm>
              <a:off x="2583" y="3337"/>
              <a:ext cx="312" cy="754"/>
            </a:xfrm>
            <a:custGeom>
              <a:avLst/>
              <a:gdLst>
                <a:gd name="T0" fmla="*/ 0 w 260"/>
                <a:gd name="T1" fmla="*/ 0 h 628"/>
                <a:gd name="T2" fmla="*/ 0 w 260"/>
                <a:gd name="T3" fmla="*/ 0 h 628"/>
                <a:gd name="T4" fmla="*/ 14 w 260"/>
                <a:gd name="T5" fmla="*/ 12 h 628"/>
                <a:gd name="T6" fmla="*/ 48 w 260"/>
                <a:gd name="T7" fmla="*/ 40 h 628"/>
                <a:gd name="T8" fmla="*/ 70 w 260"/>
                <a:gd name="T9" fmla="*/ 58 h 628"/>
                <a:gd name="T10" fmla="*/ 94 w 260"/>
                <a:gd name="T11" fmla="*/ 76 h 628"/>
                <a:gd name="T12" fmla="*/ 120 w 260"/>
                <a:gd name="T13" fmla="*/ 92 h 628"/>
                <a:gd name="T14" fmla="*/ 146 w 260"/>
                <a:gd name="T15" fmla="*/ 106 h 628"/>
                <a:gd name="T16" fmla="*/ 146 w 260"/>
                <a:gd name="T17" fmla="*/ 106 h 628"/>
                <a:gd name="T18" fmla="*/ 136 w 260"/>
                <a:gd name="T19" fmla="*/ 142 h 628"/>
                <a:gd name="T20" fmla="*/ 124 w 260"/>
                <a:gd name="T21" fmla="*/ 174 h 628"/>
                <a:gd name="T22" fmla="*/ 118 w 260"/>
                <a:gd name="T23" fmla="*/ 190 h 628"/>
                <a:gd name="T24" fmla="*/ 110 w 260"/>
                <a:gd name="T25" fmla="*/ 204 h 628"/>
                <a:gd name="T26" fmla="*/ 110 w 260"/>
                <a:gd name="T27" fmla="*/ 204 h 628"/>
                <a:gd name="T28" fmla="*/ 168 w 260"/>
                <a:gd name="T29" fmla="*/ 246 h 628"/>
                <a:gd name="T30" fmla="*/ 218 w 260"/>
                <a:gd name="T31" fmla="*/ 282 h 628"/>
                <a:gd name="T32" fmla="*/ 242 w 260"/>
                <a:gd name="T33" fmla="*/ 302 h 628"/>
                <a:gd name="T34" fmla="*/ 260 w 260"/>
                <a:gd name="T35" fmla="*/ 318 h 628"/>
                <a:gd name="T36" fmla="*/ 260 w 260"/>
                <a:gd name="T37" fmla="*/ 318 h 628"/>
                <a:gd name="T38" fmla="*/ 252 w 260"/>
                <a:gd name="T39" fmla="*/ 346 h 628"/>
                <a:gd name="T40" fmla="*/ 242 w 260"/>
                <a:gd name="T41" fmla="*/ 378 h 628"/>
                <a:gd name="T42" fmla="*/ 232 w 260"/>
                <a:gd name="T43" fmla="*/ 418 h 628"/>
                <a:gd name="T44" fmla="*/ 222 w 260"/>
                <a:gd name="T45" fmla="*/ 464 h 628"/>
                <a:gd name="T46" fmla="*/ 214 w 260"/>
                <a:gd name="T47" fmla="*/ 516 h 628"/>
                <a:gd name="T48" fmla="*/ 206 w 260"/>
                <a:gd name="T49" fmla="*/ 572 h 628"/>
                <a:gd name="T50" fmla="*/ 204 w 260"/>
                <a:gd name="T51" fmla="*/ 600 h 628"/>
                <a:gd name="T52" fmla="*/ 204 w 260"/>
                <a:gd name="T53" fmla="*/ 628 h 628"/>
                <a:gd name="T54" fmla="*/ 204 w 260"/>
                <a:gd name="T55" fmla="*/ 628 h 628"/>
                <a:gd name="T56" fmla="*/ 178 w 260"/>
                <a:gd name="T57" fmla="*/ 538 h 628"/>
                <a:gd name="T58" fmla="*/ 118 w 260"/>
                <a:gd name="T59" fmla="*/ 336 h 628"/>
                <a:gd name="T60" fmla="*/ 82 w 260"/>
                <a:gd name="T61" fmla="*/ 224 h 628"/>
                <a:gd name="T62" fmla="*/ 50 w 260"/>
                <a:gd name="T63" fmla="*/ 124 h 628"/>
                <a:gd name="T64" fmla="*/ 20 w 260"/>
                <a:gd name="T65" fmla="*/ 44 h 628"/>
                <a:gd name="T66" fmla="*/ 10 w 260"/>
                <a:gd name="T67" fmla="*/ 16 h 628"/>
                <a:gd name="T68" fmla="*/ 0 w 260"/>
                <a:gd name="T69"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0" h="628">
                  <a:moveTo>
                    <a:pt x="0" y="0"/>
                  </a:moveTo>
                  <a:lnTo>
                    <a:pt x="0" y="0"/>
                  </a:lnTo>
                  <a:lnTo>
                    <a:pt x="14" y="12"/>
                  </a:lnTo>
                  <a:lnTo>
                    <a:pt x="48" y="40"/>
                  </a:lnTo>
                  <a:lnTo>
                    <a:pt x="70" y="58"/>
                  </a:lnTo>
                  <a:lnTo>
                    <a:pt x="94" y="76"/>
                  </a:lnTo>
                  <a:lnTo>
                    <a:pt x="120" y="92"/>
                  </a:lnTo>
                  <a:lnTo>
                    <a:pt x="146" y="106"/>
                  </a:lnTo>
                  <a:lnTo>
                    <a:pt x="146" y="106"/>
                  </a:lnTo>
                  <a:lnTo>
                    <a:pt x="136" y="142"/>
                  </a:lnTo>
                  <a:lnTo>
                    <a:pt x="124" y="174"/>
                  </a:lnTo>
                  <a:lnTo>
                    <a:pt x="118" y="190"/>
                  </a:lnTo>
                  <a:lnTo>
                    <a:pt x="110" y="204"/>
                  </a:lnTo>
                  <a:lnTo>
                    <a:pt x="110" y="204"/>
                  </a:lnTo>
                  <a:lnTo>
                    <a:pt x="168" y="246"/>
                  </a:lnTo>
                  <a:lnTo>
                    <a:pt x="218" y="282"/>
                  </a:lnTo>
                  <a:lnTo>
                    <a:pt x="242" y="302"/>
                  </a:lnTo>
                  <a:lnTo>
                    <a:pt x="260" y="318"/>
                  </a:lnTo>
                  <a:lnTo>
                    <a:pt x="260" y="318"/>
                  </a:lnTo>
                  <a:lnTo>
                    <a:pt x="252" y="346"/>
                  </a:lnTo>
                  <a:lnTo>
                    <a:pt x="242" y="378"/>
                  </a:lnTo>
                  <a:lnTo>
                    <a:pt x="232" y="418"/>
                  </a:lnTo>
                  <a:lnTo>
                    <a:pt x="222" y="464"/>
                  </a:lnTo>
                  <a:lnTo>
                    <a:pt x="214" y="516"/>
                  </a:lnTo>
                  <a:lnTo>
                    <a:pt x="206" y="572"/>
                  </a:lnTo>
                  <a:lnTo>
                    <a:pt x="204" y="600"/>
                  </a:lnTo>
                  <a:lnTo>
                    <a:pt x="204" y="628"/>
                  </a:lnTo>
                  <a:lnTo>
                    <a:pt x="204" y="628"/>
                  </a:lnTo>
                  <a:lnTo>
                    <a:pt x="178" y="538"/>
                  </a:lnTo>
                  <a:lnTo>
                    <a:pt x="118" y="336"/>
                  </a:lnTo>
                  <a:lnTo>
                    <a:pt x="82" y="224"/>
                  </a:lnTo>
                  <a:lnTo>
                    <a:pt x="50" y="124"/>
                  </a:lnTo>
                  <a:lnTo>
                    <a:pt x="20" y="44"/>
                  </a:lnTo>
                  <a:lnTo>
                    <a:pt x="10" y="16"/>
                  </a:lnTo>
                  <a:lnTo>
                    <a:pt x="0" y="0"/>
                  </a:lnTo>
                  <a:close/>
                </a:path>
              </a:pathLst>
            </a:custGeom>
            <a:solidFill>
              <a:srgbClr val="676C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9" name="任意多边形 78"/>
            <p:cNvSpPr/>
            <p:nvPr>
              <p:custDataLst>
                <p:tags r:id="rId78"/>
              </p:custDataLst>
            </p:nvPr>
          </p:nvSpPr>
          <p:spPr bwMode="auto">
            <a:xfrm>
              <a:off x="2583" y="3337"/>
              <a:ext cx="312" cy="754"/>
            </a:xfrm>
            <a:custGeom>
              <a:avLst/>
              <a:gdLst>
                <a:gd name="T0" fmla="*/ 0 w 260"/>
                <a:gd name="T1" fmla="*/ 0 h 628"/>
                <a:gd name="T2" fmla="*/ 0 w 260"/>
                <a:gd name="T3" fmla="*/ 0 h 628"/>
                <a:gd name="T4" fmla="*/ 14 w 260"/>
                <a:gd name="T5" fmla="*/ 12 h 628"/>
                <a:gd name="T6" fmla="*/ 48 w 260"/>
                <a:gd name="T7" fmla="*/ 40 h 628"/>
                <a:gd name="T8" fmla="*/ 70 w 260"/>
                <a:gd name="T9" fmla="*/ 58 h 628"/>
                <a:gd name="T10" fmla="*/ 94 w 260"/>
                <a:gd name="T11" fmla="*/ 76 h 628"/>
                <a:gd name="T12" fmla="*/ 120 w 260"/>
                <a:gd name="T13" fmla="*/ 92 h 628"/>
                <a:gd name="T14" fmla="*/ 146 w 260"/>
                <a:gd name="T15" fmla="*/ 106 h 628"/>
                <a:gd name="T16" fmla="*/ 146 w 260"/>
                <a:gd name="T17" fmla="*/ 106 h 628"/>
                <a:gd name="T18" fmla="*/ 136 w 260"/>
                <a:gd name="T19" fmla="*/ 142 h 628"/>
                <a:gd name="T20" fmla="*/ 124 w 260"/>
                <a:gd name="T21" fmla="*/ 174 h 628"/>
                <a:gd name="T22" fmla="*/ 118 w 260"/>
                <a:gd name="T23" fmla="*/ 190 h 628"/>
                <a:gd name="T24" fmla="*/ 110 w 260"/>
                <a:gd name="T25" fmla="*/ 204 h 628"/>
                <a:gd name="T26" fmla="*/ 110 w 260"/>
                <a:gd name="T27" fmla="*/ 204 h 628"/>
                <a:gd name="T28" fmla="*/ 168 w 260"/>
                <a:gd name="T29" fmla="*/ 246 h 628"/>
                <a:gd name="T30" fmla="*/ 218 w 260"/>
                <a:gd name="T31" fmla="*/ 282 h 628"/>
                <a:gd name="T32" fmla="*/ 242 w 260"/>
                <a:gd name="T33" fmla="*/ 302 h 628"/>
                <a:gd name="T34" fmla="*/ 260 w 260"/>
                <a:gd name="T35" fmla="*/ 318 h 628"/>
                <a:gd name="T36" fmla="*/ 260 w 260"/>
                <a:gd name="T37" fmla="*/ 318 h 628"/>
                <a:gd name="T38" fmla="*/ 252 w 260"/>
                <a:gd name="T39" fmla="*/ 346 h 628"/>
                <a:gd name="T40" fmla="*/ 242 w 260"/>
                <a:gd name="T41" fmla="*/ 378 h 628"/>
                <a:gd name="T42" fmla="*/ 232 w 260"/>
                <a:gd name="T43" fmla="*/ 418 h 628"/>
                <a:gd name="T44" fmla="*/ 222 w 260"/>
                <a:gd name="T45" fmla="*/ 464 h 628"/>
                <a:gd name="T46" fmla="*/ 214 w 260"/>
                <a:gd name="T47" fmla="*/ 516 h 628"/>
                <a:gd name="T48" fmla="*/ 206 w 260"/>
                <a:gd name="T49" fmla="*/ 572 h 628"/>
                <a:gd name="T50" fmla="*/ 204 w 260"/>
                <a:gd name="T51" fmla="*/ 600 h 628"/>
                <a:gd name="T52" fmla="*/ 204 w 260"/>
                <a:gd name="T53" fmla="*/ 628 h 628"/>
                <a:gd name="T54" fmla="*/ 204 w 260"/>
                <a:gd name="T55" fmla="*/ 628 h 628"/>
                <a:gd name="T56" fmla="*/ 178 w 260"/>
                <a:gd name="T57" fmla="*/ 538 h 628"/>
                <a:gd name="T58" fmla="*/ 118 w 260"/>
                <a:gd name="T59" fmla="*/ 336 h 628"/>
                <a:gd name="T60" fmla="*/ 82 w 260"/>
                <a:gd name="T61" fmla="*/ 224 h 628"/>
                <a:gd name="T62" fmla="*/ 50 w 260"/>
                <a:gd name="T63" fmla="*/ 124 h 628"/>
                <a:gd name="T64" fmla="*/ 20 w 260"/>
                <a:gd name="T65" fmla="*/ 44 h 628"/>
                <a:gd name="T66" fmla="*/ 10 w 260"/>
                <a:gd name="T67" fmla="*/ 16 h 628"/>
                <a:gd name="T68" fmla="*/ 0 w 260"/>
                <a:gd name="T69"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0" h="628">
                  <a:moveTo>
                    <a:pt x="0" y="0"/>
                  </a:moveTo>
                  <a:lnTo>
                    <a:pt x="0" y="0"/>
                  </a:lnTo>
                  <a:lnTo>
                    <a:pt x="14" y="12"/>
                  </a:lnTo>
                  <a:lnTo>
                    <a:pt x="48" y="40"/>
                  </a:lnTo>
                  <a:lnTo>
                    <a:pt x="70" y="58"/>
                  </a:lnTo>
                  <a:lnTo>
                    <a:pt x="94" y="76"/>
                  </a:lnTo>
                  <a:lnTo>
                    <a:pt x="120" y="92"/>
                  </a:lnTo>
                  <a:lnTo>
                    <a:pt x="146" y="106"/>
                  </a:lnTo>
                  <a:lnTo>
                    <a:pt x="146" y="106"/>
                  </a:lnTo>
                  <a:lnTo>
                    <a:pt x="136" y="142"/>
                  </a:lnTo>
                  <a:lnTo>
                    <a:pt x="124" y="174"/>
                  </a:lnTo>
                  <a:lnTo>
                    <a:pt x="118" y="190"/>
                  </a:lnTo>
                  <a:lnTo>
                    <a:pt x="110" y="204"/>
                  </a:lnTo>
                  <a:lnTo>
                    <a:pt x="110" y="204"/>
                  </a:lnTo>
                  <a:lnTo>
                    <a:pt x="168" y="246"/>
                  </a:lnTo>
                  <a:lnTo>
                    <a:pt x="218" y="282"/>
                  </a:lnTo>
                  <a:lnTo>
                    <a:pt x="242" y="302"/>
                  </a:lnTo>
                  <a:lnTo>
                    <a:pt x="260" y="318"/>
                  </a:lnTo>
                  <a:lnTo>
                    <a:pt x="260" y="318"/>
                  </a:lnTo>
                  <a:lnTo>
                    <a:pt x="252" y="346"/>
                  </a:lnTo>
                  <a:lnTo>
                    <a:pt x="242" y="378"/>
                  </a:lnTo>
                  <a:lnTo>
                    <a:pt x="232" y="418"/>
                  </a:lnTo>
                  <a:lnTo>
                    <a:pt x="222" y="464"/>
                  </a:lnTo>
                  <a:lnTo>
                    <a:pt x="214" y="516"/>
                  </a:lnTo>
                  <a:lnTo>
                    <a:pt x="206" y="572"/>
                  </a:lnTo>
                  <a:lnTo>
                    <a:pt x="204" y="600"/>
                  </a:lnTo>
                  <a:lnTo>
                    <a:pt x="204" y="628"/>
                  </a:lnTo>
                  <a:lnTo>
                    <a:pt x="204" y="628"/>
                  </a:lnTo>
                  <a:lnTo>
                    <a:pt x="178" y="538"/>
                  </a:lnTo>
                  <a:lnTo>
                    <a:pt x="118" y="336"/>
                  </a:lnTo>
                  <a:lnTo>
                    <a:pt x="82" y="224"/>
                  </a:lnTo>
                  <a:lnTo>
                    <a:pt x="50" y="124"/>
                  </a:lnTo>
                  <a:lnTo>
                    <a:pt x="20" y="44"/>
                  </a:lnTo>
                  <a:lnTo>
                    <a:pt x="10" y="1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0" name="任意多边形 79"/>
            <p:cNvSpPr/>
            <p:nvPr>
              <p:custDataLst>
                <p:tags r:id="rId79"/>
              </p:custDataLst>
            </p:nvPr>
          </p:nvSpPr>
          <p:spPr bwMode="auto">
            <a:xfrm>
              <a:off x="2838" y="4120"/>
              <a:ext cx="206" cy="514"/>
            </a:xfrm>
            <a:custGeom>
              <a:avLst/>
              <a:gdLst>
                <a:gd name="T0" fmla="*/ 0 w 172"/>
                <a:gd name="T1" fmla="*/ 0 h 428"/>
                <a:gd name="T2" fmla="*/ 0 w 172"/>
                <a:gd name="T3" fmla="*/ 0 h 428"/>
                <a:gd name="T4" fmla="*/ 24 w 172"/>
                <a:gd name="T5" fmla="*/ 50 h 428"/>
                <a:gd name="T6" fmla="*/ 78 w 172"/>
                <a:gd name="T7" fmla="*/ 168 h 428"/>
                <a:gd name="T8" fmla="*/ 108 w 172"/>
                <a:gd name="T9" fmla="*/ 240 h 428"/>
                <a:gd name="T10" fmla="*/ 136 w 172"/>
                <a:gd name="T11" fmla="*/ 310 h 428"/>
                <a:gd name="T12" fmla="*/ 158 w 172"/>
                <a:gd name="T13" fmla="*/ 374 h 428"/>
                <a:gd name="T14" fmla="*/ 166 w 172"/>
                <a:gd name="T15" fmla="*/ 402 h 428"/>
                <a:gd name="T16" fmla="*/ 172 w 172"/>
                <a:gd name="T17" fmla="*/ 428 h 428"/>
                <a:gd name="T18" fmla="*/ 172 w 172"/>
                <a:gd name="T19" fmla="*/ 428 h 428"/>
                <a:gd name="T20" fmla="*/ 94 w 172"/>
                <a:gd name="T21" fmla="*/ 240 h 428"/>
                <a:gd name="T22" fmla="*/ 34 w 172"/>
                <a:gd name="T23" fmla="*/ 96 h 428"/>
                <a:gd name="T24" fmla="*/ 12 w 172"/>
                <a:gd name="T25" fmla="*/ 38 h 428"/>
                <a:gd name="T26" fmla="*/ 0 w 172"/>
                <a:gd name="T27"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428">
                  <a:moveTo>
                    <a:pt x="0" y="0"/>
                  </a:moveTo>
                  <a:lnTo>
                    <a:pt x="0" y="0"/>
                  </a:lnTo>
                  <a:lnTo>
                    <a:pt x="24" y="50"/>
                  </a:lnTo>
                  <a:lnTo>
                    <a:pt x="78" y="168"/>
                  </a:lnTo>
                  <a:lnTo>
                    <a:pt x="108" y="240"/>
                  </a:lnTo>
                  <a:lnTo>
                    <a:pt x="136" y="310"/>
                  </a:lnTo>
                  <a:lnTo>
                    <a:pt x="158" y="374"/>
                  </a:lnTo>
                  <a:lnTo>
                    <a:pt x="166" y="402"/>
                  </a:lnTo>
                  <a:lnTo>
                    <a:pt x="172" y="428"/>
                  </a:lnTo>
                  <a:lnTo>
                    <a:pt x="172" y="428"/>
                  </a:lnTo>
                  <a:lnTo>
                    <a:pt x="94" y="240"/>
                  </a:lnTo>
                  <a:lnTo>
                    <a:pt x="34" y="96"/>
                  </a:lnTo>
                  <a:lnTo>
                    <a:pt x="12" y="38"/>
                  </a:lnTo>
                  <a:lnTo>
                    <a:pt x="0" y="0"/>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1" name="任意多边形 80"/>
            <p:cNvSpPr/>
            <p:nvPr>
              <p:custDataLst>
                <p:tags r:id="rId80"/>
              </p:custDataLst>
            </p:nvPr>
          </p:nvSpPr>
          <p:spPr bwMode="auto">
            <a:xfrm>
              <a:off x="2838" y="4120"/>
              <a:ext cx="206" cy="514"/>
            </a:xfrm>
            <a:custGeom>
              <a:avLst/>
              <a:gdLst>
                <a:gd name="T0" fmla="*/ 0 w 172"/>
                <a:gd name="T1" fmla="*/ 0 h 428"/>
                <a:gd name="T2" fmla="*/ 0 w 172"/>
                <a:gd name="T3" fmla="*/ 0 h 428"/>
                <a:gd name="T4" fmla="*/ 24 w 172"/>
                <a:gd name="T5" fmla="*/ 50 h 428"/>
                <a:gd name="T6" fmla="*/ 78 w 172"/>
                <a:gd name="T7" fmla="*/ 168 h 428"/>
                <a:gd name="T8" fmla="*/ 108 w 172"/>
                <a:gd name="T9" fmla="*/ 240 h 428"/>
                <a:gd name="T10" fmla="*/ 136 w 172"/>
                <a:gd name="T11" fmla="*/ 310 h 428"/>
                <a:gd name="T12" fmla="*/ 158 w 172"/>
                <a:gd name="T13" fmla="*/ 374 h 428"/>
                <a:gd name="T14" fmla="*/ 166 w 172"/>
                <a:gd name="T15" fmla="*/ 402 h 428"/>
                <a:gd name="T16" fmla="*/ 172 w 172"/>
                <a:gd name="T17" fmla="*/ 428 h 428"/>
                <a:gd name="T18" fmla="*/ 172 w 172"/>
                <a:gd name="T19" fmla="*/ 428 h 428"/>
                <a:gd name="T20" fmla="*/ 94 w 172"/>
                <a:gd name="T21" fmla="*/ 240 h 428"/>
                <a:gd name="T22" fmla="*/ 34 w 172"/>
                <a:gd name="T23" fmla="*/ 96 h 428"/>
                <a:gd name="T24" fmla="*/ 12 w 172"/>
                <a:gd name="T25" fmla="*/ 38 h 428"/>
                <a:gd name="T26" fmla="*/ 0 w 172"/>
                <a:gd name="T27"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428">
                  <a:moveTo>
                    <a:pt x="0" y="0"/>
                  </a:moveTo>
                  <a:lnTo>
                    <a:pt x="0" y="0"/>
                  </a:lnTo>
                  <a:lnTo>
                    <a:pt x="24" y="50"/>
                  </a:lnTo>
                  <a:lnTo>
                    <a:pt x="78" y="168"/>
                  </a:lnTo>
                  <a:lnTo>
                    <a:pt x="108" y="240"/>
                  </a:lnTo>
                  <a:lnTo>
                    <a:pt x="136" y="310"/>
                  </a:lnTo>
                  <a:lnTo>
                    <a:pt x="158" y="374"/>
                  </a:lnTo>
                  <a:lnTo>
                    <a:pt x="166" y="402"/>
                  </a:lnTo>
                  <a:lnTo>
                    <a:pt x="172" y="428"/>
                  </a:lnTo>
                  <a:lnTo>
                    <a:pt x="172" y="428"/>
                  </a:lnTo>
                  <a:lnTo>
                    <a:pt x="94" y="240"/>
                  </a:lnTo>
                  <a:lnTo>
                    <a:pt x="34" y="96"/>
                  </a:lnTo>
                  <a:lnTo>
                    <a:pt x="12" y="3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2" name="任意多边形 81"/>
            <p:cNvSpPr/>
            <p:nvPr>
              <p:custDataLst>
                <p:tags r:id="rId81"/>
              </p:custDataLst>
            </p:nvPr>
          </p:nvSpPr>
          <p:spPr bwMode="auto">
            <a:xfrm>
              <a:off x="2878" y="4487"/>
              <a:ext cx="62" cy="70"/>
            </a:xfrm>
            <a:custGeom>
              <a:avLst/>
              <a:gdLst>
                <a:gd name="T0" fmla="*/ 50 w 52"/>
                <a:gd name="T1" fmla="*/ 18 h 58"/>
                <a:gd name="T2" fmla="*/ 50 w 52"/>
                <a:gd name="T3" fmla="*/ 18 h 58"/>
                <a:gd name="T4" fmla="*/ 52 w 52"/>
                <a:gd name="T5" fmla="*/ 30 h 58"/>
                <a:gd name="T6" fmla="*/ 52 w 52"/>
                <a:gd name="T7" fmla="*/ 40 h 58"/>
                <a:gd name="T8" fmla="*/ 46 w 52"/>
                <a:gd name="T9" fmla="*/ 50 h 58"/>
                <a:gd name="T10" fmla="*/ 38 w 52"/>
                <a:gd name="T11" fmla="*/ 56 h 58"/>
                <a:gd name="T12" fmla="*/ 38 w 52"/>
                <a:gd name="T13" fmla="*/ 56 h 58"/>
                <a:gd name="T14" fmla="*/ 26 w 52"/>
                <a:gd name="T15" fmla="*/ 58 h 58"/>
                <a:gd name="T16" fmla="*/ 16 w 52"/>
                <a:gd name="T17" fmla="*/ 54 h 58"/>
                <a:gd name="T18" fmla="*/ 8 w 52"/>
                <a:gd name="T19" fmla="*/ 48 h 58"/>
                <a:gd name="T20" fmla="*/ 2 w 52"/>
                <a:gd name="T21" fmla="*/ 38 h 58"/>
                <a:gd name="T22" fmla="*/ 2 w 52"/>
                <a:gd name="T23" fmla="*/ 38 h 58"/>
                <a:gd name="T24" fmla="*/ 0 w 52"/>
                <a:gd name="T25" fmla="*/ 26 h 58"/>
                <a:gd name="T26" fmla="*/ 0 w 52"/>
                <a:gd name="T27" fmla="*/ 16 h 58"/>
                <a:gd name="T28" fmla="*/ 6 w 52"/>
                <a:gd name="T29" fmla="*/ 6 h 58"/>
                <a:gd name="T30" fmla="*/ 14 w 52"/>
                <a:gd name="T31" fmla="*/ 0 h 58"/>
                <a:gd name="T32" fmla="*/ 14 w 52"/>
                <a:gd name="T33" fmla="*/ 0 h 58"/>
                <a:gd name="T34" fmla="*/ 26 w 52"/>
                <a:gd name="T35" fmla="*/ 0 h 58"/>
                <a:gd name="T36" fmla="*/ 36 w 52"/>
                <a:gd name="T37" fmla="*/ 2 h 58"/>
                <a:gd name="T38" fmla="*/ 44 w 52"/>
                <a:gd name="T39" fmla="*/ 8 h 58"/>
                <a:gd name="T40" fmla="*/ 50 w 52"/>
                <a:gd name="T41"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58">
                  <a:moveTo>
                    <a:pt x="50" y="18"/>
                  </a:moveTo>
                  <a:lnTo>
                    <a:pt x="50" y="18"/>
                  </a:lnTo>
                  <a:lnTo>
                    <a:pt x="52" y="30"/>
                  </a:lnTo>
                  <a:lnTo>
                    <a:pt x="52" y="40"/>
                  </a:lnTo>
                  <a:lnTo>
                    <a:pt x="46" y="50"/>
                  </a:lnTo>
                  <a:lnTo>
                    <a:pt x="38" y="56"/>
                  </a:lnTo>
                  <a:lnTo>
                    <a:pt x="38" y="56"/>
                  </a:lnTo>
                  <a:lnTo>
                    <a:pt x="26" y="58"/>
                  </a:lnTo>
                  <a:lnTo>
                    <a:pt x="16" y="54"/>
                  </a:lnTo>
                  <a:lnTo>
                    <a:pt x="8" y="48"/>
                  </a:lnTo>
                  <a:lnTo>
                    <a:pt x="2" y="38"/>
                  </a:lnTo>
                  <a:lnTo>
                    <a:pt x="2" y="38"/>
                  </a:lnTo>
                  <a:lnTo>
                    <a:pt x="0" y="26"/>
                  </a:lnTo>
                  <a:lnTo>
                    <a:pt x="0" y="16"/>
                  </a:lnTo>
                  <a:lnTo>
                    <a:pt x="6" y="6"/>
                  </a:lnTo>
                  <a:lnTo>
                    <a:pt x="14" y="0"/>
                  </a:lnTo>
                  <a:lnTo>
                    <a:pt x="14" y="0"/>
                  </a:lnTo>
                  <a:lnTo>
                    <a:pt x="26" y="0"/>
                  </a:lnTo>
                  <a:lnTo>
                    <a:pt x="36" y="2"/>
                  </a:lnTo>
                  <a:lnTo>
                    <a:pt x="44" y="8"/>
                  </a:lnTo>
                  <a:lnTo>
                    <a:pt x="50" y="18"/>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3" name="任意多边形 82"/>
            <p:cNvSpPr/>
            <p:nvPr>
              <p:custDataLst>
                <p:tags r:id="rId82"/>
              </p:custDataLst>
            </p:nvPr>
          </p:nvSpPr>
          <p:spPr bwMode="auto">
            <a:xfrm>
              <a:off x="2878" y="4487"/>
              <a:ext cx="62" cy="70"/>
            </a:xfrm>
            <a:custGeom>
              <a:avLst/>
              <a:gdLst>
                <a:gd name="T0" fmla="*/ 50 w 52"/>
                <a:gd name="T1" fmla="*/ 18 h 58"/>
                <a:gd name="T2" fmla="*/ 50 w 52"/>
                <a:gd name="T3" fmla="*/ 18 h 58"/>
                <a:gd name="T4" fmla="*/ 52 w 52"/>
                <a:gd name="T5" fmla="*/ 30 h 58"/>
                <a:gd name="T6" fmla="*/ 52 w 52"/>
                <a:gd name="T7" fmla="*/ 40 h 58"/>
                <a:gd name="T8" fmla="*/ 46 w 52"/>
                <a:gd name="T9" fmla="*/ 50 h 58"/>
                <a:gd name="T10" fmla="*/ 38 w 52"/>
                <a:gd name="T11" fmla="*/ 56 h 58"/>
                <a:gd name="T12" fmla="*/ 38 w 52"/>
                <a:gd name="T13" fmla="*/ 56 h 58"/>
                <a:gd name="T14" fmla="*/ 26 w 52"/>
                <a:gd name="T15" fmla="*/ 58 h 58"/>
                <a:gd name="T16" fmla="*/ 16 w 52"/>
                <a:gd name="T17" fmla="*/ 54 h 58"/>
                <a:gd name="T18" fmla="*/ 8 w 52"/>
                <a:gd name="T19" fmla="*/ 48 h 58"/>
                <a:gd name="T20" fmla="*/ 2 w 52"/>
                <a:gd name="T21" fmla="*/ 38 h 58"/>
                <a:gd name="T22" fmla="*/ 2 w 52"/>
                <a:gd name="T23" fmla="*/ 38 h 58"/>
                <a:gd name="T24" fmla="*/ 0 w 52"/>
                <a:gd name="T25" fmla="*/ 26 h 58"/>
                <a:gd name="T26" fmla="*/ 0 w 52"/>
                <a:gd name="T27" fmla="*/ 16 h 58"/>
                <a:gd name="T28" fmla="*/ 6 w 52"/>
                <a:gd name="T29" fmla="*/ 6 h 58"/>
                <a:gd name="T30" fmla="*/ 14 w 52"/>
                <a:gd name="T31" fmla="*/ 0 h 58"/>
                <a:gd name="T32" fmla="*/ 14 w 52"/>
                <a:gd name="T33" fmla="*/ 0 h 58"/>
                <a:gd name="T34" fmla="*/ 26 w 52"/>
                <a:gd name="T35" fmla="*/ 0 h 58"/>
                <a:gd name="T36" fmla="*/ 36 w 52"/>
                <a:gd name="T37" fmla="*/ 2 h 58"/>
                <a:gd name="T38" fmla="*/ 44 w 52"/>
                <a:gd name="T39" fmla="*/ 8 h 58"/>
                <a:gd name="T40" fmla="*/ 50 w 52"/>
                <a:gd name="T41"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58">
                  <a:moveTo>
                    <a:pt x="50" y="18"/>
                  </a:moveTo>
                  <a:lnTo>
                    <a:pt x="50" y="18"/>
                  </a:lnTo>
                  <a:lnTo>
                    <a:pt x="52" y="30"/>
                  </a:lnTo>
                  <a:lnTo>
                    <a:pt x="52" y="40"/>
                  </a:lnTo>
                  <a:lnTo>
                    <a:pt x="46" y="50"/>
                  </a:lnTo>
                  <a:lnTo>
                    <a:pt x="38" y="56"/>
                  </a:lnTo>
                  <a:lnTo>
                    <a:pt x="38" y="56"/>
                  </a:lnTo>
                  <a:lnTo>
                    <a:pt x="26" y="58"/>
                  </a:lnTo>
                  <a:lnTo>
                    <a:pt x="16" y="54"/>
                  </a:lnTo>
                  <a:lnTo>
                    <a:pt x="8" y="48"/>
                  </a:lnTo>
                  <a:lnTo>
                    <a:pt x="2" y="38"/>
                  </a:lnTo>
                  <a:lnTo>
                    <a:pt x="2" y="38"/>
                  </a:lnTo>
                  <a:lnTo>
                    <a:pt x="0" y="26"/>
                  </a:lnTo>
                  <a:lnTo>
                    <a:pt x="0" y="16"/>
                  </a:lnTo>
                  <a:lnTo>
                    <a:pt x="6" y="6"/>
                  </a:lnTo>
                  <a:lnTo>
                    <a:pt x="14" y="0"/>
                  </a:lnTo>
                  <a:lnTo>
                    <a:pt x="14" y="0"/>
                  </a:lnTo>
                  <a:lnTo>
                    <a:pt x="26" y="0"/>
                  </a:lnTo>
                  <a:lnTo>
                    <a:pt x="36" y="2"/>
                  </a:lnTo>
                  <a:lnTo>
                    <a:pt x="44" y="8"/>
                  </a:lnTo>
                  <a:lnTo>
                    <a:pt x="5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4" name="任意多边形 83"/>
            <p:cNvSpPr/>
            <p:nvPr>
              <p:custDataLst>
                <p:tags r:id="rId83"/>
              </p:custDataLst>
            </p:nvPr>
          </p:nvSpPr>
          <p:spPr bwMode="auto">
            <a:xfrm>
              <a:off x="2797" y="4242"/>
              <a:ext cx="65" cy="70"/>
            </a:xfrm>
            <a:custGeom>
              <a:avLst/>
              <a:gdLst>
                <a:gd name="T0" fmla="*/ 50 w 54"/>
                <a:gd name="T1" fmla="*/ 18 h 58"/>
                <a:gd name="T2" fmla="*/ 50 w 54"/>
                <a:gd name="T3" fmla="*/ 18 h 58"/>
                <a:gd name="T4" fmla="*/ 54 w 54"/>
                <a:gd name="T5" fmla="*/ 30 h 58"/>
                <a:gd name="T6" fmla="*/ 52 w 54"/>
                <a:gd name="T7" fmla="*/ 40 h 58"/>
                <a:gd name="T8" fmla="*/ 46 w 54"/>
                <a:gd name="T9" fmla="*/ 50 h 58"/>
                <a:gd name="T10" fmla="*/ 38 w 54"/>
                <a:gd name="T11" fmla="*/ 56 h 58"/>
                <a:gd name="T12" fmla="*/ 38 w 54"/>
                <a:gd name="T13" fmla="*/ 56 h 58"/>
                <a:gd name="T14" fmla="*/ 28 w 54"/>
                <a:gd name="T15" fmla="*/ 58 h 58"/>
                <a:gd name="T16" fmla="*/ 18 w 54"/>
                <a:gd name="T17" fmla="*/ 56 h 58"/>
                <a:gd name="T18" fmla="*/ 8 w 54"/>
                <a:gd name="T19" fmla="*/ 48 h 58"/>
                <a:gd name="T20" fmla="*/ 2 w 54"/>
                <a:gd name="T21" fmla="*/ 38 h 58"/>
                <a:gd name="T22" fmla="*/ 2 w 54"/>
                <a:gd name="T23" fmla="*/ 38 h 58"/>
                <a:gd name="T24" fmla="*/ 0 w 54"/>
                <a:gd name="T25" fmla="*/ 28 h 58"/>
                <a:gd name="T26" fmla="*/ 2 w 54"/>
                <a:gd name="T27" fmla="*/ 16 h 58"/>
                <a:gd name="T28" fmla="*/ 6 w 54"/>
                <a:gd name="T29" fmla="*/ 8 h 58"/>
                <a:gd name="T30" fmla="*/ 10 w 54"/>
                <a:gd name="T31" fmla="*/ 4 h 58"/>
                <a:gd name="T32" fmla="*/ 16 w 54"/>
                <a:gd name="T33" fmla="*/ 2 h 58"/>
                <a:gd name="T34" fmla="*/ 16 w 54"/>
                <a:gd name="T35" fmla="*/ 2 h 58"/>
                <a:gd name="T36" fmla="*/ 26 w 54"/>
                <a:gd name="T37" fmla="*/ 0 h 58"/>
                <a:gd name="T38" fmla="*/ 36 w 54"/>
                <a:gd name="T39" fmla="*/ 2 h 58"/>
                <a:gd name="T40" fmla="*/ 44 w 54"/>
                <a:gd name="T41" fmla="*/ 8 h 58"/>
                <a:gd name="T42" fmla="*/ 50 w 54"/>
                <a:gd name="T4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58">
                  <a:moveTo>
                    <a:pt x="50" y="18"/>
                  </a:moveTo>
                  <a:lnTo>
                    <a:pt x="50" y="18"/>
                  </a:lnTo>
                  <a:lnTo>
                    <a:pt x="54" y="30"/>
                  </a:lnTo>
                  <a:lnTo>
                    <a:pt x="52" y="40"/>
                  </a:lnTo>
                  <a:lnTo>
                    <a:pt x="46" y="50"/>
                  </a:lnTo>
                  <a:lnTo>
                    <a:pt x="38" y="56"/>
                  </a:lnTo>
                  <a:lnTo>
                    <a:pt x="38" y="56"/>
                  </a:lnTo>
                  <a:lnTo>
                    <a:pt x="28" y="58"/>
                  </a:lnTo>
                  <a:lnTo>
                    <a:pt x="18" y="56"/>
                  </a:lnTo>
                  <a:lnTo>
                    <a:pt x="8" y="48"/>
                  </a:lnTo>
                  <a:lnTo>
                    <a:pt x="2" y="38"/>
                  </a:lnTo>
                  <a:lnTo>
                    <a:pt x="2" y="38"/>
                  </a:lnTo>
                  <a:lnTo>
                    <a:pt x="0" y="28"/>
                  </a:lnTo>
                  <a:lnTo>
                    <a:pt x="2" y="16"/>
                  </a:lnTo>
                  <a:lnTo>
                    <a:pt x="6" y="8"/>
                  </a:lnTo>
                  <a:lnTo>
                    <a:pt x="10" y="4"/>
                  </a:lnTo>
                  <a:lnTo>
                    <a:pt x="16" y="2"/>
                  </a:lnTo>
                  <a:lnTo>
                    <a:pt x="16" y="2"/>
                  </a:lnTo>
                  <a:lnTo>
                    <a:pt x="26" y="0"/>
                  </a:lnTo>
                  <a:lnTo>
                    <a:pt x="36" y="2"/>
                  </a:lnTo>
                  <a:lnTo>
                    <a:pt x="44" y="8"/>
                  </a:lnTo>
                  <a:lnTo>
                    <a:pt x="50" y="18"/>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5" name="任意多边形 84"/>
            <p:cNvSpPr/>
            <p:nvPr>
              <p:custDataLst>
                <p:tags r:id="rId84"/>
              </p:custDataLst>
            </p:nvPr>
          </p:nvSpPr>
          <p:spPr bwMode="auto">
            <a:xfrm>
              <a:off x="2797" y="4242"/>
              <a:ext cx="65" cy="70"/>
            </a:xfrm>
            <a:custGeom>
              <a:avLst/>
              <a:gdLst>
                <a:gd name="T0" fmla="*/ 50 w 54"/>
                <a:gd name="T1" fmla="*/ 18 h 58"/>
                <a:gd name="T2" fmla="*/ 50 w 54"/>
                <a:gd name="T3" fmla="*/ 18 h 58"/>
                <a:gd name="T4" fmla="*/ 54 w 54"/>
                <a:gd name="T5" fmla="*/ 30 h 58"/>
                <a:gd name="T6" fmla="*/ 52 w 54"/>
                <a:gd name="T7" fmla="*/ 40 h 58"/>
                <a:gd name="T8" fmla="*/ 46 w 54"/>
                <a:gd name="T9" fmla="*/ 50 h 58"/>
                <a:gd name="T10" fmla="*/ 38 w 54"/>
                <a:gd name="T11" fmla="*/ 56 h 58"/>
                <a:gd name="T12" fmla="*/ 38 w 54"/>
                <a:gd name="T13" fmla="*/ 56 h 58"/>
                <a:gd name="T14" fmla="*/ 28 w 54"/>
                <a:gd name="T15" fmla="*/ 58 h 58"/>
                <a:gd name="T16" fmla="*/ 18 w 54"/>
                <a:gd name="T17" fmla="*/ 56 h 58"/>
                <a:gd name="T18" fmla="*/ 8 w 54"/>
                <a:gd name="T19" fmla="*/ 48 h 58"/>
                <a:gd name="T20" fmla="*/ 2 w 54"/>
                <a:gd name="T21" fmla="*/ 38 h 58"/>
                <a:gd name="T22" fmla="*/ 2 w 54"/>
                <a:gd name="T23" fmla="*/ 38 h 58"/>
                <a:gd name="T24" fmla="*/ 0 w 54"/>
                <a:gd name="T25" fmla="*/ 28 h 58"/>
                <a:gd name="T26" fmla="*/ 2 w 54"/>
                <a:gd name="T27" fmla="*/ 16 h 58"/>
                <a:gd name="T28" fmla="*/ 6 w 54"/>
                <a:gd name="T29" fmla="*/ 8 h 58"/>
                <a:gd name="T30" fmla="*/ 10 w 54"/>
                <a:gd name="T31" fmla="*/ 4 h 58"/>
                <a:gd name="T32" fmla="*/ 16 w 54"/>
                <a:gd name="T33" fmla="*/ 2 h 58"/>
                <a:gd name="T34" fmla="*/ 16 w 54"/>
                <a:gd name="T35" fmla="*/ 2 h 58"/>
                <a:gd name="T36" fmla="*/ 26 w 54"/>
                <a:gd name="T37" fmla="*/ 0 h 58"/>
                <a:gd name="T38" fmla="*/ 36 w 54"/>
                <a:gd name="T39" fmla="*/ 2 h 58"/>
                <a:gd name="T40" fmla="*/ 44 w 54"/>
                <a:gd name="T41" fmla="*/ 8 h 58"/>
                <a:gd name="T42" fmla="*/ 50 w 54"/>
                <a:gd name="T4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58">
                  <a:moveTo>
                    <a:pt x="50" y="18"/>
                  </a:moveTo>
                  <a:lnTo>
                    <a:pt x="50" y="18"/>
                  </a:lnTo>
                  <a:lnTo>
                    <a:pt x="54" y="30"/>
                  </a:lnTo>
                  <a:lnTo>
                    <a:pt x="52" y="40"/>
                  </a:lnTo>
                  <a:lnTo>
                    <a:pt x="46" y="50"/>
                  </a:lnTo>
                  <a:lnTo>
                    <a:pt x="38" y="56"/>
                  </a:lnTo>
                  <a:lnTo>
                    <a:pt x="38" y="56"/>
                  </a:lnTo>
                  <a:lnTo>
                    <a:pt x="28" y="58"/>
                  </a:lnTo>
                  <a:lnTo>
                    <a:pt x="18" y="56"/>
                  </a:lnTo>
                  <a:lnTo>
                    <a:pt x="8" y="48"/>
                  </a:lnTo>
                  <a:lnTo>
                    <a:pt x="2" y="38"/>
                  </a:lnTo>
                  <a:lnTo>
                    <a:pt x="2" y="38"/>
                  </a:lnTo>
                  <a:lnTo>
                    <a:pt x="0" y="28"/>
                  </a:lnTo>
                  <a:lnTo>
                    <a:pt x="2" y="16"/>
                  </a:lnTo>
                  <a:lnTo>
                    <a:pt x="6" y="8"/>
                  </a:lnTo>
                  <a:lnTo>
                    <a:pt x="10" y="4"/>
                  </a:lnTo>
                  <a:lnTo>
                    <a:pt x="16" y="2"/>
                  </a:lnTo>
                  <a:lnTo>
                    <a:pt x="16" y="2"/>
                  </a:lnTo>
                  <a:lnTo>
                    <a:pt x="26" y="0"/>
                  </a:lnTo>
                  <a:lnTo>
                    <a:pt x="36" y="2"/>
                  </a:lnTo>
                  <a:lnTo>
                    <a:pt x="44" y="8"/>
                  </a:lnTo>
                  <a:lnTo>
                    <a:pt x="5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6" name="任意多边形 85"/>
            <p:cNvSpPr/>
            <p:nvPr>
              <p:custDataLst>
                <p:tags r:id="rId85"/>
              </p:custDataLst>
            </p:nvPr>
          </p:nvSpPr>
          <p:spPr bwMode="auto">
            <a:xfrm>
              <a:off x="2485" y="3301"/>
              <a:ext cx="118" cy="187"/>
            </a:xfrm>
            <a:custGeom>
              <a:avLst/>
              <a:gdLst>
                <a:gd name="T0" fmla="*/ 0 w 98"/>
                <a:gd name="T1" fmla="*/ 62 h 156"/>
                <a:gd name="T2" fmla="*/ 90 w 98"/>
                <a:gd name="T3" fmla="*/ 156 h 156"/>
                <a:gd name="T4" fmla="*/ 90 w 98"/>
                <a:gd name="T5" fmla="*/ 156 h 156"/>
                <a:gd name="T6" fmla="*/ 96 w 98"/>
                <a:gd name="T7" fmla="*/ 106 h 156"/>
                <a:gd name="T8" fmla="*/ 98 w 98"/>
                <a:gd name="T9" fmla="*/ 66 h 156"/>
                <a:gd name="T10" fmla="*/ 98 w 98"/>
                <a:gd name="T11" fmla="*/ 48 h 156"/>
                <a:gd name="T12" fmla="*/ 96 w 98"/>
                <a:gd name="T13" fmla="*/ 36 h 156"/>
                <a:gd name="T14" fmla="*/ 50 w 98"/>
                <a:gd name="T15" fmla="*/ 0 h 156"/>
                <a:gd name="T16" fmla="*/ 0 w 98"/>
                <a:gd name="T17" fmla="*/ 6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156">
                  <a:moveTo>
                    <a:pt x="0" y="62"/>
                  </a:moveTo>
                  <a:lnTo>
                    <a:pt x="90" y="156"/>
                  </a:lnTo>
                  <a:lnTo>
                    <a:pt x="90" y="156"/>
                  </a:lnTo>
                  <a:lnTo>
                    <a:pt x="96" y="106"/>
                  </a:lnTo>
                  <a:lnTo>
                    <a:pt x="98" y="66"/>
                  </a:lnTo>
                  <a:lnTo>
                    <a:pt x="98" y="48"/>
                  </a:lnTo>
                  <a:lnTo>
                    <a:pt x="96" y="36"/>
                  </a:lnTo>
                  <a:lnTo>
                    <a:pt x="50" y="0"/>
                  </a:lnTo>
                  <a:lnTo>
                    <a:pt x="0" y="6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7" name="任意多边形 86"/>
            <p:cNvSpPr/>
            <p:nvPr>
              <p:custDataLst>
                <p:tags r:id="rId86"/>
              </p:custDataLst>
            </p:nvPr>
          </p:nvSpPr>
          <p:spPr bwMode="auto">
            <a:xfrm>
              <a:off x="2583" y="4653"/>
              <a:ext cx="722" cy="209"/>
            </a:xfrm>
            <a:custGeom>
              <a:avLst/>
              <a:gdLst>
                <a:gd name="T0" fmla="*/ 0 w 602"/>
                <a:gd name="T1" fmla="*/ 174 h 174"/>
                <a:gd name="T2" fmla="*/ 0 w 602"/>
                <a:gd name="T3" fmla="*/ 174 h 174"/>
                <a:gd name="T4" fmla="*/ 30 w 602"/>
                <a:gd name="T5" fmla="*/ 164 h 174"/>
                <a:gd name="T6" fmla="*/ 110 w 602"/>
                <a:gd name="T7" fmla="*/ 142 h 174"/>
                <a:gd name="T8" fmla="*/ 166 w 602"/>
                <a:gd name="T9" fmla="*/ 128 h 174"/>
                <a:gd name="T10" fmla="*/ 230 w 602"/>
                <a:gd name="T11" fmla="*/ 112 h 174"/>
                <a:gd name="T12" fmla="*/ 300 w 602"/>
                <a:gd name="T13" fmla="*/ 98 h 174"/>
                <a:gd name="T14" fmla="*/ 376 w 602"/>
                <a:gd name="T15" fmla="*/ 86 h 174"/>
                <a:gd name="T16" fmla="*/ 388 w 602"/>
                <a:gd name="T17" fmla="*/ 0 h 174"/>
                <a:gd name="T18" fmla="*/ 388 w 602"/>
                <a:gd name="T19" fmla="*/ 0 h 174"/>
                <a:gd name="T20" fmla="*/ 422 w 602"/>
                <a:gd name="T21" fmla="*/ 82 h 174"/>
                <a:gd name="T22" fmla="*/ 422 w 602"/>
                <a:gd name="T23" fmla="*/ 82 h 174"/>
                <a:gd name="T24" fmla="*/ 498 w 602"/>
                <a:gd name="T25" fmla="*/ 78 h 174"/>
                <a:gd name="T26" fmla="*/ 558 w 602"/>
                <a:gd name="T27" fmla="*/ 78 h 174"/>
                <a:gd name="T28" fmla="*/ 602 w 602"/>
                <a:gd name="T29" fmla="*/ 80 h 174"/>
                <a:gd name="T30" fmla="*/ 602 w 602"/>
                <a:gd name="T31" fmla="*/ 80 h 174"/>
                <a:gd name="T32" fmla="*/ 516 w 602"/>
                <a:gd name="T33" fmla="*/ 88 h 174"/>
                <a:gd name="T34" fmla="*/ 452 w 602"/>
                <a:gd name="T35" fmla="*/ 94 h 174"/>
                <a:gd name="T36" fmla="*/ 414 w 602"/>
                <a:gd name="T37" fmla="*/ 98 h 174"/>
                <a:gd name="T38" fmla="*/ 400 w 602"/>
                <a:gd name="T39" fmla="*/ 64 h 174"/>
                <a:gd name="T40" fmla="*/ 400 w 602"/>
                <a:gd name="T41" fmla="*/ 64 h 174"/>
                <a:gd name="T42" fmla="*/ 394 w 602"/>
                <a:gd name="T43" fmla="*/ 104 h 174"/>
                <a:gd name="T44" fmla="*/ 394 w 602"/>
                <a:gd name="T45" fmla="*/ 104 h 174"/>
                <a:gd name="T46" fmla="*/ 380 w 602"/>
                <a:gd name="T47" fmla="*/ 106 h 174"/>
                <a:gd name="T48" fmla="*/ 342 w 602"/>
                <a:gd name="T49" fmla="*/ 112 h 174"/>
                <a:gd name="T50" fmla="*/ 228 w 602"/>
                <a:gd name="T51" fmla="*/ 126 h 174"/>
                <a:gd name="T52" fmla="*/ 162 w 602"/>
                <a:gd name="T53" fmla="*/ 136 h 174"/>
                <a:gd name="T54" fmla="*/ 98 w 602"/>
                <a:gd name="T55" fmla="*/ 146 h 174"/>
                <a:gd name="T56" fmla="*/ 42 w 602"/>
                <a:gd name="T57" fmla="*/ 160 h 174"/>
                <a:gd name="T58" fmla="*/ 20 w 602"/>
                <a:gd name="T59" fmla="*/ 166 h 174"/>
                <a:gd name="T60" fmla="*/ 0 w 602"/>
                <a:gd name="T61"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02" h="174">
                  <a:moveTo>
                    <a:pt x="0" y="174"/>
                  </a:moveTo>
                  <a:lnTo>
                    <a:pt x="0" y="174"/>
                  </a:lnTo>
                  <a:lnTo>
                    <a:pt x="30" y="164"/>
                  </a:lnTo>
                  <a:lnTo>
                    <a:pt x="110" y="142"/>
                  </a:lnTo>
                  <a:lnTo>
                    <a:pt x="166" y="128"/>
                  </a:lnTo>
                  <a:lnTo>
                    <a:pt x="230" y="112"/>
                  </a:lnTo>
                  <a:lnTo>
                    <a:pt x="300" y="98"/>
                  </a:lnTo>
                  <a:lnTo>
                    <a:pt x="376" y="86"/>
                  </a:lnTo>
                  <a:lnTo>
                    <a:pt x="388" y="0"/>
                  </a:lnTo>
                  <a:lnTo>
                    <a:pt x="388" y="0"/>
                  </a:lnTo>
                  <a:lnTo>
                    <a:pt x="422" y="82"/>
                  </a:lnTo>
                  <a:lnTo>
                    <a:pt x="422" y="82"/>
                  </a:lnTo>
                  <a:lnTo>
                    <a:pt x="498" y="78"/>
                  </a:lnTo>
                  <a:lnTo>
                    <a:pt x="558" y="78"/>
                  </a:lnTo>
                  <a:lnTo>
                    <a:pt x="602" y="80"/>
                  </a:lnTo>
                  <a:lnTo>
                    <a:pt x="602" y="80"/>
                  </a:lnTo>
                  <a:lnTo>
                    <a:pt x="516" y="88"/>
                  </a:lnTo>
                  <a:lnTo>
                    <a:pt x="452" y="94"/>
                  </a:lnTo>
                  <a:lnTo>
                    <a:pt x="414" y="98"/>
                  </a:lnTo>
                  <a:lnTo>
                    <a:pt x="400" y="64"/>
                  </a:lnTo>
                  <a:lnTo>
                    <a:pt x="400" y="64"/>
                  </a:lnTo>
                  <a:lnTo>
                    <a:pt x="394" y="104"/>
                  </a:lnTo>
                  <a:lnTo>
                    <a:pt x="394" y="104"/>
                  </a:lnTo>
                  <a:lnTo>
                    <a:pt x="380" y="106"/>
                  </a:lnTo>
                  <a:lnTo>
                    <a:pt x="342" y="112"/>
                  </a:lnTo>
                  <a:lnTo>
                    <a:pt x="228" y="126"/>
                  </a:lnTo>
                  <a:lnTo>
                    <a:pt x="162" y="136"/>
                  </a:lnTo>
                  <a:lnTo>
                    <a:pt x="98" y="146"/>
                  </a:lnTo>
                  <a:lnTo>
                    <a:pt x="42" y="160"/>
                  </a:lnTo>
                  <a:lnTo>
                    <a:pt x="20" y="166"/>
                  </a:lnTo>
                  <a:lnTo>
                    <a:pt x="0" y="174"/>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8" name="任意多边形 87"/>
            <p:cNvSpPr/>
            <p:nvPr>
              <p:custDataLst>
                <p:tags r:id="rId87"/>
              </p:custDataLst>
            </p:nvPr>
          </p:nvSpPr>
          <p:spPr bwMode="auto">
            <a:xfrm>
              <a:off x="2583" y="4653"/>
              <a:ext cx="722" cy="209"/>
            </a:xfrm>
            <a:custGeom>
              <a:avLst/>
              <a:gdLst>
                <a:gd name="T0" fmla="*/ 0 w 602"/>
                <a:gd name="T1" fmla="*/ 174 h 174"/>
                <a:gd name="T2" fmla="*/ 0 w 602"/>
                <a:gd name="T3" fmla="*/ 174 h 174"/>
                <a:gd name="T4" fmla="*/ 30 w 602"/>
                <a:gd name="T5" fmla="*/ 164 h 174"/>
                <a:gd name="T6" fmla="*/ 110 w 602"/>
                <a:gd name="T7" fmla="*/ 142 h 174"/>
                <a:gd name="T8" fmla="*/ 166 w 602"/>
                <a:gd name="T9" fmla="*/ 128 h 174"/>
                <a:gd name="T10" fmla="*/ 230 w 602"/>
                <a:gd name="T11" fmla="*/ 112 h 174"/>
                <a:gd name="T12" fmla="*/ 300 w 602"/>
                <a:gd name="T13" fmla="*/ 98 h 174"/>
                <a:gd name="T14" fmla="*/ 376 w 602"/>
                <a:gd name="T15" fmla="*/ 86 h 174"/>
                <a:gd name="T16" fmla="*/ 388 w 602"/>
                <a:gd name="T17" fmla="*/ 0 h 174"/>
                <a:gd name="T18" fmla="*/ 388 w 602"/>
                <a:gd name="T19" fmla="*/ 0 h 174"/>
                <a:gd name="T20" fmla="*/ 422 w 602"/>
                <a:gd name="T21" fmla="*/ 82 h 174"/>
                <a:gd name="T22" fmla="*/ 422 w 602"/>
                <a:gd name="T23" fmla="*/ 82 h 174"/>
                <a:gd name="T24" fmla="*/ 498 w 602"/>
                <a:gd name="T25" fmla="*/ 78 h 174"/>
                <a:gd name="T26" fmla="*/ 558 w 602"/>
                <a:gd name="T27" fmla="*/ 78 h 174"/>
                <a:gd name="T28" fmla="*/ 602 w 602"/>
                <a:gd name="T29" fmla="*/ 80 h 174"/>
                <a:gd name="T30" fmla="*/ 602 w 602"/>
                <a:gd name="T31" fmla="*/ 80 h 174"/>
                <a:gd name="T32" fmla="*/ 516 w 602"/>
                <a:gd name="T33" fmla="*/ 88 h 174"/>
                <a:gd name="T34" fmla="*/ 452 w 602"/>
                <a:gd name="T35" fmla="*/ 94 h 174"/>
                <a:gd name="T36" fmla="*/ 414 w 602"/>
                <a:gd name="T37" fmla="*/ 98 h 174"/>
                <a:gd name="T38" fmla="*/ 400 w 602"/>
                <a:gd name="T39" fmla="*/ 64 h 174"/>
                <a:gd name="T40" fmla="*/ 400 w 602"/>
                <a:gd name="T41" fmla="*/ 64 h 174"/>
                <a:gd name="T42" fmla="*/ 394 w 602"/>
                <a:gd name="T43" fmla="*/ 104 h 174"/>
                <a:gd name="T44" fmla="*/ 394 w 602"/>
                <a:gd name="T45" fmla="*/ 104 h 174"/>
                <a:gd name="T46" fmla="*/ 380 w 602"/>
                <a:gd name="T47" fmla="*/ 106 h 174"/>
                <a:gd name="T48" fmla="*/ 342 w 602"/>
                <a:gd name="T49" fmla="*/ 112 h 174"/>
                <a:gd name="T50" fmla="*/ 228 w 602"/>
                <a:gd name="T51" fmla="*/ 126 h 174"/>
                <a:gd name="T52" fmla="*/ 162 w 602"/>
                <a:gd name="T53" fmla="*/ 136 h 174"/>
                <a:gd name="T54" fmla="*/ 98 w 602"/>
                <a:gd name="T55" fmla="*/ 146 h 174"/>
                <a:gd name="T56" fmla="*/ 42 w 602"/>
                <a:gd name="T57" fmla="*/ 160 h 174"/>
                <a:gd name="T58" fmla="*/ 20 w 602"/>
                <a:gd name="T59" fmla="*/ 166 h 174"/>
                <a:gd name="T60" fmla="*/ 0 w 602"/>
                <a:gd name="T61"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02" h="174">
                  <a:moveTo>
                    <a:pt x="0" y="174"/>
                  </a:moveTo>
                  <a:lnTo>
                    <a:pt x="0" y="174"/>
                  </a:lnTo>
                  <a:lnTo>
                    <a:pt x="30" y="164"/>
                  </a:lnTo>
                  <a:lnTo>
                    <a:pt x="110" y="142"/>
                  </a:lnTo>
                  <a:lnTo>
                    <a:pt x="166" y="128"/>
                  </a:lnTo>
                  <a:lnTo>
                    <a:pt x="230" y="112"/>
                  </a:lnTo>
                  <a:lnTo>
                    <a:pt x="300" y="98"/>
                  </a:lnTo>
                  <a:lnTo>
                    <a:pt x="376" y="86"/>
                  </a:lnTo>
                  <a:lnTo>
                    <a:pt x="388" y="0"/>
                  </a:lnTo>
                  <a:lnTo>
                    <a:pt x="388" y="0"/>
                  </a:lnTo>
                  <a:lnTo>
                    <a:pt x="422" y="82"/>
                  </a:lnTo>
                  <a:lnTo>
                    <a:pt x="422" y="82"/>
                  </a:lnTo>
                  <a:lnTo>
                    <a:pt x="498" y="78"/>
                  </a:lnTo>
                  <a:lnTo>
                    <a:pt x="558" y="78"/>
                  </a:lnTo>
                  <a:lnTo>
                    <a:pt x="602" y="80"/>
                  </a:lnTo>
                  <a:lnTo>
                    <a:pt x="602" y="80"/>
                  </a:lnTo>
                  <a:lnTo>
                    <a:pt x="516" y="88"/>
                  </a:lnTo>
                  <a:lnTo>
                    <a:pt x="452" y="94"/>
                  </a:lnTo>
                  <a:lnTo>
                    <a:pt x="414" y="98"/>
                  </a:lnTo>
                  <a:lnTo>
                    <a:pt x="400" y="64"/>
                  </a:lnTo>
                  <a:lnTo>
                    <a:pt x="400" y="64"/>
                  </a:lnTo>
                  <a:lnTo>
                    <a:pt x="394" y="104"/>
                  </a:lnTo>
                  <a:lnTo>
                    <a:pt x="394" y="104"/>
                  </a:lnTo>
                  <a:lnTo>
                    <a:pt x="380" y="106"/>
                  </a:lnTo>
                  <a:lnTo>
                    <a:pt x="342" y="112"/>
                  </a:lnTo>
                  <a:lnTo>
                    <a:pt x="228" y="126"/>
                  </a:lnTo>
                  <a:lnTo>
                    <a:pt x="162" y="136"/>
                  </a:lnTo>
                  <a:lnTo>
                    <a:pt x="98" y="146"/>
                  </a:lnTo>
                  <a:lnTo>
                    <a:pt x="42" y="160"/>
                  </a:lnTo>
                  <a:lnTo>
                    <a:pt x="20" y="166"/>
                  </a:lnTo>
                  <a:lnTo>
                    <a:pt x="0" y="1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9" name="任意多边形 88"/>
            <p:cNvSpPr/>
            <p:nvPr>
              <p:custDataLst>
                <p:tags r:id="rId88"/>
              </p:custDataLst>
            </p:nvPr>
          </p:nvSpPr>
          <p:spPr bwMode="auto">
            <a:xfrm>
              <a:off x="1505" y="3455"/>
              <a:ext cx="730" cy="1128"/>
            </a:xfrm>
            <a:custGeom>
              <a:avLst/>
              <a:gdLst>
                <a:gd name="T0" fmla="*/ 408 w 608"/>
                <a:gd name="T1" fmla="*/ 4 h 940"/>
                <a:gd name="T2" fmla="*/ 290 w 608"/>
                <a:gd name="T3" fmla="*/ 160 h 940"/>
                <a:gd name="T4" fmla="*/ 186 w 608"/>
                <a:gd name="T5" fmla="*/ 314 h 940"/>
                <a:gd name="T6" fmla="*/ 116 w 608"/>
                <a:gd name="T7" fmla="*/ 426 h 940"/>
                <a:gd name="T8" fmla="*/ 58 w 608"/>
                <a:gd name="T9" fmla="*/ 538 h 940"/>
                <a:gd name="T10" fmla="*/ 16 w 608"/>
                <a:gd name="T11" fmla="*/ 638 h 940"/>
                <a:gd name="T12" fmla="*/ 6 w 608"/>
                <a:gd name="T13" fmla="*/ 682 h 940"/>
                <a:gd name="T14" fmla="*/ 0 w 608"/>
                <a:gd name="T15" fmla="*/ 722 h 940"/>
                <a:gd name="T16" fmla="*/ 0 w 608"/>
                <a:gd name="T17" fmla="*/ 776 h 940"/>
                <a:gd name="T18" fmla="*/ 6 w 608"/>
                <a:gd name="T19" fmla="*/ 810 h 940"/>
                <a:gd name="T20" fmla="*/ 18 w 608"/>
                <a:gd name="T21" fmla="*/ 840 h 940"/>
                <a:gd name="T22" fmla="*/ 32 w 608"/>
                <a:gd name="T23" fmla="*/ 866 h 940"/>
                <a:gd name="T24" fmla="*/ 54 w 608"/>
                <a:gd name="T25" fmla="*/ 888 h 940"/>
                <a:gd name="T26" fmla="*/ 80 w 608"/>
                <a:gd name="T27" fmla="*/ 908 h 940"/>
                <a:gd name="T28" fmla="*/ 112 w 608"/>
                <a:gd name="T29" fmla="*/ 922 h 940"/>
                <a:gd name="T30" fmla="*/ 148 w 608"/>
                <a:gd name="T31" fmla="*/ 932 h 940"/>
                <a:gd name="T32" fmla="*/ 192 w 608"/>
                <a:gd name="T33" fmla="*/ 938 h 940"/>
                <a:gd name="T34" fmla="*/ 242 w 608"/>
                <a:gd name="T35" fmla="*/ 940 h 940"/>
                <a:gd name="T36" fmla="*/ 328 w 608"/>
                <a:gd name="T37" fmla="*/ 932 h 940"/>
                <a:gd name="T38" fmla="*/ 466 w 608"/>
                <a:gd name="T39" fmla="*/ 904 h 940"/>
                <a:gd name="T40" fmla="*/ 544 w 608"/>
                <a:gd name="T41" fmla="*/ 882 h 940"/>
                <a:gd name="T42" fmla="*/ 578 w 608"/>
                <a:gd name="T43" fmla="*/ 832 h 940"/>
                <a:gd name="T44" fmla="*/ 600 w 608"/>
                <a:gd name="T45" fmla="*/ 786 h 940"/>
                <a:gd name="T46" fmla="*/ 608 w 608"/>
                <a:gd name="T47" fmla="*/ 752 h 940"/>
                <a:gd name="T48" fmla="*/ 606 w 608"/>
                <a:gd name="T49" fmla="*/ 720 h 940"/>
                <a:gd name="T50" fmla="*/ 592 w 608"/>
                <a:gd name="T51" fmla="*/ 692 h 940"/>
                <a:gd name="T52" fmla="*/ 578 w 608"/>
                <a:gd name="T53" fmla="*/ 682 h 940"/>
                <a:gd name="T54" fmla="*/ 528 w 608"/>
                <a:gd name="T55" fmla="*/ 708 h 940"/>
                <a:gd name="T56" fmla="*/ 448 w 608"/>
                <a:gd name="T57" fmla="*/ 746 h 940"/>
                <a:gd name="T58" fmla="*/ 384 w 608"/>
                <a:gd name="T59" fmla="*/ 766 h 940"/>
                <a:gd name="T60" fmla="*/ 318 w 608"/>
                <a:gd name="T61" fmla="*/ 780 h 940"/>
                <a:gd name="T62" fmla="*/ 274 w 608"/>
                <a:gd name="T63" fmla="*/ 780 h 940"/>
                <a:gd name="T64" fmla="*/ 248 w 608"/>
                <a:gd name="T65" fmla="*/ 772 h 940"/>
                <a:gd name="T66" fmla="*/ 224 w 608"/>
                <a:gd name="T67" fmla="*/ 760 h 940"/>
                <a:gd name="T68" fmla="*/ 204 w 608"/>
                <a:gd name="T69" fmla="*/ 742 h 940"/>
                <a:gd name="T70" fmla="*/ 198 w 608"/>
                <a:gd name="T71" fmla="*/ 730 h 940"/>
                <a:gd name="T72" fmla="*/ 186 w 608"/>
                <a:gd name="T73" fmla="*/ 704 h 940"/>
                <a:gd name="T74" fmla="*/ 182 w 608"/>
                <a:gd name="T75" fmla="*/ 678 h 940"/>
                <a:gd name="T76" fmla="*/ 184 w 608"/>
                <a:gd name="T77" fmla="*/ 648 h 940"/>
                <a:gd name="T78" fmla="*/ 200 w 608"/>
                <a:gd name="T79" fmla="*/ 588 h 940"/>
                <a:gd name="T80" fmla="*/ 236 w 608"/>
                <a:gd name="T81" fmla="*/ 522 h 940"/>
                <a:gd name="T82" fmla="*/ 282 w 608"/>
                <a:gd name="T83" fmla="*/ 452 h 940"/>
                <a:gd name="T84" fmla="*/ 366 w 608"/>
                <a:gd name="T85" fmla="*/ 338 h 940"/>
                <a:gd name="T86" fmla="*/ 452 w 608"/>
                <a:gd name="T87" fmla="*/ 218 h 940"/>
                <a:gd name="T88" fmla="*/ 480 w 608"/>
                <a:gd name="T89" fmla="*/ 178 h 940"/>
                <a:gd name="T90" fmla="*/ 490 w 608"/>
                <a:gd name="T91" fmla="*/ 146 h 940"/>
                <a:gd name="T92" fmla="*/ 500 w 608"/>
                <a:gd name="T93" fmla="*/ 96 h 940"/>
                <a:gd name="T94" fmla="*/ 500 w 608"/>
                <a:gd name="T95" fmla="*/ 60 h 940"/>
                <a:gd name="T96" fmla="*/ 490 w 608"/>
                <a:gd name="T97" fmla="*/ 30 h 940"/>
                <a:gd name="T98" fmla="*/ 476 w 608"/>
                <a:gd name="T99" fmla="*/ 12 h 940"/>
                <a:gd name="T100" fmla="*/ 462 w 608"/>
                <a:gd name="T101" fmla="*/ 4 h 940"/>
                <a:gd name="T102" fmla="*/ 444 w 608"/>
                <a:gd name="T103" fmla="*/ 0 h 940"/>
                <a:gd name="T104" fmla="*/ 408 w 608"/>
                <a:gd name="T105" fmla="*/ 4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8" h="940">
                  <a:moveTo>
                    <a:pt x="408" y="4"/>
                  </a:moveTo>
                  <a:lnTo>
                    <a:pt x="408" y="4"/>
                  </a:lnTo>
                  <a:lnTo>
                    <a:pt x="350" y="80"/>
                  </a:lnTo>
                  <a:lnTo>
                    <a:pt x="290" y="160"/>
                  </a:lnTo>
                  <a:lnTo>
                    <a:pt x="222" y="260"/>
                  </a:lnTo>
                  <a:lnTo>
                    <a:pt x="186" y="314"/>
                  </a:lnTo>
                  <a:lnTo>
                    <a:pt x="150" y="370"/>
                  </a:lnTo>
                  <a:lnTo>
                    <a:pt x="116" y="426"/>
                  </a:lnTo>
                  <a:lnTo>
                    <a:pt x="84" y="482"/>
                  </a:lnTo>
                  <a:lnTo>
                    <a:pt x="58" y="538"/>
                  </a:lnTo>
                  <a:lnTo>
                    <a:pt x="34" y="590"/>
                  </a:lnTo>
                  <a:lnTo>
                    <a:pt x="16" y="638"/>
                  </a:lnTo>
                  <a:lnTo>
                    <a:pt x="10" y="660"/>
                  </a:lnTo>
                  <a:lnTo>
                    <a:pt x="6" y="682"/>
                  </a:lnTo>
                  <a:lnTo>
                    <a:pt x="6" y="682"/>
                  </a:lnTo>
                  <a:lnTo>
                    <a:pt x="0" y="722"/>
                  </a:lnTo>
                  <a:lnTo>
                    <a:pt x="0" y="758"/>
                  </a:lnTo>
                  <a:lnTo>
                    <a:pt x="0" y="776"/>
                  </a:lnTo>
                  <a:lnTo>
                    <a:pt x="2" y="794"/>
                  </a:lnTo>
                  <a:lnTo>
                    <a:pt x="6" y="810"/>
                  </a:lnTo>
                  <a:lnTo>
                    <a:pt x="12" y="824"/>
                  </a:lnTo>
                  <a:lnTo>
                    <a:pt x="18" y="840"/>
                  </a:lnTo>
                  <a:lnTo>
                    <a:pt x="24" y="852"/>
                  </a:lnTo>
                  <a:lnTo>
                    <a:pt x="32" y="866"/>
                  </a:lnTo>
                  <a:lnTo>
                    <a:pt x="42" y="878"/>
                  </a:lnTo>
                  <a:lnTo>
                    <a:pt x="54" y="888"/>
                  </a:lnTo>
                  <a:lnTo>
                    <a:pt x="66" y="898"/>
                  </a:lnTo>
                  <a:lnTo>
                    <a:pt x="80" y="908"/>
                  </a:lnTo>
                  <a:lnTo>
                    <a:pt x="94" y="916"/>
                  </a:lnTo>
                  <a:lnTo>
                    <a:pt x="112" y="922"/>
                  </a:lnTo>
                  <a:lnTo>
                    <a:pt x="130" y="928"/>
                  </a:lnTo>
                  <a:lnTo>
                    <a:pt x="148" y="932"/>
                  </a:lnTo>
                  <a:lnTo>
                    <a:pt x="170" y="936"/>
                  </a:lnTo>
                  <a:lnTo>
                    <a:pt x="192" y="938"/>
                  </a:lnTo>
                  <a:lnTo>
                    <a:pt x="216" y="940"/>
                  </a:lnTo>
                  <a:lnTo>
                    <a:pt x="242" y="940"/>
                  </a:lnTo>
                  <a:lnTo>
                    <a:pt x="268" y="938"/>
                  </a:lnTo>
                  <a:lnTo>
                    <a:pt x="328" y="932"/>
                  </a:lnTo>
                  <a:lnTo>
                    <a:pt x="392" y="920"/>
                  </a:lnTo>
                  <a:lnTo>
                    <a:pt x="466" y="904"/>
                  </a:lnTo>
                  <a:lnTo>
                    <a:pt x="544" y="882"/>
                  </a:lnTo>
                  <a:lnTo>
                    <a:pt x="544" y="882"/>
                  </a:lnTo>
                  <a:lnTo>
                    <a:pt x="562" y="858"/>
                  </a:lnTo>
                  <a:lnTo>
                    <a:pt x="578" y="832"/>
                  </a:lnTo>
                  <a:lnTo>
                    <a:pt x="594" y="802"/>
                  </a:lnTo>
                  <a:lnTo>
                    <a:pt x="600" y="786"/>
                  </a:lnTo>
                  <a:lnTo>
                    <a:pt x="604" y="768"/>
                  </a:lnTo>
                  <a:lnTo>
                    <a:pt x="608" y="752"/>
                  </a:lnTo>
                  <a:lnTo>
                    <a:pt x="608" y="736"/>
                  </a:lnTo>
                  <a:lnTo>
                    <a:pt x="606" y="720"/>
                  </a:lnTo>
                  <a:lnTo>
                    <a:pt x="600" y="706"/>
                  </a:lnTo>
                  <a:lnTo>
                    <a:pt x="592" y="692"/>
                  </a:lnTo>
                  <a:lnTo>
                    <a:pt x="578" y="682"/>
                  </a:lnTo>
                  <a:lnTo>
                    <a:pt x="578" y="682"/>
                  </a:lnTo>
                  <a:lnTo>
                    <a:pt x="564" y="688"/>
                  </a:lnTo>
                  <a:lnTo>
                    <a:pt x="528" y="708"/>
                  </a:lnTo>
                  <a:lnTo>
                    <a:pt x="478" y="732"/>
                  </a:lnTo>
                  <a:lnTo>
                    <a:pt x="448" y="746"/>
                  </a:lnTo>
                  <a:lnTo>
                    <a:pt x="416" y="756"/>
                  </a:lnTo>
                  <a:lnTo>
                    <a:pt x="384" y="766"/>
                  </a:lnTo>
                  <a:lnTo>
                    <a:pt x="350" y="774"/>
                  </a:lnTo>
                  <a:lnTo>
                    <a:pt x="318" y="780"/>
                  </a:lnTo>
                  <a:lnTo>
                    <a:pt x="288" y="780"/>
                  </a:lnTo>
                  <a:lnTo>
                    <a:pt x="274" y="780"/>
                  </a:lnTo>
                  <a:lnTo>
                    <a:pt x="260" y="776"/>
                  </a:lnTo>
                  <a:lnTo>
                    <a:pt x="248" y="772"/>
                  </a:lnTo>
                  <a:lnTo>
                    <a:pt x="236" y="768"/>
                  </a:lnTo>
                  <a:lnTo>
                    <a:pt x="224" y="760"/>
                  </a:lnTo>
                  <a:lnTo>
                    <a:pt x="214" y="752"/>
                  </a:lnTo>
                  <a:lnTo>
                    <a:pt x="204" y="742"/>
                  </a:lnTo>
                  <a:lnTo>
                    <a:pt x="198" y="730"/>
                  </a:lnTo>
                  <a:lnTo>
                    <a:pt x="198" y="730"/>
                  </a:lnTo>
                  <a:lnTo>
                    <a:pt x="190" y="718"/>
                  </a:lnTo>
                  <a:lnTo>
                    <a:pt x="186" y="704"/>
                  </a:lnTo>
                  <a:lnTo>
                    <a:pt x="184" y="692"/>
                  </a:lnTo>
                  <a:lnTo>
                    <a:pt x="182" y="678"/>
                  </a:lnTo>
                  <a:lnTo>
                    <a:pt x="182" y="664"/>
                  </a:lnTo>
                  <a:lnTo>
                    <a:pt x="184" y="648"/>
                  </a:lnTo>
                  <a:lnTo>
                    <a:pt x="190" y="618"/>
                  </a:lnTo>
                  <a:lnTo>
                    <a:pt x="200" y="588"/>
                  </a:lnTo>
                  <a:lnTo>
                    <a:pt x="216" y="556"/>
                  </a:lnTo>
                  <a:lnTo>
                    <a:pt x="236" y="522"/>
                  </a:lnTo>
                  <a:lnTo>
                    <a:pt x="258" y="486"/>
                  </a:lnTo>
                  <a:lnTo>
                    <a:pt x="282" y="452"/>
                  </a:lnTo>
                  <a:lnTo>
                    <a:pt x="308" y="414"/>
                  </a:lnTo>
                  <a:lnTo>
                    <a:pt x="366" y="338"/>
                  </a:lnTo>
                  <a:lnTo>
                    <a:pt x="424" y="260"/>
                  </a:lnTo>
                  <a:lnTo>
                    <a:pt x="452" y="218"/>
                  </a:lnTo>
                  <a:lnTo>
                    <a:pt x="480" y="178"/>
                  </a:lnTo>
                  <a:lnTo>
                    <a:pt x="480" y="178"/>
                  </a:lnTo>
                  <a:lnTo>
                    <a:pt x="484" y="168"/>
                  </a:lnTo>
                  <a:lnTo>
                    <a:pt x="490" y="146"/>
                  </a:lnTo>
                  <a:lnTo>
                    <a:pt x="498" y="114"/>
                  </a:lnTo>
                  <a:lnTo>
                    <a:pt x="500" y="96"/>
                  </a:lnTo>
                  <a:lnTo>
                    <a:pt x="500" y="78"/>
                  </a:lnTo>
                  <a:lnTo>
                    <a:pt x="500" y="60"/>
                  </a:lnTo>
                  <a:lnTo>
                    <a:pt x="496" y="44"/>
                  </a:lnTo>
                  <a:lnTo>
                    <a:pt x="490" y="30"/>
                  </a:lnTo>
                  <a:lnTo>
                    <a:pt x="482" y="18"/>
                  </a:lnTo>
                  <a:lnTo>
                    <a:pt x="476" y="12"/>
                  </a:lnTo>
                  <a:lnTo>
                    <a:pt x="470" y="8"/>
                  </a:lnTo>
                  <a:lnTo>
                    <a:pt x="462" y="4"/>
                  </a:lnTo>
                  <a:lnTo>
                    <a:pt x="454" y="2"/>
                  </a:lnTo>
                  <a:lnTo>
                    <a:pt x="444" y="0"/>
                  </a:lnTo>
                  <a:lnTo>
                    <a:pt x="434" y="0"/>
                  </a:lnTo>
                  <a:lnTo>
                    <a:pt x="408" y="4"/>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0" name="任意多边形 89"/>
            <p:cNvSpPr/>
            <p:nvPr>
              <p:custDataLst>
                <p:tags r:id="rId89"/>
              </p:custDataLst>
            </p:nvPr>
          </p:nvSpPr>
          <p:spPr bwMode="auto">
            <a:xfrm>
              <a:off x="1505" y="3455"/>
              <a:ext cx="730" cy="1128"/>
            </a:xfrm>
            <a:custGeom>
              <a:avLst/>
              <a:gdLst>
                <a:gd name="T0" fmla="*/ 408 w 608"/>
                <a:gd name="T1" fmla="*/ 4 h 940"/>
                <a:gd name="T2" fmla="*/ 290 w 608"/>
                <a:gd name="T3" fmla="*/ 160 h 940"/>
                <a:gd name="T4" fmla="*/ 186 w 608"/>
                <a:gd name="T5" fmla="*/ 314 h 940"/>
                <a:gd name="T6" fmla="*/ 116 w 608"/>
                <a:gd name="T7" fmla="*/ 426 h 940"/>
                <a:gd name="T8" fmla="*/ 58 w 608"/>
                <a:gd name="T9" fmla="*/ 538 h 940"/>
                <a:gd name="T10" fmla="*/ 16 w 608"/>
                <a:gd name="T11" fmla="*/ 638 h 940"/>
                <a:gd name="T12" fmla="*/ 6 w 608"/>
                <a:gd name="T13" fmla="*/ 682 h 940"/>
                <a:gd name="T14" fmla="*/ 0 w 608"/>
                <a:gd name="T15" fmla="*/ 722 h 940"/>
                <a:gd name="T16" fmla="*/ 0 w 608"/>
                <a:gd name="T17" fmla="*/ 776 h 940"/>
                <a:gd name="T18" fmla="*/ 6 w 608"/>
                <a:gd name="T19" fmla="*/ 810 h 940"/>
                <a:gd name="T20" fmla="*/ 18 w 608"/>
                <a:gd name="T21" fmla="*/ 840 h 940"/>
                <a:gd name="T22" fmla="*/ 32 w 608"/>
                <a:gd name="T23" fmla="*/ 866 h 940"/>
                <a:gd name="T24" fmla="*/ 54 w 608"/>
                <a:gd name="T25" fmla="*/ 888 h 940"/>
                <a:gd name="T26" fmla="*/ 80 w 608"/>
                <a:gd name="T27" fmla="*/ 908 h 940"/>
                <a:gd name="T28" fmla="*/ 112 w 608"/>
                <a:gd name="T29" fmla="*/ 922 h 940"/>
                <a:gd name="T30" fmla="*/ 148 w 608"/>
                <a:gd name="T31" fmla="*/ 932 h 940"/>
                <a:gd name="T32" fmla="*/ 192 w 608"/>
                <a:gd name="T33" fmla="*/ 938 h 940"/>
                <a:gd name="T34" fmla="*/ 242 w 608"/>
                <a:gd name="T35" fmla="*/ 940 h 940"/>
                <a:gd name="T36" fmla="*/ 328 w 608"/>
                <a:gd name="T37" fmla="*/ 932 h 940"/>
                <a:gd name="T38" fmla="*/ 466 w 608"/>
                <a:gd name="T39" fmla="*/ 904 h 940"/>
                <a:gd name="T40" fmla="*/ 544 w 608"/>
                <a:gd name="T41" fmla="*/ 882 h 940"/>
                <a:gd name="T42" fmla="*/ 578 w 608"/>
                <a:gd name="T43" fmla="*/ 832 h 940"/>
                <a:gd name="T44" fmla="*/ 600 w 608"/>
                <a:gd name="T45" fmla="*/ 786 h 940"/>
                <a:gd name="T46" fmla="*/ 608 w 608"/>
                <a:gd name="T47" fmla="*/ 752 h 940"/>
                <a:gd name="T48" fmla="*/ 606 w 608"/>
                <a:gd name="T49" fmla="*/ 720 h 940"/>
                <a:gd name="T50" fmla="*/ 592 w 608"/>
                <a:gd name="T51" fmla="*/ 692 h 940"/>
                <a:gd name="T52" fmla="*/ 578 w 608"/>
                <a:gd name="T53" fmla="*/ 682 h 940"/>
                <a:gd name="T54" fmla="*/ 528 w 608"/>
                <a:gd name="T55" fmla="*/ 708 h 940"/>
                <a:gd name="T56" fmla="*/ 448 w 608"/>
                <a:gd name="T57" fmla="*/ 746 h 940"/>
                <a:gd name="T58" fmla="*/ 384 w 608"/>
                <a:gd name="T59" fmla="*/ 766 h 940"/>
                <a:gd name="T60" fmla="*/ 318 w 608"/>
                <a:gd name="T61" fmla="*/ 780 h 940"/>
                <a:gd name="T62" fmla="*/ 274 w 608"/>
                <a:gd name="T63" fmla="*/ 780 h 940"/>
                <a:gd name="T64" fmla="*/ 248 w 608"/>
                <a:gd name="T65" fmla="*/ 772 h 940"/>
                <a:gd name="T66" fmla="*/ 224 w 608"/>
                <a:gd name="T67" fmla="*/ 760 h 940"/>
                <a:gd name="T68" fmla="*/ 204 w 608"/>
                <a:gd name="T69" fmla="*/ 742 h 940"/>
                <a:gd name="T70" fmla="*/ 198 w 608"/>
                <a:gd name="T71" fmla="*/ 730 h 940"/>
                <a:gd name="T72" fmla="*/ 186 w 608"/>
                <a:gd name="T73" fmla="*/ 704 h 940"/>
                <a:gd name="T74" fmla="*/ 182 w 608"/>
                <a:gd name="T75" fmla="*/ 678 h 940"/>
                <a:gd name="T76" fmla="*/ 184 w 608"/>
                <a:gd name="T77" fmla="*/ 648 h 940"/>
                <a:gd name="T78" fmla="*/ 200 w 608"/>
                <a:gd name="T79" fmla="*/ 588 h 940"/>
                <a:gd name="T80" fmla="*/ 236 w 608"/>
                <a:gd name="T81" fmla="*/ 522 h 940"/>
                <a:gd name="T82" fmla="*/ 282 w 608"/>
                <a:gd name="T83" fmla="*/ 452 h 940"/>
                <a:gd name="T84" fmla="*/ 366 w 608"/>
                <a:gd name="T85" fmla="*/ 338 h 940"/>
                <a:gd name="T86" fmla="*/ 452 w 608"/>
                <a:gd name="T87" fmla="*/ 218 h 940"/>
                <a:gd name="T88" fmla="*/ 480 w 608"/>
                <a:gd name="T89" fmla="*/ 178 h 940"/>
                <a:gd name="T90" fmla="*/ 490 w 608"/>
                <a:gd name="T91" fmla="*/ 146 h 940"/>
                <a:gd name="T92" fmla="*/ 500 w 608"/>
                <a:gd name="T93" fmla="*/ 96 h 940"/>
                <a:gd name="T94" fmla="*/ 500 w 608"/>
                <a:gd name="T95" fmla="*/ 60 h 940"/>
                <a:gd name="T96" fmla="*/ 490 w 608"/>
                <a:gd name="T97" fmla="*/ 30 h 940"/>
                <a:gd name="T98" fmla="*/ 476 w 608"/>
                <a:gd name="T99" fmla="*/ 12 h 940"/>
                <a:gd name="T100" fmla="*/ 462 w 608"/>
                <a:gd name="T101" fmla="*/ 4 h 940"/>
                <a:gd name="T102" fmla="*/ 444 w 608"/>
                <a:gd name="T103" fmla="*/ 0 h 940"/>
                <a:gd name="T104" fmla="*/ 408 w 608"/>
                <a:gd name="T105" fmla="*/ 4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8" h="940">
                  <a:moveTo>
                    <a:pt x="408" y="4"/>
                  </a:moveTo>
                  <a:lnTo>
                    <a:pt x="408" y="4"/>
                  </a:lnTo>
                  <a:lnTo>
                    <a:pt x="350" y="80"/>
                  </a:lnTo>
                  <a:lnTo>
                    <a:pt x="290" y="160"/>
                  </a:lnTo>
                  <a:lnTo>
                    <a:pt x="222" y="260"/>
                  </a:lnTo>
                  <a:lnTo>
                    <a:pt x="186" y="314"/>
                  </a:lnTo>
                  <a:lnTo>
                    <a:pt x="150" y="370"/>
                  </a:lnTo>
                  <a:lnTo>
                    <a:pt x="116" y="426"/>
                  </a:lnTo>
                  <a:lnTo>
                    <a:pt x="84" y="482"/>
                  </a:lnTo>
                  <a:lnTo>
                    <a:pt x="58" y="538"/>
                  </a:lnTo>
                  <a:lnTo>
                    <a:pt x="34" y="590"/>
                  </a:lnTo>
                  <a:lnTo>
                    <a:pt x="16" y="638"/>
                  </a:lnTo>
                  <a:lnTo>
                    <a:pt x="10" y="660"/>
                  </a:lnTo>
                  <a:lnTo>
                    <a:pt x="6" y="682"/>
                  </a:lnTo>
                  <a:lnTo>
                    <a:pt x="6" y="682"/>
                  </a:lnTo>
                  <a:lnTo>
                    <a:pt x="0" y="722"/>
                  </a:lnTo>
                  <a:lnTo>
                    <a:pt x="0" y="758"/>
                  </a:lnTo>
                  <a:lnTo>
                    <a:pt x="0" y="776"/>
                  </a:lnTo>
                  <a:lnTo>
                    <a:pt x="2" y="794"/>
                  </a:lnTo>
                  <a:lnTo>
                    <a:pt x="6" y="810"/>
                  </a:lnTo>
                  <a:lnTo>
                    <a:pt x="12" y="824"/>
                  </a:lnTo>
                  <a:lnTo>
                    <a:pt x="18" y="840"/>
                  </a:lnTo>
                  <a:lnTo>
                    <a:pt x="24" y="852"/>
                  </a:lnTo>
                  <a:lnTo>
                    <a:pt x="32" y="866"/>
                  </a:lnTo>
                  <a:lnTo>
                    <a:pt x="42" y="878"/>
                  </a:lnTo>
                  <a:lnTo>
                    <a:pt x="54" y="888"/>
                  </a:lnTo>
                  <a:lnTo>
                    <a:pt x="66" y="898"/>
                  </a:lnTo>
                  <a:lnTo>
                    <a:pt x="80" y="908"/>
                  </a:lnTo>
                  <a:lnTo>
                    <a:pt x="94" y="916"/>
                  </a:lnTo>
                  <a:lnTo>
                    <a:pt x="112" y="922"/>
                  </a:lnTo>
                  <a:lnTo>
                    <a:pt x="130" y="928"/>
                  </a:lnTo>
                  <a:lnTo>
                    <a:pt x="148" y="932"/>
                  </a:lnTo>
                  <a:lnTo>
                    <a:pt x="170" y="936"/>
                  </a:lnTo>
                  <a:lnTo>
                    <a:pt x="192" y="938"/>
                  </a:lnTo>
                  <a:lnTo>
                    <a:pt x="216" y="940"/>
                  </a:lnTo>
                  <a:lnTo>
                    <a:pt x="242" y="940"/>
                  </a:lnTo>
                  <a:lnTo>
                    <a:pt x="268" y="938"/>
                  </a:lnTo>
                  <a:lnTo>
                    <a:pt x="328" y="932"/>
                  </a:lnTo>
                  <a:lnTo>
                    <a:pt x="392" y="920"/>
                  </a:lnTo>
                  <a:lnTo>
                    <a:pt x="466" y="904"/>
                  </a:lnTo>
                  <a:lnTo>
                    <a:pt x="544" y="882"/>
                  </a:lnTo>
                  <a:lnTo>
                    <a:pt x="544" y="882"/>
                  </a:lnTo>
                  <a:lnTo>
                    <a:pt x="562" y="858"/>
                  </a:lnTo>
                  <a:lnTo>
                    <a:pt x="578" y="832"/>
                  </a:lnTo>
                  <a:lnTo>
                    <a:pt x="594" y="802"/>
                  </a:lnTo>
                  <a:lnTo>
                    <a:pt x="600" y="786"/>
                  </a:lnTo>
                  <a:lnTo>
                    <a:pt x="604" y="768"/>
                  </a:lnTo>
                  <a:lnTo>
                    <a:pt x="608" y="752"/>
                  </a:lnTo>
                  <a:lnTo>
                    <a:pt x="608" y="736"/>
                  </a:lnTo>
                  <a:lnTo>
                    <a:pt x="606" y="720"/>
                  </a:lnTo>
                  <a:lnTo>
                    <a:pt x="600" y="706"/>
                  </a:lnTo>
                  <a:lnTo>
                    <a:pt x="592" y="692"/>
                  </a:lnTo>
                  <a:lnTo>
                    <a:pt x="578" y="682"/>
                  </a:lnTo>
                  <a:lnTo>
                    <a:pt x="578" y="682"/>
                  </a:lnTo>
                  <a:lnTo>
                    <a:pt x="564" y="688"/>
                  </a:lnTo>
                  <a:lnTo>
                    <a:pt x="528" y="708"/>
                  </a:lnTo>
                  <a:lnTo>
                    <a:pt x="478" y="732"/>
                  </a:lnTo>
                  <a:lnTo>
                    <a:pt x="448" y="746"/>
                  </a:lnTo>
                  <a:lnTo>
                    <a:pt x="416" y="756"/>
                  </a:lnTo>
                  <a:lnTo>
                    <a:pt x="384" y="766"/>
                  </a:lnTo>
                  <a:lnTo>
                    <a:pt x="350" y="774"/>
                  </a:lnTo>
                  <a:lnTo>
                    <a:pt x="318" y="780"/>
                  </a:lnTo>
                  <a:lnTo>
                    <a:pt x="288" y="780"/>
                  </a:lnTo>
                  <a:lnTo>
                    <a:pt x="274" y="780"/>
                  </a:lnTo>
                  <a:lnTo>
                    <a:pt x="260" y="776"/>
                  </a:lnTo>
                  <a:lnTo>
                    <a:pt x="248" y="772"/>
                  </a:lnTo>
                  <a:lnTo>
                    <a:pt x="236" y="768"/>
                  </a:lnTo>
                  <a:lnTo>
                    <a:pt x="224" y="760"/>
                  </a:lnTo>
                  <a:lnTo>
                    <a:pt x="214" y="752"/>
                  </a:lnTo>
                  <a:lnTo>
                    <a:pt x="204" y="742"/>
                  </a:lnTo>
                  <a:lnTo>
                    <a:pt x="198" y="730"/>
                  </a:lnTo>
                  <a:lnTo>
                    <a:pt x="198" y="730"/>
                  </a:lnTo>
                  <a:lnTo>
                    <a:pt x="190" y="718"/>
                  </a:lnTo>
                  <a:lnTo>
                    <a:pt x="186" y="704"/>
                  </a:lnTo>
                  <a:lnTo>
                    <a:pt x="184" y="692"/>
                  </a:lnTo>
                  <a:lnTo>
                    <a:pt x="182" y="678"/>
                  </a:lnTo>
                  <a:lnTo>
                    <a:pt x="182" y="664"/>
                  </a:lnTo>
                  <a:lnTo>
                    <a:pt x="184" y="648"/>
                  </a:lnTo>
                  <a:lnTo>
                    <a:pt x="190" y="618"/>
                  </a:lnTo>
                  <a:lnTo>
                    <a:pt x="200" y="588"/>
                  </a:lnTo>
                  <a:lnTo>
                    <a:pt x="216" y="556"/>
                  </a:lnTo>
                  <a:lnTo>
                    <a:pt x="236" y="522"/>
                  </a:lnTo>
                  <a:lnTo>
                    <a:pt x="258" y="486"/>
                  </a:lnTo>
                  <a:lnTo>
                    <a:pt x="282" y="452"/>
                  </a:lnTo>
                  <a:lnTo>
                    <a:pt x="308" y="414"/>
                  </a:lnTo>
                  <a:lnTo>
                    <a:pt x="366" y="338"/>
                  </a:lnTo>
                  <a:lnTo>
                    <a:pt x="424" y="260"/>
                  </a:lnTo>
                  <a:lnTo>
                    <a:pt x="452" y="218"/>
                  </a:lnTo>
                  <a:lnTo>
                    <a:pt x="480" y="178"/>
                  </a:lnTo>
                  <a:lnTo>
                    <a:pt x="480" y="178"/>
                  </a:lnTo>
                  <a:lnTo>
                    <a:pt x="484" y="168"/>
                  </a:lnTo>
                  <a:lnTo>
                    <a:pt x="490" y="146"/>
                  </a:lnTo>
                  <a:lnTo>
                    <a:pt x="498" y="114"/>
                  </a:lnTo>
                  <a:lnTo>
                    <a:pt x="500" y="96"/>
                  </a:lnTo>
                  <a:lnTo>
                    <a:pt x="500" y="78"/>
                  </a:lnTo>
                  <a:lnTo>
                    <a:pt x="500" y="60"/>
                  </a:lnTo>
                  <a:lnTo>
                    <a:pt x="496" y="44"/>
                  </a:lnTo>
                  <a:lnTo>
                    <a:pt x="490" y="30"/>
                  </a:lnTo>
                  <a:lnTo>
                    <a:pt x="482" y="18"/>
                  </a:lnTo>
                  <a:lnTo>
                    <a:pt x="476" y="12"/>
                  </a:lnTo>
                  <a:lnTo>
                    <a:pt x="470" y="8"/>
                  </a:lnTo>
                  <a:lnTo>
                    <a:pt x="462" y="4"/>
                  </a:lnTo>
                  <a:lnTo>
                    <a:pt x="454" y="2"/>
                  </a:lnTo>
                  <a:lnTo>
                    <a:pt x="444" y="0"/>
                  </a:lnTo>
                  <a:lnTo>
                    <a:pt x="434" y="0"/>
                  </a:lnTo>
                  <a:lnTo>
                    <a:pt x="408"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1" name="任意多边形 90"/>
            <p:cNvSpPr/>
            <p:nvPr>
              <p:custDataLst>
                <p:tags r:id="rId90"/>
              </p:custDataLst>
            </p:nvPr>
          </p:nvSpPr>
          <p:spPr bwMode="auto">
            <a:xfrm>
              <a:off x="1971" y="4053"/>
              <a:ext cx="566" cy="446"/>
            </a:xfrm>
            <a:custGeom>
              <a:avLst/>
              <a:gdLst>
                <a:gd name="T0" fmla="*/ 232 w 472"/>
                <a:gd name="T1" fmla="*/ 364 h 372"/>
                <a:gd name="T2" fmla="*/ 162 w 472"/>
                <a:gd name="T3" fmla="*/ 372 h 372"/>
                <a:gd name="T4" fmla="*/ 122 w 472"/>
                <a:gd name="T5" fmla="*/ 360 h 372"/>
                <a:gd name="T6" fmla="*/ 82 w 472"/>
                <a:gd name="T7" fmla="*/ 334 h 372"/>
                <a:gd name="T8" fmla="*/ 56 w 472"/>
                <a:gd name="T9" fmla="*/ 306 h 372"/>
                <a:gd name="T10" fmla="*/ 24 w 472"/>
                <a:gd name="T11" fmla="*/ 256 h 372"/>
                <a:gd name="T12" fmla="*/ 4 w 472"/>
                <a:gd name="T13" fmla="*/ 202 h 372"/>
                <a:gd name="T14" fmla="*/ 0 w 472"/>
                <a:gd name="T15" fmla="*/ 152 h 372"/>
                <a:gd name="T16" fmla="*/ 6 w 472"/>
                <a:gd name="T17" fmla="*/ 110 h 372"/>
                <a:gd name="T18" fmla="*/ 26 w 472"/>
                <a:gd name="T19" fmla="*/ 80 h 372"/>
                <a:gd name="T20" fmla="*/ 48 w 472"/>
                <a:gd name="T21" fmla="*/ 70 h 372"/>
                <a:gd name="T22" fmla="*/ 70 w 472"/>
                <a:gd name="T23" fmla="*/ 80 h 372"/>
                <a:gd name="T24" fmla="*/ 78 w 472"/>
                <a:gd name="T25" fmla="*/ 122 h 372"/>
                <a:gd name="T26" fmla="*/ 82 w 472"/>
                <a:gd name="T27" fmla="*/ 160 h 372"/>
                <a:gd name="T28" fmla="*/ 98 w 472"/>
                <a:gd name="T29" fmla="*/ 192 h 372"/>
                <a:gd name="T30" fmla="*/ 114 w 472"/>
                <a:gd name="T31" fmla="*/ 200 h 372"/>
                <a:gd name="T32" fmla="*/ 108 w 472"/>
                <a:gd name="T33" fmla="*/ 156 h 372"/>
                <a:gd name="T34" fmla="*/ 110 w 472"/>
                <a:gd name="T35" fmla="*/ 72 h 372"/>
                <a:gd name="T36" fmla="*/ 122 w 472"/>
                <a:gd name="T37" fmla="*/ 34 h 372"/>
                <a:gd name="T38" fmla="*/ 136 w 472"/>
                <a:gd name="T39" fmla="*/ 16 h 372"/>
                <a:gd name="T40" fmla="*/ 158 w 472"/>
                <a:gd name="T41" fmla="*/ 4 h 372"/>
                <a:gd name="T42" fmla="*/ 194 w 472"/>
                <a:gd name="T43" fmla="*/ 8 h 372"/>
                <a:gd name="T44" fmla="*/ 202 w 472"/>
                <a:gd name="T45" fmla="*/ 22 h 372"/>
                <a:gd name="T46" fmla="*/ 198 w 472"/>
                <a:gd name="T47" fmla="*/ 42 h 372"/>
                <a:gd name="T48" fmla="*/ 194 w 472"/>
                <a:gd name="T49" fmla="*/ 58 h 372"/>
                <a:gd name="T50" fmla="*/ 196 w 472"/>
                <a:gd name="T51" fmla="*/ 122 h 372"/>
                <a:gd name="T52" fmla="*/ 210 w 472"/>
                <a:gd name="T53" fmla="*/ 188 h 372"/>
                <a:gd name="T54" fmla="*/ 218 w 472"/>
                <a:gd name="T55" fmla="*/ 126 h 372"/>
                <a:gd name="T56" fmla="*/ 238 w 472"/>
                <a:gd name="T57" fmla="*/ 70 h 372"/>
                <a:gd name="T58" fmla="*/ 260 w 472"/>
                <a:gd name="T59" fmla="*/ 50 h 372"/>
                <a:gd name="T60" fmla="*/ 286 w 472"/>
                <a:gd name="T61" fmla="*/ 46 h 372"/>
                <a:gd name="T62" fmla="*/ 306 w 472"/>
                <a:gd name="T63" fmla="*/ 62 h 372"/>
                <a:gd name="T64" fmla="*/ 312 w 472"/>
                <a:gd name="T65" fmla="*/ 86 h 372"/>
                <a:gd name="T66" fmla="*/ 306 w 472"/>
                <a:gd name="T67" fmla="*/ 100 h 372"/>
                <a:gd name="T68" fmla="*/ 290 w 472"/>
                <a:gd name="T69" fmla="*/ 144 h 372"/>
                <a:gd name="T70" fmla="*/ 282 w 472"/>
                <a:gd name="T71" fmla="*/ 188 h 372"/>
                <a:gd name="T72" fmla="*/ 290 w 472"/>
                <a:gd name="T73" fmla="*/ 234 h 372"/>
                <a:gd name="T74" fmla="*/ 310 w 472"/>
                <a:gd name="T75" fmla="*/ 246 h 372"/>
                <a:gd name="T76" fmla="*/ 328 w 472"/>
                <a:gd name="T77" fmla="*/ 240 h 372"/>
                <a:gd name="T78" fmla="*/ 346 w 472"/>
                <a:gd name="T79" fmla="*/ 228 h 372"/>
                <a:gd name="T80" fmla="*/ 396 w 472"/>
                <a:gd name="T81" fmla="*/ 206 h 372"/>
                <a:gd name="T82" fmla="*/ 434 w 472"/>
                <a:gd name="T83" fmla="*/ 202 h 372"/>
                <a:gd name="T84" fmla="*/ 448 w 472"/>
                <a:gd name="T85" fmla="*/ 210 h 372"/>
                <a:gd name="T86" fmla="*/ 464 w 472"/>
                <a:gd name="T87" fmla="*/ 238 h 372"/>
                <a:gd name="T88" fmla="*/ 472 w 472"/>
                <a:gd name="T89" fmla="*/ 260 h 372"/>
                <a:gd name="T90" fmla="*/ 358 w 472"/>
                <a:gd name="T91" fmla="*/ 314 h 372"/>
                <a:gd name="T92" fmla="*/ 252 w 472"/>
                <a:gd name="T93" fmla="*/ 35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72" h="372">
                  <a:moveTo>
                    <a:pt x="252" y="358"/>
                  </a:moveTo>
                  <a:lnTo>
                    <a:pt x="252" y="358"/>
                  </a:lnTo>
                  <a:lnTo>
                    <a:pt x="232" y="364"/>
                  </a:lnTo>
                  <a:lnTo>
                    <a:pt x="210" y="370"/>
                  </a:lnTo>
                  <a:lnTo>
                    <a:pt x="186" y="372"/>
                  </a:lnTo>
                  <a:lnTo>
                    <a:pt x="162" y="372"/>
                  </a:lnTo>
                  <a:lnTo>
                    <a:pt x="148" y="370"/>
                  </a:lnTo>
                  <a:lnTo>
                    <a:pt x="136" y="366"/>
                  </a:lnTo>
                  <a:lnTo>
                    <a:pt x="122" y="360"/>
                  </a:lnTo>
                  <a:lnTo>
                    <a:pt x="110" y="354"/>
                  </a:lnTo>
                  <a:lnTo>
                    <a:pt x="96" y="346"/>
                  </a:lnTo>
                  <a:lnTo>
                    <a:pt x="82" y="334"/>
                  </a:lnTo>
                  <a:lnTo>
                    <a:pt x="70" y="322"/>
                  </a:lnTo>
                  <a:lnTo>
                    <a:pt x="56" y="306"/>
                  </a:lnTo>
                  <a:lnTo>
                    <a:pt x="56" y="306"/>
                  </a:lnTo>
                  <a:lnTo>
                    <a:pt x="44" y="290"/>
                  </a:lnTo>
                  <a:lnTo>
                    <a:pt x="32" y="272"/>
                  </a:lnTo>
                  <a:lnTo>
                    <a:pt x="24" y="256"/>
                  </a:lnTo>
                  <a:lnTo>
                    <a:pt x="16" y="238"/>
                  </a:lnTo>
                  <a:lnTo>
                    <a:pt x="10" y="220"/>
                  </a:lnTo>
                  <a:lnTo>
                    <a:pt x="4" y="202"/>
                  </a:lnTo>
                  <a:lnTo>
                    <a:pt x="2" y="184"/>
                  </a:lnTo>
                  <a:lnTo>
                    <a:pt x="0" y="168"/>
                  </a:lnTo>
                  <a:lnTo>
                    <a:pt x="0" y="152"/>
                  </a:lnTo>
                  <a:lnTo>
                    <a:pt x="0" y="136"/>
                  </a:lnTo>
                  <a:lnTo>
                    <a:pt x="2" y="122"/>
                  </a:lnTo>
                  <a:lnTo>
                    <a:pt x="6" y="110"/>
                  </a:lnTo>
                  <a:lnTo>
                    <a:pt x="12" y="98"/>
                  </a:lnTo>
                  <a:lnTo>
                    <a:pt x="18" y="88"/>
                  </a:lnTo>
                  <a:lnTo>
                    <a:pt x="26" y="80"/>
                  </a:lnTo>
                  <a:lnTo>
                    <a:pt x="36" y="74"/>
                  </a:lnTo>
                  <a:lnTo>
                    <a:pt x="36" y="74"/>
                  </a:lnTo>
                  <a:lnTo>
                    <a:pt x="48" y="70"/>
                  </a:lnTo>
                  <a:lnTo>
                    <a:pt x="56" y="68"/>
                  </a:lnTo>
                  <a:lnTo>
                    <a:pt x="64" y="72"/>
                  </a:lnTo>
                  <a:lnTo>
                    <a:pt x="70" y="80"/>
                  </a:lnTo>
                  <a:lnTo>
                    <a:pt x="74" y="90"/>
                  </a:lnTo>
                  <a:lnTo>
                    <a:pt x="78" y="104"/>
                  </a:lnTo>
                  <a:lnTo>
                    <a:pt x="78" y="122"/>
                  </a:lnTo>
                  <a:lnTo>
                    <a:pt x="80" y="142"/>
                  </a:lnTo>
                  <a:lnTo>
                    <a:pt x="80" y="142"/>
                  </a:lnTo>
                  <a:lnTo>
                    <a:pt x="82" y="160"/>
                  </a:lnTo>
                  <a:lnTo>
                    <a:pt x="86" y="174"/>
                  </a:lnTo>
                  <a:lnTo>
                    <a:pt x="92" y="186"/>
                  </a:lnTo>
                  <a:lnTo>
                    <a:pt x="98" y="192"/>
                  </a:lnTo>
                  <a:lnTo>
                    <a:pt x="104" y="196"/>
                  </a:lnTo>
                  <a:lnTo>
                    <a:pt x="110" y="198"/>
                  </a:lnTo>
                  <a:lnTo>
                    <a:pt x="114" y="200"/>
                  </a:lnTo>
                  <a:lnTo>
                    <a:pt x="114" y="200"/>
                  </a:lnTo>
                  <a:lnTo>
                    <a:pt x="112" y="180"/>
                  </a:lnTo>
                  <a:lnTo>
                    <a:pt x="108" y="156"/>
                  </a:lnTo>
                  <a:lnTo>
                    <a:pt x="108" y="130"/>
                  </a:lnTo>
                  <a:lnTo>
                    <a:pt x="108" y="100"/>
                  </a:lnTo>
                  <a:lnTo>
                    <a:pt x="110" y="72"/>
                  </a:lnTo>
                  <a:lnTo>
                    <a:pt x="114" y="58"/>
                  </a:lnTo>
                  <a:lnTo>
                    <a:pt x="118" y="46"/>
                  </a:lnTo>
                  <a:lnTo>
                    <a:pt x="122" y="34"/>
                  </a:lnTo>
                  <a:lnTo>
                    <a:pt x="130" y="24"/>
                  </a:lnTo>
                  <a:lnTo>
                    <a:pt x="130" y="24"/>
                  </a:lnTo>
                  <a:lnTo>
                    <a:pt x="136" y="16"/>
                  </a:lnTo>
                  <a:lnTo>
                    <a:pt x="144" y="10"/>
                  </a:lnTo>
                  <a:lnTo>
                    <a:pt x="150" y="6"/>
                  </a:lnTo>
                  <a:lnTo>
                    <a:pt x="158" y="4"/>
                  </a:lnTo>
                  <a:lnTo>
                    <a:pt x="172" y="0"/>
                  </a:lnTo>
                  <a:lnTo>
                    <a:pt x="184" y="2"/>
                  </a:lnTo>
                  <a:lnTo>
                    <a:pt x="194" y="8"/>
                  </a:lnTo>
                  <a:lnTo>
                    <a:pt x="198" y="12"/>
                  </a:lnTo>
                  <a:lnTo>
                    <a:pt x="200" y="16"/>
                  </a:lnTo>
                  <a:lnTo>
                    <a:pt x="202" y="22"/>
                  </a:lnTo>
                  <a:lnTo>
                    <a:pt x="202" y="28"/>
                  </a:lnTo>
                  <a:lnTo>
                    <a:pt x="202" y="34"/>
                  </a:lnTo>
                  <a:lnTo>
                    <a:pt x="198" y="42"/>
                  </a:lnTo>
                  <a:lnTo>
                    <a:pt x="198" y="42"/>
                  </a:lnTo>
                  <a:lnTo>
                    <a:pt x="196" y="48"/>
                  </a:lnTo>
                  <a:lnTo>
                    <a:pt x="194" y="58"/>
                  </a:lnTo>
                  <a:lnTo>
                    <a:pt x="192" y="78"/>
                  </a:lnTo>
                  <a:lnTo>
                    <a:pt x="192" y="98"/>
                  </a:lnTo>
                  <a:lnTo>
                    <a:pt x="196" y="122"/>
                  </a:lnTo>
                  <a:lnTo>
                    <a:pt x="202" y="162"/>
                  </a:lnTo>
                  <a:lnTo>
                    <a:pt x="210" y="188"/>
                  </a:lnTo>
                  <a:lnTo>
                    <a:pt x="210" y="188"/>
                  </a:lnTo>
                  <a:lnTo>
                    <a:pt x="212" y="170"/>
                  </a:lnTo>
                  <a:lnTo>
                    <a:pt x="214" y="150"/>
                  </a:lnTo>
                  <a:lnTo>
                    <a:pt x="218" y="126"/>
                  </a:lnTo>
                  <a:lnTo>
                    <a:pt x="224" y="102"/>
                  </a:lnTo>
                  <a:lnTo>
                    <a:pt x="232" y="80"/>
                  </a:lnTo>
                  <a:lnTo>
                    <a:pt x="238" y="70"/>
                  </a:lnTo>
                  <a:lnTo>
                    <a:pt x="244" y="62"/>
                  </a:lnTo>
                  <a:lnTo>
                    <a:pt x="252" y="54"/>
                  </a:lnTo>
                  <a:lnTo>
                    <a:pt x="260" y="50"/>
                  </a:lnTo>
                  <a:lnTo>
                    <a:pt x="260" y="50"/>
                  </a:lnTo>
                  <a:lnTo>
                    <a:pt x="274" y="46"/>
                  </a:lnTo>
                  <a:lnTo>
                    <a:pt x="286" y="46"/>
                  </a:lnTo>
                  <a:lnTo>
                    <a:pt x="294" y="50"/>
                  </a:lnTo>
                  <a:lnTo>
                    <a:pt x="302" y="54"/>
                  </a:lnTo>
                  <a:lnTo>
                    <a:pt x="306" y="62"/>
                  </a:lnTo>
                  <a:lnTo>
                    <a:pt x="310" y="68"/>
                  </a:lnTo>
                  <a:lnTo>
                    <a:pt x="312" y="78"/>
                  </a:lnTo>
                  <a:lnTo>
                    <a:pt x="312" y="86"/>
                  </a:lnTo>
                  <a:lnTo>
                    <a:pt x="312" y="86"/>
                  </a:lnTo>
                  <a:lnTo>
                    <a:pt x="310" y="92"/>
                  </a:lnTo>
                  <a:lnTo>
                    <a:pt x="306" y="100"/>
                  </a:lnTo>
                  <a:lnTo>
                    <a:pt x="298" y="118"/>
                  </a:lnTo>
                  <a:lnTo>
                    <a:pt x="294" y="130"/>
                  </a:lnTo>
                  <a:lnTo>
                    <a:pt x="290" y="144"/>
                  </a:lnTo>
                  <a:lnTo>
                    <a:pt x="286" y="164"/>
                  </a:lnTo>
                  <a:lnTo>
                    <a:pt x="282" y="188"/>
                  </a:lnTo>
                  <a:lnTo>
                    <a:pt x="282" y="188"/>
                  </a:lnTo>
                  <a:lnTo>
                    <a:pt x="282" y="212"/>
                  </a:lnTo>
                  <a:lnTo>
                    <a:pt x="286" y="228"/>
                  </a:lnTo>
                  <a:lnTo>
                    <a:pt x="290" y="234"/>
                  </a:lnTo>
                  <a:lnTo>
                    <a:pt x="292" y="240"/>
                  </a:lnTo>
                  <a:lnTo>
                    <a:pt x="300" y="244"/>
                  </a:lnTo>
                  <a:lnTo>
                    <a:pt x="310" y="246"/>
                  </a:lnTo>
                  <a:lnTo>
                    <a:pt x="318" y="246"/>
                  </a:lnTo>
                  <a:lnTo>
                    <a:pt x="324" y="242"/>
                  </a:lnTo>
                  <a:lnTo>
                    <a:pt x="328" y="240"/>
                  </a:lnTo>
                  <a:lnTo>
                    <a:pt x="328" y="240"/>
                  </a:lnTo>
                  <a:lnTo>
                    <a:pt x="334" y="234"/>
                  </a:lnTo>
                  <a:lnTo>
                    <a:pt x="346" y="228"/>
                  </a:lnTo>
                  <a:lnTo>
                    <a:pt x="360" y="220"/>
                  </a:lnTo>
                  <a:lnTo>
                    <a:pt x="378" y="212"/>
                  </a:lnTo>
                  <a:lnTo>
                    <a:pt x="396" y="206"/>
                  </a:lnTo>
                  <a:lnTo>
                    <a:pt x="412" y="202"/>
                  </a:lnTo>
                  <a:lnTo>
                    <a:pt x="428" y="200"/>
                  </a:lnTo>
                  <a:lnTo>
                    <a:pt x="434" y="202"/>
                  </a:lnTo>
                  <a:lnTo>
                    <a:pt x="440" y="204"/>
                  </a:lnTo>
                  <a:lnTo>
                    <a:pt x="440" y="204"/>
                  </a:lnTo>
                  <a:lnTo>
                    <a:pt x="448" y="210"/>
                  </a:lnTo>
                  <a:lnTo>
                    <a:pt x="454" y="218"/>
                  </a:lnTo>
                  <a:lnTo>
                    <a:pt x="460" y="228"/>
                  </a:lnTo>
                  <a:lnTo>
                    <a:pt x="464" y="238"/>
                  </a:lnTo>
                  <a:lnTo>
                    <a:pt x="470" y="252"/>
                  </a:lnTo>
                  <a:lnTo>
                    <a:pt x="472" y="260"/>
                  </a:lnTo>
                  <a:lnTo>
                    <a:pt x="472" y="260"/>
                  </a:lnTo>
                  <a:lnTo>
                    <a:pt x="430" y="280"/>
                  </a:lnTo>
                  <a:lnTo>
                    <a:pt x="358" y="314"/>
                  </a:lnTo>
                  <a:lnTo>
                    <a:pt x="358" y="314"/>
                  </a:lnTo>
                  <a:lnTo>
                    <a:pt x="330" y="328"/>
                  </a:lnTo>
                  <a:lnTo>
                    <a:pt x="304" y="338"/>
                  </a:lnTo>
                  <a:lnTo>
                    <a:pt x="252" y="358"/>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2" name="任意多边形 91"/>
            <p:cNvSpPr/>
            <p:nvPr>
              <p:custDataLst>
                <p:tags r:id="rId91"/>
              </p:custDataLst>
            </p:nvPr>
          </p:nvSpPr>
          <p:spPr bwMode="auto">
            <a:xfrm>
              <a:off x="1971" y="4053"/>
              <a:ext cx="566" cy="446"/>
            </a:xfrm>
            <a:custGeom>
              <a:avLst/>
              <a:gdLst>
                <a:gd name="T0" fmla="*/ 232 w 472"/>
                <a:gd name="T1" fmla="*/ 364 h 372"/>
                <a:gd name="T2" fmla="*/ 162 w 472"/>
                <a:gd name="T3" fmla="*/ 372 h 372"/>
                <a:gd name="T4" fmla="*/ 122 w 472"/>
                <a:gd name="T5" fmla="*/ 360 h 372"/>
                <a:gd name="T6" fmla="*/ 82 w 472"/>
                <a:gd name="T7" fmla="*/ 334 h 372"/>
                <a:gd name="T8" fmla="*/ 56 w 472"/>
                <a:gd name="T9" fmla="*/ 306 h 372"/>
                <a:gd name="T10" fmla="*/ 24 w 472"/>
                <a:gd name="T11" fmla="*/ 256 h 372"/>
                <a:gd name="T12" fmla="*/ 4 w 472"/>
                <a:gd name="T13" fmla="*/ 202 h 372"/>
                <a:gd name="T14" fmla="*/ 0 w 472"/>
                <a:gd name="T15" fmla="*/ 152 h 372"/>
                <a:gd name="T16" fmla="*/ 6 w 472"/>
                <a:gd name="T17" fmla="*/ 110 h 372"/>
                <a:gd name="T18" fmla="*/ 26 w 472"/>
                <a:gd name="T19" fmla="*/ 80 h 372"/>
                <a:gd name="T20" fmla="*/ 48 w 472"/>
                <a:gd name="T21" fmla="*/ 70 h 372"/>
                <a:gd name="T22" fmla="*/ 70 w 472"/>
                <a:gd name="T23" fmla="*/ 80 h 372"/>
                <a:gd name="T24" fmla="*/ 78 w 472"/>
                <a:gd name="T25" fmla="*/ 122 h 372"/>
                <a:gd name="T26" fmla="*/ 82 w 472"/>
                <a:gd name="T27" fmla="*/ 160 h 372"/>
                <a:gd name="T28" fmla="*/ 98 w 472"/>
                <a:gd name="T29" fmla="*/ 192 h 372"/>
                <a:gd name="T30" fmla="*/ 114 w 472"/>
                <a:gd name="T31" fmla="*/ 200 h 372"/>
                <a:gd name="T32" fmla="*/ 108 w 472"/>
                <a:gd name="T33" fmla="*/ 156 h 372"/>
                <a:gd name="T34" fmla="*/ 110 w 472"/>
                <a:gd name="T35" fmla="*/ 72 h 372"/>
                <a:gd name="T36" fmla="*/ 122 w 472"/>
                <a:gd name="T37" fmla="*/ 34 h 372"/>
                <a:gd name="T38" fmla="*/ 136 w 472"/>
                <a:gd name="T39" fmla="*/ 16 h 372"/>
                <a:gd name="T40" fmla="*/ 158 w 472"/>
                <a:gd name="T41" fmla="*/ 4 h 372"/>
                <a:gd name="T42" fmla="*/ 194 w 472"/>
                <a:gd name="T43" fmla="*/ 8 h 372"/>
                <a:gd name="T44" fmla="*/ 202 w 472"/>
                <a:gd name="T45" fmla="*/ 22 h 372"/>
                <a:gd name="T46" fmla="*/ 198 w 472"/>
                <a:gd name="T47" fmla="*/ 42 h 372"/>
                <a:gd name="T48" fmla="*/ 194 w 472"/>
                <a:gd name="T49" fmla="*/ 58 h 372"/>
                <a:gd name="T50" fmla="*/ 196 w 472"/>
                <a:gd name="T51" fmla="*/ 122 h 372"/>
                <a:gd name="T52" fmla="*/ 210 w 472"/>
                <a:gd name="T53" fmla="*/ 188 h 372"/>
                <a:gd name="T54" fmla="*/ 218 w 472"/>
                <a:gd name="T55" fmla="*/ 126 h 372"/>
                <a:gd name="T56" fmla="*/ 238 w 472"/>
                <a:gd name="T57" fmla="*/ 70 h 372"/>
                <a:gd name="T58" fmla="*/ 260 w 472"/>
                <a:gd name="T59" fmla="*/ 50 h 372"/>
                <a:gd name="T60" fmla="*/ 286 w 472"/>
                <a:gd name="T61" fmla="*/ 46 h 372"/>
                <a:gd name="T62" fmla="*/ 306 w 472"/>
                <a:gd name="T63" fmla="*/ 62 h 372"/>
                <a:gd name="T64" fmla="*/ 312 w 472"/>
                <a:gd name="T65" fmla="*/ 86 h 372"/>
                <a:gd name="T66" fmla="*/ 306 w 472"/>
                <a:gd name="T67" fmla="*/ 100 h 372"/>
                <a:gd name="T68" fmla="*/ 290 w 472"/>
                <a:gd name="T69" fmla="*/ 144 h 372"/>
                <a:gd name="T70" fmla="*/ 282 w 472"/>
                <a:gd name="T71" fmla="*/ 188 h 372"/>
                <a:gd name="T72" fmla="*/ 290 w 472"/>
                <a:gd name="T73" fmla="*/ 234 h 372"/>
                <a:gd name="T74" fmla="*/ 310 w 472"/>
                <a:gd name="T75" fmla="*/ 246 h 372"/>
                <a:gd name="T76" fmla="*/ 328 w 472"/>
                <a:gd name="T77" fmla="*/ 240 h 372"/>
                <a:gd name="T78" fmla="*/ 346 w 472"/>
                <a:gd name="T79" fmla="*/ 228 h 372"/>
                <a:gd name="T80" fmla="*/ 396 w 472"/>
                <a:gd name="T81" fmla="*/ 206 h 372"/>
                <a:gd name="T82" fmla="*/ 434 w 472"/>
                <a:gd name="T83" fmla="*/ 202 h 372"/>
                <a:gd name="T84" fmla="*/ 448 w 472"/>
                <a:gd name="T85" fmla="*/ 210 h 372"/>
                <a:gd name="T86" fmla="*/ 464 w 472"/>
                <a:gd name="T87" fmla="*/ 238 h 372"/>
                <a:gd name="T88" fmla="*/ 472 w 472"/>
                <a:gd name="T89" fmla="*/ 260 h 372"/>
                <a:gd name="T90" fmla="*/ 358 w 472"/>
                <a:gd name="T91" fmla="*/ 314 h 372"/>
                <a:gd name="T92" fmla="*/ 252 w 472"/>
                <a:gd name="T93" fmla="*/ 35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72" h="372">
                  <a:moveTo>
                    <a:pt x="252" y="358"/>
                  </a:moveTo>
                  <a:lnTo>
                    <a:pt x="252" y="358"/>
                  </a:lnTo>
                  <a:lnTo>
                    <a:pt x="232" y="364"/>
                  </a:lnTo>
                  <a:lnTo>
                    <a:pt x="210" y="370"/>
                  </a:lnTo>
                  <a:lnTo>
                    <a:pt x="186" y="372"/>
                  </a:lnTo>
                  <a:lnTo>
                    <a:pt x="162" y="372"/>
                  </a:lnTo>
                  <a:lnTo>
                    <a:pt x="148" y="370"/>
                  </a:lnTo>
                  <a:lnTo>
                    <a:pt x="136" y="366"/>
                  </a:lnTo>
                  <a:lnTo>
                    <a:pt x="122" y="360"/>
                  </a:lnTo>
                  <a:lnTo>
                    <a:pt x="110" y="354"/>
                  </a:lnTo>
                  <a:lnTo>
                    <a:pt x="96" y="346"/>
                  </a:lnTo>
                  <a:lnTo>
                    <a:pt x="82" y="334"/>
                  </a:lnTo>
                  <a:lnTo>
                    <a:pt x="70" y="322"/>
                  </a:lnTo>
                  <a:lnTo>
                    <a:pt x="56" y="306"/>
                  </a:lnTo>
                  <a:lnTo>
                    <a:pt x="56" y="306"/>
                  </a:lnTo>
                  <a:lnTo>
                    <a:pt x="44" y="290"/>
                  </a:lnTo>
                  <a:lnTo>
                    <a:pt x="32" y="272"/>
                  </a:lnTo>
                  <a:lnTo>
                    <a:pt x="24" y="256"/>
                  </a:lnTo>
                  <a:lnTo>
                    <a:pt x="16" y="238"/>
                  </a:lnTo>
                  <a:lnTo>
                    <a:pt x="10" y="220"/>
                  </a:lnTo>
                  <a:lnTo>
                    <a:pt x="4" y="202"/>
                  </a:lnTo>
                  <a:lnTo>
                    <a:pt x="2" y="184"/>
                  </a:lnTo>
                  <a:lnTo>
                    <a:pt x="0" y="168"/>
                  </a:lnTo>
                  <a:lnTo>
                    <a:pt x="0" y="152"/>
                  </a:lnTo>
                  <a:lnTo>
                    <a:pt x="0" y="136"/>
                  </a:lnTo>
                  <a:lnTo>
                    <a:pt x="2" y="122"/>
                  </a:lnTo>
                  <a:lnTo>
                    <a:pt x="6" y="110"/>
                  </a:lnTo>
                  <a:lnTo>
                    <a:pt x="12" y="98"/>
                  </a:lnTo>
                  <a:lnTo>
                    <a:pt x="18" y="88"/>
                  </a:lnTo>
                  <a:lnTo>
                    <a:pt x="26" y="80"/>
                  </a:lnTo>
                  <a:lnTo>
                    <a:pt x="36" y="74"/>
                  </a:lnTo>
                  <a:lnTo>
                    <a:pt x="36" y="74"/>
                  </a:lnTo>
                  <a:lnTo>
                    <a:pt x="48" y="70"/>
                  </a:lnTo>
                  <a:lnTo>
                    <a:pt x="56" y="68"/>
                  </a:lnTo>
                  <a:lnTo>
                    <a:pt x="64" y="72"/>
                  </a:lnTo>
                  <a:lnTo>
                    <a:pt x="70" y="80"/>
                  </a:lnTo>
                  <a:lnTo>
                    <a:pt x="74" y="90"/>
                  </a:lnTo>
                  <a:lnTo>
                    <a:pt x="78" y="104"/>
                  </a:lnTo>
                  <a:lnTo>
                    <a:pt x="78" y="122"/>
                  </a:lnTo>
                  <a:lnTo>
                    <a:pt x="80" y="142"/>
                  </a:lnTo>
                  <a:lnTo>
                    <a:pt x="80" y="142"/>
                  </a:lnTo>
                  <a:lnTo>
                    <a:pt x="82" y="160"/>
                  </a:lnTo>
                  <a:lnTo>
                    <a:pt x="86" y="174"/>
                  </a:lnTo>
                  <a:lnTo>
                    <a:pt x="92" y="186"/>
                  </a:lnTo>
                  <a:lnTo>
                    <a:pt x="98" y="192"/>
                  </a:lnTo>
                  <a:lnTo>
                    <a:pt x="104" y="196"/>
                  </a:lnTo>
                  <a:lnTo>
                    <a:pt x="110" y="198"/>
                  </a:lnTo>
                  <a:lnTo>
                    <a:pt x="114" y="200"/>
                  </a:lnTo>
                  <a:lnTo>
                    <a:pt x="114" y="200"/>
                  </a:lnTo>
                  <a:lnTo>
                    <a:pt x="112" y="180"/>
                  </a:lnTo>
                  <a:lnTo>
                    <a:pt x="108" y="156"/>
                  </a:lnTo>
                  <a:lnTo>
                    <a:pt x="108" y="130"/>
                  </a:lnTo>
                  <a:lnTo>
                    <a:pt x="108" y="100"/>
                  </a:lnTo>
                  <a:lnTo>
                    <a:pt x="110" y="72"/>
                  </a:lnTo>
                  <a:lnTo>
                    <a:pt x="114" y="58"/>
                  </a:lnTo>
                  <a:lnTo>
                    <a:pt x="118" y="46"/>
                  </a:lnTo>
                  <a:lnTo>
                    <a:pt x="122" y="34"/>
                  </a:lnTo>
                  <a:lnTo>
                    <a:pt x="130" y="24"/>
                  </a:lnTo>
                  <a:lnTo>
                    <a:pt x="130" y="24"/>
                  </a:lnTo>
                  <a:lnTo>
                    <a:pt x="136" y="16"/>
                  </a:lnTo>
                  <a:lnTo>
                    <a:pt x="144" y="10"/>
                  </a:lnTo>
                  <a:lnTo>
                    <a:pt x="150" y="6"/>
                  </a:lnTo>
                  <a:lnTo>
                    <a:pt x="158" y="4"/>
                  </a:lnTo>
                  <a:lnTo>
                    <a:pt x="172" y="0"/>
                  </a:lnTo>
                  <a:lnTo>
                    <a:pt x="184" y="2"/>
                  </a:lnTo>
                  <a:lnTo>
                    <a:pt x="194" y="8"/>
                  </a:lnTo>
                  <a:lnTo>
                    <a:pt x="198" y="12"/>
                  </a:lnTo>
                  <a:lnTo>
                    <a:pt x="200" y="16"/>
                  </a:lnTo>
                  <a:lnTo>
                    <a:pt x="202" y="22"/>
                  </a:lnTo>
                  <a:lnTo>
                    <a:pt x="202" y="28"/>
                  </a:lnTo>
                  <a:lnTo>
                    <a:pt x="202" y="34"/>
                  </a:lnTo>
                  <a:lnTo>
                    <a:pt x="198" y="42"/>
                  </a:lnTo>
                  <a:lnTo>
                    <a:pt x="198" y="42"/>
                  </a:lnTo>
                  <a:lnTo>
                    <a:pt x="196" y="48"/>
                  </a:lnTo>
                  <a:lnTo>
                    <a:pt x="194" y="58"/>
                  </a:lnTo>
                  <a:lnTo>
                    <a:pt x="192" y="78"/>
                  </a:lnTo>
                  <a:lnTo>
                    <a:pt x="192" y="98"/>
                  </a:lnTo>
                  <a:lnTo>
                    <a:pt x="196" y="122"/>
                  </a:lnTo>
                  <a:lnTo>
                    <a:pt x="202" y="162"/>
                  </a:lnTo>
                  <a:lnTo>
                    <a:pt x="210" y="188"/>
                  </a:lnTo>
                  <a:lnTo>
                    <a:pt x="210" y="188"/>
                  </a:lnTo>
                  <a:lnTo>
                    <a:pt x="212" y="170"/>
                  </a:lnTo>
                  <a:lnTo>
                    <a:pt x="214" y="150"/>
                  </a:lnTo>
                  <a:lnTo>
                    <a:pt x="218" y="126"/>
                  </a:lnTo>
                  <a:lnTo>
                    <a:pt x="224" y="102"/>
                  </a:lnTo>
                  <a:lnTo>
                    <a:pt x="232" y="80"/>
                  </a:lnTo>
                  <a:lnTo>
                    <a:pt x="238" y="70"/>
                  </a:lnTo>
                  <a:lnTo>
                    <a:pt x="244" y="62"/>
                  </a:lnTo>
                  <a:lnTo>
                    <a:pt x="252" y="54"/>
                  </a:lnTo>
                  <a:lnTo>
                    <a:pt x="260" y="50"/>
                  </a:lnTo>
                  <a:lnTo>
                    <a:pt x="260" y="50"/>
                  </a:lnTo>
                  <a:lnTo>
                    <a:pt x="274" y="46"/>
                  </a:lnTo>
                  <a:lnTo>
                    <a:pt x="286" y="46"/>
                  </a:lnTo>
                  <a:lnTo>
                    <a:pt x="294" y="50"/>
                  </a:lnTo>
                  <a:lnTo>
                    <a:pt x="302" y="54"/>
                  </a:lnTo>
                  <a:lnTo>
                    <a:pt x="306" y="62"/>
                  </a:lnTo>
                  <a:lnTo>
                    <a:pt x="310" y="68"/>
                  </a:lnTo>
                  <a:lnTo>
                    <a:pt x="312" y="78"/>
                  </a:lnTo>
                  <a:lnTo>
                    <a:pt x="312" y="86"/>
                  </a:lnTo>
                  <a:lnTo>
                    <a:pt x="312" y="86"/>
                  </a:lnTo>
                  <a:lnTo>
                    <a:pt x="310" y="92"/>
                  </a:lnTo>
                  <a:lnTo>
                    <a:pt x="306" y="100"/>
                  </a:lnTo>
                  <a:lnTo>
                    <a:pt x="298" y="118"/>
                  </a:lnTo>
                  <a:lnTo>
                    <a:pt x="294" y="130"/>
                  </a:lnTo>
                  <a:lnTo>
                    <a:pt x="290" y="144"/>
                  </a:lnTo>
                  <a:lnTo>
                    <a:pt x="286" y="164"/>
                  </a:lnTo>
                  <a:lnTo>
                    <a:pt x="282" y="188"/>
                  </a:lnTo>
                  <a:lnTo>
                    <a:pt x="282" y="188"/>
                  </a:lnTo>
                  <a:lnTo>
                    <a:pt x="282" y="212"/>
                  </a:lnTo>
                  <a:lnTo>
                    <a:pt x="286" y="228"/>
                  </a:lnTo>
                  <a:lnTo>
                    <a:pt x="290" y="234"/>
                  </a:lnTo>
                  <a:lnTo>
                    <a:pt x="292" y="240"/>
                  </a:lnTo>
                  <a:lnTo>
                    <a:pt x="300" y="244"/>
                  </a:lnTo>
                  <a:lnTo>
                    <a:pt x="310" y="246"/>
                  </a:lnTo>
                  <a:lnTo>
                    <a:pt x="318" y="246"/>
                  </a:lnTo>
                  <a:lnTo>
                    <a:pt x="324" y="242"/>
                  </a:lnTo>
                  <a:lnTo>
                    <a:pt x="328" y="240"/>
                  </a:lnTo>
                  <a:lnTo>
                    <a:pt x="328" y="240"/>
                  </a:lnTo>
                  <a:lnTo>
                    <a:pt x="334" y="234"/>
                  </a:lnTo>
                  <a:lnTo>
                    <a:pt x="346" y="228"/>
                  </a:lnTo>
                  <a:lnTo>
                    <a:pt x="360" y="220"/>
                  </a:lnTo>
                  <a:lnTo>
                    <a:pt x="378" y="212"/>
                  </a:lnTo>
                  <a:lnTo>
                    <a:pt x="396" y="206"/>
                  </a:lnTo>
                  <a:lnTo>
                    <a:pt x="412" y="202"/>
                  </a:lnTo>
                  <a:lnTo>
                    <a:pt x="428" y="200"/>
                  </a:lnTo>
                  <a:lnTo>
                    <a:pt x="434" y="202"/>
                  </a:lnTo>
                  <a:lnTo>
                    <a:pt x="440" y="204"/>
                  </a:lnTo>
                  <a:lnTo>
                    <a:pt x="440" y="204"/>
                  </a:lnTo>
                  <a:lnTo>
                    <a:pt x="448" y="210"/>
                  </a:lnTo>
                  <a:lnTo>
                    <a:pt x="454" y="218"/>
                  </a:lnTo>
                  <a:lnTo>
                    <a:pt x="460" y="228"/>
                  </a:lnTo>
                  <a:lnTo>
                    <a:pt x="464" y="238"/>
                  </a:lnTo>
                  <a:lnTo>
                    <a:pt x="470" y="252"/>
                  </a:lnTo>
                  <a:lnTo>
                    <a:pt x="472" y="260"/>
                  </a:lnTo>
                  <a:lnTo>
                    <a:pt x="472" y="260"/>
                  </a:lnTo>
                  <a:lnTo>
                    <a:pt x="430" y="280"/>
                  </a:lnTo>
                  <a:lnTo>
                    <a:pt x="358" y="314"/>
                  </a:lnTo>
                  <a:lnTo>
                    <a:pt x="358" y="314"/>
                  </a:lnTo>
                  <a:lnTo>
                    <a:pt x="330" y="328"/>
                  </a:lnTo>
                  <a:lnTo>
                    <a:pt x="304" y="338"/>
                  </a:lnTo>
                  <a:lnTo>
                    <a:pt x="252" y="35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3" name="任意多边形 92"/>
            <p:cNvSpPr/>
            <p:nvPr>
              <p:custDataLst>
                <p:tags r:id="rId92"/>
              </p:custDataLst>
            </p:nvPr>
          </p:nvSpPr>
          <p:spPr bwMode="auto">
            <a:xfrm>
              <a:off x="2151" y="4350"/>
              <a:ext cx="108" cy="101"/>
            </a:xfrm>
            <a:custGeom>
              <a:avLst/>
              <a:gdLst>
                <a:gd name="T0" fmla="*/ 0 w 90"/>
                <a:gd name="T1" fmla="*/ 12 h 84"/>
                <a:gd name="T2" fmla="*/ 0 w 90"/>
                <a:gd name="T3" fmla="*/ 12 h 84"/>
                <a:gd name="T4" fmla="*/ 12 w 90"/>
                <a:gd name="T5" fmla="*/ 10 h 84"/>
                <a:gd name="T6" fmla="*/ 26 w 90"/>
                <a:gd name="T7" fmla="*/ 8 h 84"/>
                <a:gd name="T8" fmla="*/ 40 w 90"/>
                <a:gd name="T9" fmla="*/ 12 h 84"/>
                <a:gd name="T10" fmla="*/ 48 w 90"/>
                <a:gd name="T11" fmla="*/ 14 h 84"/>
                <a:gd name="T12" fmla="*/ 56 w 90"/>
                <a:gd name="T13" fmla="*/ 18 h 84"/>
                <a:gd name="T14" fmla="*/ 64 w 90"/>
                <a:gd name="T15" fmla="*/ 24 h 84"/>
                <a:gd name="T16" fmla="*/ 72 w 90"/>
                <a:gd name="T17" fmla="*/ 32 h 84"/>
                <a:gd name="T18" fmla="*/ 78 w 90"/>
                <a:gd name="T19" fmla="*/ 42 h 84"/>
                <a:gd name="T20" fmla="*/ 82 w 90"/>
                <a:gd name="T21" fmla="*/ 54 h 84"/>
                <a:gd name="T22" fmla="*/ 86 w 90"/>
                <a:gd name="T23" fmla="*/ 68 h 84"/>
                <a:gd name="T24" fmla="*/ 90 w 90"/>
                <a:gd name="T25" fmla="*/ 84 h 84"/>
                <a:gd name="T26" fmla="*/ 90 w 90"/>
                <a:gd name="T27" fmla="*/ 84 h 84"/>
                <a:gd name="T28" fmla="*/ 88 w 90"/>
                <a:gd name="T29" fmla="*/ 66 h 84"/>
                <a:gd name="T30" fmla="*/ 86 w 90"/>
                <a:gd name="T31" fmla="*/ 48 h 84"/>
                <a:gd name="T32" fmla="*/ 80 w 90"/>
                <a:gd name="T33" fmla="*/ 30 h 84"/>
                <a:gd name="T34" fmla="*/ 74 w 90"/>
                <a:gd name="T35" fmla="*/ 20 h 84"/>
                <a:gd name="T36" fmla="*/ 68 w 90"/>
                <a:gd name="T37" fmla="*/ 14 h 84"/>
                <a:gd name="T38" fmla="*/ 62 w 90"/>
                <a:gd name="T39" fmla="*/ 6 h 84"/>
                <a:gd name="T40" fmla="*/ 52 w 90"/>
                <a:gd name="T41" fmla="*/ 2 h 84"/>
                <a:gd name="T42" fmla="*/ 42 w 90"/>
                <a:gd name="T43" fmla="*/ 0 h 84"/>
                <a:gd name="T44" fmla="*/ 30 w 90"/>
                <a:gd name="T45" fmla="*/ 0 h 84"/>
                <a:gd name="T46" fmla="*/ 16 w 90"/>
                <a:gd name="T47" fmla="*/ 4 h 84"/>
                <a:gd name="T48" fmla="*/ 0 w 90"/>
                <a:gd name="T4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0" h="84">
                  <a:moveTo>
                    <a:pt x="0" y="12"/>
                  </a:moveTo>
                  <a:lnTo>
                    <a:pt x="0" y="12"/>
                  </a:lnTo>
                  <a:lnTo>
                    <a:pt x="12" y="10"/>
                  </a:lnTo>
                  <a:lnTo>
                    <a:pt x="26" y="8"/>
                  </a:lnTo>
                  <a:lnTo>
                    <a:pt x="40" y="12"/>
                  </a:lnTo>
                  <a:lnTo>
                    <a:pt x="48" y="14"/>
                  </a:lnTo>
                  <a:lnTo>
                    <a:pt x="56" y="18"/>
                  </a:lnTo>
                  <a:lnTo>
                    <a:pt x="64" y="24"/>
                  </a:lnTo>
                  <a:lnTo>
                    <a:pt x="72" y="32"/>
                  </a:lnTo>
                  <a:lnTo>
                    <a:pt x="78" y="42"/>
                  </a:lnTo>
                  <a:lnTo>
                    <a:pt x="82" y="54"/>
                  </a:lnTo>
                  <a:lnTo>
                    <a:pt x="86" y="68"/>
                  </a:lnTo>
                  <a:lnTo>
                    <a:pt x="90" y="84"/>
                  </a:lnTo>
                  <a:lnTo>
                    <a:pt x="90" y="84"/>
                  </a:lnTo>
                  <a:lnTo>
                    <a:pt x="88" y="66"/>
                  </a:lnTo>
                  <a:lnTo>
                    <a:pt x="86" y="48"/>
                  </a:lnTo>
                  <a:lnTo>
                    <a:pt x="80" y="30"/>
                  </a:lnTo>
                  <a:lnTo>
                    <a:pt x="74" y="20"/>
                  </a:lnTo>
                  <a:lnTo>
                    <a:pt x="68" y="14"/>
                  </a:lnTo>
                  <a:lnTo>
                    <a:pt x="62" y="6"/>
                  </a:lnTo>
                  <a:lnTo>
                    <a:pt x="52" y="2"/>
                  </a:lnTo>
                  <a:lnTo>
                    <a:pt x="42" y="0"/>
                  </a:lnTo>
                  <a:lnTo>
                    <a:pt x="30" y="0"/>
                  </a:lnTo>
                  <a:lnTo>
                    <a:pt x="16" y="4"/>
                  </a:lnTo>
                  <a:lnTo>
                    <a:pt x="0" y="12"/>
                  </a:lnTo>
                  <a:close/>
                </a:path>
              </a:pathLst>
            </a:custGeom>
            <a:solidFill>
              <a:srgbClr val="CB8F5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4" name="任意多边形 93"/>
            <p:cNvSpPr/>
            <p:nvPr>
              <p:custDataLst>
                <p:tags r:id="rId93"/>
              </p:custDataLst>
            </p:nvPr>
          </p:nvSpPr>
          <p:spPr bwMode="auto">
            <a:xfrm>
              <a:off x="2151" y="4350"/>
              <a:ext cx="108" cy="101"/>
            </a:xfrm>
            <a:custGeom>
              <a:avLst/>
              <a:gdLst>
                <a:gd name="T0" fmla="*/ 0 w 90"/>
                <a:gd name="T1" fmla="*/ 12 h 84"/>
                <a:gd name="T2" fmla="*/ 0 w 90"/>
                <a:gd name="T3" fmla="*/ 12 h 84"/>
                <a:gd name="T4" fmla="*/ 12 w 90"/>
                <a:gd name="T5" fmla="*/ 10 h 84"/>
                <a:gd name="T6" fmla="*/ 26 w 90"/>
                <a:gd name="T7" fmla="*/ 8 h 84"/>
                <a:gd name="T8" fmla="*/ 40 w 90"/>
                <a:gd name="T9" fmla="*/ 12 h 84"/>
                <a:gd name="T10" fmla="*/ 48 w 90"/>
                <a:gd name="T11" fmla="*/ 14 h 84"/>
                <a:gd name="T12" fmla="*/ 56 w 90"/>
                <a:gd name="T13" fmla="*/ 18 h 84"/>
                <a:gd name="T14" fmla="*/ 64 w 90"/>
                <a:gd name="T15" fmla="*/ 24 h 84"/>
                <a:gd name="T16" fmla="*/ 72 w 90"/>
                <a:gd name="T17" fmla="*/ 32 h 84"/>
                <a:gd name="T18" fmla="*/ 78 w 90"/>
                <a:gd name="T19" fmla="*/ 42 h 84"/>
                <a:gd name="T20" fmla="*/ 82 w 90"/>
                <a:gd name="T21" fmla="*/ 54 h 84"/>
                <a:gd name="T22" fmla="*/ 86 w 90"/>
                <a:gd name="T23" fmla="*/ 68 h 84"/>
                <a:gd name="T24" fmla="*/ 90 w 90"/>
                <a:gd name="T25" fmla="*/ 84 h 84"/>
                <a:gd name="T26" fmla="*/ 90 w 90"/>
                <a:gd name="T27" fmla="*/ 84 h 84"/>
                <a:gd name="T28" fmla="*/ 88 w 90"/>
                <a:gd name="T29" fmla="*/ 66 h 84"/>
                <a:gd name="T30" fmla="*/ 86 w 90"/>
                <a:gd name="T31" fmla="*/ 48 h 84"/>
                <a:gd name="T32" fmla="*/ 80 w 90"/>
                <a:gd name="T33" fmla="*/ 30 h 84"/>
                <a:gd name="T34" fmla="*/ 74 w 90"/>
                <a:gd name="T35" fmla="*/ 20 h 84"/>
                <a:gd name="T36" fmla="*/ 68 w 90"/>
                <a:gd name="T37" fmla="*/ 14 h 84"/>
                <a:gd name="T38" fmla="*/ 62 w 90"/>
                <a:gd name="T39" fmla="*/ 6 h 84"/>
                <a:gd name="T40" fmla="*/ 52 w 90"/>
                <a:gd name="T41" fmla="*/ 2 h 84"/>
                <a:gd name="T42" fmla="*/ 42 w 90"/>
                <a:gd name="T43" fmla="*/ 0 h 84"/>
                <a:gd name="T44" fmla="*/ 30 w 90"/>
                <a:gd name="T45" fmla="*/ 0 h 84"/>
                <a:gd name="T46" fmla="*/ 16 w 90"/>
                <a:gd name="T47" fmla="*/ 4 h 84"/>
                <a:gd name="T48" fmla="*/ 0 w 90"/>
                <a:gd name="T4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0" h="84">
                  <a:moveTo>
                    <a:pt x="0" y="12"/>
                  </a:moveTo>
                  <a:lnTo>
                    <a:pt x="0" y="12"/>
                  </a:lnTo>
                  <a:lnTo>
                    <a:pt x="12" y="10"/>
                  </a:lnTo>
                  <a:lnTo>
                    <a:pt x="26" y="8"/>
                  </a:lnTo>
                  <a:lnTo>
                    <a:pt x="40" y="12"/>
                  </a:lnTo>
                  <a:lnTo>
                    <a:pt x="48" y="14"/>
                  </a:lnTo>
                  <a:lnTo>
                    <a:pt x="56" y="18"/>
                  </a:lnTo>
                  <a:lnTo>
                    <a:pt x="64" y="24"/>
                  </a:lnTo>
                  <a:lnTo>
                    <a:pt x="72" y="32"/>
                  </a:lnTo>
                  <a:lnTo>
                    <a:pt x="78" y="42"/>
                  </a:lnTo>
                  <a:lnTo>
                    <a:pt x="82" y="54"/>
                  </a:lnTo>
                  <a:lnTo>
                    <a:pt x="86" y="68"/>
                  </a:lnTo>
                  <a:lnTo>
                    <a:pt x="90" y="84"/>
                  </a:lnTo>
                  <a:lnTo>
                    <a:pt x="90" y="84"/>
                  </a:lnTo>
                  <a:lnTo>
                    <a:pt x="88" y="66"/>
                  </a:lnTo>
                  <a:lnTo>
                    <a:pt x="86" y="48"/>
                  </a:lnTo>
                  <a:lnTo>
                    <a:pt x="80" y="30"/>
                  </a:lnTo>
                  <a:lnTo>
                    <a:pt x="74" y="20"/>
                  </a:lnTo>
                  <a:lnTo>
                    <a:pt x="68" y="14"/>
                  </a:lnTo>
                  <a:lnTo>
                    <a:pt x="62" y="6"/>
                  </a:lnTo>
                  <a:lnTo>
                    <a:pt x="52" y="2"/>
                  </a:lnTo>
                  <a:lnTo>
                    <a:pt x="42" y="0"/>
                  </a:lnTo>
                  <a:lnTo>
                    <a:pt x="30" y="0"/>
                  </a:lnTo>
                  <a:lnTo>
                    <a:pt x="16" y="4"/>
                  </a:lnTo>
                  <a:lnTo>
                    <a:pt x="0" y="1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102" name="任意多边形 101"/>
            <p:cNvSpPr/>
            <p:nvPr>
              <p:custDataLst>
                <p:tags r:id="rId94"/>
              </p:custDataLst>
            </p:nvPr>
          </p:nvSpPr>
          <p:spPr bwMode="auto">
            <a:xfrm flipH="1">
              <a:off x="2308" y="2567"/>
              <a:ext cx="101" cy="99"/>
            </a:xfrm>
            <a:custGeom>
              <a:avLst/>
              <a:gdLst>
                <a:gd name="T0" fmla="*/ 27 w 27"/>
                <a:gd name="T1" fmla="*/ 13 h 27"/>
                <a:gd name="T2" fmla="*/ 13 w 27"/>
                <a:gd name="T3" fmla="*/ 0 h 27"/>
                <a:gd name="T4" fmla="*/ 0 w 27"/>
                <a:gd name="T5" fmla="*/ 13 h 27"/>
                <a:gd name="T6" fmla="*/ 13 w 27"/>
                <a:gd name="T7" fmla="*/ 26 h 27"/>
                <a:gd name="T8" fmla="*/ 27 w 27"/>
                <a:gd name="T9" fmla="*/ 13 h 27"/>
              </a:gdLst>
              <a:ahLst/>
              <a:cxnLst>
                <a:cxn ang="0">
                  <a:pos x="T0" y="T1"/>
                </a:cxn>
                <a:cxn ang="0">
                  <a:pos x="T2" y="T3"/>
                </a:cxn>
                <a:cxn ang="0">
                  <a:pos x="T4" y="T5"/>
                </a:cxn>
                <a:cxn ang="0">
                  <a:pos x="T6" y="T7"/>
                </a:cxn>
                <a:cxn ang="0">
                  <a:pos x="T8" y="T9"/>
                </a:cxn>
              </a:cxnLst>
              <a:rect l="0" t="0" r="r" b="b"/>
              <a:pathLst>
                <a:path w="27" h="27">
                  <a:moveTo>
                    <a:pt x="27" y="13"/>
                  </a:moveTo>
                  <a:cubicBezTo>
                    <a:pt x="27" y="6"/>
                    <a:pt x="21" y="0"/>
                    <a:pt x="13" y="0"/>
                  </a:cubicBezTo>
                  <a:cubicBezTo>
                    <a:pt x="6" y="0"/>
                    <a:pt x="0" y="6"/>
                    <a:pt x="0" y="13"/>
                  </a:cubicBezTo>
                  <a:cubicBezTo>
                    <a:pt x="0" y="20"/>
                    <a:pt x="6" y="26"/>
                    <a:pt x="13" y="26"/>
                  </a:cubicBezTo>
                  <a:cubicBezTo>
                    <a:pt x="20" y="27"/>
                    <a:pt x="26" y="21"/>
                    <a:pt x="27" y="13"/>
                  </a:cubicBezTo>
                </a:path>
              </a:pathLst>
            </a:custGeom>
            <a:solidFill>
              <a:srgbClr val="000000"/>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103" name="任意多边形 102"/>
            <p:cNvSpPr/>
            <p:nvPr>
              <p:custDataLst>
                <p:tags r:id="rId95"/>
              </p:custDataLst>
            </p:nvPr>
          </p:nvSpPr>
          <p:spPr bwMode="auto">
            <a:xfrm flipH="1">
              <a:off x="2357" y="2583"/>
              <a:ext cx="37" cy="36"/>
            </a:xfrm>
            <a:custGeom>
              <a:avLst/>
              <a:gdLst>
                <a:gd name="T0" fmla="*/ 5 w 10"/>
                <a:gd name="T1" fmla="*/ 0 h 10"/>
                <a:gd name="T2" fmla="*/ 0 w 10"/>
                <a:gd name="T3" fmla="*/ 5 h 10"/>
                <a:gd name="T4" fmla="*/ 5 w 10"/>
                <a:gd name="T5" fmla="*/ 10 h 10"/>
                <a:gd name="T6" fmla="*/ 5 w 10"/>
                <a:gd name="T7" fmla="*/ 10 h 10"/>
                <a:gd name="T8" fmla="*/ 10 w 10"/>
                <a:gd name="T9" fmla="*/ 5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2" y="0"/>
                    <a:pt x="0" y="2"/>
                    <a:pt x="0" y="5"/>
                  </a:cubicBezTo>
                  <a:cubicBezTo>
                    <a:pt x="0" y="7"/>
                    <a:pt x="2" y="10"/>
                    <a:pt x="5" y="10"/>
                  </a:cubicBezTo>
                  <a:cubicBezTo>
                    <a:pt x="5" y="10"/>
                    <a:pt x="5" y="10"/>
                    <a:pt x="5" y="10"/>
                  </a:cubicBezTo>
                  <a:cubicBezTo>
                    <a:pt x="8" y="10"/>
                    <a:pt x="10" y="8"/>
                    <a:pt x="10" y="5"/>
                  </a:cubicBezTo>
                  <a:cubicBezTo>
                    <a:pt x="10" y="2"/>
                    <a:pt x="8" y="0"/>
                    <a:pt x="5" y="0"/>
                  </a:cubicBezTo>
                  <a:cubicBezTo>
                    <a:pt x="5" y="0"/>
                    <a:pt x="5" y="0"/>
                    <a:pt x="5" y="0"/>
                  </a:cubicBezTo>
                </a:path>
              </a:pathLst>
            </a:custGeom>
            <a:solidFill>
              <a:sysClr val="window" lastClr="FFFFFF"/>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100" name="任意多边形 99"/>
            <p:cNvSpPr/>
            <p:nvPr>
              <p:custDataLst>
                <p:tags r:id="rId96"/>
              </p:custDataLst>
            </p:nvPr>
          </p:nvSpPr>
          <p:spPr bwMode="auto">
            <a:xfrm flipH="1">
              <a:off x="2577" y="2513"/>
              <a:ext cx="99" cy="99"/>
            </a:xfrm>
            <a:custGeom>
              <a:avLst/>
              <a:gdLst>
                <a:gd name="T0" fmla="*/ 27 w 27"/>
                <a:gd name="T1" fmla="*/ 13 h 27"/>
                <a:gd name="T2" fmla="*/ 14 w 27"/>
                <a:gd name="T3" fmla="*/ 0 h 27"/>
                <a:gd name="T4" fmla="*/ 0 w 27"/>
                <a:gd name="T5" fmla="*/ 13 h 27"/>
                <a:gd name="T6" fmla="*/ 13 w 27"/>
                <a:gd name="T7" fmla="*/ 27 h 27"/>
                <a:gd name="T8" fmla="*/ 27 w 27"/>
                <a:gd name="T9" fmla="*/ 13 h 27"/>
              </a:gdLst>
              <a:ahLst/>
              <a:cxnLst>
                <a:cxn ang="0">
                  <a:pos x="T0" y="T1"/>
                </a:cxn>
                <a:cxn ang="0">
                  <a:pos x="T2" y="T3"/>
                </a:cxn>
                <a:cxn ang="0">
                  <a:pos x="T4" y="T5"/>
                </a:cxn>
                <a:cxn ang="0">
                  <a:pos x="T6" y="T7"/>
                </a:cxn>
                <a:cxn ang="0">
                  <a:pos x="T8" y="T9"/>
                </a:cxn>
              </a:cxnLst>
              <a:rect l="0" t="0" r="r" b="b"/>
              <a:pathLst>
                <a:path w="27" h="27">
                  <a:moveTo>
                    <a:pt x="27" y="13"/>
                  </a:moveTo>
                  <a:cubicBezTo>
                    <a:pt x="27" y="6"/>
                    <a:pt x="21" y="0"/>
                    <a:pt x="14" y="0"/>
                  </a:cubicBezTo>
                  <a:cubicBezTo>
                    <a:pt x="6" y="0"/>
                    <a:pt x="0" y="6"/>
                    <a:pt x="0" y="13"/>
                  </a:cubicBezTo>
                  <a:cubicBezTo>
                    <a:pt x="0" y="20"/>
                    <a:pt x="6" y="26"/>
                    <a:pt x="13" y="27"/>
                  </a:cubicBezTo>
                  <a:cubicBezTo>
                    <a:pt x="21" y="27"/>
                    <a:pt x="27" y="21"/>
                    <a:pt x="27" y="13"/>
                  </a:cubicBezTo>
                </a:path>
              </a:pathLst>
            </a:custGeom>
            <a:solidFill>
              <a:srgbClr val="000000"/>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101" name="任意多边形 100"/>
            <p:cNvSpPr/>
            <p:nvPr>
              <p:custDataLst>
                <p:tags r:id="rId97"/>
              </p:custDataLst>
            </p:nvPr>
          </p:nvSpPr>
          <p:spPr bwMode="auto">
            <a:xfrm flipH="1">
              <a:off x="2625" y="2529"/>
              <a:ext cx="37" cy="36"/>
            </a:xfrm>
            <a:custGeom>
              <a:avLst/>
              <a:gdLst>
                <a:gd name="T0" fmla="*/ 5 w 10"/>
                <a:gd name="T1" fmla="*/ 0 h 10"/>
                <a:gd name="T2" fmla="*/ 0 w 10"/>
                <a:gd name="T3" fmla="*/ 5 h 10"/>
                <a:gd name="T4" fmla="*/ 5 w 10"/>
                <a:gd name="T5" fmla="*/ 10 h 10"/>
                <a:gd name="T6" fmla="*/ 5 w 10"/>
                <a:gd name="T7" fmla="*/ 10 h 10"/>
                <a:gd name="T8" fmla="*/ 10 w 10"/>
                <a:gd name="T9" fmla="*/ 5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2" y="0"/>
                    <a:pt x="0" y="2"/>
                    <a:pt x="0" y="5"/>
                  </a:cubicBezTo>
                  <a:cubicBezTo>
                    <a:pt x="0" y="8"/>
                    <a:pt x="2" y="10"/>
                    <a:pt x="5" y="10"/>
                  </a:cubicBezTo>
                  <a:cubicBezTo>
                    <a:pt x="5" y="10"/>
                    <a:pt x="5" y="10"/>
                    <a:pt x="5" y="10"/>
                  </a:cubicBezTo>
                  <a:cubicBezTo>
                    <a:pt x="8" y="10"/>
                    <a:pt x="10" y="8"/>
                    <a:pt x="10" y="5"/>
                  </a:cubicBezTo>
                  <a:cubicBezTo>
                    <a:pt x="10" y="2"/>
                    <a:pt x="8" y="0"/>
                    <a:pt x="5" y="0"/>
                  </a:cubicBezTo>
                  <a:cubicBezTo>
                    <a:pt x="5" y="0"/>
                    <a:pt x="5" y="0"/>
                    <a:pt x="5" y="0"/>
                  </a:cubicBezTo>
                </a:path>
              </a:pathLst>
            </a:custGeom>
            <a:solidFill>
              <a:sysClr val="window" lastClr="FFFFFF"/>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97" name="任意多边形 96"/>
            <p:cNvSpPr/>
            <p:nvPr>
              <p:custDataLst>
                <p:tags r:id="rId98"/>
              </p:custDataLst>
            </p:nvPr>
          </p:nvSpPr>
          <p:spPr bwMode="auto">
            <a:xfrm rot="19803807">
              <a:off x="1817" y="2253"/>
              <a:ext cx="888" cy="432"/>
            </a:xfrm>
            <a:custGeom>
              <a:avLst/>
              <a:gdLst/>
              <a:ahLst/>
              <a:cxnLst/>
              <a:rect l="0" t="0" r="r" b="b"/>
              <a:pathLst>
                <a:path w="21339" h="19952">
                  <a:moveTo>
                    <a:pt x="16213" y="4995"/>
                  </a:moveTo>
                  <a:cubicBezTo>
                    <a:pt x="14681" y="6345"/>
                    <a:pt x="9351" y="13230"/>
                    <a:pt x="7153" y="13365"/>
                  </a:cubicBezTo>
                  <a:cubicBezTo>
                    <a:pt x="4954" y="13500"/>
                    <a:pt x="7553" y="12555"/>
                    <a:pt x="8152" y="11205"/>
                  </a:cubicBezTo>
                  <a:cubicBezTo>
                    <a:pt x="8752" y="9855"/>
                    <a:pt x="3955" y="14310"/>
                    <a:pt x="2822" y="14445"/>
                  </a:cubicBezTo>
                  <a:cubicBezTo>
                    <a:pt x="1689" y="14580"/>
                    <a:pt x="2822" y="14175"/>
                    <a:pt x="3355" y="12689"/>
                  </a:cubicBezTo>
                  <a:cubicBezTo>
                    <a:pt x="3888" y="11204"/>
                    <a:pt x="1423" y="13499"/>
                    <a:pt x="1822" y="17549"/>
                  </a:cubicBezTo>
                  <a:cubicBezTo>
                    <a:pt x="2222" y="21600"/>
                    <a:pt x="173" y="20083"/>
                    <a:pt x="40" y="16304"/>
                  </a:cubicBezTo>
                  <a:cubicBezTo>
                    <a:pt x="-93" y="12524"/>
                    <a:pt x="90" y="11880"/>
                    <a:pt x="823" y="8370"/>
                  </a:cubicBezTo>
                  <a:cubicBezTo>
                    <a:pt x="1556" y="4860"/>
                    <a:pt x="11216" y="0"/>
                    <a:pt x="14281" y="0"/>
                  </a:cubicBezTo>
                  <a:cubicBezTo>
                    <a:pt x="17346" y="0"/>
                    <a:pt x="19878" y="6210"/>
                    <a:pt x="20611" y="8910"/>
                  </a:cubicBezTo>
                  <a:cubicBezTo>
                    <a:pt x="21344" y="11610"/>
                    <a:pt x="21507" y="14536"/>
                    <a:pt x="21174" y="16965"/>
                  </a:cubicBezTo>
                  <a:cubicBezTo>
                    <a:pt x="20840" y="19395"/>
                    <a:pt x="19811" y="20520"/>
                    <a:pt x="19811" y="17415"/>
                  </a:cubicBezTo>
                  <a:cubicBezTo>
                    <a:pt x="19811" y="14310"/>
                    <a:pt x="17346" y="10665"/>
                    <a:pt x="16213" y="4995"/>
                  </a:cubicBezTo>
                  <a:close/>
                  <a:moveTo>
                    <a:pt x="16213" y="4995"/>
                  </a:moveTo>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98" name="任意多边形 97"/>
            <p:cNvSpPr/>
            <p:nvPr>
              <p:custDataLst>
                <p:tags r:id="rId99"/>
              </p:custDataLst>
            </p:nvPr>
          </p:nvSpPr>
          <p:spPr bwMode="auto">
            <a:xfrm rot="19571347">
              <a:off x="1612" y="2008"/>
              <a:ext cx="1046" cy="686"/>
            </a:xfrm>
            <a:custGeom>
              <a:avLst/>
              <a:gdLst>
                <a:gd name="connsiteX0" fmla="*/ 0 w 22447"/>
                <a:gd name="connsiteY0" fmla="*/ 17132 h 17132"/>
                <a:gd name="connsiteX1" fmla="*/ 16889 w 22447"/>
                <a:gd name="connsiteY1" fmla="*/ 4809 h 17132"/>
                <a:gd name="connsiteX2" fmla="*/ 22447 w 22447"/>
                <a:gd name="connsiteY2" fmla="*/ 11000 h 17132"/>
                <a:gd name="connsiteX3" fmla="*/ 16508 w 22447"/>
                <a:gd name="connsiteY3" fmla="*/ 9542 h 17132"/>
                <a:gd name="connsiteX4" fmla="*/ 10875 w 22447"/>
                <a:gd name="connsiteY4" fmla="*/ 12007 h 17132"/>
                <a:gd name="connsiteX5" fmla="*/ 0 w 22447"/>
                <a:gd name="connsiteY5" fmla="*/ 17132 h 17132"/>
                <a:gd name="connsiteX6" fmla="*/ 0 w 22447"/>
                <a:gd name="connsiteY6" fmla="*/ 17132 h 17132"/>
                <a:gd name="connsiteX0-1" fmla="*/ 0 w 20118"/>
                <a:gd name="connsiteY0-2" fmla="*/ 17132 h 17132"/>
                <a:gd name="connsiteX1-3" fmla="*/ 16889 w 20118"/>
                <a:gd name="connsiteY1-4" fmla="*/ 4809 h 17132"/>
                <a:gd name="connsiteX2-5" fmla="*/ 19998 w 20118"/>
                <a:gd name="connsiteY2-6" fmla="*/ 16337 h 17132"/>
                <a:gd name="connsiteX3-7" fmla="*/ 16508 w 20118"/>
                <a:gd name="connsiteY3-8" fmla="*/ 9542 h 17132"/>
                <a:gd name="connsiteX4-9" fmla="*/ 10875 w 20118"/>
                <a:gd name="connsiteY4-10" fmla="*/ 12007 h 17132"/>
                <a:gd name="connsiteX5-11" fmla="*/ 0 w 20118"/>
                <a:gd name="connsiteY5-12" fmla="*/ 17132 h 17132"/>
                <a:gd name="connsiteX6-13" fmla="*/ 0 w 20118"/>
                <a:gd name="connsiteY6-14" fmla="*/ 17132 h 171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0118" h="17132">
                  <a:moveTo>
                    <a:pt x="0" y="17132"/>
                  </a:moveTo>
                  <a:cubicBezTo>
                    <a:pt x="1001" y="-763"/>
                    <a:pt x="13216" y="-4221"/>
                    <a:pt x="16889" y="4809"/>
                  </a:cubicBezTo>
                  <a:cubicBezTo>
                    <a:pt x="21291" y="6500"/>
                    <a:pt x="19870" y="14748"/>
                    <a:pt x="19998" y="16337"/>
                  </a:cubicBezTo>
                  <a:cubicBezTo>
                    <a:pt x="19931" y="16103"/>
                    <a:pt x="17377" y="11337"/>
                    <a:pt x="16508" y="9542"/>
                  </a:cubicBezTo>
                  <a:lnTo>
                    <a:pt x="10875" y="12007"/>
                  </a:lnTo>
                  <a:cubicBezTo>
                    <a:pt x="10875" y="12008"/>
                    <a:pt x="4427" y="14786"/>
                    <a:pt x="0" y="17132"/>
                  </a:cubicBezTo>
                  <a:close/>
                  <a:moveTo>
                    <a:pt x="0" y="17132"/>
                  </a:moveTo>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99" name="任意多边形 98"/>
            <p:cNvSpPr/>
            <p:nvPr>
              <p:custDataLst>
                <p:tags r:id="rId100"/>
              </p:custDataLst>
            </p:nvPr>
          </p:nvSpPr>
          <p:spPr bwMode="auto">
            <a:xfrm>
              <a:off x="1825" y="2814"/>
              <a:ext cx="276" cy="288"/>
            </a:xfrm>
            <a:custGeom>
              <a:avLst/>
              <a:gdLst>
                <a:gd name="T0" fmla="*/ 172 w 230"/>
                <a:gd name="T1" fmla="*/ 50 h 240"/>
                <a:gd name="T2" fmla="*/ 172 w 230"/>
                <a:gd name="T3" fmla="*/ 50 h 240"/>
                <a:gd name="T4" fmla="*/ 160 w 230"/>
                <a:gd name="T5" fmla="*/ 38 h 240"/>
                <a:gd name="T6" fmla="*/ 144 w 230"/>
                <a:gd name="T7" fmla="*/ 28 h 240"/>
                <a:gd name="T8" fmla="*/ 126 w 230"/>
                <a:gd name="T9" fmla="*/ 16 h 240"/>
                <a:gd name="T10" fmla="*/ 102 w 230"/>
                <a:gd name="T11" fmla="*/ 6 h 240"/>
                <a:gd name="T12" fmla="*/ 90 w 230"/>
                <a:gd name="T13" fmla="*/ 4 h 240"/>
                <a:gd name="T14" fmla="*/ 78 w 230"/>
                <a:gd name="T15" fmla="*/ 2 h 240"/>
                <a:gd name="T16" fmla="*/ 66 w 230"/>
                <a:gd name="T17" fmla="*/ 0 h 240"/>
                <a:gd name="T18" fmla="*/ 52 w 230"/>
                <a:gd name="T19" fmla="*/ 2 h 240"/>
                <a:gd name="T20" fmla="*/ 38 w 230"/>
                <a:gd name="T21" fmla="*/ 6 h 240"/>
                <a:gd name="T22" fmla="*/ 26 w 230"/>
                <a:gd name="T23" fmla="*/ 12 h 240"/>
                <a:gd name="T24" fmla="*/ 26 w 230"/>
                <a:gd name="T25" fmla="*/ 12 h 240"/>
                <a:gd name="T26" fmla="*/ 18 w 230"/>
                <a:gd name="T27" fmla="*/ 18 h 240"/>
                <a:gd name="T28" fmla="*/ 14 w 230"/>
                <a:gd name="T29" fmla="*/ 24 h 240"/>
                <a:gd name="T30" fmla="*/ 10 w 230"/>
                <a:gd name="T31" fmla="*/ 30 h 240"/>
                <a:gd name="T32" fmla="*/ 6 w 230"/>
                <a:gd name="T33" fmla="*/ 38 h 240"/>
                <a:gd name="T34" fmla="*/ 2 w 230"/>
                <a:gd name="T35" fmla="*/ 56 h 240"/>
                <a:gd name="T36" fmla="*/ 0 w 230"/>
                <a:gd name="T37" fmla="*/ 76 h 240"/>
                <a:gd name="T38" fmla="*/ 4 w 230"/>
                <a:gd name="T39" fmla="*/ 98 h 240"/>
                <a:gd name="T40" fmla="*/ 10 w 230"/>
                <a:gd name="T41" fmla="*/ 122 h 240"/>
                <a:gd name="T42" fmla="*/ 18 w 230"/>
                <a:gd name="T43" fmla="*/ 144 h 240"/>
                <a:gd name="T44" fmla="*/ 30 w 230"/>
                <a:gd name="T45" fmla="*/ 166 h 240"/>
                <a:gd name="T46" fmla="*/ 44 w 230"/>
                <a:gd name="T47" fmla="*/ 188 h 240"/>
                <a:gd name="T48" fmla="*/ 60 w 230"/>
                <a:gd name="T49" fmla="*/ 206 h 240"/>
                <a:gd name="T50" fmla="*/ 80 w 230"/>
                <a:gd name="T51" fmla="*/ 222 h 240"/>
                <a:gd name="T52" fmla="*/ 90 w 230"/>
                <a:gd name="T53" fmla="*/ 228 h 240"/>
                <a:gd name="T54" fmla="*/ 100 w 230"/>
                <a:gd name="T55" fmla="*/ 234 h 240"/>
                <a:gd name="T56" fmla="*/ 112 w 230"/>
                <a:gd name="T57" fmla="*/ 236 h 240"/>
                <a:gd name="T58" fmla="*/ 124 w 230"/>
                <a:gd name="T59" fmla="*/ 240 h 240"/>
                <a:gd name="T60" fmla="*/ 136 w 230"/>
                <a:gd name="T61" fmla="*/ 240 h 240"/>
                <a:gd name="T62" fmla="*/ 150 w 230"/>
                <a:gd name="T63" fmla="*/ 240 h 240"/>
                <a:gd name="T64" fmla="*/ 164 w 230"/>
                <a:gd name="T65" fmla="*/ 238 h 240"/>
                <a:gd name="T66" fmla="*/ 178 w 230"/>
                <a:gd name="T67" fmla="*/ 234 h 240"/>
                <a:gd name="T68" fmla="*/ 192 w 230"/>
                <a:gd name="T69" fmla="*/ 228 h 240"/>
                <a:gd name="T70" fmla="*/ 206 w 230"/>
                <a:gd name="T71" fmla="*/ 220 h 240"/>
                <a:gd name="T72" fmla="*/ 206 w 230"/>
                <a:gd name="T73" fmla="*/ 220 h 240"/>
                <a:gd name="T74" fmla="*/ 216 w 230"/>
                <a:gd name="T75" fmla="*/ 212 h 240"/>
                <a:gd name="T76" fmla="*/ 224 w 230"/>
                <a:gd name="T77" fmla="*/ 202 h 240"/>
                <a:gd name="T78" fmla="*/ 228 w 230"/>
                <a:gd name="T79" fmla="*/ 190 h 240"/>
                <a:gd name="T80" fmla="*/ 230 w 230"/>
                <a:gd name="T81" fmla="*/ 178 h 240"/>
                <a:gd name="T82" fmla="*/ 228 w 230"/>
                <a:gd name="T83" fmla="*/ 164 h 240"/>
                <a:gd name="T84" fmla="*/ 224 w 230"/>
                <a:gd name="T85" fmla="*/ 150 h 240"/>
                <a:gd name="T86" fmla="*/ 220 w 230"/>
                <a:gd name="T87" fmla="*/ 134 h 240"/>
                <a:gd name="T88" fmla="*/ 214 w 230"/>
                <a:gd name="T89" fmla="*/ 120 h 240"/>
                <a:gd name="T90" fmla="*/ 200 w 230"/>
                <a:gd name="T91" fmla="*/ 94 h 240"/>
                <a:gd name="T92" fmla="*/ 186 w 230"/>
                <a:gd name="T93" fmla="*/ 70 h 240"/>
                <a:gd name="T94" fmla="*/ 172 w 230"/>
                <a:gd name="T95" fmla="*/ 5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0" h="240">
                  <a:moveTo>
                    <a:pt x="172" y="50"/>
                  </a:moveTo>
                  <a:lnTo>
                    <a:pt x="172" y="50"/>
                  </a:lnTo>
                  <a:lnTo>
                    <a:pt x="160" y="38"/>
                  </a:lnTo>
                  <a:lnTo>
                    <a:pt x="144" y="28"/>
                  </a:lnTo>
                  <a:lnTo>
                    <a:pt x="126" y="16"/>
                  </a:lnTo>
                  <a:lnTo>
                    <a:pt x="102" y="6"/>
                  </a:lnTo>
                  <a:lnTo>
                    <a:pt x="90" y="4"/>
                  </a:lnTo>
                  <a:lnTo>
                    <a:pt x="78" y="2"/>
                  </a:lnTo>
                  <a:lnTo>
                    <a:pt x="66" y="0"/>
                  </a:lnTo>
                  <a:lnTo>
                    <a:pt x="52" y="2"/>
                  </a:lnTo>
                  <a:lnTo>
                    <a:pt x="38" y="6"/>
                  </a:lnTo>
                  <a:lnTo>
                    <a:pt x="26" y="12"/>
                  </a:lnTo>
                  <a:lnTo>
                    <a:pt x="26" y="12"/>
                  </a:lnTo>
                  <a:lnTo>
                    <a:pt x="18" y="18"/>
                  </a:lnTo>
                  <a:lnTo>
                    <a:pt x="14" y="24"/>
                  </a:lnTo>
                  <a:lnTo>
                    <a:pt x="10" y="30"/>
                  </a:lnTo>
                  <a:lnTo>
                    <a:pt x="6" y="38"/>
                  </a:lnTo>
                  <a:lnTo>
                    <a:pt x="2" y="56"/>
                  </a:lnTo>
                  <a:lnTo>
                    <a:pt x="0" y="76"/>
                  </a:lnTo>
                  <a:lnTo>
                    <a:pt x="4" y="98"/>
                  </a:lnTo>
                  <a:lnTo>
                    <a:pt x="10" y="122"/>
                  </a:lnTo>
                  <a:lnTo>
                    <a:pt x="18" y="144"/>
                  </a:lnTo>
                  <a:lnTo>
                    <a:pt x="30" y="166"/>
                  </a:lnTo>
                  <a:lnTo>
                    <a:pt x="44" y="188"/>
                  </a:lnTo>
                  <a:lnTo>
                    <a:pt x="60" y="206"/>
                  </a:lnTo>
                  <a:lnTo>
                    <a:pt x="80" y="222"/>
                  </a:lnTo>
                  <a:lnTo>
                    <a:pt x="90" y="228"/>
                  </a:lnTo>
                  <a:lnTo>
                    <a:pt x="100" y="234"/>
                  </a:lnTo>
                  <a:lnTo>
                    <a:pt x="112" y="236"/>
                  </a:lnTo>
                  <a:lnTo>
                    <a:pt x="124" y="240"/>
                  </a:lnTo>
                  <a:lnTo>
                    <a:pt x="136" y="240"/>
                  </a:lnTo>
                  <a:lnTo>
                    <a:pt x="150" y="240"/>
                  </a:lnTo>
                  <a:lnTo>
                    <a:pt x="164" y="238"/>
                  </a:lnTo>
                  <a:lnTo>
                    <a:pt x="178" y="234"/>
                  </a:lnTo>
                  <a:lnTo>
                    <a:pt x="192" y="228"/>
                  </a:lnTo>
                  <a:lnTo>
                    <a:pt x="206" y="220"/>
                  </a:lnTo>
                  <a:lnTo>
                    <a:pt x="206" y="220"/>
                  </a:lnTo>
                  <a:lnTo>
                    <a:pt x="216" y="212"/>
                  </a:lnTo>
                  <a:lnTo>
                    <a:pt x="224" y="202"/>
                  </a:lnTo>
                  <a:lnTo>
                    <a:pt x="228" y="190"/>
                  </a:lnTo>
                  <a:lnTo>
                    <a:pt x="230" y="178"/>
                  </a:lnTo>
                  <a:lnTo>
                    <a:pt x="228" y="164"/>
                  </a:lnTo>
                  <a:lnTo>
                    <a:pt x="224" y="150"/>
                  </a:lnTo>
                  <a:lnTo>
                    <a:pt x="220" y="134"/>
                  </a:lnTo>
                  <a:lnTo>
                    <a:pt x="214" y="120"/>
                  </a:lnTo>
                  <a:lnTo>
                    <a:pt x="200" y="94"/>
                  </a:lnTo>
                  <a:lnTo>
                    <a:pt x="186" y="70"/>
                  </a:lnTo>
                  <a:lnTo>
                    <a:pt x="172" y="5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5" name="任意多边形 24"/>
            <p:cNvSpPr/>
            <p:nvPr>
              <p:custDataLst>
                <p:tags r:id="rId101"/>
              </p:custDataLst>
            </p:nvPr>
          </p:nvSpPr>
          <p:spPr bwMode="auto">
            <a:xfrm>
              <a:off x="1439" y="4557"/>
              <a:ext cx="166" cy="98"/>
            </a:xfrm>
            <a:custGeom>
              <a:avLst/>
              <a:gdLst>
                <a:gd name="T0" fmla="*/ 5 w 83"/>
                <a:gd name="T1" fmla="*/ 20 h 49"/>
                <a:gd name="T2" fmla="*/ 5 w 83"/>
                <a:gd name="T3" fmla="*/ 20 h 49"/>
                <a:gd name="T4" fmla="*/ 36 w 83"/>
                <a:gd name="T5" fmla="*/ 37 h 49"/>
                <a:gd name="T6" fmla="*/ 53 w 83"/>
                <a:gd name="T7" fmla="*/ 44 h 49"/>
                <a:gd name="T8" fmla="*/ 70 w 83"/>
                <a:gd name="T9" fmla="*/ 49 h 49"/>
                <a:gd name="T10" fmla="*/ 70 w 83"/>
                <a:gd name="T11" fmla="*/ 49 h 49"/>
                <a:gd name="T12" fmla="*/ 74 w 83"/>
                <a:gd name="T13" fmla="*/ 49 h 49"/>
                <a:gd name="T14" fmla="*/ 78 w 83"/>
                <a:gd name="T15" fmla="*/ 48 h 49"/>
                <a:gd name="T16" fmla="*/ 81 w 83"/>
                <a:gd name="T17" fmla="*/ 45 h 49"/>
                <a:gd name="T18" fmla="*/ 83 w 83"/>
                <a:gd name="T19" fmla="*/ 42 h 49"/>
                <a:gd name="T20" fmla="*/ 83 w 83"/>
                <a:gd name="T21" fmla="*/ 38 h 49"/>
                <a:gd name="T22" fmla="*/ 83 w 83"/>
                <a:gd name="T23" fmla="*/ 34 h 49"/>
                <a:gd name="T24" fmla="*/ 80 w 83"/>
                <a:gd name="T25" fmla="*/ 31 h 49"/>
                <a:gd name="T26" fmla="*/ 76 w 83"/>
                <a:gd name="T27" fmla="*/ 30 h 49"/>
                <a:gd name="T28" fmla="*/ 76 w 83"/>
                <a:gd name="T29" fmla="*/ 30 h 49"/>
                <a:gd name="T30" fmla="*/ 60 w 83"/>
                <a:gd name="T31" fmla="*/ 24 h 49"/>
                <a:gd name="T32" fmla="*/ 44 w 83"/>
                <a:gd name="T33" fmla="*/ 17 h 49"/>
                <a:gd name="T34" fmla="*/ 16 w 83"/>
                <a:gd name="T35" fmla="*/ 1 h 49"/>
                <a:gd name="T36" fmla="*/ 16 w 83"/>
                <a:gd name="T37" fmla="*/ 1 h 49"/>
                <a:gd name="T38" fmla="*/ 12 w 83"/>
                <a:gd name="T39" fmla="*/ 0 h 49"/>
                <a:gd name="T40" fmla="*/ 8 w 83"/>
                <a:gd name="T41" fmla="*/ 1 h 49"/>
                <a:gd name="T42" fmla="*/ 3 w 83"/>
                <a:gd name="T43" fmla="*/ 3 h 49"/>
                <a:gd name="T44" fmla="*/ 2 w 83"/>
                <a:gd name="T45" fmla="*/ 5 h 49"/>
                <a:gd name="T46" fmla="*/ 0 w 83"/>
                <a:gd name="T47" fmla="*/ 10 h 49"/>
                <a:gd name="T48" fmla="*/ 0 w 83"/>
                <a:gd name="T49" fmla="*/ 14 h 49"/>
                <a:gd name="T50" fmla="*/ 2 w 83"/>
                <a:gd name="T51" fmla="*/ 17 h 49"/>
                <a:gd name="T52" fmla="*/ 5 w 83"/>
                <a:gd name="T53" fmla="*/ 2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49">
                  <a:moveTo>
                    <a:pt x="5" y="20"/>
                  </a:moveTo>
                  <a:lnTo>
                    <a:pt x="5" y="20"/>
                  </a:lnTo>
                  <a:lnTo>
                    <a:pt x="36" y="37"/>
                  </a:lnTo>
                  <a:lnTo>
                    <a:pt x="53" y="44"/>
                  </a:lnTo>
                  <a:lnTo>
                    <a:pt x="70" y="49"/>
                  </a:lnTo>
                  <a:lnTo>
                    <a:pt x="70" y="49"/>
                  </a:lnTo>
                  <a:lnTo>
                    <a:pt x="74" y="49"/>
                  </a:lnTo>
                  <a:lnTo>
                    <a:pt x="78" y="48"/>
                  </a:lnTo>
                  <a:lnTo>
                    <a:pt x="81" y="45"/>
                  </a:lnTo>
                  <a:lnTo>
                    <a:pt x="83" y="42"/>
                  </a:lnTo>
                  <a:lnTo>
                    <a:pt x="83" y="38"/>
                  </a:lnTo>
                  <a:lnTo>
                    <a:pt x="83" y="34"/>
                  </a:lnTo>
                  <a:lnTo>
                    <a:pt x="80" y="31"/>
                  </a:lnTo>
                  <a:lnTo>
                    <a:pt x="76" y="30"/>
                  </a:lnTo>
                  <a:lnTo>
                    <a:pt x="76" y="30"/>
                  </a:lnTo>
                  <a:lnTo>
                    <a:pt x="60" y="24"/>
                  </a:lnTo>
                  <a:lnTo>
                    <a:pt x="44" y="17"/>
                  </a:lnTo>
                  <a:lnTo>
                    <a:pt x="16" y="1"/>
                  </a:lnTo>
                  <a:lnTo>
                    <a:pt x="16" y="1"/>
                  </a:lnTo>
                  <a:lnTo>
                    <a:pt x="12" y="0"/>
                  </a:lnTo>
                  <a:lnTo>
                    <a:pt x="8" y="1"/>
                  </a:lnTo>
                  <a:lnTo>
                    <a:pt x="3" y="3"/>
                  </a:lnTo>
                  <a:lnTo>
                    <a:pt x="2" y="5"/>
                  </a:lnTo>
                  <a:lnTo>
                    <a:pt x="0" y="10"/>
                  </a:lnTo>
                  <a:lnTo>
                    <a:pt x="0" y="14"/>
                  </a:lnTo>
                  <a:lnTo>
                    <a:pt x="2" y="17"/>
                  </a:lnTo>
                  <a:lnTo>
                    <a:pt x="5" y="20"/>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6" name="任意多边形 25"/>
            <p:cNvSpPr/>
            <p:nvPr>
              <p:custDataLst>
                <p:tags r:id="rId102"/>
              </p:custDataLst>
            </p:nvPr>
          </p:nvSpPr>
          <p:spPr bwMode="auto">
            <a:xfrm>
              <a:off x="1417" y="4652"/>
              <a:ext cx="130" cy="70"/>
            </a:xfrm>
            <a:custGeom>
              <a:avLst/>
              <a:gdLst>
                <a:gd name="T0" fmla="*/ 4 w 65"/>
                <a:gd name="T1" fmla="*/ 20 h 35"/>
                <a:gd name="T2" fmla="*/ 4 w 65"/>
                <a:gd name="T3" fmla="*/ 20 h 35"/>
                <a:gd name="T4" fmla="*/ 16 w 65"/>
                <a:gd name="T5" fmla="*/ 25 h 35"/>
                <a:gd name="T6" fmla="*/ 28 w 65"/>
                <a:gd name="T7" fmla="*/ 30 h 35"/>
                <a:gd name="T8" fmla="*/ 53 w 65"/>
                <a:gd name="T9" fmla="*/ 35 h 35"/>
                <a:gd name="T10" fmla="*/ 53 w 65"/>
                <a:gd name="T11" fmla="*/ 35 h 35"/>
                <a:gd name="T12" fmla="*/ 57 w 65"/>
                <a:gd name="T13" fmla="*/ 35 h 35"/>
                <a:gd name="T14" fmla="*/ 61 w 65"/>
                <a:gd name="T15" fmla="*/ 34 h 35"/>
                <a:gd name="T16" fmla="*/ 64 w 65"/>
                <a:gd name="T17" fmla="*/ 31 h 35"/>
                <a:gd name="T18" fmla="*/ 65 w 65"/>
                <a:gd name="T19" fmla="*/ 27 h 35"/>
                <a:gd name="T20" fmla="*/ 65 w 65"/>
                <a:gd name="T21" fmla="*/ 24 h 35"/>
                <a:gd name="T22" fmla="*/ 65 w 65"/>
                <a:gd name="T23" fmla="*/ 20 h 35"/>
                <a:gd name="T24" fmla="*/ 62 w 65"/>
                <a:gd name="T25" fmla="*/ 17 h 35"/>
                <a:gd name="T26" fmla="*/ 58 w 65"/>
                <a:gd name="T27" fmla="*/ 16 h 35"/>
                <a:gd name="T28" fmla="*/ 58 w 65"/>
                <a:gd name="T29" fmla="*/ 16 h 35"/>
                <a:gd name="T30" fmla="*/ 36 w 65"/>
                <a:gd name="T31" fmla="*/ 10 h 35"/>
                <a:gd name="T32" fmla="*/ 26 w 65"/>
                <a:gd name="T33" fmla="*/ 7 h 35"/>
                <a:gd name="T34" fmla="*/ 16 w 65"/>
                <a:gd name="T35" fmla="*/ 1 h 35"/>
                <a:gd name="T36" fmla="*/ 16 w 65"/>
                <a:gd name="T37" fmla="*/ 1 h 35"/>
                <a:gd name="T38" fmla="*/ 11 w 65"/>
                <a:gd name="T39" fmla="*/ 0 h 35"/>
                <a:gd name="T40" fmla="*/ 7 w 65"/>
                <a:gd name="T41" fmla="*/ 1 h 35"/>
                <a:gd name="T42" fmla="*/ 3 w 65"/>
                <a:gd name="T43" fmla="*/ 3 h 35"/>
                <a:gd name="T44" fmla="*/ 2 w 65"/>
                <a:gd name="T45" fmla="*/ 6 h 35"/>
                <a:gd name="T46" fmla="*/ 0 w 65"/>
                <a:gd name="T47" fmla="*/ 10 h 35"/>
                <a:gd name="T48" fmla="*/ 0 w 65"/>
                <a:gd name="T49" fmla="*/ 14 h 35"/>
                <a:gd name="T50" fmla="*/ 2 w 65"/>
                <a:gd name="T51" fmla="*/ 17 h 35"/>
                <a:gd name="T52" fmla="*/ 4 w 65"/>
                <a:gd name="T53"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35">
                  <a:moveTo>
                    <a:pt x="4" y="20"/>
                  </a:moveTo>
                  <a:lnTo>
                    <a:pt x="4" y="20"/>
                  </a:lnTo>
                  <a:lnTo>
                    <a:pt x="16" y="25"/>
                  </a:lnTo>
                  <a:lnTo>
                    <a:pt x="28" y="30"/>
                  </a:lnTo>
                  <a:lnTo>
                    <a:pt x="53" y="35"/>
                  </a:lnTo>
                  <a:lnTo>
                    <a:pt x="53" y="35"/>
                  </a:lnTo>
                  <a:lnTo>
                    <a:pt x="57" y="35"/>
                  </a:lnTo>
                  <a:lnTo>
                    <a:pt x="61" y="34"/>
                  </a:lnTo>
                  <a:lnTo>
                    <a:pt x="64" y="31"/>
                  </a:lnTo>
                  <a:lnTo>
                    <a:pt x="65" y="27"/>
                  </a:lnTo>
                  <a:lnTo>
                    <a:pt x="65" y="24"/>
                  </a:lnTo>
                  <a:lnTo>
                    <a:pt x="65" y="20"/>
                  </a:lnTo>
                  <a:lnTo>
                    <a:pt x="62" y="17"/>
                  </a:lnTo>
                  <a:lnTo>
                    <a:pt x="58" y="16"/>
                  </a:lnTo>
                  <a:lnTo>
                    <a:pt x="58" y="16"/>
                  </a:lnTo>
                  <a:lnTo>
                    <a:pt x="36" y="10"/>
                  </a:lnTo>
                  <a:lnTo>
                    <a:pt x="26" y="7"/>
                  </a:lnTo>
                  <a:lnTo>
                    <a:pt x="16" y="1"/>
                  </a:lnTo>
                  <a:lnTo>
                    <a:pt x="16" y="1"/>
                  </a:lnTo>
                  <a:lnTo>
                    <a:pt x="11" y="0"/>
                  </a:lnTo>
                  <a:lnTo>
                    <a:pt x="7" y="1"/>
                  </a:lnTo>
                  <a:lnTo>
                    <a:pt x="3" y="3"/>
                  </a:lnTo>
                  <a:lnTo>
                    <a:pt x="2" y="6"/>
                  </a:lnTo>
                  <a:lnTo>
                    <a:pt x="0" y="10"/>
                  </a:lnTo>
                  <a:lnTo>
                    <a:pt x="0" y="14"/>
                  </a:lnTo>
                  <a:lnTo>
                    <a:pt x="2" y="17"/>
                  </a:lnTo>
                  <a:lnTo>
                    <a:pt x="4" y="20"/>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3" name="任意多边形 22"/>
            <p:cNvSpPr/>
            <p:nvPr>
              <p:custDataLst>
                <p:tags r:id="rId103"/>
              </p:custDataLst>
            </p:nvPr>
          </p:nvSpPr>
          <p:spPr bwMode="auto">
            <a:xfrm>
              <a:off x="5842" y="2112"/>
              <a:ext cx="72" cy="184"/>
            </a:xfrm>
            <a:custGeom>
              <a:avLst/>
              <a:gdLst>
                <a:gd name="T0" fmla="*/ 2 w 36"/>
                <a:gd name="T1" fmla="*/ 17 h 92"/>
                <a:gd name="T2" fmla="*/ 2 w 36"/>
                <a:gd name="T3" fmla="*/ 17 h 92"/>
                <a:gd name="T4" fmla="*/ 8 w 36"/>
                <a:gd name="T5" fmla="*/ 33 h 92"/>
                <a:gd name="T6" fmla="*/ 12 w 36"/>
                <a:gd name="T7" fmla="*/ 48 h 92"/>
                <a:gd name="T8" fmla="*/ 13 w 36"/>
                <a:gd name="T9" fmla="*/ 65 h 92"/>
                <a:gd name="T10" fmla="*/ 15 w 36"/>
                <a:gd name="T11" fmla="*/ 82 h 92"/>
                <a:gd name="T12" fmla="*/ 15 w 36"/>
                <a:gd name="T13" fmla="*/ 82 h 92"/>
                <a:gd name="T14" fmla="*/ 15 w 36"/>
                <a:gd name="T15" fmla="*/ 86 h 92"/>
                <a:gd name="T16" fmla="*/ 17 w 36"/>
                <a:gd name="T17" fmla="*/ 89 h 92"/>
                <a:gd name="T18" fmla="*/ 20 w 36"/>
                <a:gd name="T19" fmla="*/ 92 h 92"/>
                <a:gd name="T20" fmla="*/ 25 w 36"/>
                <a:gd name="T21" fmla="*/ 92 h 92"/>
                <a:gd name="T22" fmla="*/ 29 w 36"/>
                <a:gd name="T23" fmla="*/ 92 h 92"/>
                <a:gd name="T24" fmla="*/ 32 w 36"/>
                <a:gd name="T25" fmla="*/ 89 h 92"/>
                <a:gd name="T26" fmla="*/ 34 w 36"/>
                <a:gd name="T27" fmla="*/ 86 h 92"/>
                <a:gd name="T28" fmla="*/ 36 w 36"/>
                <a:gd name="T29" fmla="*/ 82 h 92"/>
                <a:gd name="T30" fmla="*/ 36 w 36"/>
                <a:gd name="T31" fmla="*/ 82 h 92"/>
                <a:gd name="T32" fmla="*/ 34 w 36"/>
                <a:gd name="T33" fmla="*/ 62 h 92"/>
                <a:gd name="T34" fmla="*/ 32 w 36"/>
                <a:gd name="T35" fmla="*/ 43 h 92"/>
                <a:gd name="T36" fmla="*/ 27 w 36"/>
                <a:gd name="T37" fmla="*/ 24 h 92"/>
                <a:gd name="T38" fmla="*/ 23 w 36"/>
                <a:gd name="T39" fmla="*/ 14 h 92"/>
                <a:gd name="T40" fmla="*/ 19 w 36"/>
                <a:gd name="T41" fmla="*/ 6 h 92"/>
                <a:gd name="T42" fmla="*/ 19 w 36"/>
                <a:gd name="T43" fmla="*/ 6 h 92"/>
                <a:gd name="T44" fmla="*/ 16 w 36"/>
                <a:gd name="T45" fmla="*/ 3 h 92"/>
                <a:gd name="T46" fmla="*/ 13 w 36"/>
                <a:gd name="T47" fmla="*/ 0 h 92"/>
                <a:gd name="T48" fmla="*/ 9 w 36"/>
                <a:gd name="T49" fmla="*/ 0 h 92"/>
                <a:gd name="T50" fmla="*/ 6 w 36"/>
                <a:gd name="T51" fmla="*/ 1 h 92"/>
                <a:gd name="T52" fmla="*/ 2 w 36"/>
                <a:gd name="T53" fmla="*/ 4 h 92"/>
                <a:gd name="T54" fmla="*/ 0 w 36"/>
                <a:gd name="T55" fmla="*/ 8 h 92"/>
                <a:gd name="T56" fmla="*/ 0 w 36"/>
                <a:gd name="T57" fmla="*/ 13 h 92"/>
                <a:gd name="T58" fmla="*/ 2 w 36"/>
                <a:gd name="T59" fmla="*/ 1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92">
                  <a:moveTo>
                    <a:pt x="2" y="17"/>
                  </a:moveTo>
                  <a:lnTo>
                    <a:pt x="2" y="17"/>
                  </a:lnTo>
                  <a:lnTo>
                    <a:pt x="8" y="33"/>
                  </a:lnTo>
                  <a:lnTo>
                    <a:pt x="12" y="48"/>
                  </a:lnTo>
                  <a:lnTo>
                    <a:pt x="13" y="65"/>
                  </a:lnTo>
                  <a:lnTo>
                    <a:pt x="15" y="82"/>
                  </a:lnTo>
                  <a:lnTo>
                    <a:pt x="15" y="82"/>
                  </a:lnTo>
                  <a:lnTo>
                    <a:pt x="15" y="86"/>
                  </a:lnTo>
                  <a:lnTo>
                    <a:pt x="17" y="89"/>
                  </a:lnTo>
                  <a:lnTo>
                    <a:pt x="20" y="92"/>
                  </a:lnTo>
                  <a:lnTo>
                    <a:pt x="25" y="92"/>
                  </a:lnTo>
                  <a:lnTo>
                    <a:pt x="29" y="92"/>
                  </a:lnTo>
                  <a:lnTo>
                    <a:pt x="32" y="89"/>
                  </a:lnTo>
                  <a:lnTo>
                    <a:pt x="34" y="86"/>
                  </a:lnTo>
                  <a:lnTo>
                    <a:pt x="36" y="82"/>
                  </a:lnTo>
                  <a:lnTo>
                    <a:pt x="36" y="82"/>
                  </a:lnTo>
                  <a:lnTo>
                    <a:pt x="34" y="62"/>
                  </a:lnTo>
                  <a:lnTo>
                    <a:pt x="32" y="43"/>
                  </a:lnTo>
                  <a:lnTo>
                    <a:pt x="27" y="24"/>
                  </a:lnTo>
                  <a:lnTo>
                    <a:pt x="23" y="14"/>
                  </a:lnTo>
                  <a:lnTo>
                    <a:pt x="19" y="6"/>
                  </a:lnTo>
                  <a:lnTo>
                    <a:pt x="19" y="6"/>
                  </a:lnTo>
                  <a:lnTo>
                    <a:pt x="16" y="3"/>
                  </a:lnTo>
                  <a:lnTo>
                    <a:pt x="13" y="0"/>
                  </a:lnTo>
                  <a:lnTo>
                    <a:pt x="9" y="0"/>
                  </a:lnTo>
                  <a:lnTo>
                    <a:pt x="6" y="1"/>
                  </a:lnTo>
                  <a:lnTo>
                    <a:pt x="2" y="4"/>
                  </a:lnTo>
                  <a:lnTo>
                    <a:pt x="0" y="8"/>
                  </a:lnTo>
                  <a:lnTo>
                    <a:pt x="0" y="13"/>
                  </a:lnTo>
                  <a:lnTo>
                    <a:pt x="2" y="17"/>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4" name="任意多边形 23"/>
            <p:cNvSpPr/>
            <p:nvPr>
              <p:custDataLst>
                <p:tags r:id="rId104"/>
              </p:custDataLst>
            </p:nvPr>
          </p:nvSpPr>
          <p:spPr bwMode="auto">
            <a:xfrm>
              <a:off x="5936" y="2086"/>
              <a:ext cx="68" cy="170"/>
            </a:xfrm>
            <a:custGeom>
              <a:avLst/>
              <a:gdLst>
                <a:gd name="T0" fmla="*/ 2 w 34"/>
                <a:gd name="T1" fmla="*/ 13 h 85"/>
                <a:gd name="T2" fmla="*/ 2 w 34"/>
                <a:gd name="T3" fmla="*/ 13 h 85"/>
                <a:gd name="T4" fmla="*/ 6 w 34"/>
                <a:gd name="T5" fmla="*/ 29 h 85"/>
                <a:gd name="T6" fmla="*/ 10 w 34"/>
                <a:gd name="T7" fmla="*/ 43 h 85"/>
                <a:gd name="T8" fmla="*/ 12 w 34"/>
                <a:gd name="T9" fmla="*/ 60 h 85"/>
                <a:gd name="T10" fmla="*/ 13 w 34"/>
                <a:gd name="T11" fmla="*/ 75 h 85"/>
                <a:gd name="T12" fmla="*/ 13 w 34"/>
                <a:gd name="T13" fmla="*/ 75 h 85"/>
                <a:gd name="T14" fmla="*/ 13 w 34"/>
                <a:gd name="T15" fmla="*/ 80 h 85"/>
                <a:gd name="T16" fmla="*/ 16 w 34"/>
                <a:gd name="T17" fmla="*/ 82 h 85"/>
                <a:gd name="T18" fmla="*/ 19 w 34"/>
                <a:gd name="T19" fmla="*/ 85 h 85"/>
                <a:gd name="T20" fmla="*/ 23 w 34"/>
                <a:gd name="T21" fmla="*/ 85 h 85"/>
                <a:gd name="T22" fmla="*/ 27 w 34"/>
                <a:gd name="T23" fmla="*/ 85 h 85"/>
                <a:gd name="T24" fmla="*/ 30 w 34"/>
                <a:gd name="T25" fmla="*/ 82 h 85"/>
                <a:gd name="T26" fmla="*/ 33 w 34"/>
                <a:gd name="T27" fmla="*/ 80 h 85"/>
                <a:gd name="T28" fmla="*/ 34 w 34"/>
                <a:gd name="T29" fmla="*/ 75 h 85"/>
                <a:gd name="T30" fmla="*/ 34 w 34"/>
                <a:gd name="T31" fmla="*/ 75 h 85"/>
                <a:gd name="T32" fmla="*/ 33 w 34"/>
                <a:gd name="T33" fmla="*/ 58 h 85"/>
                <a:gd name="T34" fmla="*/ 31 w 34"/>
                <a:gd name="T35" fmla="*/ 40 h 85"/>
                <a:gd name="T36" fmla="*/ 27 w 34"/>
                <a:gd name="T37" fmla="*/ 24 h 85"/>
                <a:gd name="T38" fmla="*/ 21 w 34"/>
                <a:gd name="T39" fmla="*/ 7 h 85"/>
                <a:gd name="T40" fmla="*/ 21 w 34"/>
                <a:gd name="T41" fmla="*/ 7 h 85"/>
                <a:gd name="T42" fmla="*/ 19 w 34"/>
                <a:gd name="T43" fmla="*/ 3 h 85"/>
                <a:gd name="T44" fmla="*/ 16 w 34"/>
                <a:gd name="T45" fmla="*/ 0 h 85"/>
                <a:gd name="T46" fmla="*/ 12 w 34"/>
                <a:gd name="T47" fmla="*/ 0 h 85"/>
                <a:gd name="T48" fmla="*/ 7 w 34"/>
                <a:gd name="T49" fmla="*/ 0 h 85"/>
                <a:gd name="T50" fmla="*/ 4 w 34"/>
                <a:gd name="T51" fmla="*/ 2 h 85"/>
                <a:gd name="T52" fmla="*/ 2 w 34"/>
                <a:gd name="T53" fmla="*/ 4 h 85"/>
                <a:gd name="T54" fmla="*/ 0 w 34"/>
                <a:gd name="T55" fmla="*/ 9 h 85"/>
                <a:gd name="T56" fmla="*/ 2 w 34"/>
                <a:gd name="T57" fmla="*/ 1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 h="85">
                  <a:moveTo>
                    <a:pt x="2" y="13"/>
                  </a:moveTo>
                  <a:lnTo>
                    <a:pt x="2" y="13"/>
                  </a:lnTo>
                  <a:lnTo>
                    <a:pt x="6" y="29"/>
                  </a:lnTo>
                  <a:lnTo>
                    <a:pt x="10" y="43"/>
                  </a:lnTo>
                  <a:lnTo>
                    <a:pt x="12" y="60"/>
                  </a:lnTo>
                  <a:lnTo>
                    <a:pt x="13" y="75"/>
                  </a:lnTo>
                  <a:lnTo>
                    <a:pt x="13" y="75"/>
                  </a:lnTo>
                  <a:lnTo>
                    <a:pt x="13" y="80"/>
                  </a:lnTo>
                  <a:lnTo>
                    <a:pt x="16" y="82"/>
                  </a:lnTo>
                  <a:lnTo>
                    <a:pt x="19" y="85"/>
                  </a:lnTo>
                  <a:lnTo>
                    <a:pt x="23" y="85"/>
                  </a:lnTo>
                  <a:lnTo>
                    <a:pt x="27" y="85"/>
                  </a:lnTo>
                  <a:lnTo>
                    <a:pt x="30" y="82"/>
                  </a:lnTo>
                  <a:lnTo>
                    <a:pt x="33" y="80"/>
                  </a:lnTo>
                  <a:lnTo>
                    <a:pt x="34" y="75"/>
                  </a:lnTo>
                  <a:lnTo>
                    <a:pt x="34" y="75"/>
                  </a:lnTo>
                  <a:lnTo>
                    <a:pt x="33" y="58"/>
                  </a:lnTo>
                  <a:lnTo>
                    <a:pt x="31" y="40"/>
                  </a:lnTo>
                  <a:lnTo>
                    <a:pt x="27" y="24"/>
                  </a:lnTo>
                  <a:lnTo>
                    <a:pt x="21" y="7"/>
                  </a:lnTo>
                  <a:lnTo>
                    <a:pt x="21" y="7"/>
                  </a:lnTo>
                  <a:lnTo>
                    <a:pt x="19" y="3"/>
                  </a:lnTo>
                  <a:lnTo>
                    <a:pt x="16" y="0"/>
                  </a:lnTo>
                  <a:lnTo>
                    <a:pt x="12" y="0"/>
                  </a:lnTo>
                  <a:lnTo>
                    <a:pt x="7" y="0"/>
                  </a:lnTo>
                  <a:lnTo>
                    <a:pt x="4" y="2"/>
                  </a:lnTo>
                  <a:lnTo>
                    <a:pt x="2" y="4"/>
                  </a:lnTo>
                  <a:lnTo>
                    <a:pt x="0" y="9"/>
                  </a:lnTo>
                  <a:lnTo>
                    <a:pt x="2" y="13"/>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grpSp>
      <p:sp>
        <p:nvSpPr>
          <p:cNvPr id="16" name="圆角矩形 15"/>
          <p:cNvSpPr/>
          <p:nvPr>
            <p:custDataLst>
              <p:tags r:id="rId2"/>
            </p:custDataLst>
          </p:nvPr>
        </p:nvSpPr>
        <p:spPr>
          <a:xfrm rot="2700000">
            <a:off x="4298834" y="2232367"/>
            <a:ext cx="368856" cy="368856"/>
          </a:xfrm>
          <a:prstGeom prst="roundRect">
            <a:avLst>
              <a:gd name="adj" fmla="val 25355"/>
            </a:avLst>
          </a:prstGeom>
          <a:solidFill>
            <a:srgbClr val="1AA3AA"/>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69" name="任意多边形 168"/>
          <p:cNvSpPr/>
          <p:nvPr>
            <p:custDataLst>
              <p:tags r:id="rId3"/>
            </p:custDataLst>
          </p:nvPr>
        </p:nvSpPr>
        <p:spPr bwMode="auto">
          <a:xfrm>
            <a:off x="4365682" y="2299171"/>
            <a:ext cx="235160" cy="235248"/>
          </a:xfrm>
          <a:custGeom>
            <a:avLst/>
            <a:gdLst>
              <a:gd name="connsiteX0" fmla="*/ 102175 w 313546"/>
              <a:gd name="connsiteY0" fmla="*/ 189630 h 313664"/>
              <a:gd name="connsiteX1" fmla="*/ 89557 w 313546"/>
              <a:gd name="connsiteY1" fmla="*/ 251595 h 313664"/>
              <a:gd name="connsiteX2" fmla="*/ 98734 w 313546"/>
              <a:gd name="connsiteY2" fmla="*/ 300938 h 313664"/>
              <a:gd name="connsiteX3" fmla="*/ 134296 w 313546"/>
              <a:gd name="connsiteY3" fmla="*/ 277988 h 313664"/>
              <a:gd name="connsiteX4" fmla="*/ 133149 w 313546"/>
              <a:gd name="connsiteY4" fmla="*/ 274546 h 313664"/>
              <a:gd name="connsiteX5" fmla="*/ 145768 w 313546"/>
              <a:gd name="connsiteY5" fmla="*/ 241268 h 313664"/>
              <a:gd name="connsiteX6" fmla="*/ 160681 w 313546"/>
              <a:gd name="connsiteY6" fmla="*/ 240120 h 313664"/>
              <a:gd name="connsiteX7" fmla="*/ 173300 w 313546"/>
              <a:gd name="connsiteY7" fmla="*/ 218318 h 313664"/>
              <a:gd name="connsiteX8" fmla="*/ 137738 w 313546"/>
              <a:gd name="connsiteY8" fmla="*/ 204548 h 313664"/>
              <a:gd name="connsiteX9" fmla="*/ 102175 w 313546"/>
              <a:gd name="connsiteY9" fmla="*/ 189630 h 313664"/>
              <a:gd name="connsiteX10" fmla="*/ 218040 w 313546"/>
              <a:gd name="connsiteY10" fmla="*/ 140288 h 313664"/>
              <a:gd name="connsiteX11" fmla="*/ 205421 w 313546"/>
              <a:gd name="connsiteY11" fmla="*/ 175860 h 313664"/>
              <a:gd name="connsiteX12" fmla="*/ 189360 w 313546"/>
              <a:gd name="connsiteY12" fmla="*/ 211433 h 313664"/>
              <a:gd name="connsiteX13" fmla="*/ 301783 w 313546"/>
              <a:gd name="connsiteY13" fmla="*/ 216023 h 313664"/>
              <a:gd name="connsiteX14" fmla="*/ 271956 w 313546"/>
              <a:gd name="connsiteY14" fmla="*/ 173565 h 313664"/>
              <a:gd name="connsiteX15" fmla="*/ 218040 w 313546"/>
              <a:gd name="connsiteY15" fmla="*/ 140288 h 313664"/>
              <a:gd name="connsiteX16" fmla="*/ 143288 w 313546"/>
              <a:gd name="connsiteY16" fmla="*/ 125704 h 313664"/>
              <a:gd name="connsiteX17" fmla="*/ 188266 w 313546"/>
              <a:gd name="connsiteY17" fmla="*/ 143996 h 313664"/>
              <a:gd name="connsiteX18" fmla="*/ 169813 w 313546"/>
              <a:gd name="connsiteY18" fmla="*/ 187441 h 313664"/>
              <a:gd name="connsiteX19" fmla="*/ 125989 w 313546"/>
              <a:gd name="connsiteY19" fmla="*/ 170292 h 313664"/>
              <a:gd name="connsiteX20" fmla="*/ 143288 w 313546"/>
              <a:gd name="connsiteY20" fmla="*/ 125704 h 313664"/>
              <a:gd name="connsiteX21" fmla="*/ 135443 w 313546"/>
              <a:gd name="connsiteY21" fmla="*/ 105862 h 313664"/>
              <a:gd name="connsiteX22" fmla="*/ 119383 w 313546"/>
              <a:gd name="connsiteY22" fmla="*/ 141435 h 313664"/>
              <a:gd name="connsiteX23" fmla="*/ 105617 w 313546"/>
              <a:gd name="connsiteY23" fmla="*/ 178155 h 313664"/>
              <a:gd name="connsiteX24" fmla="*/ 142326 w 313546"/>
              <a:gd name="connsiteY24" fmla="*/ 194220 h 313664"/>
              <a:gd name="connsiteX25" fmla="*/ 179036 w 313546"/>
              <a:gd name="connsiteY25" fmla="*/ 207990 h 313664"/>
              <a:gd name="connsiteX26" fmla="*/ 195096 w 313546"/>
              <a:gd name="connsiteY26" fmla="*/ 172418 h 313664"/>
              <a:gd name="connsiteX27" fmla="*/ 207715 w 313546"/>
              <a:gd name="connsiteY27" fmla="*/ 135698 h 313664"/>
              <a:gd name="connsiteX28" fmla="*/ 172153 w 313546"/>
              <a:gd name="connsiteY28" fmla="*/ 119633 h 313664"/>
              <a:gd name="connsiteX29" fmla="*/ 135443 w 313546"/>
              <a:gd name="connsiteY29" fmla="*/ 105862 h 313664"/>
              <a:gd name="connsiteX30" fmla="*/ 32772 w 313546"/>
              <a:gd name="connsiteY30" fmla="*/ 88506 h 313664"/>
              <a:gd name="connsiteX31" fmla="*/ 19579 w 313546"/>
              <a:gd name="connsiteY31" fmla="*/ 90945 h 313664"/>
              <a:gd name="connsiteX32" fmla="*/ 12696 w 313546"/>
              <a:gd name="connsiteY32" fmla="*/ 97830 h 313664"/>
              <a:gd name="connsiteX33" fmla="*/ 95292 w 313546"/>
              <a:gd name="connsiteY33" fmla="*/ 172418 h 313664"/>
              <a:gd name="connsiteX34" fmla="*/ 109058 w 313546"/>
              <a:gd name="connsiteY34" fmla="*/ 136845 h 313664"/>
              <a:gd name="connsiteX35" fmla="*/ 123972 w 313546"/>
              <a:gd name="connsiteY35" fmla="*/ 102420 h 313664"/>
              <a:gd name="connsiteX36" fmla="*/ 101028 w 313546"/>
              <a:gd name="connsiteY36" fmla="*/ 95535 h 313664"/>
              <a:gd name="connsiteX37" fmla="*/ 86115 w 313546"/>
              <a:gd name="connsiteY37" fmla="*/ 112747 h 313664"/>
              <a:gd name="connsiteX38" fmla="*/ 53994 w 313546"/>
              <a:gd name="connsiteY38" fmla="*/ 98977 h 313664"/>
              <a:gd name="connsiteX39" fmla="*/ 52847 w 313546"/>
              <a:gd name="connsiteY39" fmla="*/ 88650 h 313664"/>
              <a:gd name="connsiteX40" fmla="*/ 32772 w 313546"/>
              <a:gd name="connsiteY40" fmla="*/ 88506 h 313664"/>
              <a:gd name="connsiteX41" fmla="*/ 215745 w 313546"/>
              <a:gd name="connsiteY41" fmla="*/ 11767 h 313664"/>
              <a:gd name="connsiteX42" fmla="*/ 206568 w 313546"/>
              <a:gd name="connsiteY42" fmla="*/ 12915 h 313664"/>
              <a:gd name="connsiteX43" fmla="*/ 174447 w 313546"/>
              <a:gd name="connsiteY43" fmla="*/ 41602 h 313664"/>
              <a:gd name="connsiteX44" fmla="*/ 141179 w 313546"/>
              <a:gd name="connsiteY44" fmla="*/ 95535 h 313664"/>
              <a:gd name="connsiteX45" fmla="*/ 176741 w 313546"/>
              <a:gd name="connsiteY45" fmla="*/ 108157 h 313664"/>
              <a:gd name="connsiteX46" fmla="*/ 211157 w 313546"/>
              <a:gd name="connsiteY46" fmla="*/ 124223 h 313664"/>
              <a:gd name="connsiteX47" fmla="*/ 215745 w 313546"/>
              <a:gd name="connsiteY47" fmla="*/ 11767 h 313664"/>
              <a:gd name="connsiteX48" fmla="*/ 220334 w 313546"/>
              <a:gd name="connsiteY48" fmla="*/ 1440 h 313664"/>
              <a:gd name="connsiteX49" fmla="*/ 221481 w 313546"/>
              <a:gd name="connsiteY49" fmla="*/ 128813 h 313664"/>
              <a:gd name="connsiteX50" fmla="*/ 278839 w 313546"/>
              <a:gd name="connsiteY50" fmla="*/ 165533 h 313664"/>
              <a:gd name="connsiteX51" fmla="*/ 312107 w 313546"/>
              <a:gd name="connsiteY51" fmla="*/ 219465 h 313664"/>
              <a:gd name="connsiteX52" fmla="*/ 298341 w 313546"/>
              <a:gd name="connsiteY52" fmla="*/ 232088 h 313664"/>
              <a:gd name="connsiteX53" fmla="*/ 250160 w 313546"/>
              <a:gd name="connsiteY53" fmla="*/ 235530 h 313664"/>
              <a:gd name="connsiteX54" fmla="*/ 184772 w 313546"/>
              <a:gd name="connsiteY54" fmla="*/ 221760 h 313664"/>
              <a:gd name="connsiteX55" fmla="*/ 171006 w 313546"/>
              <a:gd name="connsiteY55" fmla="*/ 245858 h 313664"/>
              <a:gd name="connsiteX56" fmla="*/ 177889 w 313546"/>
              <a:gd name="connsiteY56" fmla="*/ 255038 h 313664"/>
              <a:gd name="connsiteX57" fmla="*/ 165270 w 313546"/>
              <a:gd name="connsiteY57" fmla="*/ 287168 h 313664"/>
              <a:gd name="connsiteX58" fmla="*/ 143474 w 313546"/>
              <a:gd name="connsiteY58" fmla="*/ 286021 h 313664"/>
              <a:gd name="connsiteX59" fmla="*/ 112500 w 313546"/>
              <a:gd name="connsiteY59" fmla="*/ 311266 h 313664"/>
              <a:gd name="connsiteX60" fmla="*/ 94145 w 313546"/>
              <a:gd name="connsiteY60" fmla="*/ 312413 h 313664"/>
              <a:gd name="connsiteX61" fmla="*/ 78085 w 313546"/>
              <a:gd name="connsiteY61" fmla="*/ 249300 h 313664"/>
              <a:gd name="connsiteX62" fmla="*/ 91851 w 313546"/>
              <a:gd name="connsiteY62" fmla="*/ 183893 h 313664"/>
              <a:gd name="connsiteX63" fmla="*/ 1225 w 313546"/>
              <a:gd name="connsiteY63" fmla="*/ 93240 h 313664"/>
              <a:gd name="connsiteX64" fmla="*/ 56289 w 313546"/>
              <a:gd name="connsiteY64" fmla="*/ 77175 h 313664"/>
              <a:gd name="connsiteX65" fmla="*/ 67760 w 313546"/>
              <a:gd name="connsiteY65" fmla="*/ 66847 h 313664"/>
              <a:gd name="connsiteX66" fmla="*/ 99881 w 313546"/>
              <a:gd name="connsiteY66" fmla="*/ 80617 h 313664"/>
              <a:gd name="connsiteX67" fmla="*/ 101028 w 313546"/>
              <a:gd name="connsiteY67" fmla="*/ 84060 h 313664"/>
              <a:gd name="connsiteX68" fmla="*/ 129708 w 313546"/>
              <a:gd name="connsiteY68" fmla="*/ 92092 h 313664"/>
              <a:gd name="connsiteX69" fmla="*/ 165270 w 313546"/>
              <a:gd name="connsiteY69" fmla="*/ 34717 h 313664"/>
              <a:gd name="connsiteX70" fmla="*/ 220334 w 313546"/>
              <a:gd name="connsiteY70" fmla="*/ 1440 h 31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13546" h="313664">
                <a:moveTo>
                  <a:pt x="102175" y="189630"/>
                </a:moveTo>
                <a:cubicBezTo>
                  <a:pt x="96440" y="211433"/>
                  <a:pt x="91851" y="233235"/>
                  <a:pt x="89557" y="251595"/>
                </a:cubicBezTo>
                <a:cubicBezTo>
                  <a:pt x="86115" y="283726"/>
                  <a:pt x="91851" y="298643"/>
                  <a:pt x="98734" y="300938"/>
                </a:cubicBezTo>
                <a:cubicBezTo>
                  <a:pt x="105617" y="304381"/>
                  <a:pt x="119383" y="295201"/>
                  <a:pt x="134296" y="277988"/>
                </a:cubicBezTo>
                <a:cubicBezTo>
                  <a:pt x="134296" y="276841"/>
                  <a:pt x="133149" y="275693"/>
                  <a:pt x="133149" y="274546"/>
                </a:cubicBezTo>
                <a:cubicBezTo>
                  <a:pt x="127413" y="261923"/>
                  <a:pt x="133149" y="247005"/>
                  <a:pt x="145768" y="241268"/>
                </a:cubicBezTo>
                <a:cubicBezTo>
                  <a:pt x="150357" y="240120"/>
                  <a:pt x="156092" y="238973"/>
                  <a:pt x="160681" y="240120"/>
                </a:cubicBezTo>
                <a:cubicBezTo>
                  <a:pt x="165270" y="233235"/>
                  <a:pt x="168711" y="226350"/>
                  <a:pt x="173300" y="218318"/>
                </a:cubicBezTo>
                <a:cubicBezTo>
                  <a:pt x="161828" y="213728"/>
                  <a:pt x="149209" y="210285"/>
                  <a:pt x="137738" y="204548"/>
                </a:cubicBezTo>
                <a:cubicBezTo>
                  <a:pt x="125119" y="199958"/>
                  <a:pt x="113647" y="195368"/>
                  <a:pt x="102175" y="189630"/>
                </a:cubicBezTo>
                <a:close/>
                <a:moveTo>
                  <a:pt x="218040" y="140288"/>
                </a:moveTo>
                <a:cubicBezTo>
                  <a:pt x="214598" y="152910"/>
                  <a:pt x="210009" y="164385"/>
                  <a:pt x="205421" y="175860"/>
                </a:cubicBezTo>
                <a:cubicBezTo>
                  <a:pt x="200832" y="188483"/>
                  <a:pt x="195096" y="199958"/>
                  <a:pt x="189360" y="211433"/>
                </a:cubicBezTo>
                <a:cubicBezTo>
                  <a:pt x="250160" y="228645"/>
                  <a:pt x="296047" y="229793"/>
                  <a:pt x="301783" y="216023"/>
                </a:cubicBezTo>
                <a:cubicBezTo>
                  <a:pt x="304077" y="209138"/>
                  <a:pt x="298341" y="194220"/>
                  <a:pt x="271956" y="173565"/>
                </a:cubicBezTo>
                <a:cubicBezTo>
                  <a:pt x="257043" y="163238"/>
                  <a:pt x="238689" y="151763"/>
                  <a:pt x="218040" y="140288"/>
                </a:cubicBezTo>
                <a:close/>
                <a:moveTo>
                  <a:pt x="143288" y="125704"/>
                </a:moveTo>
                <a:cubicBezTo>
                  <a:pt x="160587" y="118844"/>
                  <a:pt x="181346" y="126847"/>
                  <a:pt x="188266" y="143996"/>
                </a:cubicBezTo>
                <a:cubicBezTo>
                  <a:pt x="195185" y="161146"/>
                  <a:pt x="187112" y="180581"/>
                  <a:pt x="169813" y="187441"/>
                </a:cubicBezTo>
                <a:cubicBezTo>
                  <a:pt x="152514" y="195444"/>
                  <a:pt x="132909" y="187441"/>
                  <a:pt x="125989" y="170292"/>
                </a:cubicBezTo>
                <a:cubicBezTo>
                  <a:pt x="119069" y="153143"/>
                  <a:pt x="127142" y="133707"/>
                  <a:pt x="143288" y="125704"/>
                </a:cubicBezTo>
                <a:close/>
                <a:moveTo>
                  <a:pt x="135443" y="105862"/>
                </a:moveTo>
                <a:cubicBezTo>
                  <a:pt x="129708" y="117338"/>
                  <a:pt x="125119" y="128813"/>
                  <a:pt x="119383" y="141435"/>
                </a:cubicBezTo>
                <a:cubicBezTo>
                  <a:pt x="114794" y="154058"/>
                  <a:pt x="110206" y="166680"/>
                  <a:pt x="105617" y="178155"/>
                </a:cubicBezTo>
                <a:cubicBezTo>
                  <a:pt x="117089" y="183893"/>
                  <a:pt x="129708" y="189630"/>
                  <a:pt x="142326" y="194220"/>
                </a:cubicBezTo>
                <a:cubicBezTo>
                  <a:pt x="154945" y="198810"/>
                  <a:pt x="166417" y="203400"/>
                  <a:pt x="179036" y="207990"/>
                </a:cubicBezTo>
                <a:cubicBezTo>
                  <a:pt x="183624" y="196515"/>
                  <a:pt x="189360" y="185040"/>
                  <a:pt x="195096" y="172418"/>
                </a:cubicBezTo>
                <a:cubicBezTo>
                  <a:pt x="199685" y="159795"/>
                  <a:pt x="204274" y="147173"/>
                  <a:pt x="207715" y="135698"/>
                </a:cubicBezTo>
                <a:cubicBezTo>
                  <a:pt x="196243" y="129960"/>
                  <a:pt x="184772" y="124223"/>
                  <a:pt x="172153" y="119633"/>
                </a:cubicBezTo>
                <a:cubicBezTo>
                  <a:pt x="159534" y="113895"/>
                  <a:pt x="148062" y="109305"/>
                  <a:pt x="135443" y="105862"/>
                </a:cubicBezTo>
                <a:close/>
                <a:moveTo>
                  <a:pt x="32772" y="88506"/>
                </a:moveTo>
                <a:cubicBezTo>
                  <a:pt x="27323" y="88937"/>
                  <a:pt x="23021" y="89797"/>
                  <a:pt x="19579" y="90945"/>
                </a:cubicBezTo>
                <a:cubicBezTo>
                  <a:pt x="16138" y="93240"/>
                  <a:pt x="13843" y="95535"/>
                  <a:pt x="12696" y="97830"/>
                </a:cubicBezTo>
                <a:cubicBezTo>
                  <a:pt x="6960" y="111600"/>
                  <a:pt x="40228" y="143730"/>
                  <a:pt x="95292" y="172418"/>
                </a:cubicBezTo>
                <a:cubicBezTo>
                  <a:pt x="99881" y="160943"/>
                  <a:pt x="104470" y="149468"/>
                  <a:pt x="109058" y="136845"/>
                </a:cubicBezTo>
                <a:cubicBezTo>
                  <a:pt x="113647" y="125370"/>
                  <a:pt x="119383" y="113895"/>
                  <a:pt x="123972" y="102420"/>
                </a:cubicBezTo>
                <a:cubicBezTo>
                  <a:pt x="115941" y="100125"/>
                  <a:pt x="109058" y="97830"/>
                  <a:pt x="101028" y="95535"/>
                </a:cubicBezTo>
                <a:cubicBezTo>
                  <a:pt x="98734" y="103567"/>
                  <a:pt x="94145" y="109305"/>
                  <a:pt x="86115" y="112747"/>
                </a:cubicBezTo>
                <a:cubicBezTo>
                  <a:pt x="73496" y="118485"/>
                  <a:pt x="59730" y="111600"/>
                  <a:pt x="53994" y="98977"/>
                </a:cubicBezTo>
                <a:cubicBezTo>
                  <a:pt x="52847" y="95535"/>
                  <a:pt x="51700" y="92092"/>
                  <a:pt x="52847" y="88650"/>
                </a:cubicBezTo>
                <a:cubicBezTo>
                  <a:pt x="44817" y="88076"/>
                  <a:pt x="38221" y="88076"/>
                  <a:pt x="32772" y="88506"/>
                </a:cubicBezTo>
                <a:close/>
                <a:moveTo>
                  <a:pt x="215745" y="11767"/>
                </a:moveTo>
                <a:cubicBezTo>
                  <a:pt x="213451" y="10620"/>
                  <a:pt x="210009" y="11767"/>
                  <a:pt x="206568" y="12915"/>
                </a:cubicBezTo>
                <a:cubicBezTo>
                  <a:pt x="198538" y="16357"/>
                  <a:pt x="188213" y="24390"/>
                  <a:pt x="174447" y="41602"/>
                </a:cubicBezTo>
                <a:cubicBezTo>
                  <a:pt x="162975" y="56520"/>
                  <a:pt x="151504" y="74880"/>
                  <a:pt x="141179" y="95535"/>
                </a:cubicBezTo>
                <a:cubicBezTo>
                  <a:pt x="152651" y="98977"/>
                  <a:pt x="164123" y="103567"/>
                  <a:pt x="176741" y="108157"/>
                </a:cubicBezTo>
                <a:cubicBezTo>
                  <a:pt x="188213" y="113895"/>
                  <a:pt x="200832" y="118485"/>
                  <a:pt x="211157" y="124223"/>
                </a:cubicBezTo>
                <a:cubicBezTo>
                  <a:pt x="229511" y="63405"/>
                  <a:pt x="230658" y="17505"/>
                  <a:pt x="215745" y="11767"/>
                </a:cubicBezTo>
                <a:close/>
                <a:moveTo>
                  <a:pt x="220334" y="1440"/>
                </a:moveTo>
                <a:cubicBezTo>
                  <a:pt x="245572" y="11767"/>
                  <a:pt x="239836" y="67995"/>
                  <a:pt x="221481" y="128813"/>
                </a:cubicBezTo>
                <a:cubicBezTo>
                  <a:pt x="244424" y="140288"/>
                  <a:pt x="263926" y="152910"/>
                  <a:pt x="278839" y="165533"/>
                </a:cubicBezTo>
                <a:cubicBezTo>
                  <a:pt x="306372" y="186188"/>
                  <a:pt x="317843" y="205695"/>
                  <a:pt x="312107" y="219465"/>
                </a:cubicBezTo>
                <a:cubicBezTo>
                  <a:pt x="309813" y="225203"/>
                  <a:pt x="305224" y="229793"/>
                  <a:pt x="298341" y="232088"/>
                </a:cubicBezTo>
                <a:cubicBezTo>
                  <a:pt x="288017" y="236678"/>
                  <a:pt x="271956" y="237825"/>
                  <a:pt x="250160" y="235530"/>
                </a:cubicBezTo>
                <a:cubicBezTo>
                  <a:pt x="230658" y="234383"/>
                  <a:pt x="207715" y="228645"/>
                  <a:pt x="184772" y="221760"/>
                </a:cubicBezTo>
                <a:cubicBezTo>
                  <a:pt x="180183" y="229793"/>
                  <a:pt x="175594" y="237825"/>
                  <a:pt x="171006" y="245858"/>
                </a:cubicBezTo>
                <a:cubicBezTo>
                  <a:pt x="174447" y="248153"/>
                  <a:pt x="176741" y="251595"/>
                  <a:pt x="177889" y="255038"/>
                </a:cubicBezTo>
                <a:cubicBezTo>
                  <a:pt x="183624" y="267660"/>
                  <a:pt x="177889" y="281431"/>
                  <a:pt x="165270" y="287168"/>
                </a:cubicBezTo>
                <a:cubicBezTo>
                  <a:pt x="157240" y="290611"/>
                  <a:pt x="149209" y="289463"/>
                  <a:pt x="143474" y="286021"/>
                </a:cubicBezTo>
                <a:cubicBezTo>
                  <a:pt x="132002" y="298643"/>
                  <a:pt x="121677" y="307823"/>
                  <a:pt x="112500" y="311266"/>
                </a:cubicBezTo>
                <a:cubicBezTo>
                  <a:pt x="105617" y="313561"/>
                  <a:pt x="99881" y="314708"/>
                  <a:pt x="94145" y="312413"/>
                </a:cubicBezTo>
                <a:cubicBezTo>
                  <a:pt x="79232" y="306676"/>
                  <a:pt x="73496" y="284873"/>
                  <a:pt x="78085" y="249300"/>
                </a:cubicBezTo>
                <a:cubicBezTo>
                  <a:pt x="80379" y="229793"/>
                  <a:pt x="84968" y="207990"/>
                  <a:pt x="91851" y="183893"/>
                </a:cubicBezTo>
                <a:cubicBezTo>
                  <a:pt x="35640" y="155205"/>
                  <a:pt x="-7953" y="118485"/>
                  <a:pt x="1225" y="93240"/>
                </a:cubicBezTo>
                <a:cubicBezTo>
                  <a:pt x="6960" y="80617"/>
                  <a:pt x="25315" y="74880"/>
                  <a:pt x="56289" y="77175"/>
                </a:cubicBezTo>
                <a:cubicBezTo>
                  <a:pt x="58583" y="72585"/>
                  <a:pt x="63172" y="69142"/>
                  <a:pt x="67760" y="66847"/>
                </a:cubicBezTo>
                <a:cubicBezTo>
                  <a:pt x="80379" y="62257"/>
                  <a:pt x="94145" y="67995"/>
                  <a:pt x="99881" y="80617"/>
                </a:cubicBezTo>
                <a:cubicBezTo>
                  <a:pt x="99881" y="81765"/>
                  <a:pt x="101028" y="82912"/>
                  <a:pt x="101028" y="84060"/>
                </a:cubicBezTo>
                <a:cubicBezTo>
                  <a:pt x="110206" y="86355"/>
                  <a:pt x="119383" y="88650"/>
                  <a:pt x="129708" y="92092"/>
                </a:cubicBezTo>
                <a:cubicBezTo>
                  <a:pt x="141179" y="69142"/>
                  <a:pt x="153798" y="49635"/>
                  <a:pt x="165270" y="34717"/>
                </a:cubicBezTo>
                <a:cubicBezTo>
                  <a:pt x="187066" y="7177"/>
                  <a:pt x="206568" y="-4298"/>
                  <a:pt x="220334" y="144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algn="ctr">
              <a:lnSpc>
                <a:spcPct val="120000"/>
              </a:lnSpc>
            </a:pPr>
            <a:endParaRPr sz="1350" spc="150">
              <a:latin typeface="微软雅黑" panose="020B0503020204020204" charset="-122"/>
              <a:ea typeface="微软雅黑" panose="020B0503020204020204" charset="-122"/>
            </a:endParaRPr>
          </a:p>
        </p:txBody>
      </p:sp>
      <p:sp>
        <p:nvSpPr>
          <p:cNvPr id="112" name="矩形 111"/>
          <p:cNvSpPr/>
          <p:nvPr>
            <p:custDataLst>
              <p:tags r:id="rId4"/>
            </p:custDataLst>
          </p:nvPr>
        </p:nvSpPr>
        <p:spPr bwMode="auto">
          <a:xfrm>
            <a:off x="4978446" y="2192911"/>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3. 计算机系统的基本组成。</a:t>
            </a:r>
          </a:p>
        </p:txBody>
      </p:sp>
      <p:sp>
        <p:nvSpPr>
          <p:cNvPr id="10" name="圆角矩形 9"/>
          <p:cNvSpPr/>
          <p:nvPr>
            <p:custDataLst>
              <p:tags r:id="rId5"/>
            </p:custDataLst>
          </p:nvPr>
        </p:nvSpPr>
        <p:spPr>
          <a:xfrm rot="2700000">
            <a:off x="4298834" y="3461788"/>
            <a:ext cx="368856" cy="368856"/>
          </a:xfrm>
          <a:prstGeom prst="roundRect">
            <a:avLst>
              <a:gd name="adj" fmla="val 25355"/>
            </a:avLst>
          </a:prstGeom>
          <a:solidFill>
            <a:srgbClr val="9BBB59"/>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1" name="任意多边形 10"/>
          <p:cNvSpPr/>
          <p:nvPr>
            <p:custDataLst>
              <p:tags r:id="rId6"/>
            </p:custDataLst>
          </p:nvPr>
        </p:nvSpPr>
        <p:spPr bwMode="auto">
          <a:xfrm>
            <a:off x="4364478" y="3524777"/>
            <a:ext cx="237568" cy="242878"/>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ysClr val="window" lastClr="FFFFFF"/>
          </a:solidFill>
          <a:ln>
            <a:noFill/>
          </a:ln>
        </p:spPr>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14" name="矩形 113"/>
          <p:cNvSpPr/>
          <p:nvPr>
            <p:custDataLst>
              <p:tags r:id="rId7"/>
            </p:custDataLst>
          </p:nvPr>
        </p:nvSpPr>
        <p:spPr bwMode="auto">
          <a:xfrm>
            <a:off x="4978446" y="3422332"/>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5. 键盘布局和正确指法。</a:t>
            </a:r>
          </a:p>
        </p:txBody>
      </p:sp>
      <p:cxnSp>
        <p:nvCxnSpPr>
          <p:cNvPr id="116" name="直接连接符 115"/>
          <p:cNvCxnSpPr/>
          <p:nvPr>
            <p:custDataLst>
              <p:tags r:id="rId8"/>
            </p:custDataLst>
          </p:nvPr>
        </p:nvCxnSpPr>
        <p:spPr>
          <a:xfrm>
            <a:off x="4940175" y="1494729"/>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17" name="直接连接符 116"/>
          <p:cNvCxnSpPr/>
          <p:nvPr>
            <p:custDataLst>
              <p:tags r:id="rId9"/>
            </p:custDataLst>
          </p:nvPr>
        </p:nvCxnSpPr>
        <p:spPr>
          <a:xfrm>
            <a:off x="4940175" y="2109440"/>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18" name="直接连接符 117"/>
          <p:cNvCxnSpPr/>
          <p:nvPr>
            <p:custDataLst>
              <p:tags r:id="rId10"/>
            </p:custDataLst>
          </p:nvPr>
        </p:nvCxnSpPr>
        <p:spPr>
          <a:xfrm>
            <a:off x="4940175" y="2724150"/>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19" name="直接连接符 118"/>
          <p:cNvCxnSpPr/>
          <p:nvPr>
            <p:custDataLst>
              <p:tags r:id="rId11"/>
            </p:custDataLst>
          </p:nvPr>
        </p:nvCxnSpPr>
        <p:spPr>
          <a:xfrm>
            <a:off x="4940175" y="3338861"/>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20" name="直接连接符 119"/>
          <p:cNvCxnSpPr/>
          <p:nvPr>
            <p:custDataLst>
              <p:tags r:id="rId12"/>
            </p:custDataLst>
          </p:nvPr>
        </p:nvCxnSpPr>
        <p:spPr>
          <a:xfrm>
            <a:off x="4940175" y="3953571"/>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sp>
        <p:nvSpPr>
          <p:cNvPr id="115" name="矩形 114"/>
          <p:cNvSpPr/>
          <p:nvPr>
            <p:custDataLst>
              <p:tags r:id="rId13"/>
            </p:custDataLst>
          </p:nvPr>
        </p:nvSpPr>
        <p:spPr bwMode="auto">
          <a:xfrm>
            <a:off x="4978446" y="4037042"/>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6. 汉字输入方法。</a:t>
            </a:r>
          </a:p>
        </p:txBody>
      </p:sp>
      <p:sp>
        <p:nvSpPr>
          <p:cNvPr id="127" name="圆角矩形 126"/>
          <p:cNvSpPr/>
          <p:nvPr>
            <p:custDataLst>
              <p:tags r:id="rId14"/>
            </p:custDataLst>
          </p:nvPr>
        </p:nvSpPr>
        <p:spPr>
          <a:xfrm rot="2700000">
            <a:off x="4298834" y="4076498"/>
            <a:ext cx="368856" cy="368856"/>
          </a:xfrm>
          <a:prstGeom prst="roundRect">
            <a:avLst>
              <a:gd name="adj" fmla="val 25355"/>
            </a:avLst>
          </a:prstGeom>
          <a:solidFill>
            <a:srgbClr val="FFC000"/>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49" name="任意多边形 148"/>
          <p:cNvSpPr/>
          <p:nvPr>
            <p:custDataLst>
              <p:tags r:id="rId15"/>
            </p:custDataLst>
          </p:nvPr>
        </p:nvSpPr>
        <p:spPr bwMode="auto">
          <a:xfrm>
            <a:off x="4363055" y="4139488"/>
            <a:ext cx="240413" cy="242878"/>
          </a:xfrm>
          <a:custGeom>
            <a:avLst/>
            <a:gdLst>
              <a:gd name="T0" fmla="*/ 4165 w 6033"/>
              <a:gd name="T1" fmla="*/ 3494 h 6104"/>
              <a:gd name="T2" fmla="*/ 4030 w 6033"/>
              <a:gd name="T3" fmla="*/ 2533 h 6104"/>
              <a:gd name="T4" fmla="*/ 4030 w 6033"/>
              <a:gd name="T5" fmla="*/ 2391 h 6104"/>
              <a:gd name="T6" fmla="*/ 3550 w 6033"/>
              <a:gd name="T7" fmla="*/ 2054 h 6104"/>
              <a:gd name="T8" fmla="*/ 2598 w 6033"/>
              <a:gd name="T9" fmla="*/ 1945 h 6104"/>
              <a:gd name="T10" fmla="*/ 2498 w 6033"/>
              <a:gd name="T11" fmla="*/ 1562 h 6104"/>
              <a:gd name="T12" fmla="*/ 1920 w 6033"/>
              <a:gd name="T13" fmla="*/ 1662 h 6104"/>
              <a:gd name="T14" fmla="*/ 1162 w 6033"/>
              <a:gd name="T15" fmla="*/ 2256 h 6104"/>
              <a:gd name="T16" fmla="*/ 826 w 6033"/>
              <a:gd name="T17" fmla="*/ 2063 h 6104"/>
              <a:gd name="T18" fmla="*/ 460 w 6033"/>
              <a:gd name="T19" fmla="*/ 2471 h 6104"/>
              <a:gd name="T20" fmla="*/ 679 w 6033"/>
              <a:gd name="T21" fmla="*/ 2731 h 6104"/>
              <a:gd name="T22" fmla="*/ 101 w 6033"/>
              <a:gd name="T23" fmla="*/ 3494 h 6104"/>
              <a:gd name="T24" fmla="*/ 0 w 6033"/>
              <a:gd name="T25" fmla="*/ 4071 h 6104"/>
              <a:gd name="T26" fmla="*/ 346 w 6033"/>
              <a:gd name="T27" fmla="*/ 4172 h 6104"/>
              <a:gd name="T28" fmla="*/ 480 w 6033"/>
              <a:gd name="T29" fmla="*/ 5124 h 6104"/>
              <a:gd name="T30" fmla="*/ 817 w 6033"/>
              <a:gd name="T31" fmla="*/ 5603 h 6104"/>
              <a:gd name="T32" fmla="*/ 959 w 6033"/>
              <a:gd name="T33" fmla="*/ 5603 h 6104"/>
              <a:gd name="T34" fmla="*/ 1920 w 6033"/>
              <a:gd name="T35" fmla="*/ 5763 h 6104"/>
              <a:gd name="T36" fmla="*/ 2021 w 6033"/>
              <a:gd name="T37" fmla="*/ 6104 h 6104"/>
              <a:gd name="T38" fmla="*/ 2598 w 6033"/>
              <a:gd name="T39" fmla="*/ 6004 h 6104"/>
              <a:gd name="T40" fmla="*/ 3382 w 6033"/>
              <a:gd name="T41" fmla="*/ 5435 h 6104"/>
              <a:gd name="T42" fmla="*/ 3701 w 6033"/>
              <a:gd name="T43" fmla="*/ 5612 h 6104"/>
              <a:gd name="T44" fmla="*/ 4038 w 6033"/>
              <a:gd name="T45" fmla="*/ 5133 h 6104"/>
              <a:gd name="T46" fmla="*/ 4173 w 6033"/>
              <a:gd name="T47" fmla="*/ 4172 h 6104"/>
              <a:gd name="T48" fmla="*/ 4543 w 6033"/>
              <a:gd name="T49" fmla="*/ 4071 h 6104"/>
              <a:gd name="T50" fmla="*/ 4443 w 6033"/>
              <a:gd name="T51" fmla="*/ 3494 h 6104"/>
              <a:gd name="T52" fmla="*/ 1214 w 6033"/>
              <a:gd name="T53" fmla="*/ 3833 h 6104"/>
              <a:gd name="T54" fmla="*/ 3330 w 6033"/>
              <a:gd name="T55" fmla="*/ 3833 h 6104"/>
              <a:gd name="T56" fmla="*/ 2674 w 6033"/>
              <a:gd name="T57" fmla="*/ 3833 h 6104"/>
              <a:gd name="T58" fmla="*/ 1870 w 6033"/>
              <a:gd name="T59" fmla="*/ 3833 h 6104"/>
              <a:gd name="T60" fmla="*/ 2674 w 6033"/>
              <a:gd name="T61" fmla="*/ 3833 h 6104"/>
              <a:gd name="T62" fmla="*/ 5843 w 6033"/>
              <a:gd name="T63" fmla="*/ 1525 h 6104"/>
              <a:gd name="T64" fmla="*/ 5990 w 6033"/>
              <a:gd name="T65" fmla="*/ 987 h 6104"/>
              <a:gd name="T66" fmla="*/ 5921 w 6033"/>
              <a:gd name="T67" fmla="*/ 659 h 6104"/>
              <a:gd name="T68" fmla="*/ 5699 w 6033"/>
              <a:gd name="T69" fmla="*/ 686 h 6104"/>
              <a:gd name="T70" fmla="*/ 5424 w 6033"/>
              <a:gd name="T71" fmla="*/ 204 h 6104"/>
              <a:gd name="T72" fmla="*/ 5394 w 6033"/>
              <a:gd name="T73" fmla="*/ 129 h 6104"/>
              <a:gd name="T74" fmla="*/ 5068 w 6033"/>
              <a:gd name="T75" fmla="*/ 51 h 6104"/>
              <a:gd name="T76" fmla="*/ 4540 w 6033"/>
              <a:gd name="T77" fmla="*/ 194 h 6104"/>
              <a:gd name="T78" fmla="*/ 4405 w 6033"/>
              <a:gd name="T79" fmla="*/ 12 h 6104"/>
              <a:gd name="T80" fmla="*/ 4120 w 6033"/>
              <a:gd name="T81" fmla="*/ 187 h 6104"/>
              <a:gd name="T82" fmla="*/ 3843 w 6033"/>
              <a:gd name="T83" fmla="*/ 663 h 6104"/>
              <a:gd name="T84" fmla="*/ 3624 w 6033"/>
              <a:gd name="T85" fmla="*/ 631 h 6104"/>
              <a:gd name="T86" fmla="*/ 3515 w 6033"/>
              <a:gd name="T87" fmla="*/ 925 h 6104"/>
              <a:gd name="T88" fmla="*/ 3687 w 6033"/>
              <a:gd name="T89" fmla="*/ 1017 h 6104"/>
              <a:gd name="T90" fmla="*/ 3541 w 6033"/>
              <a:gd name="T91" fmla="*/ 1545 h 6104"/>
              <a:gd name="T92" fmla="*/ 3610 w 6033"/>
              <a:gd name="T93" fmla="*/ 1872 h 6104"/>
              <a:gd name="T94" fmla="*/ 3814 w 6033"/>
              <a:gd name="T95" fmla="*/ 1853 h 6104"/>
              <a:gd name="T96" fmla="*/ 4087 w 6033"/>
              <a:gd name="T97" fmla="*/ 2330 h 6104"/>
              <a:gd name="T98" fmla="*/ 4367 w 6033"/>
              <a:gd name="T99" fmla="*/ 2513 h 6104"/>
              <a:gd name="T100" fmla="*/ 4442 w 6033"/>
              <a:gd name="T101" fmla="*/ 2483 h 6104"/>
              <a:gd name="T102" fmla="*/ 4986 w 6033"/>
              <a:gd name="T103" fmla="*/ 2365 h 6104"/>
              <a:gd name="T104" fmla="*/ 5112 w 6033"/>
              <a:gd name="T105" fmla="*/ 2525 h 6104"/>
              <a:gd name="T106" fmla="*/ 5397 w 6033"/>
              <a:gd name="T107" fmla="*/ 2350 h 6104"/>
              <a:gd name="T108" fmla="*/ 5693 w 6033"/>
              <a:gd name="T109" fmla="*/ 1882 h 6104"/>
              <a:gd name="T110" fmla="*/ 5900 w 6033"/>
              <a:gd name="T111" fmla="*/ 1909 h 6104"/>
              <a:gd name="T112" fmla="*/ 5978 w 6033"/>
              <a:gd name="T113" fmla="*/ 1583 h 6104"/>
              <a:gd name="T114" fmla="*/ 4203 w 6033"/>
              <a:gd name="T115" fmla="*/ 1489 h 6104"/>
              <a:gd name="T116" fmla="*/ 5327 w 6033"/>
              <a:gd name="T117" fmla="*/ 1042 h 6104"/>
              <a:gd name="T118" fmla="*/ 4979 w 6033"/>
              <a:gd name="T119" fmla="*/ 1181 h 6104"/>
              <a:gd name="T120" fmla="*/ 4552 w 6033"/>
              <a:gd name="T121" fmla="*/ 1351 h 6104"/>
              <a:gd name="T122" fmla="*/ 4979 w 6033"/>
              <a:gd name="T123" fmla="*/ 1181 h 6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33" h="6104">
                <a:moveTo>
                  <a:pt x="4443" y="3494"/>
                </a:moveTo>
                <a:lnTo>
                  <a:pt x="4165" y="3494"/>
                </a:lnTo>
                <a:cubicBezTo>
                  <a:pt x="4112" y="3217"/>
                  <a:pt x="4000" y="2955"/>
                  <a:pt x="3836" y="2726"/>
                </a:cubicBezTo>
                <a:lnTo>
                  <a:pt x="4030" y="2533"/>
                </a:lnTo>
                <a:cubicBezTo>
                  <a:pt x="4048" y="2514"/>
                  <a:pt x="4059" y="2488"/>
                  <a:pt x="4059" y="2462"/>
                </a:cubicBezTo>
                <a:cubicBezTo>
                  <a:pt x="4059" y="2435"/>
                  <a:pt x="4048" y="2410"/>
                  <a:pt x="4030" y="2391"/>
                </a:cubicBezTo>
                <a:lnTo>
                  <a:pt x="3692" y="2054"/>
                </a:lnTo>
                <a:cubicBezTo>
                  <a:pt x="3653" y="2015"/>
                  <a:pt x="3590" y="2015"/>
                  <a:pt x="3550" y="2054"/>
                </a:cubicBezTo>
                <a:lnTo>
                  <a:pt x="3351" y="2253"/>
                </a:lnTo>
                <a:cubicBezTo>
                  <a:pt x="3125" y="2098"/>
                  <a:pt x="2867" y="1992"/>
                  <a:pt x="2598" y="1945"/>
                </a:cubicBezTo>
                <a:lnTo>
                  <a:pt x="2598" y="1662"/>
                </a:lnTo>
                <a:cubicBezTo>
                  <a:pt x="2598" y="1607"/>
                  <a:pt x="2553" y="1562"/>
                  <a:pt x="2498" y="1562"/>
                </a:cubicBezTo>
                <a:lnTo>
                  <a:pt x="2021" y="1562"/>
                </a:lnTo>
                <a:cubicBezTo>
                  <a:pt x="1965" y="1562"/>
                  <a:pt x="1920" y="1607"/>
                  <a:pt x="1920" y="1662"/>
                </a:cubicBezTo>
                <a:lnTo>
                  <a:pt x="1920" y="1945"/>
                </a:lnTo>
                <a:cubicBezTo>
                  <a:pt x="1649" y="1993"/>
                  <a:pt x="1390" y="2099"/>
                  <a:pt x="1162" y="2256"/>
                </a:cubicBezTo>
                <a:lnTo>
                  <a:pt x="968" y="2063"/>
                </a:lnTo>
                <a:cubicBezTo>
                  <a:pt x="929" y="2023"/>
                  <a:pt x="865" y="2023"/>
                  <a:pt x="826" y="2063"/>
                </a:cubicBezTo>
                <a:lnTo>
                  <a:pt x="489" y="2400"/>
                </a:lnTo>
                <a:cubicBezTo>
                  <a:pt x="470" y="2419"/>
                  <a:pt x="460" y="2444"/>
                  <a:pt x="460" y="2471"/>
                </a:cubicBezTo>
                <a:cubicBezTo>
                  <a:pt x="460" y="2497"/>
                  <a:pt x="470" y="2523"/>
                  <a:pt x="489" y="2542"/>
                </a:cubicBezTo>
                <a:lnTo>
                  <a:pt x="679" y="2731"/>
                </a:lnTo>
                <a:cubicBezTo>
                  <a:pt x="517" y="2959"/>
                  <a:pt x="406" y="3220"/>
                  <a:pt x="354" y="3494"/>
                </a:cubicBezTo>
                <a:lnTo>
                  <a:pt x="101" y="3494"/>
                </a:lnTo>
                <a:cubicBezTo>
                  <a:pt x="45" y="3494"/>
                  <a:pt x="0" y="3539"/>
                  <a:pt x="0" y="3594"/>
                </a:cubicBezTo>
                <a:lnTo>
                  <a:pt x="0" y="4071"/>
                </a:lnTo>
                <a:cubicBezTo>
                  <a:pt x="0" y="4127"/>
                  <a:pt x="45" y="4172"/>
                  <a:pt x="101" y="4172"/>
                </a:cubicBezTo>
                <a:lnTo>
                  <a:pt x="346" y="4172"/>
                </a:lnTo>
                <a:cubicBezTo>
                  <a:pt x="392" y="4448"/>
                  <a:pt x="498" y="4713"/>
                  <a:pt x="658" y="4946"/>
                </a:cubicBezTo>
                <a:lnTo>
                  <a:pt x="480" y="5124"/>
                </a:lnTo>
                <a:cubicBezTo>
                  <a:pt x="441" y="5163"/>
                  <a:pt x="441" y="5227"/>
                  <a:pt x="480" y="5266"/>
                </a:cubicBezTo>
                <a:lnTo>
                  <a:pt x="817" y="5603"/>
                </a:lnTo>
                <a:cubicBezTo>
                  <a:pt x="836" y="5622"/>
                  <a:pt x="862" y="5633"/>
                  <a:pt x="888" y="5633"/>
                </a:cubicBezTo>
                <a:cubicBezTo>
                  <a:pt x="915" y="5633"/>
                  <a:pt x="940" y="5622"/>
                  <a:pt x="959" y="5603"/>
                </a:cubicBezTo>
                <a:lnTo>
                  <a:pt x="1131" y="5431"/>
                </a:lnTo>
                <a:cubicBezTo>
                  <a:pt x="1367" y="5599"/>
                  <a:pt x="1636" y="5713"/>
                  <a:pt x="1920" y="5763"/>
                </a:cubicBezTo>
                <a:lnTo>
                  <a:pt x="1920" y="6004"/>
                </a:lnTo>
                <a:cubicBezTo>
                  <a:pt x="1920" y="6059"/>
                  <a:pt x="1965" y="6104"/>
                  <a:pt x="2021" y="6104"/>
                </a:cubicBezTo>
                <a:lnTo>
                  <a:pt x="2498" y="6104"/>
                </a:lnTo>
                <a:cubicBezTo>
                  <a:pt x="2553" y="6104"/>
                  <a:pt x="2598" y="6059"/>
                  <a:pt x="2598" y="6004"/>
                </a:cubicBezTo>
                <a:lnTo>
                  <a:pt x="2598" y="5763"/>
                </a:lnTo>
                <a:cubicBezTo>
                  <a:pt x="2880" y="5713"/>
                  <a:pt x="3148" y="5601"/>
                  <a:pt x="3382" y="5435"/>
                </a:cubicBezTo>
                <a:lnTo>
                  <a:pt x="3559" y="5612"/>
                </a:lnTo>
                <a:cubicBezTo>
                  <a:pt x="3597" y="5650"/>
                  <a:pt x="3664" y="5650"/>
                  <a:pt x="3701" y="5612"/>
                </a:cubicBezTo>
                <a:lnTo>
                  <a:pt x="4038" y="5275"/>
                </a:lnTo>
                <a:cubicBezTo>
                  <a:pt x="4078" y="5235"/>
                  <a:pt x="4078" y="5172"/>
                  <a:pt x="4038" y="5133"/>
                </a:cubicBezTo>
                <a:lnTo>
                  <a:pt x="3857" y="4951"/>
                </a:lnTo>
                <a:cubicBezTo>
                  <a:pt x="4019" y="4717"/>
                  <a:pt x="4126" y="4450"/>
                  <a:pt x="4173" y="4172"/>
                </a:cubicBezTo>
                <a:lnTo>
                  <a:pt x="4443" y="4172"/>
                </a:lnTo>
                <a:cubicBezTo>
                  <a:pt x="4498" y="4172"/>
                  <a:pt x="4543" y="4127"/>
                  <a:pt x="4543" y="4071"/>
                </a:cubicBezTo>
                <a:lnTo>
                  <a:pt x="4543" y="3594"/>
                </a:lnTo>
                <a:cubicBezTo>
                  <a:pt x="4543" y="3539"/>
                  <a:pt x="4498" y="3494"/>
                  <a:pt x="4443" y="3494"/>
                </a:cubicBezTo>
                <a:close/>
                <a:moveTo>
                  <a:pt x="2272" y="4891"/>
                </a:moveTo>
                <a:cubicBezTo>
                  <a:pt x="1687" y="4891"/>
                  <a:pt x="1214" y="4417"/>
                  <a:pt x="1214" y="3833"/>
                </a:cubicBezTo>
                <a:cubicBezTo>
                  <a:pt x="1214" y="3248"/>
                  <a:pt x="1687" y="2775"/>
                  <a:pt x="2272" y="2775"/>
                </a:cubicBezTo>
                <a:cubicBezTo>
                  <a:pt x="2856" y="2775"/>
                  <a:pt x="3330" y="3248"/>
                  <a:pt x="3330" y="3833"/>
                </a:cubicBezTo>
                <a:cubicBezTo>
                  <a:pt x="3330" y="4417"/>
                  <a:pt x="2856" y="4891"/>
                  <a:pt x="2272" y="4891"/>
                </a:cubicBezTo>
                <a:close/>
                <a:moveTo>
                  <a:pt x="2674" y="3833"/>
                </a:moveTo>
                <a:cubicBezTo>
                  <a:pt x="2674" y="4055"/>
                  <a:pt x="2494" y="4235"/>
                  <a:pt x="2272" y="4235"/>
                </a:cubicBezTo>
                <a:cubicBezTo>
                  <a:pt x="2050" y="4235"/>
                  <a:pt x="1870" y="4055"/>
                  <a:pt x="1870" y="3833"/>
                </a:cubicBezTo>
                <a:cubicBezTo>
                  <a:pt x="1870" y="3611"/>
                  <a:pt x="2050" y="3431"/>
                  <a:pt x="2272" y="3431"/>
                </a:cubicBezTo>
                <a:cubicBezTo>
                  <a:pt x="2494" y="3431"/>
                  <a:pt x="2674" y="3611"/>
                  <a:pt x="2674" y="3833"/>
                </a:cubicBezTo>
                <a:close/>
                <a:moveTo>
                  <a:pt x="5978" y="1583"/>
                </a:moveTo>
                <a:lnTo>
                  <a:pt x="5843" y="1525"/>
                </a:lnTo>
                <a:cubicBezTo>
                  <a:pt x="5879" y="1366"/>
                  <a:pt x="5880" y="1202"/>
                  <a:pt x="5846" y="1044"/>
                </a:cubicBezTo>
                <a:lnTo>
                  <a:pt x="5990" y="987"/>
                </a:lnTo>
                <a:cubicBezTo>
                  <a:pt x="6019" y="975"/>
                  <a:pt x="6033" y="942"/>
                  <a:pt x="6022" y="913"/>
                </a:cubicBezTo>
                <a:lnTo>
                  <a:pt x="5921" y="659"/>
                </a:lnTo>
                <a:cubicBezTo>
                  <a:pt x="5909" y="630"/>
                  <a:pt x="5876" y="616"/>
                  <a:pt x="5846" y="627"/>
                </a:cubicBezTo>
                <a:lnTo>
                  <a:pt x="5699" y="686"/>
                </a:lnTo>
                <a:cubicBezTo>
                  <a:pt x="5612" y="550"/>
                  <a:pt x="5497" y="435"/>
                  <a:pt x="5362" y="348"/>
                </a:cubicBezTo>
                <a:lnTo>
                  <a:pt x="5424" y="204"/>
                </a:lnTo>
                <a:cubicBezTo>
                  <a:pt x="5430" y="190"/>
                  <a:pt x="5430" y="175"/>
                  <a:pt x="5424" y="160"/>
                </a:cubicBezTo>
                <a:cubicBezTo>
                  <a:pt x="5419" y="146"/>
                  <a:pt x="5408" y="135"/>
                  <a:pt x="5394" y="129"/>
                </a:cubicBezTo>
                <a:lnTo>
                  <a:pt x="5144" y="21"/>
                </a:lnTo>
                <a:cubicBezTo>
                  <a:pt x="5115" y="9"/>
                  <a:pt x="5081" y="22"/>
                  <a:pt x="5068" y="51"/>
                </a:cubicBezTo>
                <a:lnTo>
                  <a:pt x="5005" y="199"/>
                </a:lnTo>
                <a:cubicBezTo>
                  <a:pt x="4851" y="164"/>
                  <a:pt x="4693" y="163"/>
                  <a:pt x="4540" y="194"/>
                </a:cubicBezTo>
                <a:lnTo>
                  <a:pt x="4480" y="44"/>
                </a:lnTo>
                <a:cubicBezTo>
                  <a:pt x="4468" y="15"/>
                  <a:pt x="4435" y="0"/>
                  <a:pt x="4405" y="12"/>
                </a:cubicBezTo>
                <a:lnTo>
                  <a:pt x="4152" y="113"/>
                </a:lnTo>
                <a:cubicBezTo>
                  <a:pt x="4123" y="125"/>
                  <a:pt x="4108" y="158"/>
                  <a:pt x="4120" y="187"/>
                </a:cubicBezTo>
                <a:lnTo>
                  <a:pt x="4180" y="337"/>
                </a:lnTo>
                <a:cubicBezTo>
                  <a:pt x="4046" y="420"/>
                  <a:pt x="3931" y="532"/>
                  <a:pt x="3843" y="663"/>
                </a:cubicBezTo>
                <a:lnTo>
                  <a:pt x="3699" y="601"/>
                </a:lnTo>
                <a:cubicBezTo>
                  <a:pt x="3670" y="589"/>
                  <a:pt x="3636" y="602"/>
                  <a:pt x="3624" y="631"/>
                </a:cubicBezTo>
                <a:lnTo>
                  <a:pt x="3516" y="881"/>
                </a:lnTo>
                <a:cubicBezTo>
                  <a:pt x="3510" y="896"/>
                  <a:pt x="3510" y="911"/>
                  <a:pt x="3515" y="925"/>
                </a:cubicBezTo>
                <a:cubicBezTo>
                  <a:pt x="3521" y="940"/>
                  <a:pt x="3532" y="951"/>
                  <a:pt x="3546" y="957"/>
                </a:cubicBezTo>
                <a:lnTo>
                  <a:pt x="3687" y="1017"/>
                </a:lnTo>
                <a:cubicBezTo>
                  <a:pt x="3649" y="1173"/>
                  <a:pt x="3645" y="1334"/>
                  <a:pt x="3675" y="1491"/>
                </a:cubicBezTo>
                <a:lnTo>
                  <a:pt x="3541" y="1545"/>
                </a:lnTo>
                <a:cubicBezTo>
                  <a:pt x="3512" y="1556"/>
                  <a:pt x="3497" y="1590"/>
                  <a:pt x="3509" y="1619"/>
                </a:cubicBezTo>
                <a:lnTo>
                  <a:pt x="3610" y="1872"/>
                </a:lnTo>
                <a:cubicBezTo>
                  <a:pt x="3621" y="1902"/>
                  <a:pt x="3655" y="1916"/>
                  <a:pt x="3684" y="1904"/>
                </a:cubicBezTo>
                <a:lnTo>
                  <a:pt x="3814" y="1853"/>
                </a:lnTo>
                <a:cubicBezTo>
                  <a:pt x="3897" y="1990"/>
                  <a:pt x="4009" y="2108"/>
                  <a:pt x="4143" y="2198"/>
                </a:cubicBezTo>
                <a:lnTo>
                  <a:pt x="4087" y="2330"/>
                </a:lnTo>
                <a:cubicBezTo>
                  <a:pt x="4074" y="2359"/>
                  <a:pt x="4087" y="2393"/>
                  <a:pt x="4117" y="2405"/>
                </a:cubicBezTo>
                <a:lnTo>
                  <a:pt x="4367" y="2513"/>
                </a:lnTo>
                <a:cubicBezTo>
                  <a:pt x="4381" y="2519"/>
                  <a:pt x="4397" y="2519"/>
                  <a:pt x="4411" y="2514"/>
                </a:cubicBezTo>
                <a:cubicBezTo>
                  <a:pt x="4425" y="2508"/>
                  <a:pt x="4436" y="2497"/>
                  <a:pt x="4442" y="2483"/>
                </a:cubicBezTo>
                <a:lnTo>
                  <a:pt x="4497" y="2355"/>
                </a:lnTo>
                <a:cubicBezTo>
                  <a:pt x="4658" y="2395"/>
                  <a:pt x="4825" y="2398"/>
                  <a:pt x="4986" y="2365"/>
                </a:cubicBezTo>
                <a:lnTo>
                  <a:pt x="5037" y="2493"/>
                </a:lnTo>
                <a:cubicBezTo>
                  <a:pt x="5049" y="2522"/>
                  <a:pt x="5082" y="2537"/>
                  <a:pt x="5112" y="2525"/>
                </a:cubicBezTo>
                <a:lnTo>
                  <a:pt x="5365" y="2424"/>
                </a:lnTo>
                <a:cubicBezTo>
                  <a:pt x="5394" y="2413"/>
                  <a:pt x="5409" y="2379"/>
                  <a:pt x="5397" y="2350"/>
                </a:cubicBezTo>
                <a:lnTo>
                  <a:pt x="5346" y="2222"/>
                </a:lnTo>
                <a:cubicBezTo>
                  <a:pt x="5485" y="2136"/>
                  <a:pt x="5604" y="2020"/>
                  <a:pt x="5693" y="1882"/>
                </a:cubicBezTo>
                <a:lnTo>
                  <a:pt x="5825" y="1939"/>
                </a:lnTo>
                <a:cubicBezTo>
                  <a:pt x="5852" y="1951"/>
                  <a:pt x="5888" y="1937"/>
                  <a:pt x="5900" y="1909"/>
                </a:cubicBezTo>
                <a:lnTo>
                  <a:pt x="6008" y="1658"/>
                </a:lnTo>
                <a:cubicBezTo>
                  <a:pt x="6020" y="1629"/>
                  <a:pt x="6007" y="1595"/>
                  <a:pt x="5978" y="1583"/>
                </a:cubicBezTo>
                <a:close/>
                <a:moveTo>
                  <a:pt x="4989" y="1828"/>
                </a:moveTo>
                <a:cubicBezTo>
                  <a:pt x="4678" y="1951"/>
                  <a:pt x="4327" y="1800"/>
                  <a:pt x="4203" y="1489"/>
                </a:cubicBezTo>
                <a:cubicBezTo>
                  <a:pt x="4080" y="1179"/>
                  <a:pt x="4231" y="828"/>
                  <a:pt x="4542" y="704"/>
                </a:cubicBezTo>
                <a:cubicBezTo>
                  <a:pt x="4852" y="581"/>
                  <a:pt x="5204" y="732"/>
                  <a:pt x="5327" y="1042"/>
                </a:cubicBezTo>
                <a:cubicBezTo>
                  <a:pt x="5451" y="1353"/>
                  <a:pt x="5299" y="1704"/>
                  <a:pt x="4989" y="1828"/>
                </a:cubicBezTo>
                <a:close/>
                <a:moveTo>
                  <a:pt x="4979" y="1181"/>
                </a:moveTo>
                <a:cubicBezTo>
                  <a:pt x="5025" y="1299"/>
                  <a:pt x="4968" y="1432"/>
                  <a:pt x="4850" y="1479"/>
                </a:cubicBezTo>
                <a:cubicBezTo>
                  <a:pt x="4732" y="1526"/>
                  <a:pt x="4599" y="1468"/>
                  <a:pt x="4552" y="1351"/>
                </a:cubicBezTo>
                <a:cubicBezTo>
                  <a:pt x="4505" y="1233"/>
                  <a:pt x="4563" y="1099"/>
                  <a:pt x="4680" y="1053"/>
                </a:cubicBezTo>
                <a:cubicBezTo>
                  <a:pt x="4798" y="1006"/>
                  <a:pt x="4932" y="1063"/>
                  <a:pt x="4979" y="1181"/>
                </a:cubicBezTo>
                <a:close/>
              </a:path>
            </a:pathLst>
          </a:custGeom>
          <a:solidFill>
            <a:sysClr val="window" lastClr="FFFFFF"/>
          </a:solidFill>
          <a:ln>
            <a:noFill/>
          </a:ln>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charset="-122"/>
              <a:ea typeface="微软雅黑" panose="020B0503020204020204" charset="-122"/>
            </a:endParaRPr>
          </a:p>
        </p:txBody>
      </p:sp>
      <p:sp>
        <p:nvSpPr>
          <p:cNvPr id="111" name="矩形 110"/>
          <p:cNvSpPr/>
          <p:nvPr>
            <p:custDataLst>
              <p:tags r:id="rId16"/>
            </p:custDataLst>
          </p:nvPr>
        </p:nvSpPr>
        <p:spPr bwMode="auto">
          <a:xfrm>
            <a:off x="4978446" y="1578200"/>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2. 计算机的主要组成部件。</a:t>
            </a:r>
          </a:p>
        </p:txBody>
      </p:sp>
      <p:sp>
        <p:nvSpPr>
          <p:cNvPr id="165" name="圆角矩形 164"/>
          <p:cNvSpPr/>
          <p:nvPr>
            <p:custDataLst>
              <p:tags r:id="rId17"/>
            </p:custDataLst>
          </p:nvPr>
        </p:nvSpPr>
        <p:spPr>
          <a:xfrm rot="2700000">
            <a:off x="4298834" y="1617656"/>
            <a:ext cx="368856" cy="368856"/>
          </a:xfrm>
          <a:prstGeom prst="roundRect">
            <a:avLst>
              <a:gd name="adj" fmla="val 25355"/>
            </a:avLst>
          </a:prstGeom>
          <a:solidFill>
            <a:srgbClr val="3498D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72" name="任意多边形 171"/>
          <p:cNvSpPr/>
          <p:nvPr>
            <p:custDataLst>
              <p:tags r:id="rId18"/>
            </p:custDataLst>
          </p:nvPr>
        </p:nvSpPr>
        <p:spPr bwMode="auto">
          <a:xfrm>
            <a:off x="4360309" y="1679132"/>
            <a:ext cx="245906" cy="245906"/>
          </a:xfrm>
          <a:custGeom>
            <a:avLst/>
            <a:gdLst>
              <a:gd name="connsiteX0" fmla="*/ 164612 w 327875"/>
              <a:gd name="connsiteY0" fmla="*/ 105028 h 327875"/>
              <a:gd name="connsiteX1" fmla="*/ 222849 w 327875"/>
              <a:gd name="connsiteY1" fmla="*/ 163938 h 327875"/>
              <a:gd name="connsiteX2" fmla="*/ 164612 w 327875"/>
              <a:gd name="connsiteY2" fmla="*/ 222848 h 327875"/>
              <a:gd name="connsiteX3" fmla="*/ 106375 w 327875"/>
              <a:gd name="connsiteY3" fmla="*/ 163938 h 327875"/>
              <a:gd name="connsiteX4" fmla="*/ 164612 w 327875"/>
              <a:gd name="connsiteY4" fmla="*/ 105028 h 327875"/>
              <a:gd name="connsiteX5" fmla="*/ 163938 w 327875"/>
              <a:gd name="connsiteY5" fmla="*/ 66848 h 327875"/>
              <a:gd name="connsiteX6" fmla="*/ 66848 w 327875"/>
              <a:gd name="connsiteY6" fmla="*/ 163938 h 327875"/>
              <a:gd name="connsiteX7" fmla="*/ 163938 w 327875"/>
              <a:gd name="connsiteY7" fmla="*/ 261027 h 327875"/>
              <a:gd name="connsiteX8" fmla="*/ 261027 w 327875"/>
              <a:gd name="connsiteY8" fmla="*/ 163938 h 327875"/>
              <a:gd name="connsiteX9" fmla="*/ 163938 w 327875"/>
              <a:gd name="connsiteY9" fmla="*/ 66848 h 327875"/>
              <a:gd name="connsiteX10" fmla="*/ 141655 w 327875"/>
              <a:gd name="connsiteY10" fmla="*/ 0 h 327875"/>
              <a:gd name="connsiteX11" fmla="*/ 186221 w 327875"/>
              <a:gd name="connsiteY11" fmla="*/ 0 h 327875"/>
              <a:gd name="connsiteX12" fmla="*/ 186221 w 327875"/>
              <a:gd name="connsiteY12" fmla="*/ 36607 h 327875"/>
              <a:gd name="connsiteX13" fmla="*/ 238744 w 327875"/>
              <a:gd name="connsiteY13" fmla="*/ 58890 h 327875"/>
              <a:gd name="connsiteX14" fmla="*/ 264210 w 327875"/>
              <a:gd name="connsiteY14" fmla="*/ 31832 h 327875"/>
              <a:gd name="connsiteX15" fmla="*/ 296043 w 327875"/>
              <a:gd name="connsiteY15" fmla="*/ 63665 h 327875"/>
              <a:gd name="connsiteX16" fmla="*/ 270577 w 327875"/>
              <a:gd name="connsiteY16" fmla="*/ 89131 h 327875"/>
              <a:gd name="connsiteX17" fmla="*/ 291268 w 327875"/>
              <a:gd name="connsiteY17" fmla="*/ 141655 h 327875"/>
              <a:gd name="connsiteX18" fmla="*/ 327875 w 327875"/>
              <a:gd name="connsiteY18" fmla="*/ 141655 h 327875"/>
              <a:gd name="connsiteX19" fmla="*/ 327875 w 327875"/>
              <a:gd name="connsiteY19" fmla="*/ 186220 h 327875"/>
              <a:gd name="connsiteX20" fmla="*/ 291268 w 327875"/>
              <a:gd name="connsiteY20" fmla="*/ 186220 h 327875"/>
              <a:gd name="connsiteX21" fmla="*/ 270577 w 327875"/>
              <a:gd name="connsiteY21" fmla="*/ 238744 h 327875"/>
              <a:gd name="connsiteX22" fmla="*/ 296043 w 327875"/>
              <a:gd name="connsiteY22" fmla="*/ 264210 h 327875"/>
              <a:gd name="connsiteX23" fmla="*/ 264210 w 327875"/>
              <a:gd name="connsiteY23" fmla="*/ 296043 h 327875"/>
              <a:gd name="connsiteX24" fmla="*/ 238744 w 327875"/>
              <a:gd name="connsiteY24" fmla="*/ 268985 h 327875"/>
              <a:gd name="connsiteX25" fmla="*/ 186221 w 327875"/>
              <a:gd name="connsiteY25" fmla="*/ 291268 h 327875"/>
              <a:gd name="connsiteX26" fmla="*/ 186221 w 327875"/>
              <a:gd name="connsiteY26" fmla="*/ 327875 h 327875"/>
              <a:gd name="connsiteX27" fmla="*/ 141655 w 327875"/>
              <a:gd name="connsiteY27" fmla="*/ 327875 h 327875"/>
              <a:gd name="connsiteX28" fmla="*/ 141655 w 327875"/>
              <a:gd name="connsiteY28" fmla="*/ 291268 h 327875"/>
              <a:gd name="connsiteX29" fmla="*/ 90722 w 327875"/>
              <a:gd name="connsiteY29" fmla="*/ 268985 h 327875"/>
              <a:gd name="connsiteX30" fmla="*/ 63665 w 327875"/>
              <a:gd name="connsiteY30" fmla="*/ 296043 h 327875"/>
              <a:gd name="connsiteX31" fmla="*/ 31832 w 327875"/>
              <a:gd name="connsiteY31" fmla="*/ 264210 h 327875"/>
              <a:gd name="connsiteX32" fmla="*/ 58890 w 327875"/>
              <a:gd name="connsiteY32" fmla="*/ 238744 h 327875"/>
              <a:gd name="connsiteX33" fmla="*/ 36607 w 327875"/>
              <a:gd name="connsiteY33" fmla="*/ 186220 h 327875"/>
              <a:gd name="connsiteX34" fmla="*/ 0 w 327875"/>
              <a:gd name="connsiteY34" fmla="*/ 186220 h 327875"/>
              <a:gd name="connsiteX35" fmla="*/ 0 w 327875"/>
              <a:gd name="connsiteY35" fmla="*/ 141655 h 327875"/>
              <a:gd name="connsiteX36" fmla="*/ 36607 w 327875"/>
              <a:gd name="connsiteY36" fmla="*/ 141655 h 327875"/>
              <a:gd name="connsiteX37" fmla="*/ 58890 w 327875"/>
              <a:gd name="connsiteY37" fmla="*/ 89131 h 327875"/>
              <a:gd name="connsiteX38" fmla="*/ 31832 w 327875"/>
              <a:gd name="connsiteY38" fmla="*/ 63665 h 327875"/>
              <a:gd name="connsiteX39" fmla="*/ 63665 w 327875"/>
              <a:gd name="connsiteY39" fmla="*/ 31832 h 327875"/>
              <a:gd name="connsiteX40" fmla="*/ 90722 w 327875"/>
              <a:gd name="connsiteY40" fmla="*/ 58890 h 327875"/>
              <a:gd name="connsiteX41" fmla="*/ 141655 w 327875"/>
              <a:gd name="connsiteY41" fmla="*/ 36607 h 327875"/>
              <a:gd name="connsiteX42" fmla="*/ 141655 w 327875"/>
              <a:gd name="connsiteY42" fmla="*/ 0 h 32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875" h="327875">
                <a:moveTo>
                  <a:pt x="164612" y="105028"/>
                </a:moveTo>
                <a:cubicBezTo>
                  <a:pt x="196775" y="105028"/>
                  <a:pt x="222849" y="131403"/>
                  <a:pt x="222849" y="163938"/>
                </a:cubicBezTo>
                <a:cubicBezTo>
                  <a:pt x="222849" y="196473"/>
                  <a:pt x="196775" y="222848"/>
                  <a:pt x="164612" y="222848"/>
                </a:cubicBezTo>
                <a:cubicBezTo>
                  <a:pt x="132449" y="222848"/>
                  <a:pt x="106375" y="196473"/>
                  <a:pt x="106375" y="163938"/>
                </a:cubicBezTo>
                <a:cubicBezTo>
                  <a:pt x="106375" y="131403"/>
                  <a:pt x="132449" y="105028"/>
                  <a:pt x="164612" y="105028"/>
                </a:cubicBezTo>
                <a:close/>
                <a:moveTo>
                  <a:pt x="163938" y="66848"/>
                </a:moveTo>
                <a:cubicBezTo>
                  <a:pt x="111414" y="66848"/>
                  <a:pt x="66848" y="109822"/>
                  <a:pt x="66848" y="163938"/>
                </a:cubicBezTo>
                <a:cubicBezTo>
                  <a:pt x="66848" y="218053"/>
                  <a:pt x="111414" y="261027"/>
                  <a:pt x="163938" y="261027"/>
                </a:cubicBezTo>
                <a:cubicBezTo>
                  <a:pt x="218053" y="261027"/>
                  <a:pt x="261027" y="218053"/>
                  <a:pt x="261027" y="163938"/>
                </a:cubicBezTo>
                <a:cubicBezTo>
                  <a:pt x="261027" y="109822"/>
                  <a:pt x="218053" y="66848"/>
                  <a:pt x="163938" y="66848"/>
                </a:cubicBezTo>
                <a:close/>
                <a:moveTo>
                  <a:pt x="141655" y="0"/>
                </a:moveTo>
                <a:cubicBezTo>
                  <a:pt x="141655" y="0"/>
                  <a:pt x="141655" y="0"/>
                  <a:pt x="186221" y="0"/>
                </a:cubicBezTo>
                <a:cubicBezTo>
                  <a:pt x="186221" y="0"/>
                  <a:pt x="186221" y="0"/>
                  <a:pt x="186221" y="36607"/>
                </a:cubicBezTo>
                <a:cubicBezTo>
                  <a:pt x="205320" y="39791"/>
                  <a:pt x="222828" y="47749"/>
                  <a:pt x="238744" y="58890"/>
                </a:cubicBezTo>
                <a:cubicBezTo>
                  <a:pt x="238744" y="58890"/>
                  <a:pt x="238744" y="58890"/>
                  <a:pt x="264210" y="31832"/>
                </a:cubicBezTo>
                <a:cubicBezTo>
                  <a:pt x="264210" y="31832"/>
                  <a:pt x="264210" y="31832"/>
                  <a:pt x="296043" y="63665"/>
                </a:cubicBezTo>
                <a:cubicBezTo>
                  <a:pt x="296043" y="63665"/>
                  <a:pt x="296043" y="63665"/>
                  <a:pt x="270577" y="89131"/>
                </a:cubicBezTo>
                <a:cubicBezTo>
                  <a:pt x="280126" y="105047"/>
                  <a:pt x="288085" y="122555"/>
                  <a:pt x="291268" y="141655"/>
                </a:cubicBezTo>
                <a:cubicBezTo>
                  <a:pt x="291268" y="141655"/>
                  <a:pt x="291268" y="141655"/>
                  <a:pt x="327875" y="141655"/>
                </a:cubicBezTo>
                <a:cubicBezTo>
                  <a:pt x="327875" y="141655"/>
                  <a:pt x="327875" y="141655"/>
                  <a:pt x="327875" y="186220"/>
                </a:cubicBezTo>
                <a:lnTo>
                  <a:pt x="291268" y="186220"/>
                </a:lnTo>
                <a:cubicBezTo>
                  <a:pt x="288085" y="205320"/>
                  <a:pt x="280126" y="222828"/>
                  <a:pt x="270577" y="238744"/>
                </a:cubicBezTo>
                <a:cubicBezTo>
                  <a:pt x="270577" y="238744"/>
                  <a:pt x="270577" y="238744"/>
                  <a:pt x="296043" y="264210"/>
                </a:cubicBezTo>
                <a:cubicBezTo>
                  <a:pt x="296043" y="264210"/>
                  <a:pt x="296043" y="264210"/>
                  <a:pt x="264210" y="296043"/>
                </a:cubicBezTo>
                <a:cubicBezTo>
                  <a:pt x="264210" y="296043"/>
                  <a:pt x="264210" y="296043"/>
                  <a:pt x="238744" y="268985"/>
                </a:cubicBezTo>
                <a:cubicBezTo>
                  <a:pt x="222828" y="280126"/>
                  <a:pt x="205320" y="288084"/>
                  <a:pt x="186221" y="291268"/>
                </a:cubicBezTo>
                <a:cubicBezTo>
                  <a:pt x="186221" y="291268"/>
                  <a:pt x="186221" y="291268"/>
                  <a:pt x="186221" y="327875"/>
                </a:cubicBezTo>
                <a:cubicBezTo>
                  <a:pt x="186221" y="327875"/>
                  <a:pt x="186221" y="327875"/>
                  <a:pt x="141655" y="327875"/>
                </a:cubicBezTo>
                <a:cubicBezTo>
                  <a:pt x="141655" y="327875"/>
                  <a:pt x="141655" y="327875"/>
                  <a:pt x="141655" y="291268"/>
                </a:cubicBezTo>
                <a:cubicBezTo>
                  <a:pt x="122555" y="288084"/>
                  <a:pt x="105047" y="280126"/>
                  <a:pt x="90722" y="268985"/>
                </a:cubicBezTo>
                <a:cubicBezTo>
                  <a:pt x="90722" y="268985"/>
                  <a:pt x="90722" y="268985"/>
                  <a:pt x="63665" y="296043"/>
                </a:cubicBezTo>
                <a:cubicBezTo>
                  <a:pt x="63665" y="296043"/>
                  <a:pt x="63665" y="296043"/>
                  <a:pt x="31832" y="264210"/>
                </a:cubicBezTo>
                <a:cubicBezTo>
                  <a:pt x="31832" y="264210"/>
                  <a:pt x="31832" y="264210"/>
                  <a:pt x="58890" y="238744"/>
                </a:cubicBezTo>
                <a:cubicBezTo>
                  <a:pt x="47749" y="222828"/>
                  <a:pt x="39790" y="205320"/>
                  <a:pt x="36607" y="186220"/>
                </a:cubicBezTo>
                <a:cubicBezTo>
                  <a:pt x="36607" y="186220"/>
                  <a:pt x="36607" y="186220"/>
                  <a:pt x="0" y="186220"/>
                </a:cubicBezTo>
                <a:cubicBezTo>
                  <a:pt x="0" y="186220"/>
                  <a:pt x="0" y="186220"/>
                  <a:pt x="0" y="141655"/>
                </a:cubicBezTo>
                <a:cubicBezTo>
                  <a:pt x="0" y="141655"/>
                  <a:pt x="0" y="141655"/>
                  <a:pt x="36607" y="141655"/>
                </a:cubicBezTo>
                <a:cubicBezTo>
                  <a:pt x="39790" y="122555"/>
                  <a:pt x="47749" y="105047"/>
                  <a:pt x="58890" y="89131"/>
                </a:cubicBezTo>
                <a:cubicBezTo>
                  <a:pt x="58890" y="89131"/>
                  <a:pt x="58890" y="89131"/>
                  <a:pt x="31832" y="63665"/>
                </a:cubicBezTo>
                <a:cubicBezTo>
                  <a:pt x="31832" y="63665"/>
                  <a:pt x="31832" y="63665"/>
                  <a:pt x="63665" y="31832"/>
                </a:cubicBezTo>
                <a:cubicBezTo>
                  <a:pt x="63665" y="31832"/>
                  <a:pt x="63665" y="31832"/>
                  <a:pt x="90722" y="58890"/>
                </a:cubicBezTo>
                <a:cubicBezTo>
                  <a:pt x="105047" y="47749"/>
                  <a:pt x="122555" y="39791"/>
                  <a:pt x="141655" y="36607"/>
                </a:cubicBezTo>
                <a:cubicBezTo>
                  <a:pt x="141655" y="36607"/>
                  <a:pt x="141655" y="36607"/>
                  <a:pt x="141655" y="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algn="ctr">
              <a:lnSpc>
                <a:spcPct val="120000"/>
              </a:lnSpc>
            </a:pPr>
            <a:endParaRPr sz="1350" spc="150">
              <a:latin typeface="微软雅黑" panose="020B0503020204020204" charset="-122"/>
              <a:ea typeface="微软雅黑" panose="020B0503020204020204" charset="-122"/>
            </a:endParaRPr>
          </a:p>
        </p:txBody>
      </p:sp>
      <p:sp>
        <p:nvSpPr>
          <p:cNvPr id="113" name="矩形 112"/>
          <p:cNvSpPr/>
          <p:nvPr>
            <p:custDataLst>
              <p:tags r:id="rId19"/>
            </p:custDataLst>
          </p:nvPr>
        </p:nvSpPr>
        <p:spPr bwMode="auto">
          <a:xfrm>
            <a:off x="4978446" y="2807621"/>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4. 计算机的启动和基本操作。</a:t>
            </a:r>
          </a:p>
        </p:txBody>
      </p:sp>
      <p:sp>
        <p:nvSpPr>
          <p:cNvPr id="130" name="圆角矩形 129"/>
          <p:cNvSpPr/>
          <p:nvPr>
            <p:custDataLst>
              <p:tags r:id="rId20"/>
            </p:custDataLst>
          </p:nvPr>
        </p:nvSpPr>
        <p:spPr>
          <a:xfrm rot="2700000">
            <a:off x="4298834" y="2847077"/>
            <a:ext cx="368856" cy="368856"/>
          </a:xfrm>
          <a:prstGeom prst="roundRect">
            <a:avLst>
              <a:gd name="adj" fmla="val 25355"/>
            </a:avLst>
          </a:prstGeom>
          <a:solidFill>
            <a:srgbClr val="69A35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74" name="任意多边形 173"/>
          <p:cNvSpPr/>
          <p:nvPr>
            <p:custDataLst>
              <p:tags r:id="rId21"/>
            </p:custDataLst>
          </p:nvPr>
        </p:nvSpPr>
        <p:spPr bwMode="auto">
          <a:xfrm>
            <a:off x="4385705" y="2908553"/>
            <a:ext cx="195114" cy="245906"/>
          </a:xfrm>
          <a:custGeom>
            <a:avLst/>
            <a:gdLst>
              <a:gd name="T0" fmla="*/ 2824 w 4327"/>
              <a:gd name="T1" fmla="*/ 2848 h 5461"/>
              <a:gd name="T2" fmla="*/ 3243 w 4327"/>
              <a:gd name="T3" fmla="*/ 1789 h 5461"/>
              <a:gd name="T4" fmla="*/ 4066 w 4327"/>
              <a:gd name="T5" fmla="*/ 752 h 5461"/>
              <a:gd name="T6" fmla="*/ 2993 w 4327"/>
              <a:gd name="T7" fmla="*/ 1510 h 5461"/>
              <a:gd name="T8" fmla="*/ 1769 w 4327"/>
              <a:gd name="T9" fmla="*/ 1847 h 5461"/>
              <a:gd name="T10" fmla="*/ 1171 w 4327"/>
              <a:gd name="T11" fmla="*/ 253 h 5461"/>
              <a:gd name="T12" fmla="*/ 254 w 4327"/>
              <a:gd name="T13" fmla="*/ 1171 h 5461"/>
              <a:gd name="T14" fmla="*/ 1467 w 4327"/>
              <a:gd name="T15" fmla="*/ 2068 h 5461"/>
              <a:gd name="T16" fmla="*/ 1527 w 4327"/>
              <a:gd name="T17" fmla="*/ 3163 h 5461"/>
              <a:gd name="T18" fmla="*/ 379 w 4327"/>
              <a:gd name="T19" fmla="*/ 4258 h 5461"/>
              <a:gd name="T20" fmla="*/ 1321 w 4327"/>
              <a:gd name="T21" fmla="*/ 5201 h 5461"/>
              <a:gd name="T22" fmla="*/ 1852 w 4327"/>
              <a:gd name="T23" fmla="*/ 3349 h 5461"/>
              <a:gd name="T24" fmla="*/ 3191 w 4327"/>
              <a:gd name="T25" fmla="*/ 3532 h 5461"/>
              <a:gd name="T26" fmla="*/ 4081 w 4327"/>
              <a:gd name="T27" fmla="*/ 4017 h 5461"/>
              <a:gd name="T28" fmla="*/ 3395 w 4327"/>
              <a:gd name="T29" fmla="*/ 3218 h 5461"/>
              <a:gd name="T30" fmla="*/ 568 w 4327"/>
              <a:gd name="T31" fmla="*/ 4621 h 5461"/>
              <a:gd name="T32" fmla="*/ 422 w 4327"/>
              <a:gd name="T33" fmla="*/ 4638 h 5461"/>
              <a:gd name="T34" fmla="*/ 758 w 4327"/>
              <a:gd name="T35" fmla="*/ 4302 h 5461"/>
              <a:gd name="T36" fmla="*/ 741 w 4327"/>
              <a:gd name="T37" fmla="*/ 4448 h 5461"/>
              <a:gd name="T38" fmla="*/ 651 w 4327"/>
              <a:gd name="T39" fmla="*/ 4531 h 5461"/>
              <a:gd name="T40" fmla="*/ 3223 w 4327"/>
              <a:gd name="T41" fmla="*/ 852 h 5461"/>
              <a:gd name="T42" fmla="*/ 3527 w 4327"/>
              <a:gd name="T43" fmla="*/ 882 h 5461"/>
              <a:gd name="T44" fmla="*/ 3447 w 4327"/>
              <a:gd name="T45" fmla="*/ 978 h 5461"/>
              <a:gd name="T46" fmla="*/ 3349 w 4327"/>
              <a:gd name="T47" fmla="*/ 1075 h 5461"/>
              <a:gd name="T48" fmla="*/ 3254 w 4327"/>
              <a:gd name="T49" fmla="*/ 1155 h 5461"/>
              <a:gd name="T50" fmla="*/ 3223 w 4327"/>
              <a:gd name="T51" fmla="*/ 852 h 5461"/>
              <a:gd name="T52" fmla="*/ 438 w 4327"/>
              <a:gd name="T53" fmla="*/ 606 h 5461"/>
              <a:gd name="T54" fmla="*/ 296 w 4327"/>
              <a:gd name="T55" fmla="*/ 623 h 5461"/>
              <a:gd name="T56" fmla="*/ 623 w 4327"/>
              <a:gd name="T57" fmla="*/ 295 h 5461"/>
              <a:gd name="T58" fmla="*/ 607 w 4327"/>
              <a:gd name="T59" fmla="*/ 438 h 5461"/>
              <a:gd name="T60" fmla="*/ 519 w 4327"/>
              <a:gd name="T61" fmla="*/ 518 h 5461"/>
              <a:gd name="T62" fmla="*/ 1629 w 4327"/>
              <a:gd name="T63" fmla="*/ 2140 h 5461"/>
              <a:gd name="T64" fmla="*/ 1991 w 4327"/>
              <a:gd name="T65" fmla="*/ 2176 h 5461"/>
              <a:gd name="T66" fmla="*/ 1896 w 4327"/>
              <a:gd name="T67" fmla="*/ 2290 h 5461"/>
              <a:gd name="T68" fmla="*/ 1779 w 4327"/>
              <a:gd name="T69" fmla="*/ 2407 h 5461"/>
              <a:gd name="T70" fmla="*/ 1665 w 4327"/>
              <a:gd name="T71" fmla="*/ 2502 h 5461"/>
              <a:gd name="T72" fmla="*/ 1629 w 4327"/>
              <a:gd name="T73" fmla="*/ 2140 h 5461"/>
              <a:gd name="T74" fmla="*/ 3437 w 4327"/>
              <a:gd name="T75" fmla="*/ 3589 h 5461"/>
              <a:gd name="T76" fmla="*/ 3413 w 4327"/>
              <a:gd name="T77" fmla="*/ 3349 h 5461"/>
              <a:gd name="T78" fmla="*/ 3653 w 4327"/>
              <a:gd name="T79" fmla="*/ 3373 h 5461"/>
              <a:gd name="T80" fmla="*/ 3590 w 4327"/>
              <a:gd name="T81" fmla="*/ 3449 h 5461"/>
              <a:gd name="T82" fmla="*/ 3513 w 4327"/>
              <a:gd name="T83" fmla="*/ 3526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327" h="5461">
                <a:moveTo>
                  <a:pt x="3395" y="3218"/>
                </a:moveTo>
                <a:lnTo>
                  <a:pt x="2824" y="2848"/>
                </a:lnTo>
                <a:cubicBezTo>
                  <a:pt x="2897" y="2639"/>
                  <a:pt x="2881" y="2405"/>
                  <a:pt x="2775" y="2207"/>
                </a:cubicBezTo>
                <a:lnTo>
                  <a:pt x="3243" y="1789"/>
                </a:lnTo>
                <a:cubicBezTo>
                  <a:pt x="3500" y="1950"/>
                  <a:pt x="3843" y="1918"/>
                  <a:pt x="4066" y="1695"/>
                </a:cubicBezTo>
                <a:cubicBezTo>
                  <a:pt x="4327" y="1434"/>
                  <a:pt x="4327" y="1012"/>
                  <a:pt x="4066" y="752"/>
                </a:cubicBezTo>
                <a:cubicBezTo>
                  <a:pt x="3806" y="492"/>
                  <a:pt x="3384" y="492"/>
                  <a:pt x="3124" y="752"/>
                </a:cubicBezTo>
                <a:cubicBezTo>
                  <a:pt x="2919" y="957"/>
                  <a:pt x="2875" y="1262"/>
                  <a:pt x="2993" y="1510"/>
                </a:cubicBezTo>
                <a:lnTo>
                  <a:pt x="2525" y="1929"/>
                </a:lnTo>
                <a:cubicBezTo>
                  <a:pt x="2301" y="1773"/>
                  <a:pt x="2015" y="1746"/>
                  <a:pt x="1769" y="1847"/>
                </a:cubicBezTo>
                <a:lnTo>
                  <a:pt x="1229" y="1104"/>
                </a:lnTo>
                <a:cubicBezTo>
                  <a:pt x="1423" y="850"/>
                  <a:pt x="1404" y="485"/>
                  <a:pt x="1171" y="253"/>
                </a:cubicBezTo>
                <a:cubicBezTo>
                  <a:pt x="918" y="0"/>
                  <a:pt x="507" y="0"/>
                  <a:pt x="254" y="253"/>
                </a:cubicBezTo>
                <a:cubicBezTo>
                  <a:pt x="0" y="506"/>
                  <a:pt x="0" y="917"/>
                  <a:pt x="254" y="1171"/>
                </a:cubicBezTo>
                <a:cubicBezTo>
                  <a:pt x="436" y="1353"/>
                  <a:pt x="699" y="1404"/>
                  <a:pt x="926" y="1325"/>
                </a:cubicBezTo>
                <a:lnTo>
                  <a:pt x="1467" y="2068"/>
                </a:lnTo>
                <a:cubicBezTo>
                  <a:pt x="1200" y="2381"/>
                  <a:pt x="1214" y="2851"/>
                  <a:pt x="1510" y="3147"/>
                </a:cubicBezTo>
                <a:cubicBezTo>
                  <a:pt x="1515" y="3152"/>
                  <a:pt x="1521" y="3158"/>
                  <a:pt x="1527" y="3163"/>
                </a:cubicBezTo>
                <a:lnTo>
                  <a:pt x="1004" y="4081"/>
                </a:lnTo>
                <a:cubicBezTo>
                  <a:pt x="786" y="4030"/>
                  <a:pt x="548" y="4089"/>
                  <a:pt x="379" y="4258"/>
                </a:cubicBezTo>
                <a:cubicBezTo>
                  <a:pt x="118" y="4519"/>
                  <a:pt x="118" y="4941"/>
                  <a:pt x="379" y="5201"/>
                </a:cubicBezTo>
                <a:cubicBezTo>
                  <a:pt x="639" y="5461"/>
                  <a:pt x="1061" y="5461"/>
                  <a:pt x="1321" y="5201"/>
                </a:cubicBezTo>
                <a:cubicBezTo>
                  <a:pt x="1579" y="4944"/>
                  <a:pt x="1581" y="4528"/>
                  <a:pt x="1329" y="4267"/>
                </a:cubicBezTo>
                <a:lnTo>
                  <a:pt x="1852" y="3349"/>
                </a:lnTo>
                <a:cubicBezTo>
                  <a:pt x="2115" y="3424"/>
                  <a:pt x="2409" y="3362"/>
                  <a:pt x="2620" y="3161"/>
                </a:cubicBezTo>
                <a:lnTo>
                  <a:pt x="3191" y="3532"/>
                </a:lnTo>
                <a:cubicBezTo>
                  <a:pt x="3155" y="3701"/>
                  <a:pt x="3202" y="3885"/>
                  <a:pt x="3334" y="4017"/>
                </a:cubicBezTo>
                <a:cubicBezTo>
                  <a:pt x="3540" y="4223"/>
                  <a:pt x="3874" y="4223"/>
                  <a:pt x="4081" y="4017"/>
                </a:cubicBezTo>
                <a:cubicBezTo>
                  <a:pt x="4287" y="3811"/>
                  <a:pt x="4287" y="3476"/>
                  <a:pt x="4081" y="3270"/>
                </a:cubicBezTo>
                <a:cubicBezTo>
                  <a:pt x="3894" y="3083"/>
                  <a:pt x="3601" y="3066"/>
                  <a:pt x="3395" y="3218"/>
                </a:cubicBezTo>
                <a:close/>
                <a:moveTo>
                  <a:pt x="604" y="4582"/>
                </a:moveTo>
                <a:cubicBezTo>
                  <a:pt x="592" y="4596"/>
                  <a:pt x="580" y="4610"/>
                  <a:pt x="568" y="4621"/>
                </a:cubicBezTo>
                <a:cubicBezTo>
                  <a:pt x="553" y="4636"/>
                  <a:pt x="534" y="4654"/>
                  <a:pt x="509" y="4661"/>
                </a:cubicBezTo>
                <a:cubicBezTo>
                  <a:pt x="478" y="4671"/>
                  <a:pt x="446" y="4663"/>
                  <a:pt x="422" y="4638"/>
                </a:cubicBezTo>
                <a:cubicBezTo>
                  <a:pt x="358" y="4575"/>
                  <a:pt x="382" y="4454"/>
                  <a:pt x="478" y="4358"/>
                </a:cubicBezTo>
                <a:cubicBezTo>
                  <a:pt x="574" y="4262"/>
                  <a:pt x="695" y="4238"/>
                  <a:pt x="758" y="4302"/>
                </a:cubicBezTo>
                <a:cubicBezTo>
                  <a:pt x="783" y="4326"/>
                  <a:pt x="791" y="4358"/>
                  <a:pt x="781" y="4389"/>
                </a:cubicBezTo>
                <a:cubicBezTo>
                  <a:pt x="774" y="4414"/>
                  <a:pt x="756" y="4434"/>
                  <a:pt x="741" y="4448"/>
                </a:cubicBezTo>
                <a:cubicBezTo>
                  <a:pt x="730" y="4460"/>
                  <a:pt x="716" y="4472"/>
                  <a:pt x="702" y="4484"/>
                </a:cubicBezTo>
                <a:cubicBezTo>
                  <a:pt x="685" y="4499"/>
                  <a:pt x="668" y="4514"/>
                  <a:pt x="651" y="4531"/>
                </a:cubicBezTo>
                <a:cubicBezTo>
                  <a:pt x="634" y="4548"/>
                  <a:pt x="619" y="4565"/>
                  <a:pt x="604" y="4582"/>
                </a:cubicBezTo>
                <a:close/>
                <a:moveTo>
                  <a:pt x="3223" y="852"/>
                </a:moveTo>
                <a:cubicBezTo>
                  <a:pt x="3319" y="756"/>
                  <a:pt x="3440" y="732"/>
                  <a:pt x="3503" y="795"/>
                </a:cubicBezTo>
                <a:cubicBezTo>
                  <a:pt x="3528" y="820"/>
                  <a:pt x="3536" y="851"/>
                  <a:pt x="3527" y="882"/>
                </a:cubicBezTo>
                <a:cubicBezTo>
                  <a:pt x="3519" y="907"/>
                  <a:pt x="3501" y="927"/>
                  <a:pt x="3487" y="942"/>
                </a:cubicBezTo>
                <a:cubicBezTo>
                  <a:pt x="3475" y="953"/>
                  <a:pt x="3461" y="965"/>
                  <a:pt x="3447" y="978"/>
                </a:cubicBezTo>
                <a:cubicBezTo>
                  <a:pt x="3430" y="993"/>
                  <a:pt x="3413" y="1008"/>
                  <a:pt x="3396" y="1025"/>
                </a:cubicBezTo>
                <a:cubicBezTo>
                  <a:pt x="3379" y="1042"/>
                  <a:pt x="3364" y="1059"/>
                  <a:pt x="3349" y="1075"/>
                </a:cubicBezTo>
                <a:cubicBezTo>
                  <a:pt x="3337" y="1090"/>
                  <a:pt x="3325" y="1103"/>
                  <a:pt x="3313" y="1115"/>
                </a:cubicBezTo>
                <a:cubicBezTo>
                  <a:pt x="3299" y="1130"/>
                  <a:pt x="3279" y="1147"/>
                  <a:pt x="3254" y="1155"/>
                </a:cubicBezTo>
                <a:cubicBezTo>
                  <a:pt x="3223" y="1165"/>
                  <a:pt x="3191" y="1156"/>
                  <a:pt x="3167" y="1132"/>
                </a:cubicBezTo>
                <a:cubicBezTo>
                  <a:pt x="3103" y="1068"/>
                  <a:pt x="3128" y="948"/>
                  <a:pt x="3223" y="852"/>
                </a:cubicBezTo>
                <a:close/>
                <a:moveTo>
                  <a:pt x="474" y="568"/>
                </a:moveTo>
                <a:cubicBezTo>
                  <a:pt x="461" y="582"/>
                  <a:pt x="450" y="595"/>
                  <a:pt x="438" y="606"/>
                </a:cubicBezTo>
                <a:cubicBezTo>
                  <a:pt x="424" y="620"/>
                  <a:pt x="405" y="638"/>
                  <a:pt x="381" y="645"/>
                </a:cubicBezTo>
                <a:cubicBezTo>
                  <a:pt x="350" y="655"/>
                  <a:pt x="319" y="646"/>
                  <a:pt x="296" y="623"/>
                </a:cubicBezTo>
                <a:cubicBezTo>
                  <a:pt x="234" y="561"/>
                  <a:pt x="258" y="444"/>
                  <a:pt x="351" y="350"/>
                </a:cubicBezTo>
                <a:cubicBezTo>
                  <a:pt x="444" y="257"/>
                  <a:pt x="561" y="233"/>
                  <a:pt x="623" y="295"/>
                </a:cubicBezTo>
                <a:cubicBezTo>
                  <a:pt x="647" y="319"/>
                  <a:pt x="655" y="350"/>
                  <a:pt x="646" y="380"/>
                </a:cubicBezTo>
                <a:cubicBezTo>
                  <a:pt x="638" y="404"/>
                  <a:pt x="621" y="423"/>
                  <a:pt x="607" y="438"/>
                </a:cubicBezTo>
                <a:cubicBezTo>
                  <a:pt x="596" y="449"/>
                  <a:pt x="582" y="461"/>
                  <a:pt x="568" y="473"/>
                </a:cubicBezTo>
                <a:cubicBezTo>
                  <a:pt x="552" y="487"/>
                  <a:pt x="536" y="502"/>
                  <a:pt x="519" y="518"/>
                </a:cubicBezTo>
                <a:cubicBezTo>
                  <a:pt x="503" y="535"/>
                  <a:pt x="488" y="552"/>
                  <a:pt x="474" y="568"/>
                </a:cubicBezTo>
                <a:close/>
                <a:moveTo>
                  <a:pt x="1629" y="2140"/>
                </a:moveTo>
                <a:cubicBezTo>
                  <a:pt x="1743" y="2025"/>
                  <a:pt x="1887" y="1996"/>
                  <a:pt x="1963" y="2072"/>
                </a:cubicBezTo>
                <a:cubicBezTo>
                  <a:pt x="1992" y="2101"/>
                  <a:pt x="2002" y="2139"/>
                  <a:pt x="1991" y="2176"/>
                </a:cubicBezTo>
                <a:cubicBezTo>
                  <a:pt x="1982" y="2206"/>
                  <a:pt x="1961" y="2230"/>
                  <a:pt x="1943" y="2247"/>
                </a:cubicBezTo>
                <a:cubicBezTo>
                  <a:pt x="1929" y="2261"/>
                  <a:pt x="1913" y="2275"/>
                  <a:pt x="1896" y="2290"/>
                </a:cubicBezTo>
                <a:cubicBezTo>
                  <a:pt x="1876" y="2308"/>
                  <a:pt x="1855" y="2326"/>
                  <a:pt x="1835" y="2346"/>
                </a:cubicBezTo>
                <a:cubicBezTo>
                  <a:pt x="1815" y="2366"/>
                  <a:pt x="1797" y="2387"/>
                  <a:pt x="1779" y="2407"/>
                </a:cubicBezTo>
                <a:cubicBezTo>
                  <a:pt x="1764" y="2424"/>
                  <a:pt x="1750" y="2440"/>
                  <a:pt x="1736" y="2454"/>
                </a:cubicBezTo>
                <a:cubicBezTo>
                  <a:pt x="1719" y="2472"/>
                  <a:pt x="1695" y="2493"/>
                  <a:pt x="1665" y="2502"/>
                </a:cubicBezTo>
                <a:cubicBezTo>
                  <a:pt x="1628" y="2513"/>
                  <a:pt x="1590" y="2503"/>
                  <a:pt x="1561" y="2474"/>
                </a:cubicBezTo>
                <a:cubicBezTo>
                  <a:pt x="1485" y="2398"/>
                  <a:pt x="1514" y="2254"/>
                  <a:pt x="1629" y="2140"/>
                </a:cubicBezTo>
                <a:close/>
                <a:moveTo>
                  <a:pt x="3484" y="3558"/>
                </a:moveTo>
                <a:cubicBezTo>
                  <a:pt x="3473" y="3569"/>
                  <a:pt x="3457" y="3583"/>
                  <a:pt x="3437" y="3589"/>
                </a:cubicBezTo>
                <a:cubicBezTo>
                  <a:pt x="3413" y="3597"/>
                  <a:pt x="3387" y="3590"/>
                  <a:pt x="3368" y="3571"/>
                </a:cubicBezTo>
                <a:cubicBezTo>
                  <a:pt x="3318" y="3521"/>
                  <a:pt x="3337" y="3425"/>
                  <a:pt x="3413" y="3349"/>
                </a:cubicBezTo>
                <a:cubicBezTo>
                  <a:pt x="3489" y="3273"/>
                  <a:pt x="3584" y="3254"/>
                  <a:pt x="3635" y="3304"/>
                </a:cubicBezTo>
                <a:cubicBezTo>
                  <a:pt x="3654" y="3324"/>
                  <a:pt x="3661" y="3349"/>
                  <a:pt x="3653" y="3373"/>
                </a:cubicBezTo>
                <a:cubicBezTo>
                  <a:pt x="3647" y="3393"/>
                  <a:pt x="3633" y="3409"/>
                  <a:pt x="3621" y="3420"/>
                </a:cubicBezTo>
                <a:cubicBezTo>
                  <a:pt x="3612" y="3430"/>
                  <a:pt x="3601" y="3439"/>
                  <a:pt x="3590" y="3449"/>
                </a:cubicBezTo>
                <a:cubicBezTo>
                  <a:pt x="3577" y="3461"/>
                  <a:pt x="3563" y="3473"/>
                  <a:pt x="3550" y="3486"/>
                </a:cubicBezTo>
                <a:cubicBezTo>
                  <a:pt x="3536" y="3500"/>
                  <a:pt x="3524" y="3513"/>
                  <a:pt x="3513" y="3526"/>
                </a:cubicBezTo>
                <a:cubicBezTo>
                  <a:pt x="3503" y="3538"/>
                  <a:pt x="3493" y="3548"/>
                  <a:pt x="3484" y="355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charset="-122"/>
              <a:ea typeface="微软雅黑" panose="020B0503020204020204" charset="-122"/>
            </a:endParaRPr>
          </a:p>
        </p:txBody>
      </p:sp>
      <p:sp>
        <p:nvSpPr>
          <p:cNvPr id="110" name="矩形 109"/>
          <p:cNvSpPr/>
          <p:nvPr>
            <p:custDataLst>
              <p:tags r:id="rId22"/>
            </p:custDataLst>
          </p:nvPr>
        </p:nvSpPr>
        <p:spPr bwMode="auto">
          <a:xfrm>
            <a:off x="4978446" y="963490"/>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1. 计算机的起源和发展。</a:t>
            </a:r>
          </a:p>
        </p:txBody>
      </p:sp>
      <p:sp>
        <p:nvSpPr>
          <p:cNvPr id="135" name="圆角矩形 134"/>
          <p:cNvSpPr/>
          <p:nvPr>
            <p:custDataLst>
              <p:tags r:id="rId23"/>
            </p:custDataLst>
          </p:nvPr>
        </p:nvSpPr>
        <p:spPr>
          <a:xfrm rot="2700000">
            <a:off x="4298834" y="1002946"/>
            <a:ext cx="368856" cy="368856"/>
          </a:xfrm>
          <a:prstGeom prst="roundRect">
            <a:avLst>
              <a:gd name="adj" fmla="val 25355"/>
            </a:avLst>
          </a:prstGeom>
          <a:solidFill>
            <a:srgbClr val="1F74AD"/>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76" name="任意多边形 175"/>
          <p:cNvSpPr/>
          <p:nvPr>
            <p:custDataLst>
              <p:tags r:id="rId24"/>
            </p:custDataLst>
          </p:nvPr>
        </p:nvSpPr>
        <p:spPr bwMode="auto">
          <a:xfrm>
            <a:off x="4361088" y="1066223"/>
            <a:ext cx="244348" cy="242302"/>
          </a:xfrm>
          <a:custGeom>
            <a:avLst/>
            <a:gdLst>
              <a:gd name="T0" fmla="*/ 6886 w 7819"/>
              <a:gd name="T1" fmla="*/ 2638 h 7765"/>
              <a:gd name="T2" fmla="*/ 5954 w 7819"/>
              <a:gd name="T3" fmla="*/ 2100 h 7765"/>
              <a:gd name="T4" fmla="*/ 5954 w 7819"/>
              <a:gd name="T5" fmla="*/ 2818 h 7765"/>
              <a:gd name="T6" fmla="*/ 4712 w 7819"/>
              <a:gd name="T7" fmla="*/ 3231 h 7765"/>
              <a:gd name="T8" fmla="*/ 4299 w 7819"/>
              <a:gd name="T9" fmla="*/ 3613 h 7765"/>
              <a:gd name="T10" fmla="*/ 4299 w 7819"/>
              <a:gd name="T11" fmla="*/ 1865 h 7765"/>
              <a:gd name="T12" fmla="*/ 5003 w 7819"/>
              <a:gd name="T13" fmla="*/ 1865 h 7765"/>
              <a:gd name="T14" fmla="*/ 4464 w 7819"/>
              <a:gd name="T15" fmla="*/ 932 h 7765"/>
              <a:gd name="T16" fmla="*/ 3926 w 7819"/>
              <a:gd name="T17" fmla="*/ 0 h 7765"/>
              <a:gd name="T18" fmla="*/ 3388 w 7819"/>
              <a:gd name="T19" fmla="*/ 932 h 7765"/>
              <a:gd name="T20" fmla="*/ 2850 w 7819"/>
              <a:gd name="T21" fmla="*/ 1865 h 7765"/>
              <a:gd name="T22" fmla="*/ 3553 w 7819"/>
              <a:gd name="T23" fmla="*/ 1865 h 7765"/>
              <a:gd name="T24" fmla="*/ 3553 w 7819"/>
              <a:gd name="T25" fmla="*/ 3613 h 7765"/>
              <a:gd name="T26" fmla="*/ 3141 w 7819"/>
              <a:gd name="T27" fmla="*/ 3231 h 7765"/>
              <a:gd name="T28" fmla="*/ 1865 w 7819"/>
              <a:gd name="T29" fmla="*/ 2815 h 7765"/>
              <a:gd name="T30" fmla="*/ 1865 w 7819"/>
              <a:gd name="T31" fmla="*/ 2100 h 7765"/>
              <a:gd name="T32" fmla="*/ 932 w 7819"/>
              <a:gd name="T33" fmla="*/ 2638 h 7765"/>
              <a:gd name="T34" fmla="*/ 0 w 7819"/>
              <a:gd name="T35" fmla="*/ 3177 h 7765"/>
              <a:gd name="T36" fmla="*/ 932 w 7819"/>
              <a:gd name="T37" fmla="*/ 3715 h 7765"/>
              <a:gd name="T38" fmla="*/ 1865 w 7819"/>
              <a:gd name="T39" fmla="*/ 4253 h 7765"/>
              <a:gd name="T40" fmla="*/ 1865 w 7819"/>
              <a:gd name="T41" fmla="*/ 3564 h 7765"/>
              <a:gd name="T42" fmla="*/ 3553 w 7819"/>
              <a:gd name="T43" fmla="*/ 7765 h 7765"/>
              <a:gd name="T44" fmla="*/ 4299 w 7819"/>
              <a:gd name="T45" fmla="*/ 7765 h 7765"/>
              <a:gd name="T46" fmla="*/ 5954 w 7819"/>
              <a:gd name="T47" fmla="*/ 3567 h 7765"/>
              <a:gd name="T48" fmla="*/ 5954 w 7819"/>
              <a:gd name="T49" fmla="*/ 4253 h 7765"/>
              <a:gd name="T50" fmla="*/ 6886 w 7819"/>
              <a:gd name="T51" fmla="*/ 3715 h 7765"/>
              <a:gd name="T52" fmla="*/ 7819 w 7819"/>
              <a:gd name="T53" fmla="*/ 3177 h 7765"/>
              <a:gd name="T54" fmla="*/ 6886 w 7819"/>
              <a:gd name="T55" fmla="*/ 2638 h 77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19" h="7765">
                <a:moveTo>
                  <a:pt x="6886" y="2638"/>
                </a:moveTo>
                <a:lnTo>
                  <a:pt x="5954" y="2100"/>
                </a:lnTo>
                <a:lnTo>
                  <a:pt x="5954" y="2818"/>
                </a:lnTo>
                <a:cubicBezTo>
                  <a:pt x="5459" y="2859"/>
                  <a:pt x="5050" y="2995"/>
                  <a:pt x="4712" y="3231"/>
                </a:cubicBezTo>
                <a:cubicBezTo>
                  <a:pt x="4557" y="3339"/>
                  <a:pt x="4420" y="3466"/>
                  <a:pt x="4299" y="3613"/>
                </a:cubicBezTo>
                <a:lnTo>
                  <a:pt x="4299" y="1865"/>
                </a:lnTo>
                <a:lnTo>
                  <a:pt x="5003" y="1865"/>
                </a:lnTo>
                <a:lnTo>
                  <a:pt x="4464" y="932"/>
                </a:lnTo>
                <a:lnTo>
                  <a:pt x="3926" y="0"/>
                </a:lnTo>
                <a:lnTo>
                  <a:pt x="3388" y="932"/>
                </a:lnTo>
                <a:lnTo>
                  <a:pt x="2850" y="1865"/>
                </a:lnTo>
                <a:lnTo>
                  <a:pt x="3553" y="1865"/>
                </a:lnTo>
                <a:lnTo>
                  <a:pt x="3553" y="3613"/>
                </a:lnTo>
                <a:cubicBezTo>
                  <a:pt x="3433" y="3466"/>
                  <a:pt x="3296" y="3339"/>
                  <a:pt x="3141" y="3231"/>
                </a:cubicBezTo>
                <a:cubicBezTo>
                  <a:pt x="2795" y="2990"/>
                  <a:pt x="2375" y="2853"/>
                  <a:pt x="1865" y="2815"/>
                </a:cubicBezTo>
                <a:lnTo>
                  <a:pt x="1865" y="2100"/>
                </a:lnTo>
                <a:lnTo>
                  <a:pt x="932" y="2638"/>
                </a:lnTo>
                <a:lnTo>
                  <a:pt x="0" y="3177"/>
                </a:lnTo>
                <a:lnTo>
                  <a:pt x="932" y="3715"/>
                </a:lnTo>
                <a:lnTo>
                  <a:pt x="1865" y="4253"/>
                </a:lnTo>
                <a:lnTo>
                  <a:pt x="1865" y="3564"/>
                </a:lnTo>
                <a:cubicBezTo>
                  <a:pt x="3474" y="3717"/>
                  <a:pt x="3553" y="5151"/>
                  <a:pt x="3553" y="7765"/>
                </a:cubicBezTo>
                <a:lnTo>
                  <a:pt x="4299" y="7765"/>
                </a:lnTo>
                <a:cubicBezTo>
                  <a:pt x="4299" y="5170"/>
                  <a:pt x="4377" y="3737"/>
                  <a:pt x="5954" y="3567"/>
                </a:cubicBezTo>
                <a:lnTo>
                  <a:pt x="5954" y="4253"/>
                </a:lnTo>
                <a:lnTo>
                  <a:pt x="6886" y="3715"/>
                </a:lnTo>
                <a:lnTo>
                  <a:pt x="7819" y="3177"/>
                </a:lnTo>
                <a:lnTo>
                  <a:pt x="6886" y="263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charset="-122"/>
              <a:ea typeface="微软雅黑" panose="020B0503020204020204" charset="-122"/>
            </a:endParaRPr>
          </a:p>
        </p:txBody>
      </p:sp>
      <p:sp>
        <p:nvSpPr>
          <p:cNvPr id="7" name="文本框 6"/>
          <p:cNvSpPr txBox="1"/>
          <p:nvPr userDrawn="1"/>
        </p:nvSpPr>
        <p:spPr>
          <a:xfrm>
            <a:off x="7564815" y="412750"/>
            <a:ext cx="1203960" cy="398780"/>
          </a:xfrm>
          <a:prstGeom prst="rect">
            <a:avLst/>
          </a:prstGeom>
          <a:noFill/>
        </p:spPr>
        <p:txBody>
          <a:bodyPr wrap="none" rtlCol="0">
            <a:spAutoFit/>
          </a:bodyPr>
          <a:lstStyle/>
          <a:p>
            <a:pPr algn="l"/>
            <a:r>
              <a:rPr lang="zh-CN" altLang="en-US" sz="2000" b="1" dirty="0">
                <a:solidFill>
                  <a:schemeClr val="tx1">
                    <a:lumMod val="75000"/>
                    <a:lumOff val="25000"/>
                  </a:schemeClr>
                </a:solidFill>
                <a:latin typeface="微软雅黑" panose="020B0503020204020204" pitchFamily="34" charset="-122"/>
              </a:rPr>
              <a:t>学习要点</a:t>
            </a:r>
          </a:p>
        </p:txBody>
      </p:sp>
      <p:cxnSp>
        <p:nvCxnSpPr>
          <p:cNvPr id="4" name="直接连接符 3"/>
          <p:cNvCxnSpPr/>
          <p:nvPr>
            <p:custDataLst>
              <p:tags r:id="rId25"/>
            </p:custDataLst>
          </p:nvPr>
        </p:nvCxnSpPr>
        <p:spPr>
          <a:xfrm>
            <a:off x="4940175" y="4612066"/>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custDataLst>
              <p:tags r:id="rId2"/>
            </p:custDataLst>
          </p:nvPr>
        </p:nvSpPr>
        <p:spPr>
          <a:xfrm flipH="1">
            <a:off x="82100" y="1569896"/>
            <a:ext cx="2566139" cy="2566139"/>
          </a:xfrm>
          <a:prstGeom prst="ellipse">
            <a:avLst/>
          </a:prstGeom>
          <a:noFill/>
          <a:ln w="25400">
            <a:solidFill>
              <a:srgbClr val="000000">
                <a:lumMod val="65000"/>
                <a:lumOff val="35000"/>
                <a:alpha val="50000"/>
              </a:srgbClr>
            </a:solidFill>
            <a:prstDash val="dash"/>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22" name="椭圆 21"/>
          <p:cNvSpPr/>
          <p:nvPr>
            <p:custDataLst>
              <p:tags r:id="rId3"/>
            </p:custDataLst>
          </p:nvPr>
        </p:nvSpPr>
        <p:spPr>
          <a:xfrm rot="10800000" flipH="1" flipV="1">
            <a:off x="1073312" y="1109546"/>
            <a:ext cx="651818" cy="651818"/>
          </a:xfrm>
          <a:prstGeom prst="ellipse">
            <a:avLst/>
          </a:prstGeom>
          <a:solidFill>
            <a:srgbClr val="415163"/>
          </a:solidFill>
          <a:ln w="57150">
            <a:noFill/>
          </a:ln>
          <a:effectLst>
            <a:outerShdw blurRad="38100" dist="38100" algn="ctr" rotWithShape="0">
              <a:srgbClr val="000000">
                <a:alpha val="0"/>
              </a:srgbClr>
            </a:outerShdw>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en-US" sz="1350">
                <a:latin typeface="Arial" panose="020B0604020202020204" pitchFamily="34" charset="0"/>
                <a:ea typeface="微软雅黑" panose="020B0503020204020204" charset="-122"/>
                <a:sym typeface="Arial" panose="020B0604020202020204" pitchFamily="34" charset="0"/>
              </a:rPr>
              <a:t>1</a:t>
            </a:r>
          </a:p>
        </p:txBody>
      </p:sp>
      <p:sp>
        <p:nvSpPr>
          <p:cNvPr id="20" name="椭圆 19"/>
          <p:cNvSpPr/>
          <p:nvPr>
            <p:custDataLst>
              <p:tags r:id="rId4"/>
            </p:custDataLst>
          </p:nvPr>
        </p:nvSpPr>
        <p:spPr>
          <a:xfrm rot="10800000" flipH="1" flipV="1">
            <a:off x="2414276" y="2487444"/>
            <a:ext cx="651818" cy="651818"/>
          </a:xfrm>
          <a:prstGeom prst="ellipse">
            <a:avLst/>
          </a:prstGeom>
          <a:solidFill>
            <a:srgbClr val="415163"/>
          </a:solidFill>
          <a:ln w="57150">
            <a:noFill/>
          </a:ln>
          <a:effectLst>
            <a:outerShdw blurRad="38100" dist="38100" algn="ctr" rotWithShape="0">
              <a:srgbClr val="000000">
                <a:alpha val="0"/>
              </a:srgbClr>
            </a:outerShdw>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en-US" sz="1350">
                <a:latin typeface="Arial" panose="020B0604020202020204" pitchFamily="34" charset="0"/>
                <a:ea typeface="微软雅黑" panose="020B0503020204020204" charset="-122"/>
                <a:sym typeface="Arial" panose="020B0604020202020204" pitchFamily="34" charset="0"/>
              </a:rPr>
              <a:t>3</a:t>
            </a:r>
          </a:p>
        </p:txBody>
      </p:sp>
      <p:sp>
        <p:nvSpPr>
          <p:cNvPr id="19" name="文本框 18"/>
          <p:cNvSpPr txBox="1"/>
          <p:nvPr>
            <p:custDataLst>
              <p:tags r:id="rId5"/>
            </p:custDataLst>
          </p:nvPr>
        </p:nvSpPr>
        <p:spPr>
          <a:xfrm flipH="1">
            <a:off x="1764030" y="1195705"/>
            <a:ext cx="2853690" cy="255905"/>
          </a:xfrm>
          <a:prstGeom prst="rect">
            <a:avLst/>
          </a:prstGeom>
          <a:noFill/>
          <a:ln>
            <a:noFill/>
          </a:ln>
        </p:spPr>
        <p:txBody>
          <a:bodyPr wrap="square" lIns="67500" tIns="0" rIns="67500" bIns="35100" anchor="ctr" anchorCtr="0">
            <a:spAutoFit/>
          </a:bodyPr>
          <a:lstStyle/>
          <a:p>
            <a:pPr lvl="0">
              <a:lnSpc>
                <a:spcPct val="120000"/>
              </a:lnSpc>
              <a:buSzPct val="25000"/>
            </a:pPr>
            <a:r>
              <a:rPr lang="zh-CN" altLang="en-US" sz="1200" spc="150">
                <a:latin typeface="Arial" panose="020B0604020202020204" pitchFamily="34" charset="0"/>
                <a:ea typeface="微软雅黑" panose="020B0503020204020204" charset="-122"/>
                <a:sym typeface="Arial" panose="020B0604020202020204" pitchFamily="34" charset="0"/>
              </a:rPr>
              <a:t>了解计算机的概念和主要特点。</a:t>
            </a:r>
          </a:p>
        </p:txBody>
      </p:sp>
      <p:sp>
        <p:nvSpPr>
          <p:cNvPr id="12" name="椭圆 11"/>
          <p:cNvSpPr/>
          <p:nvPr>
            <p:custDataLst>
              <p:tags r:id="rId6"/>
            </p:custDataLst>
          </p:nvPr>
        </p:nvSpPr>
        <p:spPr>
          <a:xfrm rot="10800000" flipH="1" flipV="1">
            <a:off x="2016980" y="1529226"/>
            <a:ext cx="651818" cy="651818"/>
          </a:xfrm>
          <a:prstGeom prst="ellipse">
            <a:avLst/>
          </a:prstGeom>
          <a:solidFill>
            <a:srgbClr val="F46346"/>
          </a:solidFill>
          <a:ln w="57150">
            <a:noFill/>
          </a:ln>
          <a:effectLst>
            <a:outerShdw blurRad="38100" dist="38100" algn="ctr" rotWithShape="0">
              <a:srgbClr val="000000">
                <a:alpha val="0"/>
              </a:srgbClr>
            </a:outerShdw>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en-US" sz="1350">
                <a:latin typeface="Arial" panose="020B0604020202020204" pitchFamily="34" charset="0"/>
                <a:ea typeface="微软雅黑" panose="020B0503020204020204" charset="-122"/>
                <a:sym typeface="Arial" panose="020B0604020202020204" pitchFamily="34" charset="0"/>
              </a:rPr>
              <a:t>2</a:t>
            </a:r>
          </a:p>
        </p:txBody>
      </p:sp>
      <p:sp>
        <p:nvSpPr>
          <p:cNvPr id="11" name="椭圆 10"/>
          <p:cNvSpPr/>
          <p:nvPr>
            <p:custDataLst>
              <p:tags r:id="rId7"/>
            </p:custDataLst>
          </p:nvPr>
        </p:nvSpPr>
        <p:spPr>
          <a:xfrm flipH="1">
            <a:off x="437504" y="1856084"/>
            <a:ext cx="1923435" cy="1923437"/>
          </a:xfrm>
          <a:prstGeom prst="ellipse">
            <a:avLst/>
          </a:prstGeom>
          <a:solidFill>
            <a:schemeClr val="tx1">
              <a:lumMod val="50000"/>
              <a:lumOff val="50000"/>
            </a:schemeClr>
          </a:solidFill>
          <a:ln w="6350" cap="flat" cmpd="sng" algn="ctr">
            <a:noFill/>
            <a:prstDash val="solid"/>
            <a:miter lim="800000"/>
          </a:ln>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sz="2000" b="1">
                <a:effectLst>
                  <a:outerShdw blurRad="38100" dist="38100" dir="2700000" algn="tl">
                    <a:srgbClr val="000000">
                      <a:alpha val="43137"/>
                    </a:srgbClr>
                  </a:outerShdw>
                </a:effectLst>
                <a:latin typeface="微软雅黑" panose="020B0503020204020204" charset="-122"/>
                <a:ea typeface="微软雅黑" panose="020B0503020204020204" charset="-122"/>
                <a:sym typeface="Arial" panose="020B0604020202020204" pitchFamily="34" charset="0"/>
              </a:rPr>
              <a:t>学习目标</a:t>
            </a:r>
          </a:p>
        </p:txBody>
      </p:sp>
      <p:sp>
        <p:nvSpPr>
          <p:cNvPr id="28" name="文本框 27"/>
          <p:cNvSpPr txBox="1"/>
          <p:nvPr>
            <p:custDataLst>
              <p:tags r:id="rId8"/>
            </p:custDataLst>
          </p:nvPr>
        </p:nvSpPr>
        <p:spPr>
          <a:xfrm flipH="1">
            <a:off x="2715260" y="1726565"/>
            <a:ext cx="2254250" cy="255905"/>
          </a:xfrm>
          <a:prstGeom prst="rect">
            <a:avLst/>
          </a:prstGeom>
          <a:noFill/>
          <a:ln>
            <a:noFill/>
          </a:ln>
        </p:spPr>
        <p:txBody>
          <a:bodyPr wrap="square" lIns="67500" tIns="0" rIns="67500" bIns="35100" anchor="ctr" anchorCtr="0">
            <a:spAutoFit/>
          </a:bodyPr>
          <a:lstStyle/>
          <a:p>
            <a:pPr lvl="0">
              <a:lnSpc>
                <a:spcPct val="120000"/>
              </a:lnSpc>
              <a:buSzPct val="25000"/>
            </a:pPr>
            <a:r>
              <a:rPr lang="zh-CN" altLang="en-US" sz="1200" spc="150">
                <a:latin typeface="Arial" panose="020B0604020202020204" pitchFamily="34" charset="0"/>
                <a:ea typeface="微软雅黑" panose="020B0503020204020204" charset="-122"/>
                <a:sym typeface="Arial" panose="020B0604020202020204" pitchFamily="34" charset="0"/>
              </a:rPr>
              <a:t>认识计算机的主要组成部件。</a:t>
            </a:r>
          </a:p>
        </p:txBody>
      </p:sp>
      <p:sp>
        <p:nvSpPr>
          <p:cNvPr id="30" name="文本框 29"/>
          <p:cNvSpPr txBox="1"/>
          <p:nvPr>
            <p:custDataLst>
              <p:tags r:id="rId9"/>
            </p:custDataLst>
          </p:nvPr>
        </p:nvSpPr>
        <p:spPr>
          <a:xfrm flipH="1">
            <a:off x="3161665" y="2689860"/>
            <a:ext cx="2160270" cy="255905"/>
          </a:xfrm>
          <a:prstGeom prst="rect">
            <a:avLst/>
          </a:prstGeom>
          <a:noFill/>
          <a:ln>
            <a:noFill/>
          </a:ln>
        </p:spPr>
        <p:txBody>
          <a:bodyPr wrap="square" lIns="67500" tIns="0" rIns="67500" bIns="35100" anchor="ctr" anchorCtr="0">
            <a:spAutoFit/>
          </a:bodyPr>
          <a:lstStyle/>
          <a:p>
            <a:pPr lvl="0">
              <a:lnSpc>
                <a:spcPct val="120000"/>
              </a:lnSpc>
              <a:buSzPct val="25000"/>
            </a:pPr>
            <a:r>
              <a:rPr lang="zh-CN" altLang="en-US" sz="1200" spc="150">
                <a:latin typeface="Arial" panose="020B0604020202020204" pitchFamily="34" charset="0"/>
                <a:ea typeface="微软雅黑" panose="020B0503020204020204" charset="-122"/>
                <a:sym typeface="Arial" panose="020B0604020202020204" pitchFamily="34" charset="0"/>
              </a:rPr>
              <a:t>熟练掌握开、关机操作。</a:t>
            </a:r>
          </a:p>
        </p:txBody>
      </p:sp>
      <p:sp>
        <p:nvSpPr>
          <p:cNvPr id="31" name="椭圆 30"/>
          <p:cNvSpPr/>
          <p:nvPr>
            <p:custDataLst>
              <p:tags r:id="rId10"/>
            </p:custDataLst>
          </p:nvPr>
        </p:nvSpPr>
        <p:spPr>
          <a:xfrm rot="10800000" flipH="1" flipV="1">
            <a:off x="2016981" y="3444010"/>
            <a:ext cx="651818" cy="651818"/>
          </a:xfrm>
          <a:prstGeom prst="ellipse">
            <a:avLst/>
          </a:prstGeom>
          <a:solidFill>
            <a:srgbClr val="F46346"/>
          </a:solidFill>
          <a:ln w="57150">
            <a:noFill/>
          </a:ln>
          <a:effectLst>
            <a:outerShdw blurRad="38100" dist="38100" algn="ctr" rotWithShape="0">
              <a:srgbClr val="000000">
                <a:alpha val="0"/>
              </a:srgbClr>
            </a:outerShdw>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en-US" sz="1350">
                <a:latin typeface="Arial" panose="020B0604020202020204" pitchFamily="34" charset="0"/>
                <a:ea typeface="微软雅黑" panose="020B0503020204020204" charset="-122"/>
                <a:sym typeface="Arial" panose="020B0604020202020204" pitchFamily="34" charset="0"/>
              </a:rPr>
              <a:t>4</a:t>
            </a:r>
          </a:p>
        </p:txBody>
      </p:sp>
      <p:sp>
        <p:nvSpPr>
          <p:cNvPr id="33" name="椭圆 32"/>
          <p:cNvSpPr/>
          <p:nvPr>
            <p:custDataLst>
              <p:tags r:id="rId11"/>
            </p:custDataLst>
          </p:nvPr>
        </p:nvSpPr>
        <p:spPr>
          <a:xfrm rot="10800000" flipH="1" flipV="1">
            <a:off x="1073312" y="3866830"/>
            <a:ext cx="651818" cy="651818"/>
          </a:xfrm>
          <a:prstGeom prst="ellipse">
            <a:avLst/>
          </a:prstGeom>
          <a:solidFill>
            <a:srgbClr val="415163"/>
          </a:solidFill>
          <a:ln w="57150">
            <a:noFill/>
          </a:ln>
          <a:effectLst>
            <a:outerShdw blurRad="38100" dist="38100" algn="ctr" rotWithShape="0">
              <a:srgbClr val="000000">
                <a:alpha val="0"/>
              </a:srgbClr>
            </a:outerShdw>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en-US" sz="1350">
                <a:latin typeface="Arial" panose="020B0604020202020204" pitchFamily="34" charset="0"/>
                <a:ea typeface="微软雅黑" panose="020B0503020204020204" charset="-122"/>
                <a:sym typeface="Arial" panose="020B0604020202020204" pitchFamily="34" charset="0"/>
              </a:rPr>
              <a:t>5</a:t>
            </a:r>
          </a:p>
        </p:txBody>
      </p:sp>
      <p:sp>
        <p:nvSpPr>
          <p:cNvPr id="36" name="文本框 35"/>
          <p:cNvSpPr txBox="1"/>
          <p:nvPr>
            <p:custDataLst>
              <p:tags r:id="rId12"/>
            </p:custDataLst>
          </p:nvPr>
        </p:nvSpPr>
        <p:spPr>
          <a:xfrm flipH="1">
            <a:off x="2715260" y="3535680"/>
            <a:ext cx="2254250" cy="476885"/>
          </a:xfrm>
          <a:prstGeom prst="rect">
            <a:avLst/>
          </a:prstGeom>
          <a:noFill/>
          <a:ln>
            <a:noFill/>
          </a:ln>
        </p:spPr>
        <p:txBody>
          <a:bodyPr wrap="square" lIns="67500" tIns="0" rIns="67500" bIns="35100" anchor="ctr" anchorCtr="0">
            <a:spAutoFit/>
          </a:bodyPr>
          <a:lstStyle/>
          <a:p>
            <a:pPr lvl="0">
              <a:lnSpc>
                <a:spcPct val="120000"/>
              </a:lnSpc>
              <a:buSzPct val="25000"/>
            </a:pPr>
            <a:r>
              <a:rPr lang="zh-CN" altLang="en-US" sz="1200" spc="150">
                <a:latin typeface="Arial" panose="020B0604020202020204" pitchFamily="34" charset="0"/>
                <a:ea typeface="微软雅黑" panose="020B0503020204020204" charset="-122"/>
                <a:sym typeface="Arial" panose="020B0604020202020204" pitchFamily="34" charset="0"/>
              </a:rPr>
              <a:t>认识Windows 界面、窗口和对话框。</a:t>
            </a:r>
          </a:p>
        </p:txBody>
      </p:sp>
      <p:sp>
        <p:nvSpPr>
          <p:cNvPr id="38" name="文本框 37"/>
          <p:cNvSpPr txBox="1"/>
          <p:nvPr>
            <p:custDataLst>
              <p:tags r:id="rId13"/>
            </p:custDataLst>
          </p:nvPr>
        </p:nvSpPr>
        <p:spPr>
          <a:xfrm flipH="1">
            <a:off x="1764030" y="4290695"/>
            <a:ext cx="2853690" cy="255905"/>
          </a:xfrm>
          <a:prstGeom prst="rect">
            <a:avLst/>
          </a:prstGeom>
          <a:noFill/>
          <a:ln>
            <a:noFill/>
          </a:ln>
        </p:spPr>
        <p:txBody>
          <a:bodyPr wrap="square" lIns="67500" tIns="0" rIns="67500" bIns="35100" anchor="ctr" anchorCtr="0">
            <a:spAutoFit/>
          </a:bodyPr>
          <a:lstStyle/>
          <a:p>
            <a:pPr lvl="0">
              <a:lnSpc>
                <a:spcPct val="120000"/>
              </a:lnSpc>
              <a:buSzPct val="25000"/>
            </a:pPr>
            <a:r>
              <a:rPr lang="zh-CN" altLang="en-US" sz="1200" spc="150">
                <a:latin typeface="Arial" panose="020B0604020202020204" pitchFamily="34" charset="0"/>
                <a:ea typeface="微软雅黑" panose="020B0503020204020204" charset="-122"/>
                <a:sym typeface="Arial" panose="020B0604020202020204" pitchFamily="34" charset="0"/>
              </a:rPr>
              <a:t>会启动应用程序和切换任务。</a:t>
            </a:r>
          </a:p>
        </p:txBody>
      </p:sp>
      <p:sp>
        <p:nvSpPr>
          <p:cNvPr id="42" name="文本框 41"/>
          <p:cNvSpPr txBox="1"/>
          <p:nvPr>
            <p:custDataLst>
              <p:tags r:id="rId14"/>
            </p:custDataLst>
          </p:nvPr>
        </p:nvSpPr>
        <p:spPr>
          <a:xfrm>
            <a:off x="5585596" y="2010688"/>
            <a:ext cx="3357609" cy="1956435"/>
          </a:xfrm>
          <a:prstGeom prst="rect">
            <a:avLst/>
          </a:prstGeom>
          <a:noFill/>
          <a:ln>
            <a:solidFill>
              <a:schemeClr val="tx1">
                <a:lumMod val="50000"/>
                <a:lumOff val="50000"/>
              </a:schemeClr>
            </a:solidFill>
          </a:ln>
        </p:spPr>
        <p:txBody>
          <a:bodyPr wrap="square" lIns="67500" tIns="35100" rIns="67500" bIns="35100">
            <a:spAutoFit/>
          </a:bodyPr>
          <a:lstStyle>
            <a:defPPr>
              <a:defRPr lang="zh-CN"/>
            </a:defPPr>
            <a:lvl1pPr>
              <a:lnSpc>
                <a:spcPct val="130000"/>
              </a:lnSpc>
              <a:defRPr sz="1400" spc="150">
                <a:latin typeface="Arial" panose="020B0604020202020204" pitchFamily="34" charset="0"/>
                <a:ea typeface="微软雅黑" panose="020B0503020204020204" charset="-122"/>
              </a:defRPr>
            </a:lvl1pPr>
          </a:lstStyle>
          <a:p>
            <a:pPr indent="304800" fontAlgn="auto">
              <a:extLst>
                <a:ext uri="{35155182-B16C-46BC-9424-99874614C6A1}">
                  <wpsdc:indentchars xmlns:wpsdc="http://www.wps.cn/officeDocument/2017/drawingmlCustomData" xmlns="" val="200" checksum="2875442453"/>
                </a:ext>
              </a:extLst>
            </a:pPr>
            <a:r>
              <a:rPr lang="zh-CN" altLang="en-US" sz="1050">
                <a:sym typeface="Arial" panose="020B0604020202020204" pitchFamily="34" charset="0"/>
              </a:rPr>
              <a:t>孙红是一名大学新生，为了锻炼自己，他报名担任辅导员助理一职。今天他来到辅导员办公室，希望通过帮助辅导员工作达到边学习边锻炼自己工作能力的目的。辅导员办公室中每位老师的办公桌上都有一台计算机，看来要想做好助理工作，必须先学会使用计算机。</a:t>
            </a:r>
          </a:p>
          <a:p>
            <a:pPr indent="304800" fontAlgn="auto">
              <a:extLst>
                <a:ext uri="{35155182-B16C-46BC-9424-99874614C6A1}">
                  <wpsdc:indentchars xmlns:wpsdc="http://www.wps.cn/officeDocument/2017/drawingmlCustomData" xmlns="" val="200" checksum="2875442453"/>
                </a:ext>
              </a:extLst>
            </a:pPr>
            <a:r>
              <a:rPr lang="zh-CN" altLang="en-US" sz="1050">
                <a:sym typeface="Arial" panose="020B0604020202020204" pitchFamily="34" charset="0"/>
              </a:rPr>
              <a:t>本任务将从最简单的内容开始，先看看计算机是由哪几个部分组成的，再学习如何启动计算机，以及启动计算机后几个最常用的操作。</a:t>
            </a:r>
          </a:p>
        </p:txBody>
      </p:sp>
      <p:sp>
        <p:nvSpPr>
          <p:cNvPr id="43" name="文本框 42"/>
          <p:cNvSpPr txBox="1"/>
          <p:nvPr>
            <p:custDataLst>
              <p:tags r:id="rId15"/>
            </p:custDataLst>
          </p:nvPr>
        </p:nvSpPr>
        <p:spPr>
          <a:xfrm>
            <a:off x="5585596" y="1496891"/>
            <a:ext cx="3357609" cy="378287"/>
          </a:xfrm>
          <a:prstGeom prst="rect">
            <a:avLst/>
          </a:prstGeom>
          <a:solidFill>
            <a:schemeClr val="accent2">
              <a:lumMod val="20000"/>
              <a:lumOff val="80000"/>
            </a:schemeClr>
          </a:solidFill>
        </p:spPr>
        <p:txBody>
          <a:bodyPr wrap="square" lIns="67500" tIns="35100" rIns="67500" bIns="35100">
            <a:normAutofit/>
          </a:bodyPr>
          <a:lstStyle/>
          <a:p>
            <a:pPr marL="285750" indent="-285750">
              <a:lnSpc>
                <a:spcPct val="130000"/>
              </a:lnSpc>
              <a:buClr>
                <a:srgbClr val="E95730"/>
              </a:buClr>
              <a:buFont typeface="Wingdings" panose="05000000000000000000" charset="0"/>
              <a:buChar char="Ø"/>
            </a:pPr>
            <a:r>
              <a:rPr lang="zh-CN" altLang="en-US" sz="1350" b="1" spc="300">
                <a:solidFill>
                  <a:srgbClr val="E95730"/>
                </a:solidFill>
                <a:effectLst>
                  <a:outerShdw blurRad="38100" dist="38100" dir="2700000" algn="tl">
                    <a:srgbClr val="000000">
                      <a:alpha val="43137"/>
                    </a:srgbClr>
                  </a:outerShdw>
                </a:effectLst>
                <a:latin typeface="Arial" panose="020B0604020202020204" pitchFamily="34" charset="0"/>
                <a:ea typeface="微软雅黑" panose="020B0503020204020204" charset="-122"/>
                <a:sym typeface="Arial" panose="020B0604020202020204" pitchFamily="34" charset="0"/>
              </a:rPr>
              <a:t>任务导入</a:t>
            </a:r>
          </a:p>
        </p:txBody>
      </p:sp>
      <p:sp>
        <p:nvSpPr>
          <p:cNvPr id="5" name="文本框 4"/>
          <p:cNvSpPr txBox="1"/>
          <p:nvPr userDrawn="1"/>
        </p:nvSpPr>
        <p:spPr>
          <a:xfrm>
            <a:off x="6137970" y="459740"/>
            <a:ext cx="2583180" cy="368300"/>
          </a:xfrm>
          <a:prstGeom prst="rect">
            <a:avLst/>
          </a:prstGeom>
          <a:noFill/>
        </p:spPr>
        <p:txBody>
          <a:bodyPr wrap="none" rtlCol="0">
            <a:spAutoFit/>
          </a:bodyPr>
          <a:lstStyle/>
          <a:p>
            <a:pPr algn="l"/>
            <a:r>
              <a:rPr lang="zh-CN" altLang="en-US" sz="1800" dirty="0">
                <a:solidFill>
                  <a:schemeClr val="tx1">
                    <a:lumMod val="75000"/>
                    <a:lumOff val="25000"/>
                  </a:schemeClr>
                </a:solidFill>
                <a:latin typeface="微软雅黑" panose="020B0503020204020204" pitchFamily="34" charset="-122"/>
              </a:rPr>
              <a:t>任务</a:t>
            </a:r>
            <a:r>
              <a:rPr lang="en-US" altLang="zh-CN" sz="1800" dirty="0">
                <a:solidFill>
                  <a:schemeClr val="tx1">
                    <a:lumMod val="75000"/>
                    <a:lumOff val="25000"/>
                  </a:schemeClr>
                </a:solidFill>
                <a:latin typeface="微软雅黑" panose="020B0503020204020204" pitchFamily="34" charset="-122"/>
              </a:rPr>
              <a:t>1  认识微型计算机</a:t>
            </a:r>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2"/>
            </p:custDataLst>
          </p:nvPr>
        </p:nvSpPr>
        <p:spPr>
          <a:xfrm>
            <a:off x="-14287" y="-3810"/>
            <a:ext cx="2720816" cy="5154454"/>
          </a:xfrm>
          <a:prstGeom prst="rect">
            <a:avLst/>
          </a:prstGeom>
          <a:solidFill>
            <a:srgbClr val="283E69"/>
          </a:solidFill>
          <a:ln>
            <a:solidFill>
              <a:srgbClr val="000000">
                <a:alpha val="0"/>
              </a:srgbClr>
            </a:solidFill>
          </a:ln>
        </p:spPr>
        <p:style>
          <a:lnRef idx="2">
            <a:srgbClr val="283E69">
              <a:shade val="50000"/>
            </a:srgbClr>
          </a:lnRef>
          <a:fillRef idx="1">
            <a:srgbClr val="283E69"/>
          </a:fillRef>
          <a:effectRef idx="0">
            <a:srgbClr val="283E69"/>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8" name="标题 1"/>
          <p:cNvSpPr>
            <a:spLocks noGrp="1"/>
          </p:cNvSpPr>
          <p:nvPr>
            <p:custDataLst>
              <p:tags r:id="rId3"/>
            </p:custDataLst>
          </p:nvPr>
        </p:nvSpPr>
        <p:spPr>
          <a:xfrm>
            <a:off x="587216" y="561499"/>
            <a:ext cx="1825466" cy="1735931"/>
          </a:xfrm>
          <a:prstGeom prst="rect">
            <a:avLst/>
          </a:prstGeom>
        </p:spPr>
        <p:txBody>
          <a:bodyPr vert="horz" lIns="76200" tIns="28575" rIns="57150" bIns="28575" rtlCol="0" anchor="t" anchorCtr="0">
            <a:noAutofit/>
          </a:bodyPr>
          <a:lstStyle>
            <a:lvl1pPr algn="l" defTabSz="914400" rtl="0" eaLnBrk="1" fontAlgn="auto" latinLnBrk="0" hangingPunct="1">
              <a:lnSpc>
                <a:spcPct val="100000"/>
              </a:lnSpc>
              <a:spcBef>
                <a:spcPct val="0"/>
              </a:spcBef>
              <a:buNone/>
              <a:defRPr sz="2400" b="1" u="none" strike="noStrike" kern="1200" cap="none" spc="200" normalizeH="0">
                <a:solidFill>
                  <a:sysClr val="windowText" lastClr="000000"/>
                </a:solidFill>
                <a:uFillTx/>
                <a:latin typeface="微软雅黑" panose="020B0503020204020204" charset="-122"/>
                <a:ea typeface="微软雅黑" panose="020B0503020204020204" charset="-122"/>
                <a:cs typeface="+mn-ea"/>
              </a:defRPr>
            </a:lvl1pPr>
          </a:lstStyle>
          <a:p>
            <a:pPr marL="0" indent="0" algn="l">
              <a:lnSpc>
                <a:spcPct val="120000"/>
              </a:lnSpc>
              <a:spcBef>
                <a:spcPts val="0"/>
              </a:spcBef>
              <a:spcAft>
                <a:spcPts val="0"/>
              </a:spcAft>
              <a:buSzPct val="100000"/>
            </a:pPr>
            <a:r>
              <a:rPr lang="zh-CN" altLang="en-US" sz="2400" spc="300" dirty="0">
                <a:solidFill>
                  <a:sysClr val="window" lastClr="FFFFFF"/>
                </a:solidFill>
                <a:latin typeface="Arial" panose="020B0604020202020204" pitchFamily="34" charset="0"/>
                <a:sym typeface="+mn-ea"/>
              </a:rPr>
              <a:t>计算机的起源</a:t>
            </a:r>
          </a:p>
        </p:txBody>
      </p:sp>
      <p:sp>
        <p:nvSpPr>
          <p:cNvPr id="19" name="文本框 18"/>
          <p:cNvSpPr txBox="1"/>
          <p:nvPr>
            <p:custDataLst>
              <p:tags r:id="rId4"/>
            </p:custDataLst>
          </p:nvPr>
        </p:nvSpPr>
        <p:spPr>
          <a:xfrm>
            <a:off x="3001645" y="426085"/>
            <a:ext cx="5735955" cy="4291330"/>
          </a:xfrm>
          <a:prstGeom prst="rect">
            <a:avLst/>
          </a:prstGeom>
          <a:noFill/>
        </p:spPr>
        <p:txBody>
          <a:bodyPr vert="horz" wrap="square" lIns="67500" tIns="35100" rIns="67500" bIns="35100" rtlCol="0" anchor="ctr" anchorCtr="0">
            <a:spAutoFit/>
          </a:bodyPr>
          <a:lstStyle>
            <a:lvl1pPr marL="285750" indent="-285750" fontAlgn="auto">
              <a:lnSpc>
                <a:spcPct val="150000"/>
              </a:lnSpc>
              <a:spcBef>
                <a:spcPts val="0"/>
              </a:spcBef>
              <a:spcAft>
                <a:spcPts val="800"/>
              </a:spcAft>
              <a:buFont typeface="微软雅黑" panose="020B0503020204020204" charset="-122"/>
              <a:buAutoNum type="ea1JpnChsDbPeriod"/>
              <a:defRPr sz="1100" u="none" strike="noStrike" cap="none" spc="150" normalizeH="0" baseline="0">
                <a:solidFill>
                  <a:sysClr val="windowText" lastClr="000000">
                    <a:lumMod val="95000"/>
                    <a:lumOff val="5000"/>
                  </a:sysClr>
                </a:solidFill>
                <a:uFillTx/>
                <a:latin typeface="微软雅黑 Light" panose="020B0502040204020203" pitchFamily="34" charset="-122"/>
                <a:ea typeface="微软雅黑 Light" panose="020B0502040204020203" pitchFamily="34" charset="-122"/>
              </a:defRPr>
            </a:lvl1pPr>
            <a:lvl2pPr marL="685800" indent="-228600" fontAlgn="auto">
              <a:lnSpc>
                <a:spcPct val="130000"/>
              </a:lnSpc>
              <a:spcBef>
                <a:spcPts val="0"/>
              </a:spcBef>
              <a:spcAft>
                <a:spcPts val="1000"/>
              </a:spcAft>
              <a:buFont typeface="Arial" panose="020B0604020202020204" pitchFamily="34" charset="0"/>
              <a:buChar char="•"/>
              <a:tabLst>
                <a:tab pos="1609725" algn="l"/>
              </a:tabLst>
              <a:defRPr sz="1600" u="none" strike="noStrike" cap="none" spc="150" normalizeH="0" baseline="0">
                <a:uFillTx/>
                <a:latin typeface="微软雅黑" panose="020B0503020204020204" charset="-122"/>
                <a:ea typeface="微软雅黑" panose="020B0503020204020204" charset="-122"/>
              </a:defRPr>
            </a:lvl2pPr>
            <a:lvl3pPr marL="11430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3pPr>
            <a:lvl4pPr marL="16002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4pPr>
            <a:lvl5pPr marL="20574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285750" lvl="0" indent="-285750" algn="just" fontAlgn="ctr">
              <a:lnSpc>
                <a:spcPct val="130000"/>
              </a:lnSpc>
              <a:spcBef>
                <a:spcPts val="1000"/>
              </a:spcBef>
              <a:spcAft>
                <a:spcPts val="0"/>
              </a:spcAft>
              <a:buSzPct val="100000"/>
              <a:buFont typeface="Wingdings" panose="05000000000000000000" charset="0"/>
              <a:buChar char="l"/>
            </a:pPr>
            <a:r>
              <a:rPr sz="1200" dirty="0">
                <a:latin typeface="Arial" panose="020B0604020202020204" pitchFamily="34" charset="0"/>
                <a:ea typeface="微软雅黑" panose="020B0503020204020204" charset="-122"/>
              </a:rPr>
              <a:t>人类一直在追求计算速度和精度的提高。早在原始社会，人类就用结绳、垒石及枝条作为计数和计算的辅助工具。在我国，春秋时代就有用算筹计数的“筹算法”。公元6世纪左右，中国人开始将算盘作为计算工具。算盘是我国人民的独创，是一种彻底的采用十进制的计算工具。</a:t>
            </a:r>
          </a:p>
          <a:p>
            <a:pPr marL="285750" lvl="0" indent="-285750" algn="just" fontAlgn="ctr">
              <a:lnSpc>
                <a:spcPct val="130000"/>
              </a:lnSpc>
              <a:spcBef>
                <a:spcPts val="1000"/>
              </a:spcBef>
              <a:spcAft>
                <a:spcPts val="0"/>
              </a:spcAft>
              <a:buSzPct val="100000"/>
              <a:buFont typeface="Wingdings" panose="05000000000000000000" charset="0"/>
              <a:buChar char="l"/>
            </a:pPr>
            <a:r>
              <a:rPr sz="1200" dirty="0">
                <a:latin typeface="Arial" panose="020B0604020202020204" pitchFamily="34" charset="0"/>
                <a:ea typeface="微软雅黑" panose="020B0503020204020204" charset="-122"/>
              </a:rPr>
              <a:t>1620年，欧洲人发明了计算尺；1642年计算器出现。1854年，英国数学家布尔提出了符号逻辑的思想；19 世纪中期，英国数学家巴贝奇（被称为“计算机之父”）提出了通用数字计算机的基本设计思想，为20 世纪计算机的发明打下了坚实基础。</a:t>
            </a:r>
          </a:p>
          <a:p>
            <a:pPr marL="285750" lvl="0" indent="-285750" algn="just" fontAlgn="ctr">
              <a:lnSpc>
                <a:spcPct val="130000"/>
              </a:lnSpc>
              <a:spcBef>
                <a:spcPts val="1000"/>
              </a:spcBef>
              <a:spcAft>
                <a:spcPts val="0"/>
              </a:spcAft>
              <a:buSzPct val="100000"/>
              <a:buFont typeface="Wingdings" panose="05000000000000000000" charset="0"/>
              <a:buChar char="l"/>
            </a:pPr>
            <a:r>
              <a:rPr sz="1200" dirty="0">
                <a:latin typeface="Arial" panose="020B0604020202020204" pitchFamily="34" charset="0"/>
                <a:ea typeface="微软雅黑" panose="020B0503020204020204" charset="-122"/>
              </a:rPr>
              <a:t>第一台真正意义上的数字电子计算机，是ENIAC（Electronic Numerical IntegratorAnd Calculator，即电子数字积分计算机），于1946年2月在美国宾夕法尼亚大学研制成功。它采用电子管作为计算机的基本部件，使用了18 800只电子管、10 000只电容器、70 000只电阻，每秒可进行5 000次加减运算。这台计算机占地面积170m2，重30t，耗电150kw，是一个名副其实的“庞然大物”。</a:t>
            </a:r>
          </a:p>
          <a:p>
            <a:pPr marL="285750" lvl="0" indent="-285750" algn="just" fontAlgn="ctr">
              <a:lnSpc>
                <a:spcPct val="130000"/>
              </a:lnSpc>
              <a:spcBef>
                <a:spcPts val="1000"/>
              </a:spcBef>
              <a:spcAft>
                <a:spcPts val="0"/>
              </a:spcAft>
              <a:buSzPct val="100000"/>
              <a:buFont typeface="Wingdings" panose="05000000000000000000" charset="0"/>
              <a:buChar char="l"/>
            </a:pPr>
            <a:r>
              <a:rPr sz="1200" dirty="0">
                <a:latin typeface="Arial" panose="020B0604020202020204" pitchFamily="34" charset="0"/>
                <a:ea typeface="微软雅黑" panose="020B0503020204020204" charset="-122"/>
              </a:rPr>
              <a:t>ENIAC的诞生奠定了电子计算机的发展基础，开辟了信息时代的新纪元，是人类第三次产业革命开始的标志。</a:t>
            </a:r>
          </a:p>
        </p:txBody>
      </p:sp>
      <p:sp>
        <p:nvSpPr>
          <p:cNvPr id="11" name="矩形 10"/>
          <p:cNvSpPr/>
          <p:nvPr>
            <p:custDataLst>
              <p:tags r:id="rId5"/>
            </p:custDataLst>
          </p:nvPr>
        </p:nvSpPr>
        <p:spPr>
          <a:xfrm>
            <a:off x="2707298" y="280511"/>
            <a:ext cx="6145000" cy="4582954"/>
          </a:xfrm>
          <a:prstGeom prst="rect">
            <a:avLst/>
          </a:prstGeom>
          <a:noFill/>
          <a:ln w="19050">
            <a:solidFill>
              <a:srgbClr val="283E69"/>
            </a:solidFill>
          </a:ln>
          <a:extLst>
            <a:ext uri="{909E8E84-426E-40DD-AFC4-6F175D3DCCD1}">
              <a14:hiddenFill xmlns:a14="http://schemas.microsoft.com/office/drawing/2010/main">
                <a:solidFill>
                  <a:sysClr val="window" lastClr="FFFFFF"/>
                </a:solidFill>
              </a14:hiddenFill>
            </a:ext>
          </a:extLst>
        </p:spPr>
        <p:style>
          <a:lnRef idx="2">
            <a:srgbClr val="283E69">
              <a:shade val="50000"/>
            </a:srgbClr>
          </a:lnRef>
          <a:fillRef idx="1">
            <a:srgbClr val="283E69"/>
          </a:fillRef>
          <a:effectRef idx="0">
            <a:srgbClr val="283E69"/>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8" name="矩形 7"/>
          <p:cNvSpPr/>
          <p:nvPr>
            <p:custDataLst>
              <p:tags r:id="rId6"/>
            </p:custDataLst>
          </p:nvPr>
        </p:nvSpPr>
        <p:spPr>
          <a:xfrm>
            <a:off x="291704" y="280511"/>
            <a:ext cx="2415594" cy="4582954"/>
          </a:xfrm>
          <a:prstGeom prst="rect">
            <a:avLst/>
          </a:prstGeom>
          <a:noFill/>
          <a:ln w="19050">
            <a:solidFill>
              <a:sysClr val="window" lastClr="FFFFFF"/>
            </a:solidFill>
          </a:ln>
          <a:extLst>
            <a:ext uri="{909E8E84-426E-40DD-AFC4-6F175D3DCCD1}">
              <a14:hiddenFill xmlns:a14="http://schemas.microsoft.com/office/drawing/2010/main">
                <a:solidFill>
                  <a:sysClr val="window" lastClr="FFFFFF"/>
                </a:solidFill>
              </a14:hiddenFill>
            </a:ext>
          </a:extLst>
        </p:spPr>
        <p:style>
          <a:lnRef idx="2">
            <a:srgbClr val="283E69">
              <a:shade val="50000"/>
            </a:srgbClr>
          </a:lnRef>
          <a:fillRef idx="1">
            <a:srgbClr val="283E69"/>
          </a:fillRef>
          <a:effectRef idx="0">
            <a:srgbClr val="283E69"/>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9" name="任意多边形: 形状 27"/>
          <p:cNvSpPr>
            <a:spLocks noChangeAspect="1"/>
          </p:cNvSpPr>
          <p:nvPr>
            <p:custDataLst>
              <p:tags r:id="rId7"/>
            </p:custDataLst>
          </p:nvPr>
        </p:nvSpPr>
        <p:spPr>
          <a:xfrm rot="10800000">
            <a:off x="1040816" y="3887153"/>
            <a:ext cx="342214" cy="694849"/>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2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2"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ysClr val="window" lastClr="FFFFFF">
              <a:alpha val="19000"/>
            </a:sysClr>
          </a:solidFill>
          <a:ln>
            <a:noFill/>
          </a:ln>
        </p:spPr>
        <p:style>
          <a:lnRef idx="2">
            <a:srgbClr val="283E69">
              <a:shade val="50000"/>
            </a:srgbClr>
          </a:lnRef>
          <a:fillRef idx="1">
            <a:srgbClr val="283E69"/>
          </a:fillRef>
          <a:effectRef idx="0">
            <a:srgbClr val="283E69"/>
          </a:effectRef>
          <a:fontRef idx="minor">
            <a:sysClr val="window" lastClr="FFFFFF"/>
          </a:fontRef>
        </p:style>
        <p:txBody>
          <a:bodyPr wrap="square" rtlCol="0" anchor="ctr">
            <a:noAutofit/>
          </a:body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0" name="任意多边形: 形状 28"/>
          <p:cNvSpPr>
            <a:spLocks noChangeAspect="1"/>
          </p:cNvSpPr>
          <p:nvPr>
            <p:custDataLst>
              <p:tags r:id="rId8"/>
            </p:custDataLst>
          </p:nvPr>
        </p:nvSpPr>
        <p:spPr>
          <a:xfrm rot="10800000">
            <a:off x="587216" y="3887153"/>
            <a:ext cx="342214" cy="694849"/>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1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1"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ysClr val="window" lastClr="FFFFFF">
              <a:alpha val="19000"/>
            </a:sysClr>
          </a:solidFill>
          <a:ln>
            <a:noFill/>
          </a:ln>
        </p:spPr>
        <p:style>
          <a:lnRef idx="2">
            <a:srgbClr val="283E69">
              <a:shade val="50000"/>
            </a:srgbClr>
          </a:lnRef>
          <a:fillRef idx="1">
            <a:srgbClr val="283E69"/>
          </a:fillRef>
          <a:effectRef idx="0">
            <a:srgbClr val="283E69"/>
          </a:effectRef>
          <a:fontRef idx="minor">
            <a:sysClr val="window" lastClr="FFFFFF"/>
          </a:fontRef>
        </p:style>
        <p:txBody>
          <a:bodyPr wrap="square" rtlCol="0" anchor="ctr">
            <a:noAutofit/>
          </a:body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custDataLst>
              <p:tags r:id="rId2"/>
            </p:custDataLst>
          </p:nvPr>
        </p:nvSpPr>
        <p:spPr>
          <a:xfrm>
            <a:off x="850106" y="1925241"/>
            <a:ext cx="764381" cy="764381"/>
          </a:xfrm>
          <a:prstGeom prst="ellipse">
            <a:avLst/>
          </a:prstGeom>
          <a:solidFill>
            <a:srgbClr val="415163"/>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 name="五角星 1"/>
          <p:cNvSpPr/>
          <p:nvPr>
            <p:custDataLst>
              <p:tags r:id="rId3"/>
            </p:custDataLst>
          </p:nvPr>
        </p:nvSpPr>
        <p:spPr>
          <a:xfrm>
            <a:off x="942975" y="1989535"/>
            <a:ext cx="578644" cy="578644"/>
          </a:xfrm>
          <a:prstGeom prst="star5">
            <a:avLst/>
          </a:prstGeom>
          <a:solidFill>
            <a:sysClr val="window" lastClr="FFFFFF"/>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Autofit/>
          </a:bodyPr>
          <a:lstStyle/>
          <a:p>
            <a:pPr algn="ctr">
              <a:lnSpc>
                <a:spcPct val="140000"/>
              </a:lnSpc>
            </a:pPr>
            <a:r>
              <a:rPr lang="en-US" altLang="zh-CN" sz="900" spc="150" dirty="0">
                <a:solidFill>
                  <a:srgbClr val="415163"/>
                </a:solidFill>
                <a:latin typeface="Arial" panose="020B0604020202020204" pitchFamily="34" charset="0"/>
                <a:ea typeface="微软雅黑" panose="020B0503020204020204" charset="-122"/>
                <a:sym typeface="Arial" panose="020B0604020202020204" pitchFamily="34" charset="0"/>
              </a:rPr>
              <a:t>A</a:t>
            </a:r>
          </a:p>
        </p:txBody>
      </p:sp>
      <p:cxnSp>
        <p:nvCxnSpPr>
          <p:cNvPr id="10" name="直接连接符 9"/>
          <p:cNvCxnSpPr/>
          <p:nvPr>
            <p:custDataLst>
              <p:tags r:id="rId4"/>
            </p:custDataLst>
          </p:nvPr>
        </p:nvCxnSpPr>
        <p:spPr>
          <a:xfrm>
            <a:off x="1721645" y="1757363"/>
            <a:ext cx="0" cy="1100138"/>
          </a:xfrm>
          <a:prstGeom prst="line">
            <a:avLst/>
          </a:prstGeom>
          <a:ln>
            <a:solidFill>
              <a:srgbClr val="415163"/>
            </a:solidFill>
          </a:ln>
        </p:spPr>
        <p:style>
          <a:lnRef idx="1">
            <a:srgbClr val="1F74AD"/>
          </a:lnRef>
          <a:fillRef idx="0">
            <a:srgbClr val="1F74AD"/>
          </a:fillRef>
          <a:effectRef idx="0">
            <a:srgbClr val="1F74AD"/>
          </a:effectRef>
          <a:fontRef idx="minor">
            <a:srgbClr val="000000"/>
          </a:fontRef>
        </p:style>
      </p:cxnSp>
      <p:sp>
        <p:nvSpPr>
          <p:cNvPr id="15" name="椭圆 14"/>
          <p:cNvSpPr/>
          <p:nvPr>
            <p:custDataLst>
              <p:tags r:id="rId5"/>
            </p:custDataLst>
          </p:nvPr>
        </p:nvSpPr>
        <p:spPr>
          <a:xfrm>
            <a:off x="3507581" y="1925241"/>
            <a:ext cx="764381" cy="764381"/>
          </a:xfrm>
          <a:prstGeom prst="ellipse">
            <a:avLst/>
          </a:prstGeom>
          <a:solidFill>
            <a:srgbClr val="F46346"/>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6" name="五角星 15"/>
          <p:cNvSpPr/>
          <p:nvPr>
            <p:custDataLst>
              <p:tags r:id="rId6"/>
            </p:custDataLst>
          </p:nvPr>
        </p:nvSpPr>
        <p:spPr>
          <a:xfrm>
            <a:off x="3600450" y="1989535"/>
            <a:ext cx="578644" cy="578644"/>
          </a:xfrm>
          <a:prstGeom prst="star5">
            <a:avLst/>
          </a:prstGeom>
          <a:solidFill>
            <a:sysClr val="window" lastClr="FFFFFF"/>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Autofit/>
          </a:bodyPr>
          <a:lstStyle/>
          <a:p>
            <a:pPr algn="ctr">
              <a:lnSpc>
                <a:spcPct val="140000"/>
              </a:lnSpc>
            </a:pPr>
            <a:r>
              <a:rPr lang="en-US" altLang="zh-CN" sz="900" spc="150" dirty="0">
                <a:solidFill>
                  <a:srgbClr val="F46346"/>
                </a:solidFill>
                <a:latin typeface="Arial" panose="020B0604020202020204" pitchFamily="34" charset="0"/>
                <a:ea typeface="微软雅黑" panose="020B0503020204020204" charset="-122"/>
                <a:sym typeface="Arial" panose="020B0604020202020204" pitchFamily="34" charset="0"/>
              </a:rPr>
              <a:t>B</a:t>
            </a:r>
          </a:p>
        </p:txBody>
      </p:sp>
      <p:cxnSp>
        <p:nvCxnSpPr>
          <p:cNvPr id="17" name="直接连接符 16"/>
          <p:cNvCxnSpPr/>
          <p:nvPr>
            <p:custDataLst>
              <p:tags r:id="rId7"/>
            </p:custDataLst>
          </p:nvPr>
        </p:nvCxnSpPr>
        <p:spPr>
          <a:xfrm>
            <a:off x="4379120" y="1757363"/>
            <a:ext cx="0" cy="1100138"/>
          </a:xfrm>
          <a:prstGeom prst="line">
            <a:avLst/>
          </a:prstGeom>
          <a:ln>
            <a:solidFill>
              <a:srgbClr val="F46346"/>
            </a:solidFill>
          </a:ln>
        </p:spPr>
        <p:style>
          <a:lnRef idx="1">
            <a:srgbClr val="1F74AD"/>
          </a:lnRef>
          <a:fillRef idx="0">
            <a:srgbClr val="1F74AD"/>
          </a:fillRef>
          <a:effectRef idx="0">
            <a:srgbClr val="1F74AD"/>
          </a:effectRef>
          <a:fontRef idx="minor">
            <a:srgbClr val="000000"/>
          </a:fontRef>
        </p:style>
      </p:cxnSp>
      <p:sp>
        <p:nvSpPr>
          <p:cNvPr id="20" name="椭圆 19"/>
          <p:cNvSpPr/>
          <p:nvPr>
            <p:custDataLst>
              <p:tags r:id="rId8"/>
            </p:custDataLst>
          </p:nvPr>
        </p:nvSpPr>
        <p:spPr>
          <a:xfrm>
            <a:off x="6165056" y="1925241"/>
            <a:ext cx="764381" cy="764381"/>
          </a:xfrm>
          <a:prstGeom prst="ellipse">
            <a:avLst/>
          </a:prstGeom>
          <a:solidFill>
            <a:srgbClr val="415163"/>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1" name="五角星 20"/>
          <p:cNvSpPr/>
          <p:nvPr>
            <p:custDataLst>
              <p:tags r:id="rId9"/>
            </p:custDataLst>
          </p:nvPr>
        </p:nvSpPr>
        <p:spPr>
          <a:xfrm>
            <a:off x="6257925" y="1989535"/>
            <a:ext cx="578644" cy="578644"/>
          </a:xfrm>
          <a:prstGeom prst="star5">
            <a:avLst/>
          </a:prstGeom>
          <a:solidFill>
            <a:sysClr val="window" lastClr="FFFFFF"/>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Autofit/>
          </a:bodyPr>
          <a:lstStyle/>
          <a:p>
            <a:pPr algn="ctr">
              <a:lnSpc>
                <a:spcPct val="140000"/>
              </a:lnSpc>
            </a:pPr>
            <a:r>
              <a:rPr lang="en-US" altLang="zh-CN" sz="900" spc="150" dirty="0">
                <a:solidFill>
                  <a:srgbClr val="415163"/>
                </a:solidFill>
                <a:latin typeface="Arial" panose="020B0604020202020204" pitchFamily="34" charset="0"/>
                <a:ea typeface="微软雅黑" panose="020B0503020204020204" charset="-122"/>
                <a:sym typeface="Arial" panose="020B0604020202020204" pitchFamily="34" charset="0"/>
              </a:rPr>
              <a:t>C</a:t>
            </a:r>
          </a:p>
        </p:txBody>
      </p:sp>
      <p:cxnSp>
        <p:nvCxnSpPr>
          <p:cNvPr id="22" name="直接连接符 21"/>
          <p:cNvCxnSpPr/>
          <p:nvPr>
            <p:custDataLst>
              <p:tags r:id="rId10"/>
            </p:custDataLst>
          </p:nvPr>
        </p:nvCxnSpPr>
        <p:spPr>
          <a:xfrm>
            <a:off x="7036595" y="1757363"/>
            <a:ext cx="0" cy="1100138"/>
          </a:xfrm>
          <a:prstGeom prst="line">
            <a:avLst/>
          </a:prstGeom>
          <a:ln>
            <a:solidFill>
              <a:srgbClr val="415163"/>
            </a:solidFill>
          </a:ln>
        </p:spPr>
        <p:style>
          <a:lnRef idx="1">
            <a:srgbClr val="1F74AD"/>
          </a:lnRef>
          <a:fillRef idx="0">
            <a:srgbClr val="1F74AD"/>
          </a:fillRef>
          <a:effectRef idx="0">
            <a:srgbClr val="1F74AD"/>
          </a:effectRef>
          <a:fontRef idx="minor">
            <a:srgbClr val="000000"/>
          </a:fontRef>
        </p:style>
      </p:cxnSp>
      <p:sp>
        <p:nvSpPr>
          <p:cNvPr id="26" name="椭圆 25"/>
          <p:cNvSpPr/>
          <p:nvPr>
            <p:custDataLst>
              <p:tags r:id="rId11"/>
            </p:custDataLst>
          </p:nvPr>
        </p:nvSpPr>
        <p:spPr>
          <a:xfrm>
            <a:off x="2178844" y="3296841"/>
            <a:ext cx="764381" cy="764381"/>
          </a:xfrm>
          <a:prstGeom prst="ellipse">
            <a:avLst/>
          </a:prstGeom>
          <a:solidFill>
            <a:srgbClr val="F46346"/>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7" name="五角星 26"/>
          <p:cNvSpPr/>
          <p:nvPr>
            <p:custDataLst>
              <p:tags r:id="rId12"/>
            </p:custDataLst>
          </p:nvPr>
        </p:nvSpPr>
        <p:spPr>
          <a:xfrm>
            <a:off x="2271713" y="3361135"/>
            <a:ext cx="578644" cy="578644"/>
          </a:xfrm>
          <a:prstGeom prst="star5">
            <a:avLst/>
          </a:prstGeom>
          <a:solidFill>
            <a:sysClr val="window" lastClr="FFFFFF"/>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Autofit/>
          </a:bodyPr>
          <a:lstStyle/>
          <a:p>
            <a:pPr algn="ctr">
              <a:lnSpc>
                <a:spcPct val="140000"/>
              </a:lnSpc>
            </a:pPr>
            <a:r>
              <a:rPr lang="en-US" altLang="zh-CN" sz="900" spc="150" dirty="0">
                <a:solidFill>
                  <a:srgbClr val="F46346"/>
                </a:solidFill>
                <a:latin typeface="Arial" panose="020B0604020202020204" pitchFamily="34" charset="0"/>
                <a:ea typeface="微软雅黑" panose="020B0503020204020204" charset="-122"/>
                <a:sym typeface="Arial" panose="020B0604020202020204" pitchFamily="34" charset="0"/>
              </a:rPr>
              <a:t>D</a:t>
            </a:r>
          </a:p>
        </p:txBody>
      </p:sp>
      <p:cxnSp>
        <p:nvCxnSpPr>
          <p:cNvPr id="28" name="直接连接符 27"/>
          <p:cNvCxnSpPr/>
          <p:nvPr>
            <p:custDataLst>
              <p:tags r:id="rId13"/>
            </p:custDataLst>
          </p:nvPr>
        </p:nvCxnSpPr>
        <p:spPr>
          <a:xfrm>
            <a:off x="3050382" y="3128963"/>
            <a:ext cx="0" cy="1100138"/>
          </a:xfrm>
          <a:prstGeom prst="line">
            <a:avLst/>
          </a:prstGeom>
          <a:ln>
            <a:solidFill>
              <a:srgbClr val="F46346"/>
            </a:solidFill>
          </a:ln>
        </p:spPr>
        <p:style>
          <a:lnRef idx="1">
            <a:srgbClr val="1F74AD"/>
          </a:lnRef>
          <a:fillRef idx="0">
            <a:srgbClr val="1F74AD"/>
          </a:fillRef>
          <a:effectRef idx="0">
            <a:srgbClr val="1F74AD"/>
          </a:effectRef>
          <a:fontRef idx="minor">
            <a:srgbClr val="000000"/>
          </a:fontRef>
        </p:style>
      </p:cxnSp>
      <p:sp>
        <p:nvSpPr>
          <p:cNvPr id="29" name="文本框 28"/>
          <p:cNvSpPr txBox="1"/>
          <p:nvPr>
            <p:custDataLst>
              <p:tags r:id="rId14"/>
            </p:custDataLst>
          </p:nvPr>
        </p:nvSpPr>
        <p:spPr>
          <a:xfrm>
            <a:off x="3131255" y="3176971"/>
            <a:ext cx="1140708" cy="1004121"/>
          </a:xfrm>
          <a:prstGeom prst="rect">
            <a:avLst/>
          </a:prstGeom>
          <a:noFill/>
        </p:spPr>
        <p:txBody>
          <a:bodyPr wrap="square" rtlCol="0" anchor="ctr">
            <a:normAutofit/>
          </a:bodyPr>
          <a:lstStyle/>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第四代</a:t>
            </a:r>
          </a:p>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大规模、超大规模集成电路计算机</a:t>
            </a:r>
          </a:p>
        </p:txBody>
      </p:sp>
      <p:sp>
        <p:nvSpPr>
          <p:cNvPr id="31" name="椭圆 30"/>
          <p:cNvSpPr/>
          <p:nvPr>
            <p:custDataLst>
              <p:tags r:id="rId15"/>
            </p:custDataLst>
          </p:nvPr>
        </p:nvSpPr>
        <p:spPr>
          <a:xfrm>
            <a:off x="4836319" y="3296841"/>
            <a:ext cx="764381" cy="764381"/>
          </a:xfrm>
          <a:prstGeom prst="ellipse">
            <a:avLst/>
          </a:prstGeom>
          <a:solidFill>
            <a:srgbClr val="415163"/>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2" name="五角星 31"/>
          <p:cNvSpPr/>
          <p:nvPr>
            <p:custDataLst>
              <p:tags r:id="rId16"/>
            </p:custDataLst>
          </p:nvPr>
        </p:nvSpPr>
        <p:spPr>
          <a:xfrm>
            <a:off x="4929188" y="3361135"/>
            <a:ext cx="578644" cy="578644"/>
          </a:xfrm>
          <a:prstGeom prst="star5">
            <a:avLst/>
          </a:prstGeom>
          <a:solidFill>
            <a:sysClr val="window" lastClr="FFFFFF"/>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Autofit/>
          </a:bodyPr>
          <a:lstStyle/>
          <a:p>
            <a:pPr algn="ctr">
              <a:lnSpc>
                <a:spcPct val="140000"/>
              </a:lnSpc>
            </a:pPr>
            <a:r>
              <a:rPr lang="en-US" altLang="zh-CN" sz="900" spc="150" dirty="0">
                <a:solidFill>
                  <a:srgbClr val="415163"/>
                </a:solidFill>
                <a:latin typeface="Arial" panose="020B0604020202020204" pitchFamily="34" charset="0"/>
                <a:ea typeface="微软雅黑" panose="020B0503020204020204" charset="-122"/>
                <a:sym typeface="Arial" panose="020B0604020202020204" pitchFamily="34" charset="0"/>
              </a:rPr>
              <a:t>E</a:t>
            </a:r>
          </a:p>
        </p:txBody>
      </p:sp>
      <p:cxnSp>
        <p:nvCxnSpPr>
          <p:cNvPr id="33" name="直接连接符 32"/>
          <p:cNvCxnSpPr/>
          <p:nvPr>
            <p:custDataLst>
              <p:tags r:id="rId17"/>
            </p:custDataLst>
          </p:nvPr>
        </p:nvCxnSpPr>
        <p:spPr>
          <a:xfrm>
            <a:off x="5707857" y="3128963"/>
            <a:ext cx="0" cy="1100138"/>
          </a:xfrm>
          <a:prstGeom prst="line">
            <a:avLst/>
          </a:prstGeom>
          <a:ln>
            <a:solidFill>
              <a:srgbClr val="415163"/>
            </a:solidFill>
          </a:ln>
        </p:spPr>
        <p:style>
          <a:lnRef idx="1">
            <a:srgbClr val="1F74AD"/>
          </a:lnRef>
          <a:fillRef idx="0">
            <a:srgbClr val="1F74AD"/>
          </a:fillRef>
          <a:effectRef idx="0">
            <a:srgbClr val="1F74AD"/>
          </a:effectRef>
          <a:fontRef idx="minor">
            <a:srgbClr val="000000"/>
          </a:fontRef>
        </p:style>
      </p:cxnSp>
      <p:sp>
        <p:nvSpPr>
          <p:cNvPr id="34" name="文本框 33"/>
          <p:cNvSpPr txBox="1"/>
          <p:nvPr>
            <p:custDataLst>
              <p:tags r:id="rId18"/>
            </p:custDataLst>
          </p:nvPr>
        </p:nvSpPr>
        <p:spPr>
          <a:xfrm>
            <a:off x="5788730" y="3176971"/>
            <a:ext cx="1140708" cy="1004121"/>
          </a:xfrm>
          <a:prstGeom prst="rect">
            <a:avLst/>
          </a:prstGeom>
          <a:noFill/>
        </p:spPr>
        <p:txBody>
          <a:bodyPr wrap="square" rtlCol="0" anchor="ctr">
            <a:normAutofit/>
          </a:bodyPr>
          <a:lstStyle/>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第五代</a:t>
            </a:r>
          </a:p>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智能化计算机</a:t>
            </a:r>
          </a:p>
        </p:txBody>
      </p:sp>
      <p:sp>
        <p:nvSpPr>
          <p:cNvPr id="35" name="文本框 34"/>
          <p:cNvSpPr txBox="1"/>
          <p:nvPr>
            <p:custDataLst>
              <p:tags r:id="rId19"/>
            </p:custDataLst>
          </p:nvPr>
        </p:nvSpPr>
        <p:spPr>
          <a:xfrm>
            <a:off x="2916306" y="456162"/>
            <a:ext cx="3310119" cy="484748"/>
          </a:xfrm>
          <a:prstGeom prst="rect">
            <a:avLst/>
          </a:prstGeom>
          <a:noFill/>
        </p:spPr>
        <p:txBody>
          <a:bodyPr wrap="square" rtlCol="0" anchor="ctr">
            <a:normAutofit/>
          </a:bodyPr>
          <a:lstStyle/>
          <a:p>
            <a:pPr algn="ctr">
              <a:lnSpc>
                <a:spcPct val="120000"/>
              </a:lnSpc>
            </a:pPr>
            <a:r>
              <a:rPr lang="zh-CN" altLang="en-US" b="1" spc="300">
                <a:latin typeface="Arial" panose="020B0604020202020204" pitchFamily="34" charset="0"/>
                <a:ea typeface="微软雅黑" panose="020B0503020204020204" charset="-122"/>
                <a:sym typeface="Arial" panose="020B0604020202020204" pitchFamily="34" charset="0"/>
              </a:rPr>
              <a:t>电子计算机的发展</a:t>
            </a:r>
          </a:p>
        </p:txBody>
      </p:sp>
      <p:sp>
        <p:nvSpPr>
          <p:cNvPr id="24" name="文本框 23"/>
          <p:cNvSpPr txBox="1"/>
          <p:nvPr>
            <p:custDataLst>
              <p:tags r:id="rId20"/>
            </p:custDataLst>
          </p:nvPr>
        </p:nvSpPr>
        <p:spPr>
          <a:xfrm>
            <a:off x="1802517" y="1805371"/>
            <a:ext cx="1114422" cy="1004121"/>
          </a:xfrm>
          <a:prstGeom prst="rect">
            <a:avLst/>
          </a:prstGeom>
          <a:noFill/>
        </p:spPr>
        <p:txBody>
          <a:bodyPr wrap="square" rtlCol="0" anchor="ctr">
            <a:normAutofit/>
          </a:bodyPr>
          <a:lstStyle/>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第一代</a:t>
            </a:r>
          </a:p>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电子管计算机</a:t>
            </a:r>
          </a:p>
        </p:txBody>
      </p:sp>
      <p:sp>
        <p:nvSpPr>
          <p:cNvPr id="25" name="文本框 24"/>
          <p:cNvSpPr txBox="1"/>
          <p:nvPr>
            <p:custDataLst>
              <p:tags r:id="rId21"/>
            </p:custDataLst>
          </p:nvPr>
        </p:nvSpPr>
        <p:spPr>
          <a:xfrm>
            <a:off x="4459992" y="1805371"/>
            <a:ext cx="1114422" cy="1004121"/>
          </a:xfrm>
          <a:prstGeom prst="rect">
            <a:avLst/>
          </a:prstGeom>
          <a:noFill/>
        </p:spPr>
        <p:txBody>
          <a:bodyPr wrap="square" rtlCol="0" anchor="ctr">
            <a:normAutofit/>
          </a:bodyPr>
          <a:lstStyle/>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第二代</a:t>
            </a:r>
          </a:p>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晶体管计算机</a:t>
            </a:r>
          </a:p>
        </p:txBody>
      </p:sp>
      <p:sp>
        <p:nvSpPr>
          <p:cNvPr id="30" name="文本框 29"/>
          <p:cNvSpPr txBox="1"/>
          <p:nvPr>
            <p:custDataLst>
              <p:tags r:id="rId22"/>
            </p:custDataLst>
          </p:nvPr>
        </p:nvSpPr>
        <p:spPr>
          <a:xfrm>
            <a:off x="7117715" y="1805305"/>
            <a:ext cx="1255395" cy="1003935"/>
          </a:xfrm>
          <a:prstGeom prst="rect">
            <a:avLst/>
          </a:prstGeom>
          <a:noFill/>
        </p:spPr>
        <p:txBody>
          <a:bodyPr wrap="square" rtlCol="0" anchor="ctr">
            <a:normAutofit/>
          </a:bodyPr>
          <a:lstStyle/>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第三代</a:t>
            </a:r>
          </a:p>
          <a:p>
            <a:pPr algn="ctr">
              <a:lnSpc>
                <a:spcPct val="120000"/>
              </a:lnSpc>
            </a:pPr>
            <a:r>
              <a:rPr lang="zh-CN" altLang="en-US" sz="1050" spc="150">
                <a:latin typeface="Arial" panose="020B0604020202020204" pitchFamily="34" charset="0"/>
                <a:ea typeface="微软雅黑" panose="020B0503020204020204" charset="-122"/>
                <a:sym typeface="Arial" panose="020B0604020202020204" pitchFamily="34" charset="0"/>
              </a:rPr>
              <a:t>集成电路计算机</a:t>
            </a:r>
          </a:p>
        </p:txBody>
      </p:sp>
      <p:sp>
        <p:nvSpPr>
          <p:cNvPr id="3" name="文本框 2"/>
          <p:cNvSpPr txBox="1"/>
          <p:nvPr/>
        </p:nvSpPr>
        <p:spPr>
          <a:xfrm>
            <a:off x="1303655" y="1003300"/>
            <a:ext cx="6536690" cy="275590"/>
          </a:xfrm>
          <a:prstGeom prst="rect">
            <a:avLst/>
          </a:prstGeom>
          <a:noFill/>
        </p:spPr>
        <p:txBody>
          <a:bodyPr wrap="square" rtlCol="0" anchor="t">
            <a:spAutoFit/>
          </a:bodyPr>
          <a:lstStyle/>
          <a:p>
            <a:r>
              <a:rPr lang="zh-CN" altLang="en-US" sz="1200"/>
              <a:t>从计算机诞生后，计算机技术的发展异常迅速，一般把电子计算机的发展划分为以下五个阶段。</a:t>
            </a:r>
          </a:p>
        </p:txBody>
      </p:sp>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2019" y="1295400"/>
            <a:ext cx="7320439" cy="629603"/>
          </a:xfrm>
          <a:prstGeom prst="rect">
            <a:avLst/>
          </a:prstGeom>
          <a:noFill/>
        </p:spPr>
        <p:txBody>
          <a:bodyPr wrap="square" rtlCol="0" anchor="b">
            <a:normAutofit lnSpcReduction="10000"/>
          </a:bodyPr>
          <a:lstStyle/>
          <a:p>
            <a:pPr marL="0" indent="0" algn="ctr">
              <a:lnSpc>
                <a:spcPct val="120000"/>
              </a:lnSpc>
              <a:spcBef>
                <a:spcPts val="0"/>
              </a:spcBef>
              <a:spcAft>
                <a:spcPts val="0"/>
              </a:spcAft>
              <a:buSzPct val="100000"/>
            </a:pPr>
            <a:r>
              <a:rPr lang="zh-CN" altLang="en-US" sz="3300" b="1" spc="300" dirty="0">
                <a:solidFill>
                  <a:srgbClr val="7EA9B2"/>
                </a:solidFill>
                <a:latin typeface="Arial" panose="020B0604020202020204" pitchFamily="34" charset="0"/>
                <a:ea typeface="微软雅黑" panose="020B0503020204020204" charset="-122"/>
                <a:sym typeface="+mn-ea"/>
              </a:rPr>
              <a:t>第一代电子管计算机</a:t>
            </a:r>
          </a:p>
        </p:txBody>
      </p:sp>
      <p:sp>
        <p:nvSpPr>
          <p:cNvPr id="9" name="文本框 8"/>
          <p:cNvSpPr txBox="1"/>
          <p:nvPr>
            <p:custDataLst>
              <p:tags r:id="rId3"/>
            </p:custDataLst>
          </p:nvPr>
        </p:nvSpPr>
        <p:spPr>
          <a:xfrm>
            <a:off x="912019" y="2137410"/>
            <a:ext cx="7320439" cy="1476375"/>
          </a:xfrm>
          <a:prstGeom prst="rect">
            <a:avLst/>
          </a:prstGeom>
          <a:noFill/>
        </p:spPr>
        <p:txBody>
          <a:bodyPr wrap="square" rtlCol="0">
            <a:spAutoFit/>
          </a:bodyPr>
          <a:lstStyle/>
          <a:p>
            <a:pPr marL="0" lvl="0" indent="419100" algn="just" fontAlgn="auto">
              <a:lnSpc>
                <a:spcPct val="120000"/>
              </a:lnSpc>
              <a:spcBef>
                <a:spcPts val="0"/>
              </a:spcBef>
              <a:spcAft>
                <a:spcPts val="0"/>
              </a:spcAft>
              <a:buSzPct val="100000"/>
              <a:extLst>
                <a:ext uri="{35155182-B16C-46BC-9424-99874614C6A1}">
                  <wpsdc:indentchars xmlns:wpsdc="http://www.wps.cn/officeDocument/2017/drawingmlCustomData" xmlns="" val="200" checksum="658388224"/>
                </a:ext>
              </a:extLst>
            </a:pPr>
            <a:r>
              <a:rPr sz="1500" spc="150" dirty="0">
                <a:solidFill>
                  <a:sysClr val="windowText" lastClr="000000">
                    <a:lumMod val="75000"/>
                    <a:lumOff val="25000"/>
                  </a:sysClr>
                </a:solidFill>
                <a:latin typeface="Arial" panose="020B0604020202020204" pitchFamily="34" charset="0"/>
                <a:ea typeface="微软雅黑" panose="020B0503020204020204" charset="-122"/>
              </a:rPr>
              <a:t>第一代（1946—1958年）电子计算机，采用电子管作为计算机的基本电子器件，存储设备落后，输入输出主要用穿孔卡，使用的是没有操作系统的机器语言或汇编语言编写的程序。受当时电子技术的限制，运算速度每秒仅几千次，内存容量仅几千字节。这时的电子计算机体积庞大，造价很高，仅限于军事和科学研究。</a:t>
            </a:r>
          </a:p>
        </p:txBody>
      </p:sp>
      <p:sp>
        <p:nvSpPr>
          <p:cNvPr id="7" name="任意多边形: 形状 6"/>
          <p:cNvSpPr/>
          <p:nvPr>
            <p:custDataLst>
              <p:tags r:id="rId4"/>
            </p:custDataLst>
          </p:nvPr>
        </p:nvSpPr>
        <p:spPr>
          <a:xfrm>
            <a:off x="-1" y="0"/>
            <a:ext cx="9144000" cy="740993"/>
          </a:xfrm>
          <a:custGeom>
            <a:avLst/>
            <a:gdLst>
              <a:gd name="connsiteX0" fmla="*/ 0 w 12192000"/>
              <a:gd name="connsiteY0" fmla="*/ 0 h 987990"/>
              <a:gd name="connsiteX1" fmla="*/ 12192000 w 12192000"/>
              <a:gd name="connsiteY1" fmla="*/ 0 h 987990"/>
              <a:gd name="connsiteX2" fmla="*/ 12192000 w 12192000"/>
              <a:gd name="connsiteY2" fmla="*/ 728723 h 987990"/>
              <a:gd name="connsiteX3" fmla="*/ 12127528 w 12192000"/>
              <a:gd name="connsiteY3" fmla="*/ 741157 h 987990"/>
              <a:gd name="connsiteX4" fmla="*/ 11658601 w 12192000"/>
              <a:gd name="connsiteY4" fmla="*/ 778807 h 987990"/>
              <a:gd name="connsiteX5" fmla="*/ 10519550 w 12192000"/>
              <a:gd name="connsiteY5" fmla="*/ 530594 h 987990"/>
              <a:gd name="connsiteX6" fmla="*/ 10443609 w 12192000"/>
              <a:gd name="connsiteY6" fmla="*/ 488698 h 987990"/>
              <a:gd name="connsiteX7" fmla="*/ 10425678 w 12192000"/>
              <a:gd name="connsiteY7" fmla="*/ 508751 h 987990"/>
              <a:gd name="connsiteX8" fmla="*/ 8940801 w 12192000"/>
              <a:gd name="connsiteY8" fmla="*/ 987990 h 987990"/>
              <a:gd name="connsiteX9" fmla="*/ 7455924 w 12192000"/>
              <a:gd name="connsiteY9" fmla="*/ 508751 h 987990"/>
              <a:gd name="connsiteX10" fmla="*/ 7437992 w 12192000"/>
              <a:gd name="connsiteY10" fmla="*/ 488697 h 987990"/>
              <a:gd name="connsiteX11" fmla="*/ 7362050 w 12192000"/>
              <a:gd name="connsiteY11" fmla="*/ 530594 h 987990"/>
              <a:gd name="connsiteX12" fmla="*/ 6222999 w 12192000"/>
              <a:gd name="connsiteY12" fmla="*/ 778807 h 987990"/>
              <a:gd name="connsiteX13" fmla="*/ 4956784 w 12192000"/>
              <a:gd name="connsiteY13" fmla="*/ 460438 h 987990"/>
              <a:gd name="connsiteX14" fmla="*/ 4915553 w 12192000"/>
              <a:gd name="connsiteY14" fmla="*/ 430103 h 987990"/>
              <a:gd name="connsiteX15" fmla="*/ 4886988 w 12192000"/>
              <a:gd name="connsiteY15" fmla="*/ 455719 h 987990"/>
              <a:gd name="connsiteX16" fmla="*/ 3505198 w 12192000"/>
              <a:gd name="connsiteY16" fmla="*/ 892740 h 987990"/>
              <a:gd name="connsiteX17" fmla="*/ 2238982 w 12192000"/>
              <a:gd name="connsiteY17" fmla="*/ 541001 h 987990"/>
              <a:gd name="connsiteX18" fmla="*/ 2131358 w 12192000"/>
              <a:gd name="connsiteY18" fmla="*/ 461586 h 987990"/>
              <a:gd name="connsiteX19" fmla="*/ 2016416 w 12192000"/>
              <a:gd name="connsiteY19" fmla="*/ 533086 h 987990"/>
              <a:gd name="connsiteX20" fmla="*/ 660399 w 12192000"/>
              <a:gd name="connsiteY20" fmla="*/ 821366 h 987990"/>
              <a:gd name="connsiteX21" fmla="*/ 90133 w 12192000"/>
              <a:gd name="connsiteY21" fmla="*/ 777116 h 987990"/>
              <a:gd name="connsiteX22" fmla="*/ 0 w 12192000"/>
              <a:gd name="connsiteY22" fmla="*/ 760185 h 98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87990">
                <a:moveTo>
                  <a:pt x="0" y="0"/>
                </a:moveTo>
                <a:lnTo>
                  <a:pt x="12192000" y="0"/>
                </a:lnTo>
                <a:lnTo>
                  <a:pt x="12192000" y="728723"/>
                </a:lnTo>
                <a:lnTo>
                  <a:pt x="12127528" y="741157"/>
                </a:lnTo>
                <a:cubicBezTo>
                  <a:pt x="11978069" y="765708"/>
                  <a:pt x="11820855" y="778807"/>
                  <a:pt x="11658601" y="778807"/>
                </a:cubicBezTo>
                <a:cubicBezTo>
                  <a:pt x="11225924" y="778807"/>
                  <a:pt x="10829088" y="685658"/>
                  <a:pt x="10519550" y="530594"/>
                </a:cubicBezTo>
                <a:lnTo>
                  <a:pt x="10443609" y="488698"/>
                </a:lnTo>
                <a:lnTo>
                  <a:pt x="10425678" y="508751"/>
                </a:lnTo>
                <a:cubicBezTo>
                  <a:pt x="10103876" y="797889"/>
                  <a:pt x="9558911" y="987990"/>
                  <a:pt x="8940801" y="987990"/>
                </a:cubicBezTo>
                <a:cubicBezTo>
                  <a:pt x="8322691" y="987990"/>
                  <a:pt x="7777726" y="797889"/>
                  <a:pt x="7455924" y="508751"/>
                </a:cubicBezTo>
                <a:lnTo>
                  <a:pt x="7437992" y="488697"/>
                </a:lnTo>
                <a:lnTo>
                  <a:pt x="7362050" y="530594"/>
                </a:lnTo>
                <a:cubicBezTo>
                  <a:pt x="7052512" y="685658"/>
                  <a:pt x="6655677" y="778807"/>
                  <a:pt x="6222999" y="778807"/>
                </a:cubicBezTo>
                <a:cubicBezTo>
                  <a:pt x="5728513" y="778807"/>
                  <a:pt x="5280838" y="657143"/>
                  <a:pt x="4956784" y="460438"/>
                </a:cubicBezTo>
                <a:lnTo>
                  <a:pt x="4915553" y="430103"/>
                </a:lnTo>
                <a:lnTo>
                  <a:pt x="4886988" y="455719"/>
                </a:lnTo>
                <a:cubicBezTo>
                  <a:pt x="4558549" y="722619"/>
                  <a:pt x="4061497" y="892740"/>
                  <a:pt x="3505198" y="892740"/>
                </a:cubicBezTo>
                <a:cubicBezTo>
                  <a:pt x="3010710" y="892740"/>
                  <a:pt x="2563035" y="758323"/>
                  <a:pt x="2238982" y="541001"/>
                </a:cubicBezTo>
                <a:lnTo>
                  <a:pt x="2131358" y="461586"/>
                </a:lnTo>
                <a:lnTo>
                  <a:pt x="2016416" y="533086"/>
                </a:lnTo>
                <a:cubicBezTo>
                  <a:pt x="1669382" y="711200"/>
                  <a:pt x="1189956" y="821366"/>
                  <a:pt x="660399" y="821366"/>
                </a:cubicBezTo>
                <a:cubicBezTo>
                  <a:pt x="461814" y="821366"/>
                  <a:pt x="270280" y="805874"/>
                  <a:pt x="90133" y="777116"/>
                </a:cubicBezTo>
                <a:lnTo>
                  <a:pt x="0" y="760185"/>
                </a:ln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10" name="任意多边形: 形状 9"/>
          <p:cNvSpPr/>
          <p:nvPr>
            <p:custDataLst>
              <p:tags r:id="rId5"/>
            </p:custDataLst>
          </p:nvPr>
        </p:nvSpPr>
        <p:spPr>
          <a:xfrm flipH="1" flipV="1">
            <a:off x="0" y="4429562"/>
            <a:ext cx="9144000" cy="713939"/>
          </a:xfrm>
          <a:custGeom>
            <a:avLst/>
            <a:gdLst>
              <a:gd name="connsiteX0" fmla="*/ 9897256 w 12192000"/>
              <a:gd name="connsiteY0" fmla="*/ 951918 h 951918"/>
              <a:gd name="connsiteX1" fmla="*/ 8412379 w 12192000"/>
              <a:gd name="connsiteY1" fmla="*/ 472679 h 951918"/>
              <a:gd name="connsiteX2" fmla="*/ 8394447 w 12192000"/>
              <a:gd name="connsiteY2" fmla="*/ 452625 h 951918"/>
              <a:gd name="connsiteX3" fmla="*/ 8318505 w 12192000"/>
              <a:gd name="connsiteY3" fmla="*/ 494522 h 951918"/>
              <a:gd name="connsiteX4" fmla="*/ 7179454 w 12192000"/>
              <a:gd name="connsiteY4" fmla="*/ 742735 h 951918"/>
              <a:gd name="connsiteX5" fmla="*/ 5913238 w 12192000"/>
              <a:gd name="connsiteY5" fmla="*/ 424366 h 951918"/>
              <a:gd name="connsiteX6" fmla="*/ 5872006 w 12192000"/>
              <a:gd name="connsiteY6" fmla="*/ 394031 h 951918"/>
              <a:gd name="connsiteX7" fmla="*/ 5843443 w 12192000"/>
              <a:gd name="connsiteY7" fmla="*/ 419647 h 951918"/>
              <a:gd name="connsiteX8" fmla="*/ 4461652 w 12192000"/>
              <a:gd name="connsiteY8" fmla="*/ 856668 h 951918"/>
              <a:gd name="connsiteX9" fmla="*/ 3195436 w 12192000"/>
              <a:gd name="connsiteY9" fmla="*/ 504929 h 951918"/>
              <a:gd name="connsiteX10" fmla="*/ 3087812 w 12192000"/>
              <a:gd name="connsiteY10" fmla="*/ 425514 h 951918"/>
              <a:gd name="connsiteX11" fmla="*/ 2972871 w 12192000"/>
              <a:gd name="connsiteY11" fmla="*/ 497014 h 951918"/>
              <a:gd name="connsiteX12" fmla="*/ 1616853 w 12192000"/>
              <a:gd name="connsiteY12" fmla="*/ 785294 h 951918"/>
              <a:gd name="connsiteX13" fmla="*/ 26666 w 12192000"/>
              <a:gd name="connsiteY13" fmla="*/ 351348 h 951918"/>
              <a:gd name="connsiteX14" fmla="*/ 0 w 12192000"/>
              <a:gd name="connsiteY14" fmla="*/ 326133 h 951918"/>
              <a:gd name="connsiteX15" fmla="*/ 0 w 12192000"/>
              <a:gd name="connsiteY15" fmla="*/ 0 h 951918"/>
              <a:gd name="connsiteX16" fmla="*/ 12192000 w 12192000"/>
              <a:gd name="connsiteY16" fmla="*/ 0 h 951918"/>
              <a:gd name="connsiteX17" fmla="*/ 12192000 w 12192000"/>
              <a:gd name="connsiteY17" fmla="*/ 711326 h 951918"/>
              <a:gd name="connsiteX18" fmla="*/ 12146128 w 12192000"/>
              <a:gd name="connsiteY18" fmla="*/ 705085 h 951918"/>
              <a:gd name="connsiteX19" fmla="*/ 11476005 w 12192000"/>
              <a:gd name="connsiteY19" fmla="*/ 494522 h 951918"/>
              <a:gd name="connsiteX20" fmla="*/ 11400064 w 12192000"/>
              <a:gd name="connsiteY20" fmla="*/ 452626 h 951918"/>
              <a:gd name="connsiteX21" fmla="*/ 11382132 w 12192000"/>
              <a:gd name="connsiteY21" fmla="*/ 472679 h 951918"/>
              <a:gd name="connsiteX22" fmla="*/ 9897256 w 12192000"/>
              <a:gd name="connsiteY22" fmla="*/ 951918 h 95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51918">
                <a:moveTo>
                  <a:pt x="9897256" y="951918"/>
                </a:moveTo>
                <a:cubicBezTo>
                  <a:pt x="9279146" y="951918"/>
                  <a:pt x="8734181" y="761817"/>
                  <a:pt x="8412379" y="472679"/>
                </a:cubicBezTo>
                <a:lnTo>
                  <a:pt x="8394447" y="452625"/>
                </a:lnTo>
                <a:lnTo>
                  <a:pt x="8318505" y="494522"/>
                </a:lnTo>
                <a:cubicBezTo>
                  <a:pt x="8008967" y="649586"/>
                  <a:pt x="7612131" y="742735"/>
                  <a:pt x="7179454" y="742735"/>
                </a:cubicBezTo>
                <a:cubicBezTo>
                  <a:pt x="6684967" y="742735"/>
                  <a:pt x="6237292" y="621071"/>
                  <a:pt x="5913238" y="424366"/>
                </a:cubicBezTo>
                <a:lnTo>
                  <a:pt x="5872006" y="394031"/>
                </a:lnTo>
                <a:lnTo>
                  <a:pt x="5843443" y="419647"/>
                </a:lnTo>
                <a:cubicBezTo>
                  <a:pt x="5515003" y="686547"/>
                  <a:pt x="5017951" y="856668"/>
                  <a:pt x="4461652" y="856668"/>
                </a:cubicBezTo>
                <a:cubicBezTo>
                  <a:pt x="3967164" y="856668"/>
                  <a:pt x="3519489" y="722251"/>
                  <a:pt x="3195436" y="504929"/>
                </a:cubicBezTo>
                <a:lnTo>
                  <a:pt x="3087812" y="425514"/>
                </a:lnTo>
                <a:lnTo>
                  <a:pt x="2972871" y="497014"/>
                </a:lnTo>
                <a:cubicBezTo>
                  <a:pt x="2625836" y="675128"/>
                  <a:pt x="2146411" y="785294"/>
                  <a:pt x="1616853" y="785294"/>
                </a:cubicBezTo>
                <a:cubicBezTo>
                  <a:pt x="954905" y="785294"/>
                  <a:pt x="371291" y="613160"/>
                  <a:pt x="26666" y="351348"/>
                </a:cubicBezTo>
                <a:lnTo>
                  <a:pt x="0" y="326133"/>
                </a:lnTo>
                <a:lnTo>
                  <a:pt x="0" y="0"/>
                </a:lnTo>
                <a:lnTo>
                  <a:pt x="12192000" y="0"/>
                </a:lnTo>
                <a:lnTo>
                  <a:pt x="12192000" y="711326"/>
                </a:lnTo>
                <a:lnTo>
                  <a:pt x="12146128" y="705085"/>
                </a:lnTo>
                <a:cubicBezTo>
                  <a:pt x="11897028" y="664167"/>
                  <a:pt x="11669466" y="591437"/>
                  <a:pt x="11476005" y="494522"/>
                </a:cubicBezTo>
                <a:lnTo>
                  <a:pt x="11400064" y="452626"/>
                </a:lnTo>
                <a:lnTo>
                  <a:pt x="11382132" y="472679"/>
                </a:lnTo>
                <a:cubicBezTo>
                  <a:pt x="11060331" y="761817"/>
                  <a:pt x="10515366" y="951918"/>
                  <a:pt x="9897256" y="951918"/>
                </a:cubicBez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6"/>
          <p:cNvSpPr/>
          <p:nvPr>
            <p:custDataLst>
              <p:tags r:id="rId2"/>
            </p:custDataLst>
          </p:nvPr>
        </p:nvSpPr>
        <p:spPr>
          <a:xfrm>
            <a:off x="-1" y="0"/>
            <a:ext cx="9144000" cy="740993"/>
          </a:xfrm>
          <a:custGeom>
            <a:avLst/>
            <a:gdLst>
              <a:gd name="connsiteX0" fmla="*/ 0 w 12192000"/>
              <a:gd name="connsiteY0" fmla="*/ 0 h 987990"/>
              <a:gd name="connsiteX1" fmla="*/ 12192000 w 12192000"/>
              <a:gd name="connsiteY1" fmla="*/ 0 h 987990"/>
              <a:gd name="connsiteX2" fmla="*/ 12192000 w 12192000"/>
              <a:gd name="connsiteY2" fmla="*/ 728723 h 987990"/>
              <a:gd name="connsiteX3" fmla="*/ 12127528 w 12192000"/>
              <a:gd name="connsiteY3" fmla="*/ 741157 h 987990"/>
              <a:gd name="connsiteX4" fmla="*/ 11658601 w 12192000"/>
              <a:gd name="connsiteY4" fmla="*/ 778807 h 987990"/>
              <a:gd name="connsiteX5" fmla="*/ 10519550 w 12192000"/>
              <a:gd name="connsiteY5" fmla="*/ 530594 h 987990"/>
              <a:gd name="connsiteX6" fmla="*/ 10443609 w 12192000"/>
              <a:gd name="connsiteY6" fmla="*/ 488698 h 987990"/>
              <a:gd name="connsiteX7" fmla="*/ 10425678 w 12192000"/>
              <a:gd name="connsiteY7" fmla="*/ 508751 h 987990"/>
              <a:gd name="connsiteX8" fmla="*/ 8940801 w 12192000"/>
              <a:gd name="connsiteY8" fmla="*/ 987990 h 987990"/>
              <a:gd name="connsiteX9" fmla="*/ 7455924 w 12192000"/>
              <a:gd name="connsiteY9" fmla="*/ 508751 h 987990"/>
              <a:gd name="connsiteX10" fmla="*/ 7437992 w 12192000"/>
              <a:gd name="connsiteY10" fmla="*/ 488697 h 987990"/>
              <a:gd name="connsiteX11" fmla="*/ 7362050 w 12192000"/>
              <a:gd name="connsiteY11" fmla="*/ 530594 h 987990"/>
              <a:gd name="connsiteX12" fmla="*/ 6222999 w 12192000"/>
              <a:gd name="connsiteY12" fmla="*/ 778807 h 987990"/>
              <a:gd name="connsiteX13" fmla="*/ 4956784 w 12192000"/>
              <a:gd name="connsiteY13" fmla="*/ 460438 h 987990"/>
              <a:gd name="connsiteX14" fmla="*/ 4915553 w 12192000"/>
              <a:gd name="connsiteY14" fmla="*/ 430103 h 987990"/>
              <a:gd name="connsiteX15" fmla="*/ 4886988 w 12192000"/>
              <a:gd name="connsiteY15" fmla="*/ 455719 h 987990"/>
              <a:gd name="connsiteX16" fmla="*/ 3505198 w 12192000"/>
              <a:gd name="connsiteY16" fmla="*/ 892740 h 987990"/>
              <a:gd name="connsiteX17" fmla="*/ 2238982 w 12192000"/>
              <a:gd name="connsiteY17" fmla="*/ 541001 h 987990"/>
              <a:gd name="connsiteX18" fmla="*/ 2131358 w 12192000"/>
              <a:gd name="connsiteY18" fmla="*/ 461586 h 987990"/>
              <a:gd name="connsiteX19" fmla="*/ 2016416 w 12192000"/>
              <a:gd name="connsiteY19" fmla="*/ 533086 h 987990"/>
              <a:gd name="connsiteX20" fmla="*/ 660399 w 12192000"/>
              <a:gd name="connsiteY20" fmla="*/ 821366 h 987990"/>
              <a:gd name="connsiteX21" fmla="*/ 90133 w 12192000"/>
              <a:gd name="connsiteY21" fmla="*/ 777116 h 987990"/>
              <a:gd name="connsiteX22" fmla="*/ 0 w 12192000"/>
              <a:gd name="connsiteY22" fmla="*/ 760185 h 98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87990">
                <a:moveTo>
                  <a:pt x="0" y="0"/>
                </a:moveTo>
                <a:lnTo>
                  <a:pt x="12192000" y="0"/>
                </a:lnTo>
                <a:lnTo>
                  <a:pt x="12192000" y="728723"/>
                </a:lnTo>
                <a:lnTo>
                  <a:pt x="12127528" y="741157"/>
                </a:lnTo>
                <a:cubicBezTo>
                  <a:pt x="11978069" y="765708"/>
                  <a:pt x="11820855" y="778807"/>
                  <a:pt x="11658601" y="778807"/>
                </a:cubicBezTo>
                <a:cubicBezTo>
                  <a:pt x="11225924" y="778807"/>
                  <a:pt x="10829088" y="685658"/>
                  <a:pt x="10519550" y="530594"/>
                </a:cubicBezTo>
                <a:lnTo>
                  <a:pt x="10443609" y="488698"/>
                </a:lnTo>
                <a:lnTo>
                  <a:pt x="10425678" y="508751"/>
                </a:lnTo>
                <a:cubicBezTo>
                  <a:pt x="10103876" y="797889"/>
                  <a:pt x="9558911" y="987990"/>
                  <a:pt x="8940801" y="987990"/>
                </a:cubicBezTo>
                <a:cubicBezTo>
                  <a:pt x="8322691" y="987990"/>
                  <a:pt x="7777726" y="797889"/>
                  <a:pt x="7455924" y="508751"/>
                </a:cubicBezTo>
                <a:lnTo>
                  <a:pt x="7437992" y="488697"/>
                </a:lnTo>
                <a:lnTo>
                  <a:pt x="7362050" y="530594"/>
                </a:lnTo>
                <a:cubicBezTo>
                  <a:pt x="7052512" y="685658"/>
                  <a:pt x="6655677" y="778807"/>
                  <a:pt x="6222999" y="778807"/>
                </a:cubicBezTo>
                <a:cubicBezTo>
                  <a:pt x="5728513" y="778807"/>
                  <a:pt x="5280838" y="657143"/>
                  <a:pt x="4956784" y="460438"/>
                </a:cubicBezTo>
                <a:lnTo>
                  <a:pt x="4915553" y="430103"/>
                </a:lnTo>
                <a:lnTo>
                  <a:pt x="4886988" y="455719"/>
                </a:lnTo>
                <a:cubicBezTo>
                  <a:pt x="4558549" y="722619"/>
                  <a:pt x="4061497" y="892740"/>
                  <a:pt x="3505198" y="892740"/>
                </a:cubicBezTo>
                <a:cubicBezTo>
                  <a:pt x="3010710" y="892740"/>
                  <a:pt x="2563035" y="758323"/>
                  <a:pt x="2238982" y="541001"/>
                </a:cubicBezTo>
                <a:lnTo>
                  <a:pt x="2131358" y="461586"/>
                </a:lnTo>
                <a:lnTo>
                  <a:pt x="2016416" y="533086"/>
                </a:lnTo>
                <a:cubicBezTo>
                  <a:pt x="1669382" y="711200"/>
                  <a:pt x="1189956" y="821366"/>
                  <a:pt x="660399" y="821366"/>
                </a:cubicBezTo>
                <a:cubicBezTo>
                  <a:pt x="461814" y="821366"/>
                  <a:pt x="270280" y="805874"/>
                  <a:pt x="90133" y="777116"/>
                </a:cubicBezTo>
                <a:lnTo>
                  <a:pt x="0" y="760185"/>
                </a:ln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10" name="任意多边形: 形状 9"/>
          <p:cNvSpPr/>
          <p:nvPr>
            <p:custDataLst>
              <p:tags r:id="rId3"/>
            </p:custDataLst>
          </p:nvPr>
        </p:nvSpPr>
        <p:spPr>
          <a:xfrm flipH="1" flipV="1">
            <a:off x="0" y="4429562"/>
            <a:ext cx="9144000" cy="713939"/>
          </a:xfrm>
          <a:custGeom>
            <a:avLst/>
            <a:gdLst>
              <a:gd name="connsiteX0" fmla="*/ 9897256 w 12192000"/>
              <a:gd name="connsiteY0" fmla="*/ 951918 h 951918"/>
              <a:gd name="connsiteX1" fmla="*/ 8412379 w 12192000"/>
              <a:gd name="connsiteY1" fmla="*/ 472679 h 951918"/>
              <a:gd name="connsiteX2" fmla="*/ 8394447 w 12192000"/>
              <a:gd name="connsiteY2" fmla="*/ 452625 h 951918"/>
              <a:gd name="connsiteX3" fmla="*/ 8318505 w 12192000"/>
              <a:gd name="connsiteY3" fmla="*/ 494522 h 951918"/>
              <a:gd name="connsiteX4" fmla="*/ 7179454 w 12192000"/>
              <a:gd name="connsiteY4" fmla="*/ 742735 h 951918"/>
              <a:gd name="connsiteX5" fmla="*/ 5913238 w 12192000"/>
              <a:gd name="connsiteY5" fmla="*/ 424366 h 951918"/>
              <a:gd name="connsiteX6" fmla="*/ 5872006 w 12192000"/>
              <a:gd name="connsiteY6" fmla="*/ 394031 h 951918"/>
              <a:gd name="connsiteX7" fmla="*/ 5843443 w 12192000"/>
              <a:gd name="connsiteY7" fmla="*/ 419647 h 951918"/>
              <a:gd name="connsiteX8" fmla="*/ 4461652 w 12192000"/>
              <a:gd name="connsiteY8" fmla="*/ 856668 h 951918"/>
              <a:gd name="connsiteX9" fmla="*/ 3195436 w 12192000"/>
              <a:gd name="connsiteY9" fmla="*/ 504929 h 951918"/>
              <a:gd name="connsiteX10" fmla="*/ 3087812 w 12192000"/>
              <a:gd name="connsiteY10" fmla="*/ 425514 h 951918"/>
              <a:gd name="connsiteX11" fmla="*/ 2972871 w 12192000"/>
              <a:gd name="connsiteY11" fmla="*/ 497014 h 951918"/>
              <a:gd name="connsiteX12" fmla="*/ 1616853 w 12192000"/>
              <a:gd name="connsiteY12" fmla="*/ 785294 h 951918"/>
              <a:gd name="connsiteX13" fmla="*/ 26666 w 12192000"/>
              <a:gd name="connsiteY13" fmla="*/ 351348 h 951918"/>
              <a:gd name="connsiteX14" fmla="*/ 0 w 12192000"/>
              <a:gd name="connsiteY14" fmla="*/ 326133 h 951918"/>
              <a:gd name="connsiteX15" fmla="*/ 0 w 12192000"/>
              <a:gd name="connsiteY15" fmla="*/ 0 h 951918"/>
              <a:gd name="connsiteX16" fmla="*/ 12192000 w 12192000"/>
              <a:gd name="connsiteY16" fmla="*/ 0 h 951918"/>
              <a:gd name="connsiteX17" fmla="*/ 12192000 w 12192000"/>
              <a:gd name="connsiteY17" fmla="*/ 711326 h 951918"/>
              <a:gd name="connsiteX18" fmla="*/ 12146128 w 12192000"/>
              <a:gd name="connsiteY18" fmla="*/ 705085 h 951918"/>
              <a:gd name="connsiteX19" fmla="*/ 11476005 w 12192000"/>
              <a:gd name="connsiteY19" fmla="*/ 494522 h 951918"/>
              <a:gd name="connsiteX20" fmla="*/ 11400064 w 12192000"/>
              <a:gd name="connsiteY20" fmla="*/ 452626 h 951918"/>
              <a:gd name="connsiteX21" fmla="*/ 11382132 w 12192000"/>
              <a:gd name="connsiteY21" fmla="*/ 472679 h 951918"/>
              <a:gd name="connsiteX22" fmla="*/ 9897256 w 12192000"/>
              <a:gd name="connsiteY22" fmla="*/ 951918 h 95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51918">
                <a:moveTo>
                  <a:pt x="9897256" y="951918"/>
                </a:moveTo>
                <a:cubicBezTo>
                  <a:pt x="9279146" y="951918"/>
                  <a:pt x="8734181" y="761817"/>
                  <a:pt x="8412379" y="472679"/>
                </a:cubicBezTo>
                <a:lnTo>
                  <a:pt x="8394447" y="452625"/>
                </a:lnTo>
                <a:lnTo>
                  <a:pt x="8318505" y="494522"/>
                </a:lnTo>
                <a:cubicBezTo>
                  <a:pt x="8008967" y="649586"/>
                  <a:pt x="7612131" y="742735"/>
                  <a:pt x="7179454" y="742735"/>
                </a:cubicBezTo>
                <a:cubicBezTo>
                  <a:pt x="6684967" y="742735"/>
                  <a:pt x="6237292" y="621071"/>
                  <a:pt x="5913238" y="424366"/>
                </a:cubicBezTo>
                <a:lnTo>
                  <a:pt x="5872006" y="394031"/>
                </a:lnTo>
                <a:lnTo>
                  <a:pt x="5843443" y="419647"/>
                </a:lnTo>
                <a:cubicBezTo>
                  <a:pt x="5515003" y="686547"/>
                  <a:pt x="5017951" y="856668"/>
                  <a:pt x="4461652" y="856668"/>
                </a:cubicBezTo>
                <a:cubicBezTo>
                  <a:pt x="3967164" y="856668"/>
                  <a:pt x="3519489" y="722251"/>
                  <a:pt x="3195436" y="504929"/>
                </a:cubicBezTo>
                <a:lnTo>
                  <a:pt x="3087812" y="425514"/>
                </a:lnTo>
                <a:lnTo>
                  <a:pt x="2972871" y="497014"/>
                </a:lnTo>
                <a:cubicBezTo>
                  <a:pt x="2625836" y="675128"/>
                  <a:pt x="2146411" y="785294"/>
                  <a:pt x="1616853" y="785294"/>
                </a:cubicBezTo>
                <a:cubicBezTo>
                  <a:pt x="954905" y="785294"/>
                  <a:pt x="371291" y="613160"/>
                  <a:pt x="26666" y="351348"/>
                </a:cubicBezTo>
                <a:lnTo>
                  <a:pt x="0" y="326133"/>
                </a:lnTo>
                <a:lnTo>
                  <a:pt x="0" y="0"/>
                </a:lnTo>
                <a:lnTo>
                  <a:pt x="12192000" y="0"/>
                </a:lnTo>
                <a:lnTo>
                  <a:pt x="12192000" y="711326"/>
                </a:lnTo>
                <a:lnTo>
                  <a:pt x="12146128" y="705085"/>
                </a:lnTo>
                <a:cubicBezTo>
                  <a:pt x="11897028" y="664167"/>
                  <a:pt x="11669466" y="591437"/>
                  <a:pt x="11476005" y="494522"/>
                </a:cubicBezTo>
                <a:lnTo>
                  <a:pt x="11400064" y="452626"/>
                </a:lnTo>
                <a:lnTo>
                  <a:pt x="11382132" y="472679"/>
                </a:lnTo>
                <a:cubicBezTo>
                  <a:pt x="11060331" y="761817"/>
                  <a:pt x="10515366" y="951918"/>
                  <a:pt x="9897256" y="951918"/>
                </a:cubicBez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pic>
        <p:nvPicPr>
          <p:cNvPr id="77" name="图片 77"/>
          <p:cNvPicPr>
            <a:picLocks noChangeAspect="1"/>
          </p:cNvPicPr>
          <p:nvPr>
            <p:custDataLst>
              <p:tags r:id="rId4"/>
            </p:custDataLst>
          </p:nvPr>
        </p:nvPicPr>
        <p:blipFill>
          <a:blip r:embed="rId7"/>
          <a:srcRect l="13842" t="30474" r="10961" b="13133"/>
          <a:stretch>
            <a:fillRect/>
          </a:stretch>
        </p:blipFill>
        <p:spPr>
          <a:xfrm>
            <a:off x="0" y="-26035"/>
            <a:ext cx="9144635" cy="5160010"/>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2019" y="1295400"/>
            <a:ext cx="7320439" cy="629603"/>
          </a:xfrm>
          <a:prstGeom prst="rect">
            <a:avLst/>
          </a:prstGeom>
          <a:noFill/>
        </p:spPr>
        <p:txBody>
          <a:bodyPr wrap="square" rtlCol="0" anchor="b">
            <a:normAutofit lnSpcReduction="10000"/>
          </a:bodyPr>
          <a:lstStyle/>
          <a:p>
            <a:pPr marL="0" indent="0" algn="ctr">
              <a:lnSpc>
                <a:spcPct val="120000"/>
              </a:lnSpc>
              <a:spcBef>
                <a:spcPts val="0"/>
              </a:spcBef>
              <a:spcAft>
                <a:spcPts val="0"/>
              </a:spcAft>
              <a:buSzPct val="100000"/>
            </a:pPr>
            <a:r>
              <a:rPr lang="zh-CN" altLang="en-US" sz="3300" b="1" spc="300" dirty="0">
                <a:solidFill>
                  <a:srgbClr val="7EA9B2"/>
                </a:solidFill>
                <a:latin typeface="Arial" panose="020B0604020202020204" pitchFamily="34" charset="0"/>
                <a:ea typeface="微软雅黑" panose="020B0503020204020204" charset="-122"/>
                <a:sym typeface="+mn-ea"/>
              </a:rPr>
              <a:t>第二代晶体管计算机</a:t>
            </a:r>
          </a:p>
        </p:txBody>
      </p:sp>
      <p:sp>
        <p:nvSpPr>
          <p:cNvPr id="9" name="文本框 8"/>
          <p:cNvSpPr txBox="1"/>
          <p:nvPr>
            <p:custDataLst>
              <p:tags r:id="rId3"/>
            </p:custDataLst>
          </p:nvPr>
        </p:nvSpPr>
        <p:spPr>
          <a:xfrm>
            <a:off x="912019" y="2137410"/>
            <a:ext cx="7320439" cy="1476375"/>
          </a:xfrm>
          <a:prstGeom prst="rect">
            <a:avLst/>
          </a:prstGeom>
          <a:noFill/>
        </p:spPr>
        <p:txBody>
          <a:bodyPr wrap="square" rtlCol="0">
            <a:spAutoFit/>
          </a:bodyPr>
          <a:lstStyle/>
          <a:p>
            <a:pPr marL="0" lvl="0" indent="419100" algn="just" fontAlgn="auto">
              <a:lnSpc>
                <a:spcPct val="120000"/>
              </a:lnSpc>
              <a:spcBef>
                <a:spcPts val="0"/>
              </a:spcBef>
              <a:spcAft>
                <a:spcPts val="0"/>
              </a:spcAft>
              <a:buSzPct val="100000"/>
              <a:extLst>
                <a:ext uri="{35155182-B16C-46BC-9424-99874614C6A1}">
                  <wpsdc:indentchars xmlns:wpsdc="http://www.wps.cn/officeDocument/2017/drawingmlCustomData" xmlns="" val="200" checksum="658388224"/>
                </a:ext>
              </a:extLst>
            </a:pPr>
            <a:r>
              <a:rPr sz="1500" spc="150" dirty="0">
                <a:solidFill>
                  <a:sysClr val="windowText" lastClr="000000">
                    <a:lumMod val="75000"/>
                    <a:lumOff val="25000"/>
                  </a:sysClr>
                </a:solidFill>
                <a:latin typeface="Arial" panose="020B0604020202020204" pitchFamily="34" charset="0"/>
                <a:ea typeface="微软雅黑" panose="020B0503020204020204" charset="-122"/>
              </a:rPr>
              <a:t>第二代（1958—1964年）电子计算机，采用晶体管作为计算机的逻辑元件，内存以磁芯存储器为主，外存开始使用磁盘、磁带，体积大大缩小，输入输出有很大改进。开始使用操作系统，汇编语言代替了机器语言，而且开始出现计算机高级语言。运算速度得到大大提高，达每秒几十万次，内存容量扩大到几十千字节。其应用除科学计算外，还用于数据处理和事务处理。</a:t>
            </a:r>
          </a:p>
        </p:txBody>
      </p:sp>
      <p:sp>
        <p:nvSpPr>
          <p:cNvPr id="7" name="任意多边形: 形状 6"/>
          <p:cNvSpPr/>
          <p:nvPr>
            <p:custDataLst>
              <p:tags r:id="rId4"/>
            </p:custDataLst>
          </p:nvPr>
        </p:nvSpPr>
        <p:spPr>
          <a:xfrm>
            <a:off x="-1" y="0"/>
            <a:ext cx="9144000" cy="740993"/>
          </a:xfrm>
          <a:custGeom>
            <a:avLst/>
            <a:gdLst>
              <a:gd name="connsiteX0" fmla="*/ 0 w 12192000"/>
              <a:gd name="connsiteY0" fmla="*/ 0 h 987990"/>
              <a:gd name="connsiteX1" fmla="*/ 12192000 w 12192000"/>
              <a:gd name="connsiteY1" fmla="*/ 0 h 987990"/>
              <a:gd name="connsiteX2" fmla="*/ 12192000 w 12192000"/>
              <a:gd name="connsiteY2" fmla="*/ 728723 h 987990"/>
              <a:gd name="connsiteX3" fmla="*/ 12127528 w 12192000"/>
              <a:gd name="connsiteY3" fmla="*/ 741157 h 987990"/>
              <a:gd name="connsiteX4" fmla="*/ 11658601 w 12192000"/>
              <a:gd name="connsiteY4" fmla="*/ 778807 h 987990"/>
              <a:gd name="connsiteX5" fmla="*/ 10519550 w 12192000"/>
              <a:gd name="connsiteY5" fmla="*/ 530594 h 987990"/>
              <a:gd name="connsiteX6" fmla="*/ 10443609 w 12192000"/>
              <a:gd name="connsiteY6" fmla="*/ 488698 h 987990"/>
              <a:gd name="connsiteX7" fmla="*/ 10425678 w 12192000"/>
              <a:gd name="connsiteY7" fmla="*/ 508751 h 987990"/>
              <a:gd name="connsiteX8" fmla="*/ 8940801 w 12192000"/>
              <a:gd name="connsiteY8" fmla="*/ 987990 h 987990"/>
              <a:gd name="connsiteX9" fmla="*/ 7455924 w 12192000"/>
              <a:gd name="connsiteY9" fmla="*/ 508751 h 987990"/>
              <a:gd name="connsiteX10" fmla="*/ 7437992 w 12192000"/>
              <a:gd name="connsiteY10" fmla="*/ 488697 h 987990"/>
              <a:gd name="connsiteX11" fmla="*/ 7362050 w 12192000"/>
              <a:gd name="connsiteY11" fmla="*/ 530594 h 987990"/>
              <a:gd name="connsiteX12" fmla="*/ 6222999 w 12192000"/>
              <a:gd name="connsiteY12" fmla="*/ 778807 h 987990"/>
              <a:gd name="connsiteX13" fmla="*/ 4956784 w 12192000"/>
              <a:gd name="connsiteY13" fmla="*/ 460438 h 987990"/>
              <a:gd name="connsiteX14" fmla="*/ 4915553 w 12192000"/>
              <a:gd name="connsiteY14" fmla="*/ 430103 h 987990"/>
              <a:gd name="connsiteX15" fmla="*/ 4886988 w 12192000"/>
              <a:gd name="connsiteY15" fmla="*/ 455719 h 987990"/>
              <a:gd name="connsiteX16" fmla="*/ 3505198 w 12192000"/>
              <a:gd name="connsiteY16" fmla="*/ 892740 h 987990"/>
              <a:gd name="connsiteX17" fmla="*/ 2238982 w 12192000"/>
              <a:gd name="connsiteY17" fmla="*/ 541001 h 987990"/>
              <a:gd name="connsiteX18" fmla="*/ 2131358 w 12192000"/>
              <a:gd name="connsiteY18" fmla="*/ 461586 h 987990"/>
              <a:gd name="connsiteX19" fmla="*/ 2016416 w 12192000"/>
              <a:gd name="connsiteY19" fmla="*/ 533086 h 987990"/>
              <a:gd name="connsiteX20" fmla="*/ 660399 w 12192000"/>
              <a:gd name="connsiteY20" fmla="*/ 821366 h 987990"/>
              <a:gd name="connsiteX21" fmla="*/ 90133 w 12192000"/>
              <a:gd name="connsiteY21" fmla="*/ 777116 h 987990"/>
              <a:gd name="connsiteX22" fmla="*/ 0 w 12192000"/>
              <a:gd name="connsiteY22" fmla="*/ 760185 h 98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87990">
                <a:moveTo>
                  <a:pt x="0" y="0"/>
                </a:moveTo>
                <a:lnTo>
                  <a:pt x="12192000" y="0"/>
                </a:lnTo>
                <a:lnTo>
                  <a:pt x="12192000" y="728723"/>
                </a:lnTo>
                <a:lnTo>
                  <a:pt x="12127528" y="741157"/>
                </a:lnTo>
                <a:cubicBezTo>
                  <a:pt x="11978069" y="765708"/>
                  <a:pt x="11820855" y="778807"/>
                  <a:pt x="11658601" y="778807"/>
                </a:cubicBezTo>
                <a:cubicBezTo>
                  <a:pt x="11225924" y="778807"/>
                  <a:pt x="10829088" y="685658"/>
                  <a:pt x="10519550" y="530594"/>
                </a:cubicBezTo>
                <a:lnTo>
                  <a:pt x="10443609" y="488698"/>
                </a:lnTo>
                <a:lnTo>
                  <a:pt x="10425678" y="508751"/>
                </a:lnTo>
                <a:cubicBezTo>
                  <a:pt x="10103876" y="797889"/>
                  <a:pt x="9558911" y="987990"/>
                  <a:pt x="8940801" y="987990"/>
                </a:cubicBezTo>
                <a:cubicBezTo>
                  <a:pt x="8322691" y="987990"/>
                  <a:pt x="7777726" y="797889"/>
                  <a:pt x="7455924" y="508751"/>
                </a:cubicBezTo>
                <a:lnTo>
                  <a:pt x="7437992" y="488697"/>
                </a:lnTo>
                <a:lnTo>
                  <a:pt x="7362050" y="530594"/>
                </a:lnTo>
                <a:cubicBezTo>
                  <a:pt x="7052512" y="685658"/>
                  <a:pt x="6655677" y="778807"/>
                  <a:pt x="6222999" y="778807"/>
                </a:cubicBezTo>
                <a:cubicBezTo>
                  <a:pt x="5728513" y="778807"/>
                  <a:pt x="5280838" y="657143"/>
                  <a:pt x="4956784" y="460438"/>
                </a:cubicBezTo>
                <a:lnTo>
                  <a:pt x="4915553" y="430103"/>
                </a:lnTo>
                <a:lnTo>
                  <a:pt x="4886988" y="455719"/>
                </a:lnTo>
                <a:cubicBezTo>
                  <a:pt x="4558549" y="722619"/>
                  <a:pt x="4061497" y="892740"/>
                  <a:pt x="3505198" y="892740"/>
                </a:cubicBezTo>
                <a:cubicBezTo>
                  <a:pt x="3010710" y="892740"/>
                  <a:pt x="2563035" y="758323"/>
                  <a:pt x="2238982" y="541001"/>
                </a:cubicBezTo>
                <a:lnTo>
                  <a:pt x="2131358" y="461586"/>
                </a:lnTo>
                <a:lnTo>
                  <a:pt x="2016416" y="533086"/>
                </a:lnTo>
                <a:cubicBezTo>
                  <a:pt x="1669382" y="711200"/>
                  <a:pt x="1189956" y="821366"/>
                  <a:pt x="660399" y="821366"/>
                </a:cubicBezTo>
                <a:cubicBezTo>
                  <a:pt x="461814" y="821366"/>
                  <a:pt x="270280" y="805874"/>
                  <a:pt x="90133" y="777116"/>
                </a:cubicBezTo>
                <a:lnTo>
                  <a:pt x="0" y="760185"/>
                </a:ln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10" name="任意多边形: 形状 9"/>
          <p:cNvSpPr/>
          <p:nvPr>
            <p:custDataLst>
              <p:tags r:id="rId5"/>
            </p:custDataLst>
          </p:nvPr>
        </p:nvSpPr>
        <p:spPr>
          <a:xfrm flipH="1" flipV="1">
            <a:off x="0" y="4429562"/>
            <a:ext cx="9144000" cy="713939"/>
          </a:xfrm>
          <a:custGeom>
            <a:avLst/>
            <a:gdLst>
              <a:gd name="connsiteX0" fmla="*/ 9897256 w 12192000"/>
              <a:gd name="connsiteY0" fmla="*/ 951918 h 951918"/>
              <a:gd name="connsiteX1" fmla="*/ 8412379 w 12192000"/>
              <a:gd name="connsiteY1" fmla="*/ 472679 h 951918"/>
              <a:gd name="connsiteX2" fmla="*/ 8394447 w 12192000"/>
              <a:gd name="connsiteY2" fmla="*/ 452625 h 951918"/>
              <a:gd name="connsiteX3" fmla="*/ 8318505 w 12192000"/>
              <a:gd name="connsiteY3" fmla="*/ 494522 h 951918"/>
              <a:gd name="connsiteX4" fmla="*/ 7179454 w 12192000"/>
              <a:gd name="connsiteY4" fmla="*/ 742735 h 951918"/>
              <a:gd name="connsiteX5" fmla="*/ 5913238 w 12192000"/>
              <a:gd name="connsiteY5" fmla="*/ 424366 h 951918"/>
              <a:gd name="connsiteX6" fmla="*/ 5872006 w 12192000"/>
              <a:gd name="connsiteY6" fmla="*/ 394031 h 951918"/>
              <a:gd name="connsiteX7" fmla="*/ 5843443 w 12192000"/>
              <a:gd name="connsiteY7" fmla="*/ 419647 h 951918"/>
              <a:gd name="connsiteX8" fmla="*/ 4461652 w 12192000"/>
              <a:gd name="connsiteY8" fmla="*/ 856668 h 951918"/>
              <a:gd name="connsiteX9" fmla="*/ 3195436 w 12192000"/>
              <a:gd name="connsiteY9" fmla="*/ 504929 h 951918"/>
              <a:gd name="connsiteX10" fmla="*/ 3087812 w 12192000"/>
              <a:gd name="connsiteY10" fmla="*/ 425514 h 951918"/>
              <a:gd name="connsiteX11" fmla="*/ 2972871 w 12192000"/>
              <a:gd name="connsiteY11" fmla="*/ 497014 h 951918"/>
              <a:gd name="connsiteX12" fmla="*/ 1616853 w 12192000"/>
              <a:gd name="connsiteY12" fmla="*/ 785294 h 951918"/>
              <a:gd name="connsiteX13" fmla="*/ 26666 w 12192000"/>
              <a:gd name="connsiteY13" fmla="*/ 351348 h 951918"/>
              <a:gd name="connsiteX14" fmla="*/ 0 w 12192000"/>
              <a:gd name="connsiteY14" fmla="*/ 326133 h 951918"/>
              <a:gd name="connsiteX15" fmla="*/ 0 w 12192000"/>
              <a:gd name="connsiteY15" fmla="*/ 0 h 951918"/>
              <a:gd name="connsiteX16" fmla="*/ 12192000 w 12192000"/>
              <a:gd name="connsiteY16" fmla="*/ 0 h 951918"/>
              <a:gd name="connsiteX17" fmla="*/ 12192000 w 12192000"/>
              <a:gd name="connsiteY17" fmla="*/ 711326 h 951918"/>
              <a:gd name="connsiteX18" fmla="*/ 12146128 w 12192000"/>
              <a:gd name="connsiteY18" fmla="*/ 705085 h 951918"/>
              <a:gd name="connsiteX19" fmla="*/ 11476005 w 12192000"/>
              <a:gd name="connsiteY19" fmla="*/ 494522 h 951918"/>
              <a:gd name="connsiteX20" fmla="*/ 11400064 w 12192000"/>
              <a:gd name="connsiteY20" fmla="*/ 452626 h 951918"/>
              <a:gd name="connsiteX21" fmla="*/ 11382132 w 12192000"/>
              <a:gd name="connsiteY21" fmla="*/ 472679 h 951918"/>
              <a:gd name="connsiteX22" fmla="*/ 9897256 w 12192000"/>
              <a:gd name="connsiteY22" fmla="*/ 951918 h 95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51918">
                <a:moveTo>
                  <a:pt x="9897256" y="951918"/>
                </a:moveTo>
                <a:cubicBezTo>
                  <a:pt x="9279146" y="951918"/>
                  <a:pt x="8734181" y="761817"/>
                  <a:pt x="8412379" y="472679"/>
                </a:cubicBezTo>
                <a:lnTo>
                  <a:pt x="8394447" y="452625"/>
                </a:lnTo>
                <a:lnTo>
                  <a:pt x="8318505" y="494522"/>
                </a:lnTo>
                <a:cubicBezTo>
                  <a:pt x="8008967" y="649586"/>
                  <a:pt x="7612131" y="742735"/>
                  <a:pt x="7179454" y="742735"/>
                </a:cubicBezTo>
                <a:cubicBezTo>
                  <a:pt x="6684967" y="742735"/>
                  <a:pt x="6237292" y="621071"/>
                  <a:pt x="5913238" y="424366"/>
                </a:cubicBezTo>
                <a:lnTo>
                  <a:pt x="5872006" y="394031"/>
                </a:lnTo>
                <a:lnTo>
                  <a:pt x="5843443" y="419647"/>
                </a:lnTo>
                <a:cubicBezTo>
                  <a:pt x="5515003" y="686547"/>
                  <a:pt x="5017951" y="856668"/>
                  <a:pt x="4461652" y="856668"/>
                </a:cubicBezTo>
                <a:cubicBezTo>
                  <a:pt x="3967164" y="856668"/>
                  <a:pt x="3519489" y="722251"/>
                  <a:pt x="3195436" y="504929"/>
                </a:cubicBezTo>
                <a:lnTo>
                  <a:pt x="3087812" y="425514"/>
                </a:lnTo>
                <a:lnTo>
                  <a:pt x="2972871" y="497014"/>
                </a:lnTo>
                <a:cubicBezTo>
                  <a:pt x="2625836" y="675128"/>
                  <a:pt x="2146411" y="785294"/>
                  <a:pt x="1616853" y="785294"/>
                </a:cubicBezTo>
                <a:cubicBezTo>
                  <a:pt x="954905" y="785294"/>
                  <a:pt x="371291" y="613160"/>
                  <a:pt x="26666" y="351348"/>
                </a:cubicBezTo>
                <a:lnTo>
                  <a:pt x="0" y="326133"/>
                </a:lnTo>
                <a:lnTo>
                  <a:pt x="0" y="0"/>
                </a:lnTo>
                <a:lnTo>
                  <a:pt x="12192000" y="0"/>
                </a:lnTo>
                <a:lnTo>
                  <a:pt x="12192000" y="711326"/>
                </a:lnTo>
                <a:lnTo>
                  <a:pt x="12146128" y="705085"/>
                </a:lnTo>
                <a:cubicBezTo>
                  <a:pt x="11897028" y="664167"/>
                  <a:pt x="11669466" y="591437"/>
                  <a:pt x="11476005" y="494522"/>
                </a:cubicBezTo>
                <a:lnTo>
                  <a:pt x="11400064" y="452626"/>
                </a:lnTo>
                <a:lnTo>
                  <a:pt x="11382132" y="472679"/>
                </a:lnTo>
                <a:cubicBezTo>
                  <a:pt x="11060331" y="761817"/>
                  <a:pt x="10515366" y="951918"/>
                  <a:pt x="9897256" y="951918"/>
                </a:cubicBez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2019" y="1295400"/>
            <a:ext cx="7320439" cy="629603"/>
          </a:xfrm>
          <a:prstGeom prst="rect">
            <a:avLst/>
          </a:prstGeom>
          <a:noFill/>
        </p:spPr>
        <p:txBody>
          <a:bodyPr wrap="square" rtlCol="0" anchor="b">
            <a:normAutofit lnSpcReduction="10000"/>
          </a:bodyPr>
          <a:lstStyle/>
          <a:p>
            <a:pPr marL="0" indent="0" algn="ctr">
              <a:lnSpc>
                <a:spcPct val="120000"/>
              </a:lnSpc>
              <a:spcBef>
                <a:spcPts val="0"/>
              </a:spcBef>
              <a:spcAft>
                <a:spcPts val="0"/>
              </a:spcAft>
              <a:buSzPct val="100000"/>
            </a:pPr>
            <a:r>
              <a:rPr lang="zh-CN" altLang="en-US" sz="3300" b="1" spc="300" dirty="0">
                <a:solidFill>
                  <a:srgbClr val="7EA9B2"/>
                </a:solidFill>
                <a:latin typeface="Arial" panose="020B0604020202020204" pitchFamily="34" charset="0"/>
                <a:ea typeface="微软雅黑" panose="020B0503020204020204" charset="-122"/>
                <a:sym typeface="+mn-ea"/>
              </a:rPr>
              <a:t>第三代集成电路计算机</a:t>
            </a:r>
          </a:p>
        </p:txBody>
      </p:sp>
      <p:sp>
        <p:nvSpPr>
          <p:cNvPr id="9" name="文本框 8"/>
          <p:cNvSpPr txBox="1"/>
          <p:nvPr>
            <p:custDataLst>
              <p:tags r:id="rId3"/>
            </p:custDataLst>
          </p:nvPr>
        </p:nvSpPr>
        <p:spPr>
          <a:xfrm>
            <a:off x="912019" y="2137410"/>
            <a:ext cx="7320439" cy="2030095"/>
          </a:xfrm>
          <a:prstGeom prst="rect">
            <a:avLst/>
          </a:prstGeom>
          <a:noFill/>
        </p:spPr>
        <p:txBody>
          <a:bodyPr wrap="square" rtlCol="0">
            <a:spAutoFit/>
          </a:bodyPr>
          <a:lstStyle/>
          <a:p>
            <a:pPr marL="0" lvl="0" indent="419100" algn="just" fontAlgn="auto">
              <a:lnSpc>
                <a:spcPct val="120000"/>
              </a:lnSpc>
              <a:spcBef>
                <a:spcPts val="0"/>
              </a:spcBef>
              <a:spcAft>
                <a:spcPts val="0"/>
              </a:spcAft>
              <a:buSzPct val="100000"/>
              <a:extLst>
                <a:ext uri="{35155182-B16C-46BC-9424-99874614C6A1}">
                  <wpsdc:indentchars xmlns:wpsdc="http://www.wps.cn/officeDocument/2017/drawingmlCustomData" xmlns="" val="200" checksum="658388224"/>
                </a:ext>
              </a:extLst>
            </a:pPr>
            <a:r>
              <a:rPr sz="1500" spc="150" dirty="0">
                <a:solidFill>
                  <a:sysClr val="windowText" lastClr="000000">
                    <a:lumMod val="75000"/>
                    <a:lumOff val="25000"/>
                  </a:sysClr>
                </a:solidFill>
                <a:latin typeface="Arial" panose="020B0604020202020204" pitchFamily="34" charset="0"/>
                <a:ea typeface="微软雅黑" panose="020B0503020204020204" charset="-122"/>
              </a:rPr>
              <a:t>第三代（1965—1970年）电子计算机，采用小规模集成电路和中规模集成电路。这种集成电路工艺可以把几十至几百个电子元件集中在一块几平方毫米的单晶硅片上。因此体积变小，耗电量减少，性能和稳定性提高，运算速度加快，达每秒几十万次到几百万次。内存开始使用半导体存储器，容量增大，为快速处理大容量信息提供了先决条件。软件逐渐完善，出现了操作系统和会话式语言，高级程序设计语言得到了很大发展。这一时期，计算机开始走向系列化、标准化、通用化，广泛应用到各个领域。</a:t>
            </a:r>
          </a:p>
        </p:txBody>
      </p:sp>
      <p:sp>
        <p:nvSpPr>
          <p:cNvPr id="7" name="任意多边形: 形状 6"/>
          <p:cNvSpPr/>
          <p:nvPr>
            <p:custDataLst>
              <p:tags r:id="rId4"/>
            </p:custDataLst>
          </p:nvPr>
        </p:nvSpPr>
        <p:spPr>
          <a:xfrm>
            <a:off x="-1" y="0"/>
            <a:ext cx="9144000" cy="740993"/>
          </a:xfrm>
          <a:custGeom>
            <a:avLst/>
            <a:gdLst>
              <a:gd name="connsiteX0" fmla="*/ 0 w 12192000"/>
              <a:gd name="connsiteY0" fmla="*/ 0 h 987990"/>
              <a:gd name="connsiteX1" fmla="*/ 12192000 w 12192000"/>
              <a:gd name="connsiteY1" fmla="*/ 0 h 987990"/>
              <a:gd name="connsiteX2" fmla="*/ 12192000 w 12192000"/>
              <a:gd name="connsiteY2" fmla="*/ 728723 h 987990"/>
              <a:gd name="connsiteX3" fmla="*/ 12127528 w 12192000"/>
              <a:gd name="connsiteY3" fmla="*/ 741157 h 987990"/>
              <a:gd name="connsiteX4" fmla="*/ 11658601 w 12192000"/>
              <a:gd name="connsiteY4" fmla="*/ 778807 h 987990"/>
              <a:gd name="connsiteX5" fmla="*/ 10519550 w 12192000"/>
              <a:gd name="connsiteY5" fmla="*/ 530594 h 987990"/>
              <a:gd name="connsiteX6" fmla="*/ 10443609 w 12192000"/>
              <a:gd name="connsiteY6" fmla="*/ 488698 h 987990"/>
              <a:gd name="connsiteX7" fmla="*/ 10425678 w 12192000"/>
              <a:gd name="connsiteY7" fmla="*/ 508751 h 987990"/>
              <a:gd name="connsiteX8" fmla="*/ 8940801 w 12192000"/>
              <a:gd name="connsiteY8" fmla="*/ 987990 h 987990"/>
              <a:gd name="connsiteX9" fmla="*/ 7455924 w 12192000"/>
              <a:gd name="connsiteY9" fmla="*/ 508751 h 987990"/>
              <a:gd name="connsiteX10" fmla="*/ 7437992 w 12192000"/>
              <a:gd name="connsiteY10" fmla="*/ 488697 h 987990"/>
              <a:gd name="connsiteX11" fmla="*/ 7362050 w 12192000"/>
              <a:gd name="connsiteY11" fmla="*/ 530594 h 987990"/>
              <a:gd name="connsiteX12" fmla="*/ 6222999 w 12192000"/>
              <a:gd name="connsiteY12" fmla="*/ 778807 h 987990"/>
              <a:gd name="connsiteX13" fmla="*/ 4956784 w 12192000"/>
              <a:gd name="connsiteY13" fmla="*/ 460438 h 987990"/>
              <a:gd name="connsiteX14" fmla="*/ 4915553 w 12192000"/>
              <a:gd name="connsiteY14" fmla="*/ 430103 h 987990"/>
              <a:gd name="connsiteX15" fmla="*/ 4886988 w 12192000"/>
              <a:gd name="connsiteY15" fmla="*/ 455719 h 987990"/>
              <a:gd name="connsiteX16" fmla="*/ 3505198 w 12192000"/>
              <a:gd name="connsiteY16" fmla="*/ 892740 h 987990"/>
              <a:gd name="connsiteX17" fmla="*/ 2238982 w 12192000"/>
              <a:gd name="connsiteY17" fmla="*/ 541001 h 987990"/>
              <a:gd name="connsiteX18" fmla="*/ 2131358 w 12192000"/>
              <a:gd name="connsiteY18" fmla="*/ 461586 h 987990"/>
              <a:gd name="connsiteX19" fmla="*/ 2016416 w 12192000"/>
              <a:gd name="connsiteY19" fmla="*/ 533086 h 987990"/>
              <a:gd name="connsiteX20" fmla="*/ 660399 w 12192000"/>
              <a:gd name="connsiteY20" fmla="*/ 821366 h 987990"/>
              <a:gd name="connsiteX21" fmla="*/ 90133 w 12192000"/>
              <a:gd name="connsiteY21" fmla="*/ 777116 h 987990"/>
              <a:gd name="connsiteX22" fmla="*/ 0 w 12192000"/>
              <a:gd name="connsiteY22" fmla="*/ 760185 h 98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87990">
                <a:moveTo>
                  <a:pt x="0" y="0"/>
                </a:moveTo>
                <a:lnTo>
                  <a:pt x="12192000" y="0"/>
                </a:lnTo>
                <a:lnTo>
                  <a:pt x="12192000" y="728723"/>
                </a:lnTo>
                <a:lnTo>
                  <a:pt x="12127528" y="741157"/>
                </a:lnTo>
                <a:cubicBezTo>
                  <a:pt x="11978069" y="765708"/>
                  <a:pt x="11820855" y="778807"/>
                  <a:pt x="11658601" y="778807"/>
                </a:cubicBezTo>
                <a:cubicBezTo>
                  <a:pt x="11225924" y="778807"/>
                  <a:pt x="10829088" y="685658"/>
                  <a:pt x="10519550" y="530594"/>
                </a:cubicBezTo>
                <a:lnTo>
                  <a:pt x="10443609" y="488698"/>
                </a:lnTo>
                <a:lnTo>
                  <a:pt x="10425678" y="508751"/>
                </a:lnTo>
                <a:cubicBezTo>
                  <a:pt x="10103876" y="797889"/>
                  <a:pt x="9558911" y="987990"/>
                  <a:pt x="8940801" y="987990"/>
                </a:cubicBezTo>
                <a:cubicBezTo>
                  <a:pt x="8322691" y="987990"/>
                  <a:pt x="7777726" y="797889"/>
                  <a:pt x="7455924" y="508751"/>
                </a:cubicBezTo>
                <a:lnTo>
                  <a:pt x="7437992" y="488697"/>
                </a:lnTo>
                <a:lnTo>
                  <a:pt x="7362050" y="530594"/>
                </a:lnTo>
                <a:cubicBezTo>
                  <a:pt x="7052512" y="685658"/>
                  <a:pt x="6655677" y="778807"/>
                  <a:pt x="6222999" y="778807"/>
                </a:cubicBezTo>
                <a:cubicBezTo>
                  <a:pt x="5728513" y="778807"/>
                  <a:pt x="5280838" y="657143"/>
                  <a:pt x="4956784" y="460438"/>
                </a:cubicBezTo>
                <a:lnTo>
                  <a:pt x="4915553" y="430103"/>
                </a:lnTo>
                <a:lnTo>
                  <a:pt x="4886988" y="455719"/>
                </a:lnTo>
                <a:cubicBezTo>
                  <a:pt x="4558549" y="722619"/>
                  <a:pt x="4061497" y="892740"/>
                  <a:pt x="3505198" y="892740"/>
                </a:cubicBezTo>
                <a:cubicBezTo>
                  <a:pt x="3010710" y="892740"/>
                  <a:pt x="2563035" y="758323"/>
                  <a:pt x="2238982" y="541001"/>
                </a:cubicBezTo>
                <a:lnTo>
                  <a:pt x="2131358" y="461586"/>
                </a:lnTo>
                <a:lnTo>
                  <a:pt x="2016416" y="533086"/>
                </a:lnTo>
                <a:cubicBezTo>
                  <a:pt x="1669382" y="711200"/>
                  <a:pt x="1189956" y="821366"/>
                  <a:pt x="660399" y="821366"/>
                </a:cubicBezTo>
                <a:cubicBezTo>
                  <a:pt x="461814" y="821366"/>
                  <a:pt x="270280" y="805874"/>
                  <a:pt x="90133" y="777116"/>
                </a:cubicBezTo>
                <a:lnTo>
                  <a:pt x="0" y="760185"/>
                </a:ln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10" name="任意多边形: 形状 9"/>
          <p:cNvSpPr/>
          <p:nvPr>
            <p:custDataLst>
              <p:tags r:id="rId5"/>
            </p:custDataLst>
          </p:nvPr>
        </p:nvSpPr>
        <p:spPr>
          <a:xfrm flipH="1" flipV="1">
            <a:off x="0" y="4429562"/>
            <a:ext cx="9144000" cy="713939"/>
          </a:xfrm>
          <a:custGeom>
            <a:avLst/>
            <a:gdLst>
              <a:gd name="connsiteX0" fmla="*/ 9897256 w 12192000"/>
              <a:gd name="connsiteY0" fmla="*/ 951918 h 951918"/>
              <a:gd name="connsiteX1" fmla="*/ 8412379 w 12192000"/>
              <a:gd name="connsiteY1" fmla="*/ 472679 h 951918"/>
              <a:gd name="connsiteX2" fmla="*/ 8394447 w 12192000"/>
              <a:gd name="connsiteY2" fmla="*/ 452625 h 951918"/>
              <a:gd name="connsiteX3" fmla="*/ 8318505 w 12192000"/>
              <a:gd name="connsiteY3" fmla="*/ 494522 h 951918"/>
              <a:gd name="connsiteX4" fmla="*/ 7179454 w 12192000"/>
              <a:gd name="connsiteY4" fmla="*/ 742735 h 951918"/>
              <a:gd name="connsiteX5" fmla="*/ 5913238 w 12192000"/>
              <a:gd name="connsiteY5" fmla="*/ 424366 h 951918"/>
              <a:gd name="connsiteX6" fmla="*/ 5872006 w 12192000"/>
              <a:gd name="connsiteY6" fmla="*/ 394031 h 951918"/>
              <a:gd name="connsiteX7" fmla="*/ 5843443 w 12192000"/>
              <a:gd name="connsiteY7" fmla="*/ 419647 h 951918"/>
              <a:gd name="connsiteX8" fmla="*/ 4461652 w 12192000"/>
              <a:gd name="connsiteY8" fmla="*/ 856668 h 951918"/>
              <a:gd name="connsiteX9" fmla="*/ 3195436 w 12192000"/>
              <a:gd name="connsiteY9" fmla="*/ 504929 h 951918"/>
              <a:gd name="connsiteX10" fmla="*/ 3087812 w 12192000"/>
              <a:gd name="connsiteY10" fmla="*/ 425514 h 951918"/>
              <a:gd name="connsiteX11" fmla="*/ 2972871 w 12192000"/>
              <a:gd name="connsiteY11" fmla="*/ 497014 h 951918"/>
              <a:gd name="connsiteX12" fmla="*/ 1616853 w 12192000"/>
              <a:gd name="connsiteY12" fmla="*/ 785294 h 951918"/>
              <a:gd name="connsiteX13" fmla="*/ 26666 w 12192000"/>
              <a:gd name="connsiteY13" fmla="*/ 351348 h 951918"/>
              <a:gd name="connsiteX14" fmla="*/ 0 w 12192000"/>
              <a:gd name="connsiteY14" fmla="*/ 326133 h 951918"/>
              <a:gd name="connsiteX15" fmla="*/ 0 w 12192000"/>
              <a:gd name="connsiteY15" fmla="*/ 0 h 951918"/>
              <a:gd name="connsiteX16" fmla="*/ 12192000 w 12192000"/>
              <a:gd name="connsiteY16" fmla="*/ 0 h 951918"/>
              <a:gd name="connsiteX17" fmla="*/ 12192000 w 12192000"/>
              <a:gd name="connsiteY17" fmla="*/ 711326 h 951918"/>
              <a:gd name="connsiteX18" fmla="*/ 12146128 w 12192000"/>
              <a:gd name="connsiteY18" fmla="*/ 705085 h 951918"/>
              <a:gd name="connsiteX19" fmla="*/ 11476005 w 12192000"/>
              <a:gd name="connsiteY19" fmla="*/ 494522 h 951918"/>
              <a:gd name="connsiteX20" fmla="*/ 11400064 w 12192000"/>
              <a:gd name="connsiteY20" fmla="*/ 452626 h 951918"/>
              <a:gd name="connsiteX21" fmla="*/ 11382132 w 12192000"/>
              <a:gd name="connsiteY21" fmla="*/ 472679 h 951918"/>
              <a:gd name="connsiteX22" fmla="*/ 9897256 w 12192000"/>
              <a:gd name="connsiteY22" fmla="*/ 951918 h 95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51918">
                <a:moveTo>
                  <a:pt x="9897256" y="951918"/>
                </a:moveTo>
                <a:cubicBezTo>
                  <a:pt x="9279146" y="951918"/>
                  <a:pt x="8734181" y="761817"/>
                  <a:pt x="8412379" y="472679"/>
                </a:cubicBezTo>
                <a:lnTo>
                  <a:pt x="8394447" y="452625"/>
                </a:lnTo>
                <a:lnTo>
                  <a:pt x="8318505" y="494522"/>
                </a:lnTo>
                <a:cubicBezTo>
                  <a:pt x="8008967" y="649586"/>
                  <a:pt x="7612131" y="742735"/>
                  <a:pt x="7179454" y="742735"/>
                </a:cubicBezTo>
                <a:cubicBezTo>
                  <a:pt x="6684967" y="742735"/>
                  <a:pt x="6237292" y="621071"/>
                  <a:pt x="5913238" y="424366"/>
                </a:cubicBezTo>
                <a:lnTo>
                  <a:pt x="5872006" y="394031"/>
                </a:lnTo>
                <a:lnTo>
                  <a:pt x="5843443" y="419647"/>
                </a:lnTo>
                <a:cubicBezTo>
                  <a:pt x="5515003" y="686547"/>
                  <a:pt x="5017951" y="856668"/>
                  <a:pt x="4461652" y="856668"/>
                </a:cubicBezTo>
                <a:cubicBezTo>
                  <a:pt x="3967164" y="856668"/>
                  <a:pt x="3519489" y="722251"/>
                  <a:pt x="3195436" y="504929"/>
                </a:cubicBezTo>
                <a:lnTo>
                  <a:pt x="3087812" y="425514"/>
                </a:lnTo>
                <a:lnTo>
                  <a:pt x="2972871" y="497014"/>
                </a:lnTo>
                <a:cubicBezTo>
                  <a:pt x="2625836" y="675128"/>
                  <a:pt x="2146411" y="785294"/>
                  <a:pt x="1616853" y="785294"/>
                </a:cubicBezTo>
                <a:cubicBezTo>
                  <a:pt x="954905" y="785294"/>
                  <a:pt x="371291" y="613160"/>
                  <a:pt x="26666" y="351348"/>
                </a:cubicBezTo>
                <a:lnTo>
                  <a:pt x="0" y="326133"/>
                </a:lnTo>
                <a:lnTo>
                  <a:pt x="0" y="0"/>
                </a:lnTo>
                <a:lnTo>
                  <a:pt x="12192000" y="0"/>
                </a:lnTo>
                <a:lnTo>
                  <a:pt x="12192000" y="711326"/>
                </a:lnTo>
                <a:lnTo>
                  <a:pt x="12146128" y="705085"/>
                </a:lnTo>
                <a:cubicBezTo>
                  <a:pt x="11897028" y="664167"/>
                  <a:pt x="11669466" y="591437"/>
                  <a:pt x="11476005" y="494522"/>
                </a:cubicBezTo>
                <a:lnTo>
                  <a:pt x="11400064" y="452626"/>
                </a:lnTo>
                <a:lnTo>
                  <a:pt x="11382132" y="472679"/>
                </a:lnTo>
                <a:cubicBezTo>
                  <a:pt x="11060331" y="761817"/>
                  <a:pt x="10515366" y="951918"/>
                  <a:pt x="9897256" y="951918"/>
                </a:cubicBez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2019" y="1295400"/>
            <a:ext cx="7320439" cy="629603"/>
          </a:xfrm>
          <a:prstGeom prst="rect">
            <a:avLst/>
          </a:prstGeom>
          <a:noFill/>
        </p:spPr>
        <p:txBody>
          <a:bodyPr wrap="square" rtlCol="0" anchor="b">
            <a:normAutofit fontScale="80000" lnSpcReduction="10000"/>
          </a:bodyPr>
          <a:lstStyle/>
          <a:p>
            <a:pPr marL="0" indent="0" algn="ctr">
              <a:lnSpc>
                <a:spcPct val="120000"/>
              </a:lnSpc>
              <a:spcBef>
                <a:spcPts val="0"/>
              </a:spcBef>
              <a:spcAft>
                <a:spcPts val="0"/>
              </a:spcAft>
              <a:buSzPct val="100000"/>
            </a:pPr>
            <a:r>
              <a:rPr lang="zh-CN" altLang="en-US" sz="3300" b="1" spc="300" dirty="0">
                <a:solidFill>
                  <a:srgbClr val="7EA9B2"/>
                </a:solidFill>
                <a:latin typeface="Arial" panose="020B0604020202020204" pitchFamily="34" charset="0"/>
                <a:ea typeface="微软雅黑" panose="020B0503020204020204" charset="-122"/>
                <a:sym typeface="+mn-ea"/>
              </a:rPr>
              <a:t>第四代大规模、超大规模集成电路计算机</a:t>
            </a:r>
          </a:p>
        </p:txBody>
      </p:sp>
      <p:sp>
        <p:nvSpPr>
          <p:cNvPr id="9" name="文本框 8"/>
          <p:cNvSpPr txBox="1"/>
          <p:nvPr>
            <p:custDataLst>
              <p:tags r:id="rId3"/>
            </p:custDataLst>
          </p:nvPr>
        </p:nvSpPr>
        <p:spPr>
          <a:xfrm>
            <a:off x="912019" y="2137410"/>
            <a:ext cx="7320439" cy="1476375"/>
          </a:xfrm>
          <a:prstGeom prst="rect">
            <a:avLst/>
          </a:prstGeom>
          <a:noFill/>
        </p:spPr>
        <p:txBody>
          <a:bodyPr wrap="square" rtlCol="0">
            <a:spAutoFit/>
          </a:bodyPr>
          <a:lstStyle/>
          <a:p>
            <a:pPr marL="0" lvl="0" indent="419100" algn="just" fontAlgn="auto">
              <a:lnSpc>
                <a:spcPct val="120000"/>
              </a:lnSpc>
              <a:spcBef>
                <a:spcPts val="0"/>
              </a:spcBef>
              <a:spcAft>
                <a:spcPts val="0"/>
              </a:spcAft>
              <a:buSzPct val="100000"/>
              <a:extLst>
                <a:ext uri="{35155182-B16C-46BC-9424-99874614C6A1}">
                  <wpsdc:indentchars xmlns:wpsdc="http://www.wps.cn/officeDocument/2017/drawingmlCustomData" xmlns="" val="200" checksum="658388224"/>
                </a:ext>
              </a:extLst>
            </a:pPr>
            <a:r>
              <a:rPr sz="1500" spc="150" dirty="0">
                <a:solidFill>
                  <a:sysClr val="windowText" lastClr="000000">
                    <a:lumMod val="75000"/>
                    <a:lumOff val="25000"/>
                  </a:sysClr>
                </a:solidFill>
                <a:latin typeface="Arial" panose="020B0604020202020204" pitchFamily="34" charset="0"/>
                <a:ea typeface="微软雅黑" panose="020B0503020204020204" charset="-122"/>
              </a:rPr>
              <a:t>第四代（1971—2000年）电子计算机，采用大规模或超大规模集成电路。内存采用集成度很高的半导体存储器，外存采用大容量的软、硬磁盘，并开始使用光盘，外部设备有了很大发展，采用扫描仪、激光打印机和各种绘图仪等。操作系统不断发展和完善，数据库管理系统进一步发展，应用软件实现了现代工业化生成，计算机的发展进入了网络时代。</a:t>
            </a:r>
          </a:p>
        </p:txBody>
      </p:sp>
      <p:sp>
        <p:nvSpPr>
          <p:cNvPr id="7" name="任意多边形: 形状 6"/>
          <p:cNvSpPr/>
          <p:nvPr>
            <p:custDataLst>
              <p:tags r:id="rId4"/>
            </p:custDataLst>
          </p:nvPr>
        </p:nvSpPr>
        <p:spPr>
          <a:xfrm>
            <a:off x="-1" y="0"/>
            <a:ext cx="9144000" cy="740993"/>
          </a:xfrm>
          <a:custGeom>
            <a:avLst/>
            <a:gdLst>
              <a:gd name="connsiteX0" fmla="*/ 0 w 12192000"/>
              <a:gd name="connsiteY0" fmla="*/ 0 h 987990"/>
              <a:gd name="connsiteX1" fmla="*/ 12192000 w 12192000"/>
              <a:gd name="connsiteY1" fmla="*/ 0 h 987990"/>
              <a:gd name="connsiteX2" fmla="*/ 12192000 w 12192000"/>
              <a:gd name="connsiteY2" fmla="*/ 728723 h 987990"/>
              <a:gd name="connsiteX3" fmla="*/ 12127528 w 12192000"/>
              <a:gd name="connsiteY3" fmla="*/ 741157 h 987990"/>
              <a:gd name="connsiteX4" fmla="*/ 11658601 w 12192000"/>
              <a:gd name="connsiteY4" fmla="*/ 778807 h 987990"/>
              <a:gd name="connsiteX5" fmla="*/ 10519550 w 12192000"/>
              <a:gd name="connsiteY5" fmla="*/ 530594 h 987990"/>
              <a:gd name="connsiteX6" fmla="*/ 10443609 w 12192000"/>
              <a:gd name="connsiteY6" fmla="*/ 488698 h 987990"/>
              <a:gd name="connsiteX7" fmla="*/ 10425678 w 12192000"/>
              <a:gd name="connsiteY7" fmla="*/ 508751 h 987990"/>
              <a:gd name="connsiteX8" fmla="*/ 8940801 w 12192000"/>
              <a:gd name="connsiteY8" fmla="*/ 987990 h 987990"/>
              <a:gd name="connsiteX9" fmla="*/ 7455924 w 12192000"/>
              <a:gd name="connsiteY9" fmla="*/ 508751 h 987990"/>
              <a:gd name="connsiteX10" fmla="*/ 7437992 w 12192000"/>
              <a:gd name="connsiteY10" fmla="*/ 488697 h 987990"/>
              <a:gd name="connsiteX11" fmla="*/ 7362050 w 12192000"/>
              <a:gd name="connsiteY11" fmla="*/ 530594 h 987990"/>
              <a:gd name="connsiteX12" fmla="*/ 6222999 w 12192000"/>
              <a:gd name="connsiteY12" fmla="*/ 778807 h 987990"/>
              <a:gd name="connsiteX13" fmla="*/ 4956784 w 12192000"/>
              <a:gd name="connsiteY13" fmla="*/ 460438 h 987990"/>
              <a:gd name="connsiteX14" fmla="*/ 4915553 w 12192000"/>
              <a:gd name="connsiteY14" fmla="*/ 430103 h 987990"/>
              <a:gd name="connsiteX15" fmla="*/ 4886988 w 12192000"/>
              <a:gd name="connsiteY15" fmla="*/ 455719 h 987990"/>
              <a:gd name="connsiteX16" fmla="*/ 3505198 w 12192000"/>
              <a:gd name="connsiteY16" fmla="*/ 892740 h 987990"/>
              <a:gd name="connsiteX17" fmla="*/ 2238982 w 12192000"/>
              <a:gd name="connsiteY17" fmla="*/ 541001 h 987990"/>
              <a:gd name="connsiteX18" fmla="*/ 2131358 w 12192000"/>
              <a:gd name="connsiteY18" fmla="*/ 461586 h 987990"/>
              <a:gd name="connsiteX19" fmla="*/ 2016416 w 12192000"/>
              <a:gd name="connsiteY19" fmla="*/ 533086 h 987990"/>
              <a:gd name="connsiteX20" fmla="*/ 660399 w 12192000"/>
              <a:gd name="connsiteY20" fmla="*/ 821366 h 987990"/>
              <a:gd name="connsiteX21" fmla="*/ 90133 w 12192000"/>
              <a:gd name="connsiteY21" fmla="*/ 777116 h 987990"/>
              <a:gd name="connsiteX22" fmla="*/ 0 w 12192000"/>
              <a:gd name="connsiteY22" fmla="*/ 760185 h 98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87990">
                <a:moveTo>
                  <a:pt x="0" y="0"/>
                </a:moveTo>
                <a:lnTo>
                  <a:pt x="12192000" y="0"/>
                </a:lnTo>
                <a:lnTo>
                  <a:pt x="12192000" y="728723"/>
                </a:lnTo>
                <a:lnTo>
                  <a:pt x="12127528" y="741157"/>
                </a:lnTo>
                <a:cubicBezTo>
                  <a:pt x="11978069" y="765708"/>
                  <a:pt x="11820855" y="778807"/>
                  <a:pt x="11658601" y="778807"/>
                </a:cubicBezTo>
                <a:cubicBezTo>
                  <a:pt x="11225924" y="778807"/>
                  <a:pt x="10829088" y="685658"/>
                  <a:pt x="10519550" y="530594"/>
                </a:cubicBezTo>
                <a:lnTo>
                  <a:pt x="10443609" y="488698"/>
                </a:lnTo>
                <a:lnTo>
                  <a:pt x="10425678" y="508751"/>
                </a:lnTo>
                <a:cubicBezTo>
                  <a:pt x="10103876" y="797889"/>
                  <a:pt x="9558911" y="987990"/>
                  <a:pt x="8940801" y="987990"/>
                </a:cubicBezTo>
                <a:cubicBezTo>
                  <a:pt x="8322691" y="987990"/>
                  <a:pt x="7777726" y="797889"/>
                  <a:pt x="7455924" y="508751"/>
                </a:cubicBezTo>
                <a:lnTo>
                  <a:pt x="7437992" y="488697"/>
                </a:lnTo>
                <a:lnTo>
                  <a:pt x="7362050" y="530594"/>
                </a:lnTo>
                <a:cubicBezTo>
                  <a:pt x="7052512" y="685658"/>
                  <a:pt x="6655677" y="778807"/>
                  <a:pt x="6222999" y="778807"/>
                </a:cubicBezTo>
                <a:cubicBezTo>
                  <a:pt x="5728513" y="778807"/>
                  <a:pt x="5280838" y="657143"/>
                  <a:pt x="4956784" y="460438"/>
                </a:cubicBezTo>
                <a:lnTo>
                  <a:pt x="4915553" y="430103"/>
                </a:lnTo>
                <a:lnTo>
                  <a:pt x="4886988" y="455719"/>
                </a:lnTo>
                <a:cubicBezTo>
                  <a:pt x="4558549" y="722619"/>
                  <a:pt x="4061497" y="892740"/>
                  <a:pt x="3505198" y="892740"/>
                </a:cubicBezTo>
                <a:cubicBezTo>
                  <a:pt x="3010710" y="892740"/>
                  <a:pt x="2563035" y="758323"/>
                  <a:pt x="2238982" y="541001"/>
                </a:cubicBezTo>
                <a:lnTo>
                  <a:pt x="2131358" y="461586"/>
                </a:lnTo>
                <a:lnTo>
                  <a:pt x="2016416" y="533086"/>
                </a:lnTo>
                <a:cubicBezTo>
                  <a:pt x="1669382" y="711200"/>
                  <a:pt x="1189956" y="821366"/>
                  <a:pt x="660399" y="821366"/>
                </a:cubicBezTo>
                <a:cubicBezTo>
                  <a:pt x="461814" y="821366"/>
                  <a:pt x="270280" y="805874"/>
                  <a:pt x="90133" y="777116"/>
                </a:cubicBezTo>
                <a:lnTo>
                  <a:pt x="0" y="760185"/>
                </a:ln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10" name="任意多边形: 形状 9"/>
          <p:cNvSpPr/>
          <p:nvPr>
            <p:custDataLst>
              <p:tags r:id="rId5"/>
            </p:custDataLst>
          </p:nvPr>
        </p:nvSpPr>
        <p:spPr>
          <a:xfrm flipH="1" flipV="1">
            <a:off x="0" y="4429562"/>
            <a:ext cx="9144000" cy="713939"/>
          </a:xfrm>
          <a:custGeom>
            <a:avLst/>
            <a:gdLst>
              <a:gd name="connsiteX0" fmla="*/ 9897256 w 12192000"/>
              <a:gd name="connsiteY0" fmla="*/ 951918 h 951918"/>
              <a:gd name="connsiteX1" fmla="*/ 8412379 w 12192000"/>
              <a:gd name="connsiteY1" fmla="*/ 472679 h 951918"/>
              <a:gd name="connsiteX2" fmla="*/ 8394447 w 12192000"/>
              <a:gd name="connsiteY2" fmla="*/ 452625 h 951918"/>
              <a:gd name="connsiteX3" fmla="*/ 8318505 w 12192000"/>
              <a:gd name="connsiteY3" fmla="*/ 494522 h 951918"/>
              <a:gd name="connsiteX4" fmla="*/ 7179454 w 12192000"/>
              <a:gd name="connsiteY4" fmla="*/ 742735 h 951918"/>
              <a:gd name="connsiteX5" fmla="*/ 5913238 w 12192000"/>
              <a:gd name="connsiteY5" fmla="*/ 424366 h 951918"/>
              <a:gd name="connsiteX6" fmla="*/ 5872006 w 12192000"/>
              <a:gd name="connsiteY6" fmla="*/ 394031 h 951918"/>
              <a:gd name="connsiteX7" fmla="*/ 5843443 w 12192000"/>
              <a:gd name="connsiteY7" fmla="*/ 419647 h 951918"/>
              <a:gd name="connsiteX8" fmla="*/ 4461652 w 12192000"/>
              <a:gd name="connsiteY8" fmla="*/ 856668 h 951918"/>
              <a:gd name="connsiteX9" fmla="*/ 3195436 w 12192000"/>
              <a:gd name="connsiteY9" fmla="*/ 504929 h 951918"/>
              <a:gd name="connsiteX10" fmla="*/ 3087812 w 12192000"/>
              <a:gd name="connsiteY10" fmla="*/ 425514 h 951918"/>
              <a:gd name="connsiteX11" fmla="*/ 2972871 w 12192000"/>
              <a:gd name="connsiteY11" fmla="*/ 497014 h 951918"/>
              <a:gd name="connsiteX12" fmla="*/ 1616853 w 12192000"/>
              <a:gd name="connsiteY12" fmla="*/ 785294 h 951918"/>
              <a:gd name="connsiteX13" fmla="*/ 26666 w 12192000"/>
              <a:gd name="connsiteY13" fmla="*/ 351348 h 951918"/>
              <a:gd name="connsiteX14" fmla="*/ 0 w 12192000"/>
              <a:gd name="connsiteY14" fmla="*/ 326133 h 951918"/>
              <a:gd name="connsiteX15" fmla="*/ 0 w 12192000"/>
              <a:gd name="connsiteY15" fmla="*/ 0 h 951918"/>
              <a:gd name="connsiteX16" fmla="*/ 12192000 w 12192000"/>
              <a:gd name="connsiteY16" fmla="*/ 0 h 951918"/>
              <a:gd name="connsiteX17" fmla="*/ 12192000 w 12192000"/>
              <a:gd name="connsiteY17" fmla="*/ 711326 h 951918"/>
              <a:gd name="connsiteX18" fmla="*/ 12146128 w 12192000"/>
              <a:gd name="connsiteY18" fmla="*/ 705085 h 951918"/>
              <a:gd name="connsiteX19" fmla="*/ 11476005 w 12192000"/>
              <a:gd name="connsiteY19" fmla="*/ 494522 h 951918"/>
              <a:gd name="connsiteX20" fmla="*/ 11400064 w 12192000"/>
              <a:gd name="connsiteY20" fmla="*/ 452626 h 951918"/>
              <a:gd name="connsiteX21" fmla="*/ 11382132 w 12192000"/>
              <a:gd name="connsiteY21" fmla="*/ 472679 h 951918"/>
              <a:gd name="connsiteX22" fmla="*/ 9897256 w 12192000"/>
              <a:gd name="connsiteY22" fmla="*/ 951918 h 95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51918">
                <a:moveTo>
                  <a:pt x="9897256" y="951918"/>
                </a:moveTo>
                <a:cubicBezTo>
                  <a:pt x="9279146" y="951918"/>
                  <a:pt x="8734181" y="761817"/>
                  <a:pt x="8412379" y="472679"/>
                </a:cubicBezTo>
                <a:lnTo>
                  <a:pt x="8394447" y="452625"/>
                </a:lnTo>
                <a:lnTo>
                  <a:pt x="8318505" y="494522"/>
                </a:lnTo>
                <a:cubicBezTo>
                  <a:pt x="8008967" y="649586"/>
                  <a:pt x="7612131" y="742735"/>
                  <a:pt x="7179454" y="742735"/>
                </a:cubicBezTo>
                <a:cubicBezTo>
                  <a:pt x="6684967" y="742735"/>
                  <a:pt x="6237292" y="621071"/>
                  <a:pt x="5913238" y="424366"/>
                </a:cubicBezTo>
                <a:lnTo>
                  <a:pt x="5872006" y="394031"/>
                </a:lnTo>
                <a:lnTo>
                  <a:pt x="5843443" y="419647"/>
                </a:lnTo>
                <a:cubicBezTo>
                  <a:pt x="5515003" y="686547"/>
                  <a:pt x="5017951" y="856668"/>
                  <a:pt x="4461652" y="856668"/>
                </a:cubicBezTo>
                <a:cubicBezTo>
                  <a:pt x="3967164" y="856668"/>
                  <a:pt x="3519489" y="722251"/>
                  <a:pt x="3195436" y="504929"/>
                </a:cubicBezTo>
                <a:lnTo>
                  <a:pt x="3087812" y="425514"/>
                </a:lnTo>
                <a:lnTo>
                  <a:pt x="2972871" y="497014"/>
                </a:lnTo>
                <a:cubicBezTo>
                  <a:pt x="2625836" y="675128"/>
                  <a:pt x="2146411" y="785294"/>
                  <a:pt x="1616853" y="785294"/>
                </a:cubicBezTo>
                <a:cubicBezTo>
                  <a:pt x="954905" y="785294"/>
                  <a:pt x="371291" y="613160"/>
                  <a:pt x="26666" y="351348"/>
                </a:cubicBezTo>
                <a:lnTo>
                  <a:pt x="0" y="326133"/>
                </a:lnTo>
                <a:lnTo>
                  <a:pt x="0" y="0"/>
                </a:lnTo>
                <a:lnTo>
                  <a:pt x="12192000" y="0"/>
                </a:lnTo>
                <a:lnTo>
                  <a:pt x="12192000" y="711326"/>
                </a:lnTo>
                <a:lnTo>
                  <a:pt x="12146128" y="705085"/>
                </a:lnTo>
                <a:cubicBezTo>
                  <a:pt x="11897028" y="664167"/>
                  <a:pt x="11669466" y="591437"/>
                  <a:pt x="11476005" y="494522"/>
                </a:cubicBezTo>
                <a:lnTo>
                  <a:pt x="11400064" y="452626"/>
                </a:lnTo>
                <a:lnTo>
                  <a:pt x="11382132" y="472679"/>
                </a:lnTo>
                <a:cubicBezTo>
                  <a:pt x="11060331" y="761817"/>
                  <a:pt x="10515366" y="951918"/>
                  <a:pt x="9897256" y="951918"/>
                </a:cubicBez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2019" y="1295400"/>
            <a:ext cx="7320439" cy="629603"/>
          </a:xfrm>
          <a:prstGeom prst="rect">
            <a:avLst/>
          </a:prstGeom>
          <a:noFill/>
        </p:spPr>
        <p:txBody>
          <a:bodyPr wrap="square" rtlCol="0" anchor="b">
            <a:normAutofit fontScale="95000"/>
          </a:bodyPr>
          <a:lstStyle/>
          <a:p>
            <a:pPr marL="0" indent="0" algn="ctr">
              <a:lnSpc>
                <a:spcPct val="120000"/>
              </a:lnSpc>
              <a:spcBef>
                <a:spcPts val="0"/>
              </a:spcBef>
              <a:spcAft>
                <a:spcPts val="0"/>
              </a:spcAft>
              <a:buSzPct val="100000"/>
            </a:pPr>
            <a:r>
              <a:rPr lang="zh-CN" altLang="en-US" sz="3300" b="1" spc="300" dirty="0">
                <a:solidFill>
                  <a:srgbClr val="7EA9B2"/>
                </a:solidFill>
                <a:latin typeface="Arial" panose="020B0604020202020204" pitchFamily="34" charset="0"/>
                <a:ea typeface="微软雅黑" panose="020B0503020204020204" charset="-122"/>
                <a:sym typeface="+mn-ea"/>
              </a:rPr>
              <a:t>第五代智能化计算机</a:t>
            </a:r>
          </a:p>
        </p:txBody>
      </p:sp>
      <p:sp>
        <p:nvSpPr>
          <p:cNvPr id="9" name="文本框 8"/>
          <p:cNvSpPr txBox="1"/>
          <p:nvPr>
            <p:custDataLst>
              <p:tags r:id="rId3"/>
            </p:custDataLst>
          </p:nvPr>
        </p:nvSpPr>
        <p:spPr>
          <a:xfrm>
            <a:off x="912019" y="2137410"/>
            <a:ext cx="7320439" cy="1753235"/>
          </a:xfrm>
          <a:prstGeom prst="rect">
            <a:avLst/>
          </a:prstGeom>
          <a:noFill/>
        </p:spPr>
        <p:txBody>
          <a:bodyPr wrap="square" rtlCol="0">
            <a:spAutoFit/>
          </a:bodyPr>
          <a:lstStyle/>
          <a:p>
            <a:pPr marL="0" lvl="0" indent="419100" algn="just" fontAlgn="auto">
              <a:lnSpc>
                <a:spcPct val="120000"/>
              </a:lnSpc>
              <a:spcBef>
                <a:spcPts val="0"/>
              </a:spcBef>
              <a:spcAft>
                <a:spcPts val="0"/>
              </a:spcAft>
              <a:buSzPct val="100000"/>
              <a:extLst>
                <a:ext uri="{35155182-B16C-46BC-9424-99874614C6A1}">
                  <wpsdc:indentchars xmlns:wpsdc="http://www.wps.cn/officeDocument/2017/drawingmlCustomData" xmlns="" val="200" checksum="658388224"/>
                </a:ext>
              </a:extLst>
            </a:pPr>
            <a:r>
              <a:rPr sz="1500" spc="150" dirty="0">
                <a:solidFill>
                  <a:sysClr val="windowText" lastClr="000000">
                    <a:lumMod val="75000"/>
                    <a:lumOff val="25000"/>
                  </a:sysClr>
                </a:solidFill>
                <a:latin typeface="Arial" panose="020B0604020202020204" pitchFamily="34" charset="0"/>
                <a:ea typeface="微软雅黑" panose="020B0503020204020204" charset="-122"/>
              </a:rPr>
              <a:t>第五代（2000年以后）计算机，是把信息采集、存储、处理、通信与人工智能结合在一起的智能计算机系统。它能进行数值计算或处理一般的信息，具有形式化推理、联想、学习和解释的能力，能够帮助人们进行判断、决策、开拓未知领域和获得新知识。人机之间可以直接通过自然语言（声音、文字）或图形图像交换信息。第五代计算机是为适应未来社会信息化的要求而提出的，与第四代计算机有着本质区别，是计算机发展史上的一次重要变革。</a:t>
            </a:r>
          </a:p>
        </p:txBody>
      </p:sp>
      <p:sp>
        <p:nvSpPr>
          <p:cNvPr id="7" name="任意多边形: 形状 6"/>
          <p:cNvSpPr/>
          <p:nvPr>
            <p:custDataLst>
              <p:tags r:id="rId4"/>
            </p:custDataLst>
          </p:nvPr>
        </p:nvSpPr>
        <p:spPr>
          <a:xfrm>
            <a:off x="-1" y="0"/>
            <a:ext cx="9144000" cy="740993"/>
          </a:xfrm>
          <a:custGeom>
            <a:avLst/>
            <a:gdLst>
              <a:gd name="connsiteX0" fmla="*/ 0 w 12192000"/>
              <a:gd name="connsiteY0" fmla="*/ 0 h 987990"/>
              <a:gd name="connsiteX1" fmla="*/ 12192000 w 12192000"/>
              <a:gd name="connsiteY1" fmla="*/ 0 h 987990"/>
              <a:gd name="connsiteX2" fmla="*/ 12192000 w 12192000"/>
              <a:gd name="connsiteY2" fmla="*/ 728723 h 987990"/>
              <a:gd name="connsiteX3" fmla="*/ 12127528 w 12192000"/>
              <a:gd name="connsiteY3" fmla="*/ 741157 h 987990"/>
              <a:gd name="connsiteX4" fmla="*/ 11658601 w 12192000"/>
              <a:gd name="connsiteY4" fmla="*/ 778807 h 987990"/>
              <a:gd name="connsiteX5" fmla="*/ 10519550 w 12192000"/>
              <a:gd name="connsiteY5" fmla="*/ 530594 h 987990"/>
              <a:gd name="connsiteX6" fmla="*/ 10443609 w 12192000"/>
              <a:gd name="connsiteY6" fmla="*/ 488698 h 987990"/>
              <a:gd name="connsiteX7" fmla="*/ 10425678 w 12192000"/>
              <a:gd name="connsiteY7" fmla="*/ 508751 h 987990"/>
              <a:gd name="connsiteX8" fmla="*/ 8940801 w 12192000"/>
              <a:gd name="connsiteY8" fmla="*/ 987990 h 987990"/>
              <a:gd name="connsiteX9" fmla="*/ 7455924 w 12192000"/>
              <a:gd name="connsiteY9" fmla="*/ 508751 h 987990"/>
              <a:gd name="connsiteX10" fmla="*/ 7437992 w 12192000"/>
              <a:gd name="connsiteY10" fmla="*/ 488697 h 987990"/>
              <a:gd name="connsiteX11" fmla="*/ 7362050 w 12192000"/>
              <a:gd name="connsiteY11" fmla="*/ 530594 h 987990"/>
              <a:gd name="connsiteX12" fmla="*/ 6222999 w 12192000"/>
              <a:gd name="connsiteY12" fmla="*/ 778807 h 987990"/>
              <a:gd name="connsiteX13" fmla="*/ 4956784 w 12192000"/>
              <a:gd name="connsiteY13" fmla="*/ 460438 h 987990"/>
              <a:gd name="connsiteX14" fmla="*/ 4915553 w 12192000"/>
              <a:gd name="connsiteY14" fmla="*/ 430103 h 987990"/>
              <a:gd name="connsiteX15" fmla="*/ 4886988 w 12192000"/>
              <a:gd name="connsiteY15" fmla="*/ 455719 h 987990"/>
              <a:gd name="connsiteX16" fmla="*/ 3505198 w 12192000"/>
              <a:gd name="connsiteY16" fmla="*/ 892740 h 987990"/>
              <a:gd name="connsiteX17" fmla="*/ 2238982 w 12192000"/>
              <a:gd name="connsiteY17" fmla="*/ 541001 h 987990"/>
              <a:gd name="connsiteX18" fmla="*/ 2131358 w 12192000"/>
              <a:gd name="connsiteY18" fmla="*/ 461586 h 987990"/>
              <a:gd name="connsiteX19" fmla="*/ 2016416 w 12192000"/>
              <a:gd name="connsiteY19" fmla="*/ 533086 h 987990"/>
              <a:gd name="connsiteX20" fmla="*/ 660399 w 12192000"/>
              <a:gd name="connsiteY20" fmla="*/ 821366 h 987990"/>
              <a:gd name="connsiteX21" fmla="*/ 90133 w 12192000"/>
              <a:gd name="connsiteY21" fmla="*/ 777116 h 987990"/>
              <a:gd name="connsiteX22" fmla="*/ 0 w 12192000"/>
              <a:gd name="connsiteY22" fmla="*/ 760185 h 98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87990">
                <a:moveTo>
                  <a:pt x="0" y="0"/>
                </a:moveTo>
                <a:lnTo>
                  <a:pt x="12192000" y="0"/>
                </a:lnTo>
                <a:lnTo>
                  <a:pt x="12192000" y="728723"/>
                </a:lnTo>
                <a:lnTo>
                  <a:pt x="12127528" y="741157"/>
                </a:lnTo>
                <a:cubicBezTo>
                  <a:pt x="11978069" y="765708"/>
                  <a:pt x="11820855" y="778807"/>
                  <a:pt x="11658601" y="778807"/>
                </a:cubicBezTo>
                <a:cubicBezTo>
                  <a:pt x="11225924" y="778807"/>
                  <a:pt x="10829088" y="685658"/>
                  <a:pt x="10519550" y="530594"/>
                </a:cubicBezTo>
                <a:lnTo>
                  <a:pt x="10443609" y="488698"/>
                </a:lnTo>
                <a:lnTo>
                  <a:pt x="10425678" y="508751"/>
                </a:lnTo>
                <a:cubicBezTo>
                  <a:pt x="10103876" y="797889"/>
                  <a:pt x="9558911" y="987990"/>
                  <a:pt x="8940801" y="987990"/>
                </a:cubicBezTo>
                <a:cubicBezTo>
                  <a:pt x="8322691" y="987990"/>
                  <a:pt x="7777726" y="797889"/>
                  <a:pt x="7455924" y="508751"/>
                </a:cubicBezTo>
                <a:lnTo>
                  <a:pt x="7437992" y="488697"/>
                </a:lnTo>
                <a:lnTo>
                  <a:pt x="7362050" y="530594"/>
                </a:lnTo>
                <a:cubicBezTo>
                  <a:pt x="7052512" y="685658"/>
                  <a:pt x="6655677" y="778807"/>
                  <a:pt x="6222999" y="778807"/>
                </a:cubicBezTo>
                <a:cubicBezTo>
                  <a:pt x="5728513" y="778807"/>
                  <a:pt x="5280838" y="657143"/>
                  <a:pt x="4956784" y="460438"/>
                </a:cubicBezTo>
                <a:lnTo>
                  <a:pt x="4915553" y="430103"/>
                </a:lnTo>
                <a:lnTo>
                  <a:pt x="4886988" y="455719"/>
                </a:lnTo>
                <a:cubicBezTo>
                  <a:pt x="4558549" y="722619"/>
                  <a:pt x="4061497" y="892740"/>
                  <a:pt x="3505198" y="892740"/>
                </a:cubicBezTo>
                <a:cubicBezTo>
                  <a:pt x="3010710" y="892740"/>
                  <a:pt x="2563035" y="758323"/>
                  <a:pt x="2238982" y="541001"/>
                </a:cubicBezTo>
                <a:lnTo>
                  <a:pt x="2131358" y="461586"/>
                </a:lnTo>
                <a:lnTo>
                  <a:pt x="2016416" y="533086"/>
                </a:lnTo>
                <a:cubicBezTo>
                  <a:pt x="1669382" y="711200"/>
                  <a:pt x="1189956" y="821366"/>
                  <a:pt x="660399" y="821366"/>
                </a:cubicBezTo>
                <a:cubicBezTo>
                  <a:pt x="461814" y="821366"/>
                  <a:pt x="270280" y="805874"/>
                  <a:pt x="90133" y="777116"/>
                </a:cubicBezTo>
                <a:lnTo>
                  <a:pt x="0" y="760185"/>
                </a:ln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10" name="任意多边形: 形状 9"/>
          <p:cNvSpPr/>
          <p:nvPr>
            <p:custDataLst>
              <p:tags r:id="rId5"/>
            </p:custDataLst>
          </p:nvPr>
        </p:nvSpPr>
        <p:spPr>
          <a:xfrm flipH="1" flipV="1">
            <a:off x="0" y="4429562"/>
            <a:ext cx="9144000" cy="713939"/>
          </a:xfrm>
          <a:custGeom>
            <a:avLst/>
            <a:gdLst>
              <a:gd name="connsiteX0" fmla="*/ 9897256 w 12192000"/>
              <a:gd name="connsiteY0" fmla="*/ 951918 h 951918"/>
              <a:gd name="connsiteX1" fmla="*/ 8412379 w 12192000"/>
              <a:gd name="connsiteY1" fmla="*/ 472679 h 951918"/>
              <a:gd name="connsiteX2" fmla="*/ 8394447 w 12192000"/>
              <a:gd name="connsiteY2" fmla="*/ 452625 h 951918"/>
              <a:gd name="connsiteX3" fmla="*/ 8318505 w 12192000"/>
              <a:gd name="connsiteY3" fmla="*/ 494522 h 951918"/>
              <a:gd name="connsiteX4" fmla="*/ 7179454 w 12192000"/>
              <a:gd name="connsiteY4" fmla="*/ 742735 h 951918"/>
              <a:gd name="connsiteX5" fmla="*/ 5913238 w 12192000"/>
              <a:gd name="connsiteY5" fmla="*/ 424366 h 951918"/>
              <a:gd name="connsiteX6" fmla="*/ 5872006 w 12192000"/>
              <a:gd name="connsiteY6" fmla="*/ 394031 h 951918"/>
              <a:gd name="connsiteX7" fmla="*/ 5843443 w 12192000"/>
              <a:gd name="connsiteY7" fmla="*/ 419647 h 951918"/>
              <a:gd name="connsiteX8" fmla="*/ 4461652 w 12192000"/>
              <a:gd name="connsiteY8" fmla="*/ 856668 h 951918"/>
              <a:gd name="connsiteX9" fmla="*/ 3195436 w 12192000"/>
              <a:gd name="connsiteY9" fmla="*/ 504929 h 951918"/>
              <a:gd name="connsiteX10" fmla="*/ 3087812 w 12192000"/>
              <a:gd name="connsiteY10" fmla="*/ 425514 h 951918"/>
              <a:gd name="connsiteX11" fmla="*/ 2972871 w 12192000"/>
              <a:gd name="connsiteY11" fmla="*/ 497014 h 951918"/>
              <a:gd name="connsiteX12" fmla="*/ 1616853 w 12192000"/>
              <a:gd name="connsiteY12" fmla="*/ 785294 h 951918"/>
              <a:gd name="connsiteX13" fmla="*/ 26666 w 12192000"/>
              <a:gd name="connsiteY13" fmla="*/ 351348 h 951918"/>
              <a:gd name="connsiteX14" fmla="*/ 0 w 12192000"/>
              <a:gd name="connsiteY14" fmla="*/ 326133 h 951918"/>
              <a:gd name="connsiteX15" fmla="*/ 0 w 12192000"/>
              <a:gd name="connsiteY15" fmla="*/ 0 h 951918"/>
              <a:gd name="connsiteX16" fmla="*/ 12192000 w 12192000"/>
              <a:gd name="connsiteY16" fmla="*/ 0 h 951918"/>
              <a:gd name="connsiteX17" fmla="*/ 12192000 w 12192000"/>
              <a:gd name="connsiteY17" fmla="*/ 711326 h 951918"/>
              <a:gd name="connsiteX18" fmla="*/ 12146128 w 12192000"/>
              <a:gd name="connsiteY18" fmla="*/ 705085 h 951918"/>
              <a:gd name="connsiteX19" fmla="*/ 11476005 w 12192000"/>
              <a:gd name="connsiteY19" fmla="*/ 494522 h 951918"/>
              <a:gd name="connsiteX20" fmla="*/ 11400064 w 12192000"/>
              <a:gd name="connsiteY20" fmla="*/ 452626 h 951918"/>
              <a:gd name="connsiteX21" fmla="*/ 11382132 w 12192000"/>
              <a:gd name="connsiteY21" fmla="*/ 472679 h 951918"/>
              <a:gd name="connsiteX22" fmla="*/ 9897256 w 12192000"/>
              <a:gd name="connsiteY22" fmla="*/ 951918 h 95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51918">
                <a:moveTo>
                  <a:pt x="9897256" y="951918"/>
                </a:moveTo>
                <a:cubicBezTo>
                  <a:pt x="9279146" y="951918"/>
                  <a:pt x="8734181" y="761817"/>
                  <a:pt x="8412379" y="472679"/>
                </a:cubicBezTo>
                <a:lnTo>
                  <a:pt x="8394447" y="452625"/>
                </a:lnTo>
                <a:lnTo>
                  <a:pt x="8318505" y="494522"/>
                </a:lnTo>
                <a:cubicBezTo>
                  <a:pt x="8008967" y="649586"/>
                  <a:pt x="7612131" y="742735"/>
                  <a:pt x="7179454" y="742735"/>
                </a:cubicBezTo>
                <a:cubicBezTo>
                  <a:pt x="6684967" y="742735"/>
                  <a:pt x="6237292" y="621071"/>
                  <a:pt x="5913238" y="424366"/>
                </a:cubicBezTo>
                <a:lnTo>
                  <a:pt x="5872006" y="394031"/>
                </a:lnTo>
                <a:lnTo>
                  <a:pt x="5843443" y="419647"/>
                </a:lnTo>
                <a:cubicBezTo>
                  <a:pt x="5515003" y="686547"/>
                  <a:pt x="5017951" y="856668"/>
                  <a:pt x="4461652" y="856668"/>
                </a:cubicBezTo>
                <a:cubicBezTo>
                  <a:pt x="3967164" y="856668"/>
                  <a:pt x="3519489" y="722251"/>
                  <a:pt x="3195436" y="504929"/>
                </a:cubicBezTo>
                <a:lnTo>
                  <a:pt x="3087812" y="425514"/>
                </a:lnTo>
                <a:lnTo>
                  <a:pt x="2972871" y="497014"/>
                </a:lnTo>
                <a:cubicBezTo>
                  <a:pt x="2625836" y="675128"/>
                  <a:pt x="2146411" y="785294"/>
                  <a:pt x="1616853" y="785294"/>
                </a:cubicBezTo>
                <a:cubicBezTo>
                  <a:pt x="954905" y="785294"/>
                  <a:pt x="371291" y="613160"/>
                  <a:pt x="26666" y="351348"/>
                </a:cubicBezTo>
                <a:lnTo>
                  <a:pt x="0" y="326133"/>
                </a:lnTo>
                <a:lnTo>
                  <a:pt x="0" y="0"/>
                </a:lnTo>
                <a:lnTo>
                  <a:pt x="12192000" y="0"/>
                </a:lnTo>
                <a:lnTo>
                  <a:pt x="12192000" y="711326"/>
                </a:lnTo>
                <a:lnTo>
                  <a:pt x="12146128" y="705085"/>
                </a:lnTo>
                <a:cubicBezTo>
                  <a:pt x="11897028" y="664167"/>
                  <a:pt x="11669466" y="591437"/>
                  <a:pt x="11476005" y="494522"/>
                </a:cubicBezTo>
                <a:lnTo>
                  <a:pt x="11400064" y="452626"/>
                </a:lnTo>
                <a:lnTo>
                  <a:pt x="11382132" y="472679"/>
                </a:lnTo>
                <a:cubicBezTo>
                  <a:pt x="11060331" y="761817"/>
                  <a:pt x="10515366" y="951918"/>
                  <a:pt x="9897256" y="951918"/>
                </a:cubicBez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6"/>
          <p:cNvSpPr/>
          <p:nvPr>
            <p:custDataLst>
              <p:tags r:id="rId2"/>
            </p:custDataLst>
          </p:nvPr>
        </p:nvSpPr>
        <p:spPr bwMode="auto">
          <a:xfrm>
            <a:off x="1019175" y="3521700"/>
            <a:ext cx="463154" cy="470297"/>
          </a:xfrm>
          <a:custGeom>
            <a:avLst/>
            <a:gdLst>
              <a:gd name="T0" fmla="*/ 152 w 170"/>
              <a:gd name="T1" fmla="*/ 19 h 171"/>
              <a:gd name="T2" fmla="*/ 84 w 170"/>
              <a:gd name="T3" fmla="*/ 19 h 171"/>
              <a:gd name="T4" fmla="*/ 18 w 170"/>
              <a:gd name="T5" fmla="*/ 84 h 171"/>
              <a:gd name="T6" fmla="*/ 18 w 170"/>
              <a:gd name="T7" fmla="*/ 152 h 171"/>
              <a:gd name="T8" fmla="*/ 18 w 170"/>
              <a:gd name="T9" fmla="*/ 152 h 171"/>
              <a:gd name="T10" fmla="*/ 86 w 170"/>
              <a:gd name="T11" fmla="*/ 152 h 171"/>
              <a:gd name="T12" fmla="*/ 152 w 170"/>
              <a:gd name="T13" fmla="*/ 87 h 171"/>
              <a:gd name="T14" fmla="*/ 152 w 170"/>
              <a:gd name="T15" fmla="*/ 19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171">
                <a:moveTo>
                  <a:pt x="152" y="19"/>
                </a:moveTo>
                <a:cubicBezTo>
                  <a:pt x="133" y="0"/>
                  <a:pt x="102" y="0"/>
                  <a:pt x="84" y="19"/>
                </a:cubicBezTo>
                <a:cubicBezTo>
                  <a:pt x="18" y="84"/>
                  <a:pt x="18" y="84"/>
                  <a:pt x="18" y="84"/>
                </a:cubicBezTo>
                <a:cubicBezTo>
                  <a:pt x="0" y="103"/>
                  <a:pt x="0" y="133"/>
                  <a:pt x="18" y="152"/>
                </a:cubicBezTo>
                <a:cubicBezTo>
                  <a:pt x="18" y="152"/>
                  <a:pt x="18" y="152"/>
                  <a:pt x="18" y="152"/>
                </a:cubicBezTo>
                <a:cubicBezTo>
                  <a:pt x="37" y="171"/>
                  <a:pt x="68" y="171"/>
                  <a:pt x="86" y="152"/>
                </a:cubicBezTo>
                <a:cubicBezTo>
                  <a:pt x="152" y="87"/>
                  <a:pt x="152" y="87"/>
                  <a:pt x="152" y="87"/>
                </a:cubicBezTo>
                <a:cubicBezTo>
                  <a:pt x="170" y="68"/>
                  <a:pt x="170" y="37"/>
                  <a:pt x="152" y="19"/>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5" name="Freeform 7"/>
          <p:cNvSpPr/>
          <p:nvPr>
            <p:custDataLst>
              <p:tags r:id="rId3"/>
            </p:custDataLst>
          </p:nvPr>
        </p:nvSpPr>
        <p:spPr bwMode="auto">
          <a:xfrm>
            <a:off x="135731" y="565378"/>
            <a:ext cx="3251597" cy="3195638"/>
          </a:xfrm>
          <a:custGeom>
            <a:avLst/>
            <a:gdLst>
              <a:gd name="T0" fmla="*/ 1106 w 1193"/>
              <a:gd name="T1" fmla="*/ 532 h 1163"/>
              <a:gd name="T2" fmla="*/ 1050 w 1193"/>
              <a:gd name="T3" fmla="*/ 588 h 1163"/>
              <a:gd name="T4" fmla="*/ 982 w 1193"/>
              <a:gd name="T5" fmla="*/ 588 h 1163"/>
              <a:gd name="T6" fmla="*/ 982 w 1193"/>
              <a:gd name="T7" fmla="*/ 588 h 1163"/>
              <a:gd name="T8" fmla="*/ 982 w 1193"/>
              <a:gd name="T9" fmla="*/ 521 h 1163"/>
              <a:gd name="T10" fmla="*/ 1103 w 1193"/>
              <a:gd name="T11" fmla="*/ 399 h 1163"/>
              <a:gd name="T12" fmla="*/ 1103 w 1193"/>
              <a:gd name="T13" fmla="*/ 331 h 1163"/>
              <a:gd name="T14" fmla="*/ 1036 w 1193"/>
              <a:gd name="T15" fmla="*/ 331 h 1163"/>
              <a:gd name="T16" fmla="*/ 1020 w 1193"/>
              <a:gd name="T17" fmla="*/ 347 h 1163"/>
              <a:gd name="T18" fmla="*/ 952 w 1193"/>
              <a:gd name="T19" fmla="*/ 347 h 1163"/>
              <a:gd name="T20" fmla="*/ 952 w 1193"/>
              <a:gd name="T21" fmla="*/ 279 h 1163"/>
              <a:gd name="T22" fmla="*/ 1145 w 1193"/>
              <a:gd name="T23" fmla="*/ 86 h 1163"/>
              <a:gd name="T24" fmla="*/ 1145 w 1193"/>
              <a:gd name="T25" fmla="*/ 18 h 1163"/>
              <a:gd name="T26" fmla="*/ 1077 w 1193"/>
              <a:gd name="T27" fmla="*/ 18 h 1163"/>
              <a:gd name="T28" fmla="*/ 764 w 1193"/>
              <a:gd name="T29" fmla="*/ 332 h 1163"/>
              <a:gd name="T30" fmla="*/ 762 w 1193"/>
              <a:gd name="T31" fmla="*/ 333 h 1163"/>
              <a:gd name="T32" fmla="*/ 697 w 1193"/>
              <a:gd name="T33" fmla="*/ 330 h 1163"/>
              <a:gd name="T34" fmla="*/ 696 w 1193"/>
              <a:gd name="T35" fmla="*/ 329 h 1163"/>
              <a:gd name="T36" fmla="*/ 696 w 1193"/>
              <a:gd name="T37" fmla="*/ 261 h 1163"/>
              <a:gd name="T38" fmla="*/ 767 w 1193"/>
              <a:gd name="T39" fmla="*/ 190 h 1163"/>
              <a:gd name="T40" fmla="*/ 767 w 1193"/>
              <a:gd name="T41" fmla="*/ 122 h 1163"/>
              <a:gd name="T42" fmla="*/ 699 w 1193"/>
              <a:gd name="T43" fmla="*/ 122 h 1163"/>
              <a:gd name="T44" fmla="*/ 163 w 1193"/>
              <a:gd name="T45" fmla="*/ 658 h 1163"/>
              <a:gd name="T46" fmla="*/ 163 w 1193"/>
              <a:gd name="T47" fmla="*/ 726 h 1163"/>
              <a:gd name="T48" fmla="*/ 163 w 1193"/>
              <a:gd name="T49" fmla="*/ 726 h 1163"/>
              <a:gd name="T50" fmla="*/ 231 w 1193"/>
              <a:gd name="T51" fmla="*/ 726 h 1163"/>
              <a:gd name="T52" fmla="*/ 351 w 1193"/>
              <a:gd name="T53" fmla="*/ 607 h 1163"/>
              <a:gd name="T54" fmla="*/ 418 w 1193"/>
              <a:gd name="T55" fmla="*/ 607 h 1163"/>
              <a:gd name="T56" fmla="*/ 420 w 1193"/>
              <a:gd name="T57" fmla="*/ 608 h 1163"/>
              <a:gd name="T58" fmla="*/ 423 w 1193"/>
              <a:gd name="T59" fmla="*/ 672 h 1163"/>
              <a:gd name="T60" fmla="*/ 18 w 1193"/>
              <a:gd name="T61" fmla="*/ 1077 h 1163"/>
              <a:gd name="T62" fmla="*/ 18 w 1193"/>
              <a:gd name="T63" fmla="*/ 1145 h 1163"/>
              <a:gd name="T64" fmla="*/ 86 w 1193"/>
              <a:gd name="T65" fmla="*/ 1145 h 1163"/>
              <a:gd name="T66" fmla="*/ 386 w 1193"/>
              <a:gd name="T67" fmla="*/ 845 h 1163"/>
              <a:gd name="T68" fmla="*/ 454 w 1193"/>
              <a:gd name="T69" fmla="*/ 845 h 1163"/>
              <a:gd name="T70" fmla="*/ 454 w 1193"/>
              <a:gd name="T71" fmla="*/ 845 h 1163"/>
              <a:gd name="T72" fmla="*/ 454 w 1193"/>
              <a:gd name="T73" fmla="*/ 912 h 1163"/>
              <a:gd name="T74" fmla="*/ 435 w 1193"/>
              <a:gd name="T75" fmla="*/ 932 h 1163"/>
              <a:gd name="T76" fmla="*/ 435 w 1193"/>
              <a:gd name="T77" fmla="*/ 1000 h 1163"/>
              <a:gd name="T78" fmla="*/ 502 w 1193"/>
              <a:gd name="T79" fmla="*/ 1000 h 1163"/>
              <a:gd name="T80" fmla="*/ 780 w 1193"/>
              <a:gd name="T81" fmla="*/ 722 h 1163"/>
              <a:gd name="T82" fmla="*/ 848 w 1193"/>
              <a:gd name="T83" fmla="*/ 722 h 1163"/>
              <a:gd name="T84" fmla="*/ 848 w 1193"/>
              <a:gd name="T85" fmla="*/ 722 h 1163"/>
              <a:gd name="T86" fmla="*/ 848 w 1193"/>
              <a:gd name="T87" fmla="*/ 790 h 1163"/>
              <a:gd name="T88" fmla="*/ 570 w 1193"/>
              <a:gd name="T89" fmla="*/ 1068 h 1163"/>
              <a:gd name="T90" fmla="*/ 570 w 1193"/>
              <a:gd name="T91" fmla="*/ 1136 h 1163"/>
              <a:gd name="T92" fmla="*/ 638 w 1193"/>
              <a:gd name="T93" fmla="*/ 1136 h 1163"/>
              <a:gd name="T94" fmla="*/ 1174 w 1193"/>
              <a:gd name="T95" fmla="*/ 600 h 1163"/>
              <a:gd name="T96" fmla="*/ 1174 w 1193"/>
              <a:gd name="T97" fmla="*/ 532 h 1163"/>
              <a:gd name="T98" fmla="*/ 1106 w 1193"/>
              <a:gd name="T99" fmla="*/ 5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93" h="1163">
                <a:moveTo>
                  <a:pt x="1106" y="532"/>
                </a:moveTo>
                <a:cubicBezTo>
                  <a:pt x="1050" y="588"/>
                  <a:pt x="1050" y="588"/>
                  <a:pt x="1050" y="588"/>
                </a:cubicBezTo>
                <a:cubicBezTo>
                  <a:pt x="1031" y="607"/>
                  <a:pt x="1001" y="607"/>
                  <a:pt x="982" y="588"/>
                </a:cubicBezTo>
                <a:cubicBezTo>
                  <a:pt x="982" y="588"/>
                  <a:pt x="982" y="588"/>
                  <a:pt x="982" y="588"/>
                </a:cubicBezTo>
                <a:cubicBezTo>
                  <a:pt x="963" y="570"/>
                  <a:pt x="963" y="539"/>
                  <a:pt x="982" y="521"/>
                </a:cubicBezTo>
                <a:cubicBezTo>
                  <a:pt x="1103" y="399"/>
                  <a:pt x="1103" y="399"/>
                  <a:pt x="1103" y="399"/>
                </a:cubicBezTo>
                <a:cubicBezTo>
                  <a:pt x="1122" y="380"/>
                  <a:pt x="1122" y="350"/>
                  <a:pt x="1103" y="331"/>
                </a:cubicBezTo>
                <a:cubicBezTo>
                  <a:pt x="1085" y="312"/>
                  <a:pt x="1054" y="312"/>
                  <a:pt x="1036" y="331"/>
                </a:cubicBezTo>
                <a:cubicBezTo>
                  <a:pt x="1020" y="347"/>
                  <a:pt x="1020" y="347"/>
                  <a:pt x="1020" y="347"/>
                </a:cubicBezTo>
                <a:cubicBezTo>
                  <a:pt x="1001" y="365"/>
                  <a:pt x="971" y="365"/>
                  <a:pt x="952" y="347"/>
                </a:cubicBezTo>
                <a:cubicBezTo>
                  <a:pt x="934" y="328"/>
                  <a:pt x="934" y="297"/>
                  <a:pt x="952" y="279"/>
                </a:cubicBezTo>
                <a:cubicBezTo>
                  <a:pt x="1145" y="86"/>
                  <a:pt x="1145" y="86"/>
                  <a:pt x="1145" y="86"/>
                </a:cubicBezTo>
                <a:cubicBezTo>
                  <a:pt x="1163" y="68"/>
                  <a:pt x="1163" y="37"/>
                  <a:pt x="1145" y="18"/>
                </a:cubicBezTo>
                <a:cubicBezTo>
                  <a:pt x="1126" y="0"/>
                  <a:pt x="1095" y="0"/>
                  <a:pt x="1077" y="18"/>
                </a:cubicBezTo>
                <a:cubicBezTo>
                  <a:pt x="764" y="332"/>
                  <a:pt x="764" y="332"/>
                  <a:pt x="764" y="332"/>
                </a:cubicBezTo>
                <a:cubicBezTo>
                  <a:pt x="762" y="333"/>
                  <a:pt x="762" y="333"/>
                  <a:pt x="762" y="333"/>
                </a:cubicBezTo>
                <a:cubicBezTo>
                  <a:pt x="743" y="349"/>
                  <a:pt x="715" y="348"/>
                  <a:pt x="697" y="330"/>
                </a:cubicBezTo>
                <a:cubicBezTo>
                  <a:pt x="696" y="329"/>
                  <a:pt x="696" y="329"/>
                  <a:pt x="696" y="329"/>
                </a:cubicBezTo>
                <a:cubicBezTo>
                  <a:pt x="678" y="310"/>
                  <a:pt x="678" y="280"/>
                  <a:pt x="696" y="261"/>
                </a:cubicBezTo>
                <a:cubicBezTo>
                  <a:pt x="767" y="190"/>
                  <a:pt x="767" y="190"/>
                  <a:pt x="767" y="190"/>
                </a:cubicBezTo>
                <a:cubicBezTo>
                  <a:pt x="786" y="172"/>
                  <a:pt x="786" y="141"/>
                  <a:pt x="767" y="122"/>
                </a:cubicBezTo>
                <a:cubicBezTo>
                  <a:pt x="748" y="104"/>
                  <a:pt x="718" y="104"/>
                  <a:pt x="699" y="122"/>
                </a:cubicBezTo>
                <a:cubicBezTo>
                  <a:pt x="163" y="658"/>
                  <a:pt x="163" y="658"/>
                  <a:pt x="163" y="658"/>
                </a:cubicBezTo>
                <a:cubicBezTo>
                  <a:pt x="145" y="677"/>
                  <a:pt x="145" y="707"/>
                  <a:pt x="163" y="726"/>
                </a:cubicBezTo>
                <a:cubicBezTo>
                  <a:pt x="163" y="726"/>
                  <a:pt x="163" y="726"/>
                  <a:pt x="163" y="726"/>
                </a:cubicBezTo>
                <a:cubicBezTo>
                  <a:pt x="182" y="745"/>
                  <a:pt x="213" y="745"/>
                  <a:pt x="231" y="726"/>
                </a:cubicBezTo>
                <a:cubicBezTo>
                  <a:pt x="351" y="607"/>
                  <a:pt x="351" y="607"/>
                  <a:pt x="351" y="607"/>
                </a:cubicBezTo>
                <a:cubicBezTo>
                  <a:pt x="369" y="588"/>
                  <a:pt x="400" y="588"/>
                  <a:pt x="418" y="607"/>
                </a:cubicBezTo>
                <a:cubicBezTo>
                  <a:pt x="420" y="608"/>
                  <a:pt x="420" y="608"/>
                  <a:pt x="420" y="608"/>
                </a:cubicBezTo>
                <a:cubicBezTo>
                  <a:pt x="437" y="626"/>
                  <a:pt x="438" y="654"/>
                  <a:pt x="423" y="672"/>
                </a:cubicBezTo>
                <a:cubicBezTo>
                  <a:pt x="18" y="1077"/>
                  <a:pt x="18" y="1077"/>
                  <a:pt x="18" y="1077"/>
                </a:cubicBezTo>
                <a:cubicBezTo>
                  <a:pt x="0" y="1095"/>
                  <a:pt x="0" y="1126"/>
                  <a:pt x="18" y="1145"/>
                </a:cubicBezTo>
                <a:cubicBezTo>
                  <a:pt x="37" y="1163"/>
                  <a:pt x="68" y="1163"/>
                  <a:pt x="86" y="1145"/>
                </a:cubicBezTo>
                <a:cubicBezTo>
                  <a:pt x="386" y="845"/>
                  <a:pt x="386" y="845"/>
                  <a:pt x="386" y="845"/>
                </a:cubicBezTo>
                <a:cubicBezTo>
                  <a:pt x="405" y="826"/>
                  <a:pt x="436" y="826"/>
                  <a:pt x="454" y="845"/>
                </a:cubicBezTo>
                <a:cubicBezTo>
                  <a:pt x="454" y="845"/>
                  <a:pt x="454" y="845"/>
                  <a:pt x="454" y="845"/>
                </a:cubicBezTo>
                <a:cubicBezTo>
                  <a:pt x="473" y="863"/>
                  <a:pt x="473" y="894"/>
                  <a:pt x="454" y="912"/>
                </a:cubicBezTo>
                <a:cubicBezTo>
                  <a:pt x="435" y="932"/>
                  <a:pt x="435" y="932"/>
                  <a:pt x="435" y="932"/>
                </a:cubicBezTo>
                <a:cubicBezTo>
                  <a:pt x="416" y="951"/>
                  <a:pt x="416" y="981"/>
                  <a:pt x="435" y="1000"/>
                </a:cubicBezTo>
                <a:cubicBezTo>
                  <a:pt x="453" y="1019"/>
                  <a:pt x="484" y="1019"/>
                  <a:pt x="502" y="1000"/>
                </a:cubicBezTo>
                <a:cubicBezTo>
                  <a:pt x="780" y="722"/>
                  <a:pt x="780" y="722"/>
                  <a:pt x="780" y="722"/>
                </a:cubicBezTo>
                <a:cubicBezTo>
                  <a:pt x="799" y="704"/>
                  <a:pt x="830" y="704"/>
                  <a:pt x="848" y="722"/>
                </a:cubicBezTo>
                <a:cubicBezTo>
                  <a:pt x="848" y="722"/>
                  <a:pt x="848" y="722"/>
                  <a:pt x="848" y="722"/>
                </a:cubicBezTo>
                <a:cubicBezTo>
                  <a:pt x="867" y="741"/>
                  <a:pt x="867" y="771"/>
                  <a:pt x="848" y="790"/>
                </a:cubicBezTo>
                <a:cubicBezTo>
                  <a:pt x="570" y="1068"/>
                  <a:pt x="570" y="1068"/>
                  <a:pt x="570" y="1068"/>
                </a:cubicBezTo>
                <a:cubicBezTo>
                  <a:pt x="552" y="1087"/>
                  <a:pt x="552" y="1117"/>
                  <a:pt x="570" y="1136"/>
                </a:cubicBezTo>
                <a:cubicBezTo>
                  <a:pt x="589" y="1154"/>
                  <a:pt x="620" y="1154"/>
                  <a:pt x="638" y="1136"/>
                </a:cubicBezTo>
                <a:cubicBezTo>
                  <a:pt x="1174" y="600"/>
                  <a:pt x="1174" y="600"/>
                  <a:pt x="1174" y="600"/>
                </a:cubicBezTo>
                <a:cubicBezTo>
                  <a:pt x="1193" y="581"/>
                  <a:pt x="1193" y="551"/>
                  <a:pt x="1174" y="532"/>
                </a:cubicBezTo>
                <a:cubicBezTo>
                  <a:pt x="1155" y="513"/>
                  <a:pt x="1125" y="513"/>
                  <a:pt x="1106" y="532"/>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6" name="Freeform 8"/>
          <p:cNvSpPr/>
          <p:nvPr>
            <p:custDataLst>
              <p:tags r:id="rId4"/>
            </p:custDataLst>
          </p:nvPr>
        </p:nvSpPr>
        <p:spPr bwMode="auto">
          <a:xfrm>
            <a:off x="3423047" y="784453"/>
            <a:ext cx="776288" cy="781050"/>
          </a:xfrm>
          <a:custGeom>
            <a:avLst/>
            <a:gdLst>
              <a:gd name="T0" fmla="*/ 266 w 285"/>
              <a:gd name="T1" fmla="*/ 18 h 284"/>
              <a:gd name="T2" fmla="*/ 198 w 285"/>
              <a:gd name="T3" fmla="*/ 18 h 284"/>
              <a:gd name="T4" fmla="*/ 19 w 285"/>
              <a:gd name="T5" fmla="*/ 198 h 284"/>
              <a:gd name="T6" fmla="*/ 19 w 285"/>
              <a:gd name="T7" fmla="*/ 266 h 284"/>
              <a:gd name="T8" fmla="*/ 87 w 285"/>
              <a:gd name="T9" fmla="*/ 266 h 284"/>
              <a:gd name="T10" fmla="*/ 266 w 285"/>
              <a:gd name="T11" fmla="*/ 86 h 284"/>
              <a:gd name="T12" fmla="*/ 266 w 285"/>
              <a:gd name="T13" fmla="*/ 18 h 284"/>
            </a:gdLst>
            <a:ahLst/>
            <a:cxnLst>
              <a:cxn ang="0">
                <a:pos x="T0" y="T1"/>
              </a:cxn>
              <a:cxn ang="0">
                <a:pos x="T2" y="T3"/>
              </a:cxn>
              <a:cxn ang="0">
                <a:pos x="T4" y="T5"/>
              </a:cxn>
              <a:cxn ang="0">
                <a:pos x="T6" y="T7"/>
              </a:cxn>
              <a:cxn ang="0">
                <a:pos x="T8" y="T9"/>
              </a:cxn>
              <a:cxn ang="0">
                <a:pos x="T10" y="T11"/>
              </a:cxn>
              <a:cxn ang="0">
                <a:pos x="T12" y="T13"/>
              </a:cxn>
            </a:cxnLst>
            <a:rect l="0" t="0" r="r" b="b"/>
            <a:pathLst>
              <a:path w="285" h="284">
                <a:moveTo>
                  <a:pt x="266" y="18"/>
                </a:moveTo>
                <a:cubicBezTo>
                  <a:pt x="247" y="0"/>
                  <a:pt x="217" y="0"/>
                  <a:pt x="198" y="18"/>
                </a:cubicBezTo>
                <a:cubicBezTo>
                  <a:pt x="19" y="198"/>
                  <a:pt x="19" y="198"/>
                  <a:pt x="19" y="198"/>
                </a:cubicBezTo>
                <a:cubicBezTo>
                  <a:pt x="0" y="216"/>
                  <a:pt x="0" y="247"/>
                  <a:pt x="19" y="266"/>
                </a:cubicBezTo>
                <a:cubicBezTo>
                  <a:pt x="37" y="284"/>
                  <a:pt x="68" y="284"/>
                  <a:pt x="87" y="266"/>
                </a:cubicBezTo>
                <a:cubicBezTo>
                  <a:pt x="266" y="86"/>
                  <a:pt x="266" y="86"/>
                  <a:pt x="266" y="86"/>
                </a:cubicBezTo>
                <a:cubicBezTo>
                  <a:pt x="285" y="68"/>
                  <a:pt x="285" y="37"/>
                  <a:pt x="266" y="18"/>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7" name="Freeform 9"/>
          <p:cNvSpPr/>
          <p:nvPr>
            <p:custDataLst>
              <p:tags r:id="rId5"/>
            </p:custDataLst>
          </p:nvPr>
        </p:nvSpPr>
        <p:spPr bwMode="auto">
          <a:xfrm>
            <a:off x="2340769" y="2985919"/>
            <a:ext cx="777479" cy="783431"/>
          </a:xfrm>
          <a:custGeom>
            <a:avLst/>
            <a:gdLst>
              <a:gd name="T0" fmla="*/ 266 w 285"/>
              <a:gd name="T1" fmla="*/ 19 h 285"/>
              <a:gd name="T2" fmla="*/ 198 w 285"/>
              <a:gd name="T3" fmla="*/ 19 h 285"/>
              <a:gd name="T4" fmla="*/ 19 w 285"/>
              <a:gd name="T5" fmla="*/ 199 h 285"/>
              <a:gd name="T6" fmla="*/ 19 w 285"/>
              <a:gd name="T7" fmla="*/ 266 h 285"/>
              <a:gd name="T8" fmla="*/ 87 w 285"/>
              <a:gd name="T9" fmla="*/ 266 h 285"/>
              <a:gd name="T10" fmla="*/ 266 w 285"/>
              <a:gd name="T11" fmla="*/ 87 h 285"/>
              <a:gd name="T12" fmla="*/ 266 w 285"/>
              <a:gd name="T13" fmla="*/ 19 h 285"/>
            </a:gdLst>
            <a:ahLst/>
            <a:cxnLst>
              <a:cxn ang="0">
                <a:pos x="T0" y="T1"/>
              </a:cxn>
              <a:cxn ang="0">
                <a:pos x="T2" y="T3"/>
              </a:cxn>
              <a:cxn ang="0">
                <a:pos x="T4" y="T5"/>
              </a:cxn>
              <a:cxn ang="0">
                <a:pos x="T6" y="T7"/>
              </a:cxn>
              <a:cxn ang="0">
                <a:pos x="T8" y="T9"/>
              </a:cxn>
              <a:cxn ang="0">
                <a:pos x="T10" y="T11"/>
              </a:cxn>
              <a:cxn ang="0">
                <a:pos x="T12" y="T13"/>
              </a:cxn>
            </a:cxnLst>
            <a:rect l="0" t="0" r="r" b="b"/>
            <a:pathLst>
              <a:path w="285" h="285">
                <a:moveTo>
                  <a:pt x="266" y="19"/>
                </a:moveTo>
                <a:cubicBezTo>
                  <a:pt x="248" y="0"/>
                  <a:pt x="217" y="0"/>
                  <a:pt x="198" y="19"/>
                </a:cubicBezTo>
                <a:cubicBezTo>
                  <a:pt x="19" y="199"/>
                  <a:pt x="19" y="199"/>
                  <a:pt x="19" y="199"/>
                </a:cubicBezTo>
                <a:cubicBezTo>
                  <a:pt x="0" y="217"/>
                  <a:pt x="0" y="248"/>
                  <a:pt x="19" y="266"/>
                </a:cubicBezTo>
                <a:cubicBezTo>
                  <a:pt x="38" y="285"/>
                  <a:pt x="68" y="285"/>
                  <a:pt x="87" y="266"/>
                </a:cubicBezTo>
                <a:cubicBezTo>
                  <a:pt x="266" y="87"/>
                  <a:pt x="266" y="87"/>
                  <a:pt x="266" y="87"/>
                </a:cubicBezTo>
                <a:cubicBezTo>
                  <a:pt x="285" y="68"/>
                  <a:pt x="285" y="38"/>
                  <a:pt x="266" y="19"/>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8" name="Freeform 10"/>
          <p:cNvSpPr/>
          <p:nvPr>
            <p:custDataLst>
              <p:tags r:id="rId6"/>
            </p:custDataLst>
          </p:nvPr>
        </p:nvSpPr>
        <p:spPr bwMode="auto">
          <a:xfrm>
            <a:off x="2068116" y="215334"/>
            <a:ext cx="466725" cy="470297"/>
          </a:xfrm>
          <a:custGeom>
            <a:avLst/>
            <a:gdLst>
              <a:gd name="T0" fmla="*/ 87 w 171"/>
              <a:gd name="T1" fmla="*/ 152 h 171"/>
              <a:gd name="T2" fmla="*/ 152 w 171"/>
              <a:gd name="T3" fmla="*/ 87 h 171"/>
              <a:gd name="T4" fmla="*/ 152 w 171"/>
              <a:gd name="T5" fmla="*/ 19 h 171"/>
              <a:gd name="T6" fmla="*/ 85 w 171"/>
              <a:gd name="T7" fmla="*/ 19 h 171"/>
              <a:gd name="T8" fmla="*/ 19 w 171"/>
              <a:gd name="T9" fmla="*/ 84 h 171"/>
              <a:gd name="T10" fmla="*/ 19 w 171"/>
              <a:gd name="T11" fmla="*/ 152 h 171"/>
              <a:gd name="T12" fmla="*/ 87 w 171"/>
              <a:gd name="T13" fmla="*/ 152 h 171"/>
            </a:gdLst>
            <a:ahLst/>
            <a:cxnLst>
              <a:cxn ang="0">
                <a:pos x="T0" y="T1"/>
              </a:cxn>
              <a:cxn ang="0">
                <a:pos x="T2" y="T3"/>
              </a:cxn>
              <a:cxn ang="0">
                <a:pos x="T4" y="T5"/>
              </a:cxn>
              <a:cxn ang="0">
                <a:pos x="T6" y="T7"/>
              </a:cxn>
              <a:cxn ang="0">
                <a:pos x="T8" y="T9"/>
              </a:cxn>
              <a:cxn ang="0">
                <a:pos x="T10" y="T11"/>
              </a:cxn>
              <a:cxn ang="0">
                <a:pos x="T12" y="T13"/>
              </a:cxn>
            </a:cxnLst>
            <a:rect l="0" t="0" r="r" b="b"/>
            <a:pathLst>
              <a:path w="171" h="171">
                <a:moveTo>
                  <a:pt x="87" y="152"/>
                </a:moveTo>
                <a:cubicBezTo>
                  <a:pt x="152" y="87"/>
                  <a:pt x="152" y="87"/>
                  <a:pt x="152" y="87"/>
                </a:cubicBezTo>
                <a:cubicBezTo>
                  <a:pt x="171" y="68"/>
                  <a:pt x="171" y="38"/>
                  <a:pt x="152" y="19"/>
                </a:cubicBezTo>
                <a:cubicBezTo>
                  <a:pt x="134" y="0"/>
                  <a:pt x="103" y="0"/>
                  <a:pt x="85" y="19"/>
                </a:cubicBezTo>
                <a:cubicBezTo>
                  <a:pt x="19" y="84"/>
                  <a:pt x="19" y="84"/>
                  <a:pt x="19" y="84"/>
                </a:cubicBezTo>
                <a:cubicBezTo>
                  <a:pt x="0" y="103"/>
                  <a:pt x="0" y="134"/>
                  <a:pt x="19" y="152"/>
                </a:cubicBezTo>
                <a:cubicBezTo>
                  <a:pt x="38" y="171"/>
                  <a:pt x="68" y="171"/>
                  <a:pt x="87" y="152"/>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9" name="Freeform 11"/>
          <p:cNvSpPr/>
          <p:nvPr>
            <p:custDataLst>
              <p:tags r:id="rId7"/>
            </p:custDataLst>
          </p:nvPr>
        </p:nvSpPr>
        <p:spPr bwMode="auto">
          <a:xfrm>
            <a:off x="560785" y="699919"/>
            <a:ext cx="1137047" cy="1143000"/>
          </a:xfrm>
          <a:custGeom>
            <a:avLst/>
            <a:gdLst>
              <a:gd name="T0" fmla="*/ 87 w 417"/>
              <a:gd name="T1" fmla="*/ 398 h 416"/>
              <a:gd name="T2" fmla="*/ 398 w 417"/>
              <a:gd name="T3" fmla="*/ 87 h 416"/>
              <a:gd name="T4" fmla="*/ 398 w 417"/>
              <a:gd name="T5" fmla="*/ 19 h 416"/>
              <a:gd name="T6" fmla="*/ 330 w 417"/>
              <a:gd name="T7" fmla="*/ 19 h 416"/>
              <a:gd name="T8" fmla="*/ 19 w 417"/>
              <a:gd name="T9" fmla="*/ 330 h 416"/>
              <a:gd name="T10" fmla="*/ 19 w 417"/>
              <a:gd name="T11" fmla="*/ 398 h 416"/>
              <a:gd name="T12" fmla="*/ 87 w 417"/>
              <a:gd name="T13" fmla="*/ 398 h 416"/>
            </a:gdLst>
            <a:ahLst/>
            <a:cxnLst>
              <a:cxn ang="0">
                <a:pos x="T0" y="T1"/>
              </a:cxn>
              <a:cxn ang="0">
                <a:pos x="T2" y="T3"/>
              </a:cxn>
              <a:cxn ang="0">
                <a:pos x="T4" y="T5"/>
              </a:cxn>
              <a:cxn ang="0">
                <a:pos x="T6" y="T7"/>
              </a:cxn>
              <a:cxn ang="0">
                <a:pos x="T8" y="T9"/>
              </a:cxn>
              <a:cxn ang="0">
                <a:pos x="T10" y="T11"/>
              </a:cxn>
              <a:cxn ang="0">
                <a:pos x="T12" y="T13"/>
              </a:cxn>
            </a:cxnLst>
            <a:rect l="0" t="0" r="r" b="b"/>
            <a:pathLst>
              <a:path w="417" h="416">
                <a:moveTo>
                  <a:pt x="87" y="398"/>
                </a:moveTo>
                <a:cubicBezTo>
                  <a:pt x="398" y="87"/>
                  <a:pt x="398" y="87"/>
                  <a:pt x="398" y="87"/>
                </a:cubicBezTo>
                <a:cubicBezTo>
                  <a:pt x="417" y="68"/>
                  <a:pt x="417" y="37"/>
                  <a:pt x="398" y="19"/>
                </a:cubicBezTo>
                <a:cubicBezTo>
                  <a:pt x="379" y="0"/>
                  <a:pt x="349" y="0"/>
                  <a:pt x="330" y="19"/>
                </a:cubicBezTo>
                <a:cubicBezTo>
                  <a:pt x="19" y="330"/>
                  <a:pt x="19" y="330"/>
                  <a:pt x="19" y="330"/>
                </a:cubicBezTo>
                <a:cubicBezTo>
                  <a:pt x="0" y="348"/>
                  <a:pt x="0" y="379"/>
                  <a:pt x="19" y="398"/>
                </a:cubicBezTo>
                <a:cubicBezTo>
                  <a:pt x="38" y="416"/>
                  <a:pt x="68" y="416"/>
                  <a:pt x="87" y="398"/>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1" name="Rectangle: Rounded Corners 20"/>
          <p:cNvSpPr/>
          <p:nvPr>
            <p:custDataLst>
              <p:tags r:id="rId8"/>
            </p:custDataLst>
          </p:nvPr>
        </p:nvSpPr>
        <p:spPr>
          <a:xfrm>
            <a:off x="3471591" y="601948"/>
            <a:ext cx="4791346" cy="1599762"/>
          </a:xfrm>
          <a:prstGeom prst="roundRect">
            <a:avLst>
              <a:gd name="adj" fmla="val 6124"/>
            </a:avLst>
          </a:prstGeom>
          <a:solidFill>
            <a:srgbClr val="1E6BC5"/>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2" name="TextBox 21"/>
          <p:cNvSpPr txBox="1"/>
          <p:nvPr>
            <p:custDataLst>
              <p:tags r:id="rId9"/>
            </p:custDataLst>
          </p:nvPr>
        </p:nvSpPr>
        <p:spPr>
          <a:xfrm>
            <a:off x="3990340" y="1306195"/>
            <a:ext cx="3754120" cy="671830"/>
          </a:xfrm>
          <a:prstGeom prst="rect">
            <a:avLst/>
          </a:prstGeom>
          <a:noFill/>
        </p:spPr>
        <p:txBody>
          <a:bodyPr wrap="square" rtlCol="0">
            <a:spAutoFit/>
          </a:bodyPr>
          <a:lstStyle/>
          <a:p>
            <a:pPr lvl="0">
              <a:lnSpc>
                <a:spcPct val="120000"/>
              </a:lnSpc>
              <a:defRPr/>
            </a:pPr>
            <a:r>
              <a:rPr lang="zh-CN" altLang="en-US" sz="1050">
                <a:solidFill>
                  <a:sysClr val="window" lastClr="FFFFFF"/>
                </a:solidFill>
                <a:latin typeface="Arial" panose="020B0604020202020204" pitchFamily="34" charset="0"/>
                <a:ea typeface="微软雅黑" panose="020B0503020204020204" charset="-122"/>
                <a:sym typeface="Arial" panose="020B0604020202020204" pitchFamily="34" charset="0"/>
              </a:rPr>
              <a:t>电子计算机是一种能快速、高效、准确地进行信息处理的数字化电子设备，它能按照人们事先编写的程序自动地对信息进行加工和处理，输出人们所需要的结果。其主要特点如下：</a:t>
            </a:r>
          </a:p>
        </p:txBody>
      </p:sp>
      <p:sp>
        <p:nvSpPr>
          <p:cNvPr id="2" name="Text Placeholder 1"/>
          <p:cNvSpPr>
            <a:spLocks noGrp="1"/>
          </p:cNvSpPr>
          <p:nvPr>
            <p:custDataLst>
              <p:tags r:id="rId10"/>
            </p:custDataLst>
          </p:nvPr>
        </p:nvSpPr>
        <p:spPr>
          <a:xfrm>
            <a:off x="4071801" y="719313"/>
            <a:ext cx="3590925" cy="492146"/>
          </a:xfrm>
          <a:prstGeom prst="rect">
            <a:avLst/>
          </a:prstGeom>
        </p:spPr>
        <p:txBody>
          <a:bodyPr vert="horz" lIns="101600" tIns="0" rIns="82550" bIns="0" rtlCol="0" anchor="b">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Arial" panose="020B0604020202020204" pitchFamily="34" charset="0"/>
                <a:ea typeface="微软雅黑" panose="020B0503020204020204" charset="-122"/>
                <a:cs typeface="+mn-ea"/>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Arial" panose="020B0604020202020204" pitchFamily="34" charset="0"/>
                <a:ea typeface="微软雅黑" panose="020B0503020204020204" charset="-122"/>
                <a:cs typeface="+mn-ea"/>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Arial" panose="020B0604020202020204" pitchFamily="34" charset="0"/>
                <a:ea typeface="微软雅黑" panose="020B0503020204020204" charset="-122"/>
                <a:cs typeface="+mn-ea"/>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Arial" panose="020B0604020202020204" pitchFamily="34" charset="0"/>
                <a:ea typeface="微软雅黑" panose="020B0503020204020204" charset="-122"/>
                <a:cs typeface="+mn-ea"/>
              </a:defRPr>
            </a:lvl9pPr>
          </a:lstStyle>
          <a:p>
            <a:pPr marL="0" indent="0" algn="ctr">
              <a:lnSpc>
                <a:spcPct val="120000"/>
              </a:lnSpc>
              <a:spcAft>
                <a:spcPts val="0"/>
              </a:spcAft>
              <a:buNone/>
            </a:pPr>
            <a:r>
              <a:rPr lang="zh-CN" altLang="en-US" sz="1800" b="1" spc="300">
                <a:solidFill>
                  <a:sysClr val="window" lastClr="FFFFFF">
                    <a:lumMod val="95000"/>
                  </a:sysClr>
                </a:solidFill>
                <a:sym typeface="Arial" panose="020B0604020202020204" pitchFamily="34" charset="0"/>
              </a:rPr>
              <a:t>电子计算机的特点</a:t>
            </a:r>
          </a:p>
        </p:txBody>
      </p:sp>
      <p:sp>
        <p:nvSpPr>
          <p:cNvPr id="26" name="Rectangle: Rounded Corners 25"/>
          <p:cNvSpPr/>
          <p:nvPr>
            <p:custDataLst>
              <p:tags r:id="rId11"/>
            </p:custDataLst>
          </p:nvPr>
        </p:nvSpPr>
        <p:spPr>
          <a:xfrm>
            <a:off x="7817964" y="1176153"/>
            <a:ext cx="791179" cy="270272"/>
          </a:xfrm>
          <a:prstGeom prst="roundRect">
            <a:avLst>
              <a:gd name="adj" fmla="val 50000"/>
            </a:avLst>
          </a:prstGeom>
          <a:solidFill>
            <a:srgbClr val="C5CFCF"/>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7" name="Rectangle: Rounded Corners 26"/>
          <p:cNvSpPr/>
          <p:nvPr>
            <p:custDataLst>
              <p:tags r:id="rId12"/>
            </p:custDataLst>
          </p:nvPr>
        </p:nvSpPr>
        <p:spPr>
          <a:xfrm>
            <a:off x="7961080" y="1530575"/>
            <a:ext cx="896903" cy="270272"/>
          </a:xfrm>
          <a:prstGeom prst="roundRect">
            <a:avLst>
              <a:gd name="adj" fmla="val 50000"/>
            </a:avLst>
          </a:prstGeom>
          <a:solidFill>
            <a:srgbClr val="1E6BC5">
              <a:lumMod val="40000"/>
              <a:lumOff val="6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34" name="TextBox 29"/>
          <p:cNvSpPr txBox="1"/>
          <p:nvPr>
            <p:custDataLst>
              <p:tags r:id="rId13"/>
            </p:custDataLst>
          </p:nvPr>
        </p:nvSpPr>
        <p:spPr>
          <a:xfrm>
            <a:off x="4545292" y="2512054"/>
            <a:ext cx="3250800" cy="271757"/>
          </a:xfrm>
          <a:prstGeom prst="rect">
            <a:avLst/>
          </a:prstGeom>
          <a:noFill/>
        </p:spPr>
        <p:txBody>
          <a:bodyPr wrap="square" rtlCol="0" anchor="t">
            <a:normAutofit/>
          </a:bodyPr>
          <a:lstStyle/>
          <a:p>
            <a:pPr lvl="0">
              <a:lnSpc>
                <a:spcPct val="120000"/>
              </a:lnSpc>
              <a:defRPr/>
            </a:pPr>
            <a:r>
              <a:rPr lang="zh-CN" altLang="en-US" sz="1050" kern="0">
                <a:solidFill>
                  <a:srgbClr val="000000">
                    <a:lumMod val="75000"/>
                    <a:lumOff val="25000"/>
                  </a:srgbClr>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运算速度快。</a:t>
            </a:r>
          </a:p>
        </p:txBody>
      </p:sp>
      <p:sp>
        <p:nvSpPr>
          <p:cNvPr id="25" name="Freeform 5"/>
          <p:cNvSpPr/>
          <p:nvPr>
            <p:custDataLst>
              <p:tags r:id="rId14"/>
            </p:custDataLst>
          </p:nvPr>
        </p:nvSpPr>
        <p:spPr bwMode="auto">
          <a:xfrm flipV="1">
            <a:off x="3794639" y="1312947"/>
            <a:ext cx="197472" cy="56574"/>
          </a:xfrm>
          <a:custGeom>
            <a:avLst/>
            <a:gdLst>
              <a:gd name="T0" fmla="*/ 194 w 242"/>
              <a:gd name="T1" fmla="*/ 98 h 98"/>
              <a:gd name="T2" fmla="*/ 48 w 242"/>
              <a:gd name="T3" fmla="*/ 98 h 98"/>
              <a:gd name="T4" fmla="*/ 0 w 242"/>
              <a:gd name="T5" fmla="*/ 50 h 98"/>
              <a:gd name="T6" fmla="*/ 0 w 242"/>
              <a:gd name="T7" fmla="*/ 48 h 98"/>
              <a:gd name="T8" fmla="*/ 48 w 242"/>
              <a:gd name="T9" fmla="*/ 0 h 98"/>
              <a:gd name="T10" fmla="*/ 194 w 242"/>
              <a:gd name="T11" fmla="*/ 0 h 98"/>
              <a:gd name="T12" fmla="*/ 242 w 242"/>
              <a:gd name="T13" fmla="*/ 48 h 98"/>
              <a:gd name="T14" fmla="*/ 242 w 242"/>
              <a:gd name="T15" fmla="*/ 50 h 98"/>
              <a:gd name="T16" fmla="*/ 194 w 242"/>
              <a:gd name="T1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2" h="98">
                <a:moveTo>
                  <a:pt x="194" y="98"/>
                </a:moveTo>
                <a:cubicBezTo>
                  <a:pt x="48" y="98"/>
                  <a:pt x="48" y="98"/>
                  <a:pt x="48" y="98"/>
                </a:cubicBezTo>
                <a:cubicBezTo>
                  <a:pt x="22" y="98"/>
                  <a:pt x="0" y="76"/>
                  <a:pt x="0" y="50"/>
                </a:cubicBezTo>
                <a:cubicBezTo>
                  <a:pt x="0" y="48"/>
                  <a:pt x="0" y="48"/>
                  <a:pt x="0" y="48"/>
                </a:cubicBezTo>
                <a:cubicBezTo>
                  <a:pt x="0" y="22"/>
                  <a:pt x="22" y="0"/>
                  <a:pt x="48" y="0"/>
                </a:cubicBezTo>
                <a:cubicBezTo>
                  <a:pt x="194" y="0"/>
                  <a:pt x="194" y="0"/>
                  <a:pt x="194" y="0"/>
                </a:cubicBezTo>
                <a:cubicBezTo>
                  <a:pt x="220" y="0"/>
                  <a:pt x="242" y="22"/>
                  <a:pt x="242" y="48"/>
                </a:cubicBezTo>
                <a:cubicBezTo>
                  <a:pt x="242" y="50"/>
                  <a:pt x="242" y="50"/>
                  <a:pt x="242" y="50"/>
                </a:cubicBezTo>
                <a:cubicBezTo>
                  <a:pt x="242" y="76"/>
                  <a:pt x="220" y="98"/>
                  <a:pt x="194" y="98"/>
                </a:cubicBezTo>
                <a:close/>
              </a:path>
            </a:pathLst>
          </a:custGeom>
          <a:solidFill>
            <a:srgbClr val="1E6BC5"/>
          </a:solidFill>
          <a:ln>
            <a:noFill/>
          </a:ln>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30" name="TextBox 29"/>
          <p:cNvSpPr txBox="1"/>
          <p:nvPr>
            <p:custDataLst>
              <p:tags r:id="rId15"/>
            </p:custDataLst>
          </p:nvPr>
        </p:nvSpPr>
        <p:spPr>
          <a:xfrm>
            <a:off x="4766748" y="2918495"/>
            <a:ext cx="3250800" cy="271757"/>
          </a:xfrm>
          <a:prstGeom prst="rect">
            <a:avLst/>
          </a:prstGeom>
          <a:noFill/>
        </p:spPr>
        <p:txBody>
          <a:bodyPr wrap="square" rtlCol="0" anchor="t">
            <a:normAutofit/>
          </a:bodyPr>
          <a:lstStyle/>
          <a:p>
            <a:pPr lvl="0">
              <a:lnSpc>
                <a:spcPct val="120000"/>
              </a:lnSpc>
              <a:defRPr/>
            </a:pPr>
            <a:r>
              <a:rPr lang="zh-CN" altLang="en-US" sz="1050" kern="0">
                <a:solidFill>
                  <a:srgbClr val="000000">
                    <a:lumMod val="75000"/>
                    <a:lumOff val="25000"/>
                  </a:srgbClr>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计算精度高。</a:t>
            </a:r>
          </a:p>
        </p:txBody>
      </p:sp>
      <p:sp>
        <p:nvSpPr>
          <p:cNvPr id="32" name="Text Placeholder 17"/>
          <p:cNvSpPr txBox="1"/>
          <p:nvPr>
            <p:custDataLst>
              <p:tags r:id="rId16"/>
            </p:custDataLst>
          </p:nvPr>
        </p:nvSpPr>
        <p:spPr>
          <a:xfrm>
            <a:off x="3931887" y="2444220"/>
            <a:ext cx="575100" cy="375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Arial" panose="020B0604020202020204" pitchFamily="34" charset="0"/>
                <a:ea typeface="微软雅黑" panose="020B0503020204020204"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Arial" panose="020B0604020202020204" pitchFamily="34" charset="0"/>
                <a:ea typeface="微软雅黑" panose="020B050302020402020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Arial" panose="020B0604020202020204" pitchFamily="34" charset="0"/>
                <a:ea typeface="微软雅黑" panose="020B0503020204020204"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9pPr>
          </a:lstStyle>
          <a:p>
            <a:pPr marL="0" marR="0" lvl="0" indent="0" algn="l" defTabSz="914400" rtl="0" eaLnBrk="1" fontAlgn="auto" latinLnBrk="0" hangingPunct="1">
              <a:lnSpc>
                <a:spcPct val="120000"/>
              </a:lnSpc>
              <a:spcBef>
                <a:spcPts val="0"/>
              </a:spcBef>
              <a:buClrTx/>
              <a:buSzTx/>
              <a:buFont typeface="Arial" panose="020B0604020202020204" pitchFamily="34" charset="0"/>
              <a:buNone/>
              <a:defRPr/>
            </a:pPr>
            <a:r>
              <a:rPr kumimoji="0" lang="en-US" sz="2100" b="1" i="1" u="none" strike="noStrike" kern="1200" cap="none" spc="0" normalizeH="0" noProof="0" dirty="0">
                <a:ln>
                  <a:noFill/>
                </a:ln>
                <a:effectLst/>
                <a:uLnTx/>
                <a:uFillTx/>
                <a:latin typeface="Arial" panose="020B0604020202020204" pitchFamily="34" charset="0"/>
                <a:ea typeface="微软雅黑" panose="020B0503020204020204" charset="-122"/>
                <a:cs typeface="Lato" panose="020F0502020204030203" pitchFamily="34" charset="0"/>
                <a:sym typeface="Arial" panose="020B0604020202020204" pitchFamily="34" charset="0"/>
              </a:rPr>
              <a:t>01</a:t>
            </a:r>
          </a:p>
        </p:txBody>
      </p:sp>
      <p:sp>
        <p:nvSpPr>
          <p:cNvPr id="33" name="Text Placeholder 17"/>
          <p:cNvSpPr txBox="1"/>
          <p:nvPr>
            <p:custDataLst>
              <p:tags r:id="rId17"/>
            </p:custDataLst>
          </p:nvPr>
        </p:nvSpPr>
        <p:spPr>
          <a:xfrm>
            <a:off x="4170012" y="2835730"/>
            <a:ext cx="575100" cy="375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Arial" panose="020B0604020202020204" pitchFamily="34" charset="0"/>
                <a:ea typeface="微软雅黑" panose="020B0503020204020204"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Arial" panose="020B0604020202020204" pitchFamily="34" charset="0"/>
                <a:ea typeface="微软雅黑" panose="020B050302020402020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Arial" panose="020B0604020202020204" pitchFamily="34" charset="0"/>
                <a:ea typeface="微软雅黑" panose="020B0503020204020204"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9pPr>
          </a:lstStyle>
          <a:p>
            <a:pPr marL="0" marR="0" lvl="0" indent="0" algn="l" defTabSz="914400" rtl="0" eaLnBrk="1" fontAlgn="auto" latinLnBrk="0" hangingPunct="1">
              <a:lnSpc>
                <a:spcPct val="120000"/>
              </a:lnSpc>
              <a:spcBef>
                <a:spcPts val="0"/>
              </a:spcBef>
              <a:buClrTx/>
              <a:buSzTx/>
              <a:buFont typeface="Arial" panose="020B0604020202020204" pitchFamily="34" charset="0"/>
              <a:buNone/>
              <a:defRPr/>
            </a:pPr>
            <a:r>
              <a:rPr kumimoji="0" lang="en-US" sz="2100" b="1" i="1" u="none" strike="noStrike" kern="1200" cap="none" spc="0" normalizeH="0" noProof="0" dirty="0">
                <a:ln>
                  <a:noFill/>
                </a:ln>
                <a:effectLst/>
                <a:uLnTx/>
                <a:uFillTx/>
                <a:latin typeface="Arial" panose="020B0604020202020204" pitchFamily="34" charset="0"/>
                <a:ea typeface="微软雅黑" panose="020B0503020204020204" charset="-122"/>
                <a:cs typeface="Lato" panose="020F0502020204030203" pitchFamily="34" charset="0"/>
                <a:sym typeface="Arial" panose="020B0604020202020204" pitchFamily="34" charset="0"/>
              </a:rPr>
              <a:t>02</a:t>
            </a:r>
          </a:p>
        </p:txBody>
      </p:sp>
      <p:sp>
        <p:nvSpPr>
          <p:cNvPr id="24" name="Freeform 6"/>
          <p:cNvSpPr/>
          <p:nvPr>
            <p:custDataLst>
              <p:tags r:id="rId18"/>
            </p:custDataLst>
          </p:nvPr>
        </p:nvSpPr>
        <p:spPr bwMode="auto">
          <a:xfrm>
            <a:off x="3226577" y="1513094"/>
            <a:ext cx="466402" cy="312987"/>
          </a:xfrm>
          <a:custGeom>
            <a:avLst/>
            <a:gdLst>
              <a:gd name="T0" fmla="*/ 109 w 157"/>
              <a:gd name="T1" fmla="*/ 97 h 97"/>
              <a:gd name="T2" fmla="*/ 48 w 157"/>
              <a:gd name="T3" fmla="*/ 97 h 97"/>
              <a:gd name="T4" fmla="*/ 0 w 157"/>
              <a:gd name="T5" fmla="*/ 49 h 97"/>
              <a:gd name="T6" fmla="*/ 0 w 157"/>
              <a:gd name="T7" fmla="*/ 48 h 97"/>
              <a:gd name="T8" fmla="*/ 48 w 157"/>
              <a:gd name="T9" fmla="*/ 0 h 97"/>
              <a:gd name="T10" fmla="*/ 109 w 157"/>
              <a:gd name="T11" fmla="*/ 0 h 97"/>
              <a:gd name="T12" fmla="*/ 157 w 157"/>
              <a:gd name="T13" fmla="*/ 48 h 97"/>
              <a:gd name="T14" fmla="*/ 157 w 157"/>
              <a:gd name="T15" fmla="*/ 49 h 97"/>
              <a:gd name="T16" fmla="*/ 109 w 157"/>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97">
                <a:moveTo>
                  <a:pt x="109" y="97"/>
                </a:moveTo>
                <a:cubicBezTo>
                  <a:pt x="48" y="97"/>
                  <a:pt x="48" y="97"/>
                  <a:pt x="48" y="97"/>
                </a:cubicBezTo>
                <a:cubicBezTo>
                  <a:pt x="21" y="97"/>
                  <a:pt x="0" y="76"/>
                  <a:pt x="0" y="49"/>
                </a:cubicBezTo>
                <a:cubicBezTo>
                  <a:pt x="0" y="48"/>
                  <a:pt x="0" y="48"/>
                  <a:pt x="0" y="48"/>
                </a:cubicBezTo>
                <a:cubicBezTo>
                  <a:pt x="0" y="21"/>
                  <a:pt x="21" y="0"/>
                  <a:pt x="48" y="0"/>
                </a:cubicBezTo>
                <a:cubicBezTo>
                  <a:pt x="109" y="0"/>
                  <a:pt x="109" y="0"/>
                  <a:pt x="109" y="0"/>
                </a:cubicBezTo>
                <a:cubicBezTo>
                  <a:pt x="136" y="0"/>
                  <a:pt x="157" y="21"/>
                  <a:pt x="157" y="48"/>
                </a:cubicBezTo>
                <a:cubicBezTo>
                  <a:pt x="157" y="49"/>
                  <a:pt x="157" y="49"/>
                  <a:pt x="157" y="49"/>
                </a:cubicBezTo>
                <a:cubicBezTo>
                  <a:pt x="157" y="76"/>
                  <a:pt x="136" y="97"/>
                  <a:pt x="109" y="97"/>
                </a:cubicBezTo>
                <a:close/>
              </a:path>
            </a:pathLst>
          </a:custGeom>
          <a:solidFill>
            <a:sysClr val="window" lastClr="FFFFFF">
              <a:lumMod val="85000"/>
            </a:sysClr>
          </a:solidFill>
          <a:ln>
            <a:noFill/>
          </a:ln>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45" name="TextBox 29"/>
          <p:cNvSpPr txBox="1"/>
          <p:nvPr>
            <p:custDataLst>
              <p:tags r:id="rId19"/>
            </p:custDataLst>
          </p:nvPr>
        </p:nvSpPr>
        <p:spPr>
          <a:xfrm>
            <a:off x="5059642" y="3316867"/>
            <a:ext cx="3250800" cy="271757"/>
          </a:xfrm>
          <a:prstGeom prst="rect">
            <a:avLst/>
          </a:prstGeom>
          <a:noFill/>
        </p:spPr>
        <p:txBody>
          <a:bodyPr wrap="square" rtlCol="0" anchor="t">
            <a:normAutofit/>
          </a:bodyPr>
          <a:lstStyle/>
          <a:p>
            <a:pPr lvl="0">
              <a:lnSpc>
                <a:spcPct val="120000"/>
              </a:lnSpc>
              <a:defRPr/>
            </a:pPr>
            <a:r>
              <a:rPr lang="zh-CN" altLang="en-US" sz="1050" kern="0">
                <a:solidFill>
                  <a:srgbClr val="000000">
                    <a:lumMod val="75000"/>
                    <a:lumOff val="25000"/>
                  </a:srgbClr>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记忆能力强。</a:t>
            </a:r>
          </a:p>
        </p:txBody>
      </p:sp>
      <p:sp>
        <p:nvSpPr>
          <p:cNvPr id="47" name="Text Placeholder 17"/>
          <p:cNvSpPr txBox="1"/>
          <p:nvPr>
            <p:custDataLst>
              <p:tags r:id="rId20"/>
            </p:custDataLst>
          </p:nvPr>
        </p:nvSpPr>
        <p:spPr>
          <a:xfrm>
            <a:off x="4455763" y="3242254"/>
            <a:ext cx="575100" cy="375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Arial" panose="020B0604020202020204" pitchFamily="34" charset="0"/>
                <a:ea typeface="微软雅黑" panose="020B0503020204020204"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Arial" panose="020B0604020202020204" pitchFamily="34" charset="0"/>
                <a:ea typeface="微软雅黑" panose="020B050302020402020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Arial" panose="020B0604020202020204" pitchFamily="34" charset="0"/>
                <a:ea typeface="微软雅黑" panose="020B0503020204020204"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9pPr>
          </a:lstStyle>
          <a:p>
            <a:pPr marL="0" marR="0" lvl="0" indent="0" algn="l" defTabSz="914400" rtl="0" eaLnBrk="1" fontAlgn="auto" latinLnBrk="0" hangingPunct="1">
              <a:lnSpc>
                <a:spcPct val="120000"/>
              </a:lnSpc>
              <a:spcBef>
                <a:spcPts val="0"/>
              </a:spcBef>
              <a:buClrTx/>
              <a:buSzTx/>
              <a:buFont typeface="Arial" panose="020B0604020202020204" pitchFamily="34" charset="0"/>
              <a:buNone/>
              <a:defRPr/>
            </a:pPr>
            <a:r>
              <a:rPr kumimoji="0" lang="en-US" sz="2100" b="1" i="1" u="none" strike="noStrike" kern="1200" cap="none" spc="0" normalizeH="0" noProof="0" dirty="0">
                <a:ln>
                  <a:noFill/>
                </a:ln>
                <a:effectLst/>
                <a:uLnTx/>
                <a:uFillTx/>
                <a:latin typeface="Arial" panose="020B0604020202020204" pitchFamily="34" charset="0"/>
                <a:ea typeface="微软雅黑" panose="020B0503020204020204" charset="-122"/>
                <a:cs typeface="Lato" panose="020F0502020204030203" pitchFamily="34" charset="0"/>
                <a:sym typeface="Arial" panose="020B0604020202020204" pitchFamily="34" charset="0"/>
              </a:rPr>
              <a:t>03</a:t>
            </a:r>
          </a:p>
        </p:txBody>
      </p:sp>
      <p:sp>
        <p:nvSpPr>
          <p:cNvPr id="48" name="Line"/>
          <p:cNvSpPr/>
          <p:nvPr>
            <p:custDataLst>
              <p:tags r:id="rId21"/>
            </p:custDataLst>
          </p:nvPr>
        </p:nvSpPr>
        <p:spPr>
          <a:xfrm flipV="1">
            <a:off x="4039529" y="2801154"/>
            <a:ext cx="3420927" cy="0"/>
          </a:xfrm>
          <a:prstGeom prst="line">
            <a:avLst/>
          </a:prstGeom>
          <a:ln w="12700">
            <a:solidFill>
              <a:sysClr val="window" lastClr="FFFFFF">
                <a:lumMod val="85000"/>
              </a:sysClr>
            </a:solidFill>
            <a:miter lim="400000"/>
          </a:ln>
        </p:spPr>
        <p:txBody>
          <a:bodyPr lIns="0" tIns="0" rIns="0" bIns="0" anchor="ctr"/>
          <a:lstStyle/>
          <a:p>
            <a:pPr>
              <a:lnSpc>
                <a:spcPct val="120000"/>
              </a:lnSpc>
              <a:defRPr sz="3200" b="0">
                <a:solidFill>
                  <a:srgbClr val="FFFFFF"/>
                </a:solidFill>
                <a:latin typeface="Arial" panose="020B0604020202020204" pitchFamily="34" charset="0"/>
                <a:ea typeface="微软雅黑" panose="020B0503020204020204" charset="-122"/>
                <a:cs typeface="+mn-ea"/>
                <a:sym typeface="Helvetica Neue Medium"/>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9" name="Line"/>
          <p:cNvSpPr/>
          <p:nvPr>
            <p:custDataLst>
              <p:tags r:id="rId22"/>
            </p:custDataLst>
          </p:nvPr>
        </p:nvSpPr>
        <p:spPr>
          <a:xfrm flipV="1">
            <a:off x="4282417" y="3210644"/>
            <a:ext cx="3585233" cy="0"/>
          </a:xfrm>
          <a:prstGeom prst="line">
            <a:avLst/>
          </a:prstGeom>
          <a:ln w="12700">
            <a:solidFill>
              <a:sysClr val="window" lastClr="FFFFFF">
                <a:lumMod val="85000"/>
              </a:sysClr>
            </a:solidFill>
            <a:miter lim="400000"/>
          </a:ln>
        </p:spPr>
        <p:txBody>
          <a:bodyPr lIns="0" tIns="0" rIns="0" bIns="0" anchor="ctr"/>
          <a:lstStyle/>
          <a:p>
            <a:pPr>
              <a:lnSpc>
                <a:spcPct val="120000"/>
              </a:lnSpc>
              <a:defRPr sz="3200" b="0">
                <a:solidFill>
                  <a:srgbClr val="FFFFFF"/>
                </a:solidFill>
                <a:latin typeface="Arial" panose="020B0604020202020204" pitchFamily="34" charset="0"/>
                <a:ea typeface="微软雅黑" panose="020B0503020204020204" charset="-122"/>
                <a:cs typeface="+mn-ea"/>
                <a:sym typeface="Helvetica Neue Medium"/>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50" name="Line"/>
          <p:cNvSpPr/>
          <p:nvPr>
            <p:custDataLst>
              <p:tags r:id="rId23"/>
            </p:custDataLst>
          </p:nvPr>
        </p:nvSpPr>
        <p:spPr>
          <a:xfrm flipV="1">
            <a:off x="4553879" y="3612065"/>
            <a:ext cx="3635240" cy="0"/>
          </a:xfrm>
          <a:prstGeom prst="line">
            <a:avLst/>
          </a:prstGeom>
          <a:ln w="12700">
            <a:solidFill>
              <a:sysClr val="window" lastClr="FFFFFF">
                <a:lumMod val="85000"/>
              </a:sysClr>
            </a:solidFill>
            <a:miter lim="400000"/>
          </a:ln>
        </p:spPr>
        <p:txBody>
          <a:bodyPr lIns="0" tIns="0" rIns="0" bIns="0" anchor="ctr"/>
          <a:lstStyle/>
          <a:p>
            <a:pPr>
              <a:lnSpc>
                <a:spcPct val="120000"/>
              </a:lnSpc>
              <a:defRPr sz="3200" b="0">
                <a:solidFill>
                  <a:srgbClr val="FFFFFF"/>
                </a:solidFill>
                <a:latin typeface="Arial" panose="020B0604020202020204" pitchFamily="34" charset="0"/>
                <a:ea typeface="微软雅黑" panose="020B0503020204020204" charset="-122"/>
                <a:cs typeface="+mn-ea"/>
                <a:sym typeface="Helvetica Neue Medium"/>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pic>
        <p:nvPicPr>
          <p:cNvPr id="29" name="图片 28"/>
          <p:cNvPicPr>
            <a:picLocks noChangeAspect="1"/>
          </p:cNvPicPr>
          <p:nvPr>
            <p:custDataLst>
              <p:tags r:id="rId24"/>
            </p:custDataLst>
          </p:nvPr>
        </p:nvPicPr>
        <p:blipFill rotWithShape="1">
          <a:blip r:embed="rId33">
            <a:extLst>
              <a:ext uri="{28A0092B-C50C-407E-A947-70E740481C1C}">
                <a14:useLocalDpi xmlns:a14="http://schemas.microsoft.com/office/drawing/2010/main" val="0"/>
              </a:ext>
            </a:extLst>
          </a:blip>
          <a:srcRect/>
          <a:stretch>
            <a:fillRect/>
          </a:stretch>
        </p:blipFill>
        <p:spPr>
          <a:xfrm>
            <a:off x="648119" y="599612"/>
            <a:ext cx="2450091" cy="3289972"/>
          </a:xfrm>
          <a:prstGeom prst="rect">
            <a:avLst/>
          </a:prstGeom>
        </p:spPr>
      </p:pic>
      <p:sp>
        <p:nvSpPr>
          <p:cNvPr id="31" name="TextBox 29"/>
          <p:cNvSpPr txBox="1"/>
          <p:nvPr>
            <p:custDataLst>
              <p:tags r:id="rId25"/>
            </p:custDataLst>
          </p:nvPr>
        </p:nvSpPr>
        <p:spPr>
          <a:xfrm>
            <a:off x="5375649" y="3713553"/>
            <a:ext cx="3250800" cy="271757"/>
          </a:xfrm>
          <a:prstGeom prst="rect">
            <a:avLst/>
          </a:prstGeom>
          <a:noFill/>
        </p:spPr>
        <p:txBody>
          <a:bodyPr wrap="square" rtlCol="0" anchor="t">
            <a:normAutofit/>
          </a:bodyPr>
          <a:lstStyle/>
          <a:p>
            <a:pPr lvl="0">
              <a:lnSpc>
                <a:spcPct val="120000"/>
              </a:lnSpc>
              <a:defRPr/>
            </a:pPr>
            <a:r>
              <a:rPr lang="zh-CN" altLang="en-US" sz="1050" kern="0">
                <a:solidFill>
                  <a:srgbClr val="000000">
                    <a:lumMod val="75000"/>
                    <a:lumOff val="25000"/>
                  </a:srgbClr>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自动化程度高。</a:t>
            </a:r>
          </a:p>
        </p:txBody>
      </p:sp>
      <p:sp>
        <p:nvSpPr>
          <p:cNvPr id="35" name="Text Placeholder 17"/>
          <p:cNvSpPr txBox="1"/>
          <p:nvPr>
            <p:custDataLst>
              <p:tags r:id="rId26"/>
            </p:custDataLst>
          </p:nvPr>
        </p:nvSpPr>
        <p:spPr>
          <a:xfrm>
            <a:off x="4771770" y="3638940"/>
            <a:ext cx="575100" cy="375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Arial" panose="020B0604020202020204" pitchFamily="34" charset="0"/>
                <a:ea typeface="微软雅黑" panose="020B0503020204020204"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Arial" panose="020B0604020202020204" pitchFamily="34" charset="0"/>
                <a:ea typeface="微软雅黑" panose="020B050302020402020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Arial" panose="020B0604020202020204" pitchFamily="34" charset="0"/>
                <a:ea typeface="微软雅黑" panose="020B0503020204020204"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9pPr>
          </a:lstStyle>
          <a:p>
            <a:pPr marL="0" marR="0" lvl="0" indent="0" algn="l" defTabSz="914400" rtl="0" eaLnBrk="1" fontAlgn="auto" latinLnBrk="0" hangingPunct="1">
              <a:lnSpc>
                <a:spcPct val="120000"/>
              </a:lnSpc>
              <a:spcBef>
                <a:spcPts val="0"/>
              </a:spcBef>
              <a:buClrTx/>
              <a:buSzTx/>
              <a:buFont typeface="Arial" panose="020B0604020202020204" pitchFamily="34" charset="0"/>
              <a:buNone/>
              <a:defRPr/>
            </a:pPr>
            <a:r>
              <a:rPr kumimoji="0" lang="en-US" sz="2100" b="1" i="1" u="none" strike="noStrike" kern="1200" cap="none" spc="0" normalizeH="0" noProof="0" dirty="0">
                <a:ln>
                  <a:noFill/>
                </a:ln>
                <a:effectLst/>
                <a:uLnTx/>
                <a:uFillTx/>
                <a:latin typeface="Arial" panose="020B0604020202020204" pitchFamily="34" charset="0"/>
                <a:ea typeface="微软雅黑" panose="020B0503020204020204" charset="-122"/>
                <a:cs typeface="Lato" panose="020F0502020204030203" pitchFamily="34" charset="0"/>
                <a:sym typeface="Arial" panose="020B0604020202020204" pitchFamily="34" charset="0"/>
              </a:rPr>
              <a:t>04</a:t>
            </a:r>
          </a:p>
        </p:txBody>
      </p:sp>
      <p:sp>
        <p:nvSpPr>
          <p:cNvPr id="36" name="Line"/>
          <p:cNvSpPr/>
          <p:nvPr>
            <p:custDataLst>
              <p:tags r:id="rId27"/>
            </p:custDataLst>
          </p:nvPr>
        </p:nvSpPr>
        <p:spPr>
          <a:xfrm flipV="1">
            <a:off x="4869887" y="4008751"/>
            <a:ext cx="3635240" cy="0"/>
          </a:xfrm>
          <a:prstGeom prst="line">
            <a:avLst/>
          </a:prstGeom>
          <a:ln w="12700">
            <a:solidFill>
              <a:sysClr val="window" lastClr="FFFFFF">
                <a:lumMod val="85000"/>
              </a:sysClr>
            </a:solidFill>
            <a:miter lim="400000"/>
          </a:ln>
        </p:spPr>
        <p:txBody>
          <a:bodyPr lIns="0" tIns="0" rIns="0" bIns="0" anchor="ctr"/>
          <a:lstStyle/>
          <a:p>
            <a:pPr>
              <a:lnSpc>
                <a:spcPct val="120000"/>
              </a:lnSpc>
              <a:defRPr sz="3200" b="0">
                <a:solidFill>
                  <a:srgbClr val="FFFFFF"/>
                </a:solidFill>
                <a:latin typeface="Arial" panose="020B0604020202020204" pitchFamily="34" charset="0"/>
                <a:ea typeface="微软雅黑" panose="020B0503020204020204" charset="-122"/>
                <a:cs typeface="+mn-ea"/>
                <a:sym typeface="Helvetica Neue Medium"/>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37" name="TextBox 29"/>
          <p:cNvSpPr txBox="1"/>
          <p:nvPr>
            <p:custDataLst>
              <p:tags r:id="rId28"/>
            </p:custDataLst>
          </p:nvPr>
        </p:nvSpPr>
        <p:spPr>
          <a:xfrm>
            <a:off x="5707796" y="4118312"/>
            <a:ext cx="3250800" cy="271757"/>
          </a:xfrm>
          <a:prstGeom prst="rect">
            <a:avLst/>
          </a:prstGeom>
          <a:noFill/>
        </p:spPr>
        <p:txBody>
          <a:bodyPr wrap="square" rtlCol="0" anchor="t">
            <a:normAutofit/>
          </a:bodyPr>
          <a:lstStyle/>
          <a:p>
            <a:pPr lvl="0">
              <a:lnSpc>
                <a:spcPct val="120000"/>
              </a:lnSpc>
              <a:defRPr/>
            </a:pPr>
            <a:r>
              <a:rPr lang="zh-CN" altLang="en-US" sz="1050" kern="0">
                <a:solidFill>
                  <a:srgbClr val="000000">
                    <a:lumMod val="75000"/>
                    <a:lumOff val="25000"/>
                  </a:srgbClr>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复杂的逻辑推理和判断功能。</a:t>
            </a:r>
          </a:p>
        </p:txBody>
      </p:sp>
      <p:sp>
        <p:nvSpPr>
          <p:cNvPr id="38" name="Text Placeholder 17"/>
          <p:cNvSpPr txBox="1"/>
          <p:nvPr>
            <p:custDataLst>
              <p:tags r:id="rId29"/>
            </p:custDataLst>
          </p:nvPr>
        </p:nvSpPr>
        <p:spPr>
          <a:xfrm>
            <a:off x="5103917" y="4043699"/>
            <a:ext cx="575100" cy="375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Arial" panose="020B0604020202020204" pitchFamily="34" charset="0"/>
                <a:ea typeface="微软雅黑" panose="020B0503020204020204"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Arial" panose="020B0604020202020204" pitchFamily="34" charset="0"/>
                <a:ea typeface="微软雅黑" panose="020B050302020402020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Arial" panose="020B0604020202020204" pitchFamily="34" charset="0"/>
                <a:ea typeface="微软雅黑" panose="020B0503020204020204"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charset="-122"/>
                <a:cs typeface="+mn-ea"/>
              </a:defRPr>
            </a:lvl9pPr>
          </a:lstStyle>
          <a:p>
            <a:pPr marL="0" marR="0" lvl="0" indent="0" algn="l" defTabSz="914400" rtl="0" eaLnBrk="1" fontAlgn="auto" latinLnBrk="0" hangingPunct="1">
              <a:lnSpc>
                <a:spcPct val="120000"/>
              </a:lnSpc>
              <a:spcBef>
                <a:spcPts val="0"/>
              </a:spcBef>
              <a:buClrTx/>
              <a:buSzTx/>
              <a:buFont typeface="Arial" panose="020B0604020202020204" pitchFamily="34" charset="0"/>
              <a:buNone/>
              <a:defRPr/>
            </a:pPr>
            <a:r>
              <a:rPr kumimoji="0" lang="en-US" sz="2100" b="1" i="1" u="none" strike="noStrike" kern="1200" cap="none" spc="0" normalizeH="0" noProof="0" dirty="0">
                <a:ln>
                  <a:noFill/>
                </a:ln>
                <a:effectLst/>
                <a:uLnTx/>
                <a:uFillTx/>
                <a:latin typeface="Arial" panose="020B0604020202020204" pitchFamily="34" charset="0"/>
                <a:ea typeface="微软雅黑" panose="020B0503020204020204" charset="-122"/>
                <a:cs typeface="Lato" panose="020F0502020204030203" pitchFamily="34" charset="0"/>
                <a:sym typeface="Arial" panose="020B0604020202020204" pitchFamily="34" charset="0"/>
              </a:rPr>
              <a:t>05</a:t>
            </a:r>
          </a:p>
        </p:txBody>
      </p:sp>
      <p:sp>
        <p:nvSpPr>
          <p:cNvPr id="39" name="Line"/>
          <p:cNvSpPr/>
          <p:nvPr>
            <p:custDataLst>
              <p:tags r:id="rId30"/>
            </p:custDataLst>
          </p:nvPr>
        </p:nvSpPr>
        <p:spPr>
          <a:xfrm flipV="1">
            <a:off x="5202034" y="4413509"/>
            <a:ext cx="3635240" cy="0"/>
          </a:xfrm>
          <a:prstGeom prst="line">
            <a:avLst/>
          </a:prstGeom>
          <a:ln w="12700">
            <a:solidFill>
              <a:sysClr val="window" lastClr="FFFFFF">
                <a:lumMod val="85000"/>
              </a:sysClr>
            </a:solidFill>
            <a:miter lim="400000"/>
          </a:ln>
        </p:spPr>
        <p:txBody>
          <a:bodyPr lIns="0" tIns="0" rIns="0" bIns="0" anchor="ctr"/>
          <a:lstStyle/>
          <a:p>
            <a:pPr>
              <a:lnSpc>
                <a:spcPct val="120000"/>
              </a:lnSpc>
              <a:defRPr sz="3200" b="0">
                <a:solidFill>
                  <a:srgbClr val="FFFFFF"/>
                </a:solidFill>
                <a:latin typeface="Arial" panose="020B0604020202020204" pitchFamily="34" charset="0"/>
                <a:ea typeface="微软雅黑" panose="020B0503020204020204" charset="-122"/>
                <a:cs typeface="+mn-ea"/>
                <a:sym typeface="Helvetica Neue Medium"/>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3" name="文本框 2"/>
          <p:cNvSpPr txBox="1"/>
          <p:nvPr/>
        </p:nvSpPr>
        <p:spPr>
          <a:xfrm>
            <a:off x="477520" y="4572635"/>
            <a:ext cx="8188960" cy="398780"/>
          </a:xfrm>
          <a:prstGeom prst="rect">
            <a:avLst/>
          </a:prstGeom>
          <a:noFill/>
        </p:spPr>
        <p:txBody>
          <a:bodyPr wrap="square" rtlCol="0" anchor="t">
            <a:spAutoFit/>
          </a:bodyPr>
          <a:lstStyle/>
          <a:p>
            <a:r>
              <a:rPr lang="zh-CN" altLang="en-US" sz="1000"/>
              <a:t>目前，电子计算机广泛应用于数学计算、信息处理、自动控制、辅助设计、辅助制造、辅助教学、人工智能和现代通信等。也就是说，电子计算机已经具有人脑的一些功能，可以代替人的一些脑力劳动，同时还可以开发人的智力，所以通常称之为“电脑”。</a:t>
            </a:r>
          </a:p>
        </p:txBody>
      </p:sp>
    </p:spTree>
    <p:custDataLst>
      <p:tags r:id="rId1"/>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平行四边形 256"/>
          <p:cNvSpPr/>
          <p:nvPr>
            <p:custDataLst>
              <p:tags r:id="rId2"/>
            </p:custDataLst>
          </p:nvPr>
        </p:nvSpPr>
        <p:spPr>
          <a:xfrm>
            <a:off x="3879533" y="0"/>
            <a:ext cx="5132070" cy="5143500"/>
          </a:xfrm>
          <a:prstGeom prst="parallelogram">
            <a:avLst>
              <a:gd name="adj" fmla="val 49944"/>
            </a:avLst>
          </a:prstGeom>
          <a:solidFill>
            <a:srgbClr val="00B0F0">
              <a:alpha val="30000"/>
            </a:srgbClr>
          </a:solidFill>
          <a:ln>
            <a:noFill/>
          </a:ln>
          <a:effectLst>
            <a:outerShdw blurRad="406400" dist="292100" algn="l" rotWithShape="0">
              <a:prstClr val="black">
                <a:alpha val="4000"/>
              </a:prstClr>
            </a:outerShdw>
          </a:effec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259" name="平行四边形 258"/>
          <p:cNvSpPr/>
          <p:nvPr>
            <p:custDataLst>
              <p:tags r:id="rId3"/>
            </p:custDataLst>
          </p:nvPr>
        </p:nvSpPr>
        <p:spPr>
          <a:xfrm>
            <a:off x="1197610" y="3729355"/>
            <a:ext cx="998855" cy="1414780"/>
          </a:xfrm>
          <a:prstGeom prst="parallelogram">
            <a:avLst>
              <a:gd name="adj" fmla="val 71296"/>
            </a:avLst>
          </a:prstGeom>
          <a:solidFill>
            <a:srgbClr val="00B0F0">
              <a:alpha val="11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260" name="平行四边形 259"/>
          <p:cNvSpPr/>
          <p:nvPr>
            <p:custDataLst>
              <p:tags r:id="rId4"/>
            </p:custDataLst>
          </p:nvPr>
        </p:nvSpPr>
        <p:spPr>
          <a:xfrm>
            <a:off x="622935" y="3729355"/>
            <a:ext cx="998855" cy="1414780"/>
          </a:xfrm>
          <a:prstGeom prst="parallelogram">
            <a:avLst>
              <a:gd name="adj" fmla="val 71296"/>
            </a:avLst>
          </a:prstGeom>
          <a:solidFill>
            <a:srgbClr val="00B0F0">
              <a:alpha val="11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261" name="平行四边形 260"/>
          <p:cNvSpPr/>
          <p:nvPr>
            <p:custDataLst>
              <p:tags r:id="rId5"/>
            </p:custDataLst>
          </p:nvPr>
        </p:nvSpPr>
        <p:spPr>
          <a:xfrm>
            <a:off x="48260" y="3729355"/>
            <a:ext cx="998855" cy="1414780"/>
          </a:xfrm>
          <a:prstGeom prst="parallelogram">
            <a:avLst>
              <a:gd name="adj" fmla="val 71296"/>
            </a:avLst>
          </a:prstGeom>
          <a:solidFill>
            <a:srgbClr val="00B0F0">
              <a:alpha val="11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3" name="任意多边形: 形状 136"/>
          <p:cNvSpPr/>
          <p:nvPr>
            <p:custDataLst>
              <p:tags r:id="rId6"/>
            </p:custDataLst>
          </p:nvPr>
        </p:nvSpPr>
        <p:spPr>
          <a:xfrm>
            <a:off x="7984490" y="116205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4" name="任意多边形: 形状 137"/>
          <p:cNvSpPr/>
          <p:nvPr>
            <p:custDataLst>
              <p:tags r:id="rId7"/>
            </p:custDataLst>
          </p:nvPr>
        </p:nvSpPr>
        <p:spPr>
          <a:xfrm>
            <a:off x="8091170" y="116205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5" name="任意多边形: 形状 138"/>
          <p:cNvSpPr/>
          <p:nvPr>
            <p:custDataLst>
              <p:tags r:id="rId8"/>
            </p:custDataLst>
          </p:nvPr>
        </p:nvSpPr>
        <p:spPr>
          <a:xfrm>
            <a:off x="8197850" y="116205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6" name="任意多边形: 形状 139"/>
          <p:cNvSpPr/>
          <p:nvPr>
            <p:custDataLst>
              <p:tags r:id="rId9"/>
            </p:custDataLst>
          </p:nvPr>
        </p:nvSpPr>
        <p:spPr>
          <a:xfrm>
            <a:off x="8305800" y="116205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7" name="任意多边形: 形状 140"/>
          <p:cNvSpPr/>
          <p:nvPr>
            <p:custDataLst>
              <p:tags r:id="rId10"/>
            </p:custDataLst>
          </p:nvPr>
        </p:nvSpPr>
        <p:spPr>
          <a:xfrm>
            <a:off x="8412480" y="116205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8" name="任意多边形: 形状 141"/>
          <p:cNvSpPr/>
          <p:nvPr>
            <p:custDataLst>
              <p:tags r:id="rId11"/>
            </p:custDataLst>
          </p:nvPr>
        </p:nvSpPr>
        <p:spPr>
          <a:xfrm>
            <a:off x="8626475"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9" name="任意多边形: 形状 142"/>
          <p:cNvSpPr/>
          <p:nvPr>
            <p:custDataLst>
              <p:tags r:id="rId12"/>
            </p:custDataLst>
          </p:nvPr>
        </p:nvSpPr>
        <p:spPr>
          <a:xfrm>
            <a:off x="8839835"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20" name="任意多边形: 形状 143"/>
          <p:cNvSpPr/>
          <p:nvPr>
            <p:custDataLst>
              <p:tags r:id="rId13"/>
            </p:custDataLst>
          </p:nvPr>
        </p:nvSpPr>
        <p:spPr>
          <a:xfrm>
            <a:off x="8519160"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21" name="任意多边形: 形状 144"/>
          <p:cNvSpPr/>
          <p:nvPr>
            <p:custDataLst>
              <p:tags r:id="rId14"/>
            </p:custDataLst>
          </p:nvPr>
        </p:nvSpPr>
        <p:spPr>
          <a:xfrm>
            <a:off x="8733155" y="116205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22" name="任意多边形: 形状 145"/>
          <p:cNvSpPr/>
          <p:nvPr>
            <p:custDataLst>
              <p:tags r:id="rId15"/>
            </p:custDataLst>
          </p:nvPr>
        </p:nvSpPr>
        <p:spPr>
          <a:xfrm>
            <a:off x="7877810" y="116205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3" name="任意多边形: 形状 147"/>
          <p:cNvSpPr/>
          <p:nvPr>
            <p:custDataLst>
              <p:tags r:id="rId16"/>
            </p:custDataLst>
          </p:nvPr>
        </p:nvSpPr>
        <p:spPr>
          <a:xfrm>
            <a:off x="7984490" y="12687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4" name="任意多边形: 形状 148"/>
          <p:cNvSpPr/>
          <p:nvPr>
            <p:custDataLst>
              <p:tags r:id="rId17"/>
            </p:custDataLst>
          </p:nvPr>
        </p:nvSpPr>
        <p:spPr>
          <a:xfrm>
            <a:off x="8091170" y="12687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5" name="任意多边形: 形状 149"/>
          <p:cNvSpPr/>
          <p:nvPr>
            <p:custDataLst>
              <p:tags r:id="rId18"/>
            </p:custDataLst>
          </p:nvPr>
        </p:nvSpPr>
        <p:spPr>
          <a:xfrm>
            <a:off x="8197850" y="12687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6" name="任意多边形: 形状 150"/>
          <p:cNvSpPr/>
          <p:nvPr>
            <p:custDataLst>
              <p:tags r:id="rId19"/>
            </p:custDataLst>
          </p:nvPr>
        </p:nvSpPr>
        <p:spPr>
          <a:xfrm>
            <a:off x="8305800" y="12687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7" name="任意多边形: 形状 151"/>
          <p:cNvSpPr/>
          <p:nvPr>
            <p:custDataLst>
              <p:tags r:id="rId20"/>
            </p:custDataLst>
          </p:nvPr>
        </p:nvSpPr>
        <p:spPr>
          <a:xfrm>
            <a:off x="8412480" y="12687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8" name="任意多边形: 形状 152"/>
          <p:cNvSpPr/>
          <p:nvPr>
            <p:custDataLst>
              <p:tags r:id="rId21"/>
            </p:custDataLst>
          </p:nvPr>
        </p:nvSpPr>
        <p:spPr>
          <a:xfrm>
            <a:off x="8626475" y="12687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9" name="任意多边形: 形状 153"/>
          <p:cNvSpPr/>
          <p:nvPr>
            <p:custDataLst>
              <p:tags r:id="rId22"/>
            </p:custDataLst>
          </p:nvPr>
        </p:nvSpPr>
        <p:spPr>
          <a:xfrm>
            <a:off x="8839835" y="12687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0" name="任意多边形: 形状 154"/>
          <p:cNvSpPr/>
          <p:nvPr>
            <p:custDataLst>
              <p:tags r:id="rId23"/>
            </p:custDataLst>
          </p:nvPr>
        </p:nvSpPr>
        <p:spPr>
          <a:xfrm>
            <a:off x="8519160" y="12687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1" name="任意多边形: 形状 155"/>
          <p:cNvSpPr/>
          <p:nvPr>
            <p:custDataLst>
              <p:tags r:id="rId24"/>
            </p:custDataLst>
          </p:nvPr>
        </p:nvSpPr>
        <p:spPr>
          <a:xfrm>
            <a:off x="8733155" y="12687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12" name="任意多边形: 形状 156"/>
          <p:cNvSpPr/>
          <p:nvPr>
            <p:custDataLst>
              <p:tags r:id="rId25"/>
            </p:custDataLst>
          </p:nvPr>
        </p:nvSpPr>
        <p:spPr>
          <a:xfrm>
            <a:off x="7877810" y="126873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3" name="任意多边形: 形状 158"/>
          <p:cNvSpPr/>
          <p:nvPr>
            <p:custDataLst>
              <p:tags r:id="rId26"/>
            </p:custDataLst>
          </p:nvPr>
        </p:nvSpPr>
        <p:spPr>
          <a:xfrm>
            <a:off x="7984490" y="137604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4" name="任意多边形: 形状 159"/>
          <p:cNvSpPr/>
          <p:nvPr>
            <p:custDataLst>
              <p:tags r:id="rId27"/>
            </p:custDataLst>
          </p:nvPr>
        </p:nvSpPr>
        <p:spPr>
          <a:xfrm>
            <a:off x="8091170" y="137604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5" name="任意多边形: 形状 160"/>
          <p:cNvSpPr/>
          <p:nvPr>
            <p:custDataLst>
              <p:tags r:id="rId28"/>
            </p:custDataLst>
          </p:nvPr>
        </p:nvSpPr>
        <p:spPr>
          <a:xfrm>
            <a:off x="8197850" y="137604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6" name="任意多边形: 形状 161"/>
          <p:cNvSpPr/>
          <p:nvPr>
            <p:custDataLst>
              <p:tags r:id="rId29"/>
            </p:custDataLst>
          </p:nvPr>
        </p:nvSpPr>
        <p:spPr>
          <a:xfrm>
            <a:off x="8305800" y="137604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7" name="任意多边形: 形状 162"/>
          <p:cNvSpPr/>
          <p:nvPr>
            <p:custDataLst>
              <p:tags r:id="rId30"/>
            </p:custDataLst>
          </p:nvPr>
        </p:nvSpPr>
        <p:spPr>
          <a:xfrm>
            <a:off x="8412480" y="137604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8" name="任意多边形: 形状 163"/>
          <p:cNvSpPr/>
          <p:nvPr>
            <p:custDataLst>
              <p:tags r:id="rId31"/>
            </p:custDataLst>
          </p:nvPr>
        </p:nvSpPr>
        <p:spPr>
          <a:xfrm>
            <a:off x="8626475" y="13760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9" name="任意多边形: 形状 164"/>
          <p:cNvSpPr/>
          <p:nvPr>
            <p:custDataLst>
              <p:tags r:id="rId32"/>
            </p:custDataLst>
          </p:nvPr>
        </p:nvSpPr>
        <p:spPr>
          <a:xfrm>
            <a:off x="8839835" y="13760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0" name="任意多边形: 形状 165"/>
          <p:cNvSpPr/>
          <p:nvPr>
            <p:custDataLst>
              <p:tags r:id="rId33"/>
            </p:custDataLst>
          </p:nvPr>
        </p:nvSpPr>
        <p:spPr>
          <a:xfrm>
            <a:off x="8519160" y="13760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1" name="任意多边形: 形状 166"/>
          <p:cNvSpPr/>
          <p:nvPr>
            <p:custDataLst>
              <p:tags r:id="rId34"/>
            </p:custDataLst>
          </p:nvPr>
        </p:nvSpPr>
        <p:spPr>
          <a:xfrm>
            <a:off x="8733155" y="137604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602" name="任意多边形: 形状 167"/>
          <p:cNvSpPr/>
          <p:nvPr>
            <p:custDataLst>
              <p:tags r:id="rId35"/>
            </p:custDataLst>
          </p:nvPr>
        </p:nvSpPr>
        <p:spPr>
          <a:xfrm>
            <a:off x="7877810" y="137604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3" name="任意多边形: 形状 169"/>
          <p:cNvSpPr/>
          <p:nvPr>
            <p:custDataLst>
              <p:tags r:id="rId36"/>
            </p:custDataLst>
          </p:nvPr>
        </p:nvSpPr>
        <p:spPr>
          <a:xfrm>
            <a:off x="7984490" y="14827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4" name="任意多边形: 形状 170"/>
          <p:cNvSpPr/>
          <p:nvPr>
            <p:custDataLst>
              <p:tags r:id="rId37"/>
            </p:custDataLst>
          </p:nvPr>
        </p:nvSpPr>
        <p:spPr>
          <a:xfrm>
            <a:off x="8091170" y="14827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5" name="任意多边形: 形状 171"/>
          <p:cNvSpPr/>
          <p:nvPr>
            <p:custDataLst>
              <p:tags r:id="rId38"/>
            </p:custDataLst>
          </p:nvPr>
        </p:nvSpPr>
        <p:spPr>
          <a:xfrm>
            <a:off x="8197850" y="148272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6" name="任意多边形: 形状 172"/>
          <p:cNvSpPr/>
          <p:nvPr>
            <p:custDataLst>
              <p:tags r:id="rId39"/>
            </p:custDataLst>
          </p:nvPr>
        </p:nvSpPr>
        <p:spPr>
          <a:xfrm>
            <a:off x="8305800" y="148272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7" name="任意多边形: 形状 173"/>
          <p:cNvSpPr/>
          <p:nvPr>
            <p:custDataLst>
              <p:tags r:id="rId40"/>
            </p:custDataLst>
          </p:nvPr>
        </p:nvSpPr>
        <p:spPr>
          <a:xfrm>
            <a:off x="8412480" y="148272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8" name="任意多边形: 形状 174"/>
          <p:cNvSpPr/>
          <p:nvPr>
            <p:custDataLst>
              <p:tags r:id="rId41"/>
            </p:custDataLst>
          </p:nvPr>
        </p:nvSpPr>
        <p:spPr>
          <a:xfrm>
            <a:off x="8626475" y="14827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9" name="任意多边形: 形状 175"/>
          <p:cNvSpPr/>
          <p:nvPr>
            <p:custDataLst>
              <p:tags r:id="rId42"/>
            </p:custDataLst>
          </p:nvPr>
        </p:nvSpPr>
        <p:spPr>
          <a:xfrm>
            <a:off x="8839835" y="14827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0" name="任意多边形: 形状 176"/>
          <p:cNvSpPr/>
          <p:nvPr>
            <p:custDataLst>
              <p:tags r:id="rId43"/>
            </p:custDataLst>
          </p:nvPr>
        </p:nvSpPr>
        <p:spPr>
          <a:xfrm>
            <a:off x="8519160" y="14827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1" name="任意多边形: 形状 177"/>
          <p:cNvSpPr/>
          <p:nvPr>
            <p:custDataLst>
              <p:tags r:id="rId44"/>
            </p:custDataLst>
          </p:nvPr>
        </p:nvSpPr>
        <p:spPr>
          <a:xfrm>
            <a:off x="8733155" y="148272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92" name="任意多边形: 形状 178"/>
          <p:cNvSpPr/>
          <p:nvPr>
            <p:custDataLst>
              <p:tags r:id="rId45"/>
            </p:custDataLst>
          </p:nvPr>
        </p:nvSpPr>
        <p:spPr>
          <a:xfrm>
            <a:off x="7877810" y="148272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3" name="任意多边形: 形状 180"/>
          <p:cNvSpPr/>
          <p:nvPr>
            <p:custDataLst>
              <p:tags r:id="rId46"/>
            </p:custDataLst>
          </p:nvPr>
        </p:nvSpPr>
        <p:spPr>
          <a:xfrm>
            <a:off x="7984490" y="15900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4" name="任意多边形: 形状 181"/>
          <p:cNvSpPr/>
          <p:nvPr>
            <p:custDataLst>
              <p:tags r:id="rId47"/>
            </p:custDataLst>
          </p:nvPr>
        </p:nvSpPr>
        <p:spPr>
          <a:xfrm>
            <a:off x="8091170" y="15900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5" name="任意多边形: 形状 182"/>
          <p:cNvSpPr/>
          <p:nvPr>
            <p:custDataLst>
              <p:tags r:id="rId48"/>
            </p:custDataLst>
          </p:nvPr>
        </p:nvSpPr>
        <p:spPr>
          <a:xfrm>
            <a:off x="8197850" y="159004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6" name="任意多边形: 形状 183"/>
          <p:cNvSpPr/>
          <p:nvPr>
            <p:custDataLst>
              <p:tags r:id="rId49"/>
            </p:custDataLst>
          </p:nvPr>
        </p:nvSpPr>
        <p:spPr>
          <a:xfrm>
            <a:off x="8305800" y="159004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7" name="任意多边形: 形状 184"/>
          <p:cNvSpPr/>
          <p:nvPr>
            <p:custDataLst>
              <p:tags r:id="rId50"/>
            </p:custDataLst>
          </p:nvPr>
        </p:nvSpPr>
        <p:spPr>
          <a:xfrm>
            <a:off x="8412480" y="159004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8" name="任意多边形: 形状 185"/>
          <p:cNvSpPr/>
          <p:nvPr>
            <p:custDataLst>
              <p:tags r:id="rId51"/>
            </p:custDataLst>
          </p:nvPr>
        </p:nvSpPr>
        <p:spPr>
          <a:xfrm>
            <a:off x="8626475" y="15900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9" name="任意多边形: 形状 186"/>
          <p:cNvSpPr/>
          <p:nvPr>
            <p:custDataLst>
              <p:tags r:id="rId52"/>
            </p:custDataLst>
          </p:nvPr>
        </p:nvSpPr>
        <p:spPr>
          <a:xfrm>
            <a:off x="8839835" y="15900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0" name="任意多边形: 形状 187"/>
          <p:cNvSpPr/>
          <p:nvPr>
            <p:custDataLst>
              <p:tags r:id="rId53"/>
            </p:custDataLst>
          </p:nvPr>
        </p:nvSpPr>
        <p:spPr>
          <a:xfrm>
            <a:off x="8519160" y="15900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1" name="任意多边形: 形状 188"/>
          <p:cNvSpPr/>
          <p:nvPr>
            <p:custDataLst>
              <p:tags r:id="rId54"/>
            </p:custDataLst>
          </p:nvPr>
        </p:nvSpPr>
        <p:spPr>
          <a:xfrm>
            <a:off x="8733155" y="159004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82" name="任意多边形: 形状 189"/>
          <p:cNvSpPr/>
          <p:nvPr>
            <p:custDataLst>
              <p:tags r:id="rId55"/>
            </p:custDataLst>
          </p:nvPr>
        </p:nvSpPr>
        <p:spPr>
          <a:xfrm>
            <a:off x="7877810" y="159004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3" name="任意多边形: 形状 191"/>
          <p:cNvSpPr/>
          <p:nvPr>
            <p:custDataLst>
              <p:tags r:id="rId56"/>
            </p:custDataLst>
          </p:nvPr>
        </p:nvSpPr>
        <p:spPr>
          <a:xfrm>
            <a:off x="7984490" y="169735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4" name="任意多边形: 形状 192"/>
          <p:cNvSpPr/>
          <p:nvPr>
            <p:custDataLst>
              <p:tags r:id="rId57"/>
            </p:custDataLst>
          </p:nvPr>
        </p:nvSpPr>
        <p:spPr>
          <a:xfrm>
            <a:off x="8091170" y="169735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5" name="任意多边形: 形状 193"/>
          <p:cNvSpPr/>
          <p:nvPr>
            <p:custDataLst>
              <p:tags r:id="rId58"/>
            </p:custDataLst>
          </p:nvPr>
        </p:nvSpPr>
        <p:spPr>
          <a:xfrm>
            <a:off x="8197850" y="169735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6" name="任意多边形: 形状 194"/>
          <p:cNvSpPr/>
          <p:nvPr>
            <p:custDataLst>
              <p:tags r:id="rId59"/>
            </p:custDataLst>
          </p:nvPr>
        </p:nvSpPr>
        <p:spPr>
          <a:xfrm>
            <a:off x="8305800" y="169735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7" name="任意多边形: 形状 195"/>
          <p:cNvSpPr/>
          <p:nvPr>
            <p:custDataLst>
              <p:tags r:id="rId60"/>
            </p:custDataLst>
          </p:nvPr>
        </p:nvSpPr>
        <p:spPr>
          <a:xfrm>
            <a:off x="8412480" y="169735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8" name="任意多边形: 形状 196"/>
          <p:cNvSpPr/>
          <p:nvPr>
            <p:custDataLst>
              <p:tags r:id="rId61"/>
            </p:custDataLst>
          </p:nvPr>
        </p:nvSpPr>
        <p:spPr>
          <a:xfrm>
            <a:off x="8626475" y="16973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9" name="任意多边形: 形状 197"/>
          <p:cNvSpPr/>
          <p:nvPr>
            <p:custDataLst>
              <p:tags r:id="rId62"/>
            </p:custDataLst>
          </p:nvPr>
        </p:nvSpPr>
        <p:spPr>
          <a:xfrm>
            <a:off x="8839835" y="16973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0" name="任意多边形: 形状 198"/>
          <p:cNvSpPr/>
          <p:nvPr>
            <p:custDataLst>
              <p:tags r:id="rId63"/>
            </p:custDataLst>
          </p:nvPr>
        </p:nvSpPr>
        <p:spPr>
          <a:xfrm>
            <a:off x="8519160" y="16973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1" name="任意多边形: 形状 199"/>
          <p:cNvSpPr/>
          <p:nvPr>
            <p:custDataLst>
              <p:tags r:id="rId64"/>
            </p:custDataLst>
          </p:nvPr>
        </p:nvSpPr>
        <p:spPr>
          <a:xfrm>
            <a:off x="8733155" y="169735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72" name="任意多边形: 形状 200"/>
          <p:cNvSpPr/>
          <p:nvPr>
            <p:custDataLst>
              <p:tags r:id="rId65"/>
            </p:custDataLst>
          </p:nvPr>
        </p:nvSpPr>
        <p:spPr>
          <a:xfrm>
            <a:off x="7877810" y="169672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3" name="任意多边形: 形状 202"/>
          <p:cNvSpPr/>
          <p:nvPr>
            <p:custDataLst>
              <p:tags r:id="rId66"/>
            </p:custDataLst>
          </p:nvPr>
        </p:nvSpPr>
        <p:spPr>
          <a:xfrm>
            <a:off x="7984490" y="180403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4" name="任意多边形: 形状 203"/>
          <p:cNvSpPr/>
          <p:nvPr>
            <p:custDataLst>
              <p:tags r:id="rId67"/>
            </p:custDataLst>
          </p:nvPr>
        </p:nvSpPr>
        <p:spPr>
          <a:xfrm>
            <a:off x="8091170" y="180403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5" name="任意多边形: 形状 204"/>
          <p:cNvSpPr/>
          <p:nvPr>
            <p:custDataLst>
              <p:tags r:id="rId68"/>
            </p:custDataLst>
          </p:nvPr>
        </p:nvSpPr>
        <p:spPr>
          <a:xfrm>
            <a:off x="8197850" y="180403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6" name="任意多边形: 形状 205"/>
          <p:cNvSpPr/>
          <p:nvPr>
            <p:custDataLst>
              <p:tags r:id="rId69"/>
            </p:custDataLst>
          </p:nvPr>
        </p:nvSpPr>
        <p:spPr>
          <a:xfrm>
            <a:off x="8305800" y="180403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7" name="任意多边形: 形状 206"/>
          <p:cNvSpPr/>
          <p:nvPr>
            <p:custDataLst>
              <p:tags r:id="rId70"/>
            </p:custDataLst>
          </p:nvPr>
        </p:nvSpPr>
        <p:spPr>
          <a:xfrm>
            <a:off x="8412480" y="180403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8" name="任意多边形: 形状 207"/>
          <p:cNvSpPr/>
          <p:nvPr>
            <p:custDataLst>
              <p:tags r:id="rId71"/>
            </p:custDataLst>
          </p:nvPr>
        </p:nvSpPr>
        <p:spPr>
          <a:xfrm>
            <a:off x="8626475" y="18040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9" name="任意多边形: 形状 208"/>
          <p:cNvSpPr/>
          <p:nvPr>
            <p:custDataLst>
              <p:tags r:id="rId72"/>
            </p:custDataLst>
          </p:nvPr>
        </p:nvSpPr>
        <p:spPr>
          <a:xfrm>
            <a:off x="8839835" y="18040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0" name="任意多边形: 形状 209"/>
          <p:cNvSpPr/>
          <p:nvPr>
            <p:custDataLst>
              <p:tags r:id="rId73"/>
            </p:custDataLst>
          </p:nvPr>
        </p:nvSpPr>
        <p:spPr>
          <a:xfrm>
            <a:off x="8519160" y="18040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1" name="任意多边形: 形状 210"/>
          <p:cNvSpPr/>
          <p:nvPr>
            <p:custDataLst>
              <p:tags r:id="rId74"/>
            </p:custDataLst>
          </p:nvPr>
        </p:nvSpPr>
        <p:spPr>
          <a:xfrm>
            <a:off x="8733155" y="180403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62" name="任意多边形: 形状 211"/>
          <p:cNvSpPr/>
          <p:nvPr>
            <p:custDataLst>
              <p:tags r:id="rId75"/>
            </p:custDataLst>
          </p:nvPr>
        </p:nvSpPr>
        <p:spPr>
          <a:xfrm>
            <a:off x="7877810" y="180403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3" name="任意多边形: 形状 213"/>
          <p:cNvSpPr/>
          <p:nvPr>
            <p:custDataLst>
              <p:tags r:id="rId76"/>
            </p:custDataLst>
          </p:nvPr>
        </p:nvSpPr>
        <p:spPr>
          <a:xfrm>
            <a:off x="7984490" y="19107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4" name="任意多边形: 形状 214"/>
          <p:cNvSpPr/>
          <p:nvPr>
            <p:custDataLst>
              <p:tags r:id="rId77"/>
            </p:custDataLst>
          </p:nvPr>
        </p:nvSpPr>
        <p:spPr>
          <a:xfrm>
            <a:off x="8091170" y="19107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5" name="任意多边形: 形状 215"/>
          <p:cNvSpPr/>
          <p:nvPr>
            <p:custDataLst>
              <p:tags r:id="rId78"/>
            </p:custDataLst>
          </p:nvPr>
        </p:nvSpPr>
        <p:spPr>
          <a:xfrm>
            <a:off x="8197850" y="19107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6" name="任意多边形: 形状 216"/>
          <p:cNvSpPr/>
          <p:nvPr>
            <p:custDataLst>
              <p:tags r:id="rId79"/>
            </p:custDataLst>
          </p:nvPr>
        </p:nvSpPr>
        <p:spPr>
          <a:xfrm>
            <a:off x="8305800" y="19107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7" name="任意多边形: 形状 217"/>
          <p:cNvSpPr/>
          <p:nvPr>
            <p:custDataLst>
              <p:tags r:id="rId80"/>
            </p:custDataLst>
          </p:nvPr>
        </p:nvSpPr>
        <p:spPr>
          <a:xfrm>
            <a:off x="8412480" y="19107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8" name="任意多边形: 形状 218"/>
          <p:cNvSpPr/>
          <p:nvPr>
            <p:custDataLst>
              <p:tags r:id="rId81"/>
            </p:custDataLst>
          </p:nvPr>
        </p:nvSpPr>
        <p:spPr>
          <a:xfrm>
            <a:off x="8626475" y="1910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9" name="任意多边形: 形状 219"/>
          <p:cNvSpPr/>
          <p:nvPr>
            <p:custDataLst>
              <p:tags r:id="rId82"/>
            </p:custDataLst>
          </p:nvPr>
        </p:nvSpPr>
        <p:spPr>
          <a:xfrm>
            <a:off x="8839835" y="1910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0" name="任意多边形: 形状 220"/>
          <p:cNvSpPr/>
          <p:nvPr>
            <p:custDataLst>
              <p:tags r:id="rId83"/>
            </p:custDataLst>
          </p:nvPr>
        </p:nvSpPr>
        <p:spPr>
          <a:xfrm>
            <a:off x="8519160" y="1910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1" name="任意多边形: 形状 221"/>
          <p:cNvSpPr/>
          <p:nvPr>
            <p:custDataLst>
              <p:tags r:id="rId84"/>
            </p:custDataLst>
          </p:nvPr>
        </p:nvSpPr>
        <p:spPr>
          <a:xfrm>
            <a:off x="8733155" y="19107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52" name="任意多边形: 形状 222"/>
          <p:cNvSpPr/>
          <p:nvPr>
            <p:custDataLst>
              <p:tags r:id="rId85"/>
            </p:custDataLst>
          </p:nvPr>
        </p:nvSpPr>
        <p:spPr>
          <a:xfrm>
            <a:off x="7877810" y="191071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3" name="任意多边形: 形状 224"/>
          <p:cNvSpPr/>
          <p:nvPr>
            <p:custDataLst>
              <p:tags r:id="rId86"/>
            </p:custDataLst>
          </p:nvPr>
        </p:nvSpPr>
        <p:spPr>
          <a:xfrm>
            <a:off x="7984490" y="20180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4" name="任意多边形: 形状 225"/>
          <p:cNvSpPr/>
          <p:nvPr>
            <p:custDataLst>
              <p:tags r:id="rId87"/>
            </p:custDataLst>
          </p:nvPr>
        </p:nvSpPr>
        <p:spPr>
          <a:xfrm>
            <a:off x="8091170" y="20180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5" name="任意多边形: 形状 226"/>
          <p:cNvSpPr/>
          <p:nvPr>
            <p:custDataLst>
              <p:tags r:id="rId88"/>
            </p:custDataLst>
          </p:nvPr>
        </p:nvSpPr>
        <p:spPr>
          <a:xfrm>
            <a:off x="8197850" y="20180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6" name="任意多边形: 形状 227"/>
          <p:cNvSpPr/>
          <p:nvPr>
            <p:custDataLst>
              <p:tags r:id="rId89"/>
            </p:custDataLst>
          </p:nvPr>
        </p:nvSpPr>
        <p:spPr>
          <a:xfrm>
            <a:off x="8305800" y="20180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7" name="任意多边形: 形状 228"/>
          <p:cNvSpPr/>
          <p:nvPr>
            <p:custDataLst>
              <p:tags r:id="rId90"/>
            </p:custDataLst>
          </p:nvPr>
        </p:nvSpPr>
        <p:spPr>
          <a:xfrm>
            <a:off x="8412480" y="20180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8" name="任意多边形: 形状 229"/>
          <p:cNvSpPr/>
          <p:nvPr>
            <p:custDataLst>
              <p:tags r:id="rId91"/>
            </p:custDataLst>
          </p:nvPr>
        </p:nvSpPr>
        <p:spPr>
          <a:xfrm>
            <a:off x="8626475" y="20180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9" name="任意多边形: 形状 230"/>
          <p:cNvSpPr/>
          <p:nvPr>
            <p:custDataLst>
              <p:tags r:id="rId92"/>
            </p:custDataLst>
          </p:nvPr>
        </p:nvSpPr>
        <p:spPr>
          <a:xfrm>
            <a:off x="8839835" y="20180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0" name="任意多边形: 形状 231"/>
          <p:cNvSpPr/>
          <p:nvPr>
            <p:custDataLst>
              <p:tags r:id="rId93"/>
            </p:custDataLst>
          </p:nvPr>
        </p:nvSpPr>
        <p:spPr>
          <a:xfrm>
            <a:off x="8519160" y="20180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1" name="任意多边形: 形状 232"/>
          <p:cNvSpPr/>
          <p:nvPr>
            <p:custDataLst>
              <p:tags r:id="rId94"/>
            </p:custDataLst>
          </p:nvPr>
        </p:nvSpPr>
        <p:spPr>
          <a:xfrm>
            <a:off x="8733155" y="20180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42" name="任意多边形: 形状 233"/>
          <p:cNvSpPr/>
          <p:nvPr>
            <p:custDataLst>
              <p:tags r:id="rId95"/>
            </p:custDataLst>
          </p:nvPr>
        </p:nvSpPr>
        <p:spPr>
          <a:xfrm>
            <a:off x="7877810" y="201739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23" name="任意多边形: 形状 235"/>
          <p:cNvSpPr/>
          <p:nvPr>
            <p:custDataLst>
              <p:tags r:id="rId96"/>
            </p:custDataLst>
          </p:nvPr>
        </p:nvSpPr>
        <p:spPr>
          <a:xfrm>
            <a:off x="7984490" y="21247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24" name="任意多边形: 形状 236"/>
          <p:cNvSpPr/>
          <p:nvPr>
            <p:custDataLst>
              <p:tags r:id="rId97"/>
            </p:custDataLst>
          </p:nvPr>
        </p:nvSpPr>
        <p:spPr>
          <a:xfrm>
            <a:off x="8091170" y="21247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25" name="任意多边形: 形状 237"/>
          <p:cNvSpPr/>
          <p:nvPr>
            <p:custDataLst>
              <p:tags r:id="rId98"/>
            </p:custDataLst>
          </p:nvPr>
        </p:nvSpPr>
        <p:spPr>
          <a:xfrm>
            <a:off x="8197850" y="21247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26" name="任意多边形: 形状 238"/>
          <p:cNvSpPr/>
          <p:nvPr>
            <p:custDataLst>
              <p:tags r:id="rId99"/>
            </p:custDataLst>
          </p:nvPr>
        </p:nvSpPr>
        <p:spPr>
          <a:xfrm>
            <a:off x="8305800" y="21247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27" name="任意多边形: 形状 239"/>
          <p:cNvSpPr/>
          <p:nvPr>
            <p:custDataLst>
              <p:tags r:id="rId100"/>
            </p:custDataLst>
          </p:nvPr>
        </p:nvSpPr>
        <p:spPr>
          <a:xfrm>
            <a:off x="8412480" y="21247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28" name="任意多边形: 形状 240"/>
          <p:cNvSpPr/>
          <p:nvPr>
            <p:custDataLst>
              <p:tags r:id="rId101"/>
            </p:custDataLst>
          </p:nvPr>
        </p:nvSpPr>
        <p:spPr>
          <a:xfrm>
            <a:off x="8626475" y="2124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29" name="任意多边形: 形状 241"/>
          <p:cNvSpPr/>
          <p:nvPr>
            <p:custDataLst>
              <p:tags r:id="rId102"/>
            </p:custDataLst>
          </p:nvPr>
        </p:nvSpPr>
        <p:spPr>
          <a:xfrm>
            <a:off x="8839835" y="2124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0" name="任意多边形: 形状 242"/>
          <p:cNvSpPr/>
          <p:nvPr>
            <p:custDataLst>
              <p:tags r:id="rId103"/>
            </p:custDataLst>
          </p:nvPr>
        </p:nvSpPr>
        <p:spPr>
          <a:xfrm>
            <a:off x="8519160" y="2124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1" name="任意多边形: 形状 243"/>
          <p:cNvSpPr/>
          <p:nvPr>
            <p:custDataLst>
              <p:tags r:id="rId104"/>
            </p:custDataLst>
          </p:nvPr>
        </p:nvSpPr>
        <p:spPr>
          <a:xfrm>
            <a:off x="8733155" y="21247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32" name="任意多边形: 形状 244"/>
          <p:cNvSpPr/>
          <p:nvPr>
            <p:custDataLst>
              <p:tags r:id="rId105"/>
            </p:custDataLst>
          </p:nvPr>
        </p:nvSpPr>
        <p:spPr>
          <a:xfrm>
            <a:off x="7877810" y="212471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10" name="矩形: 圆角 1127"/>
          <p:cNvSpPr/>
          <p:nvPr>
            <p:custDataLst>
              <p:tags r:id="rId106"/>
            </p:custDataLst>
          </p:nvPr>
        </p:nvSpPr>
        <p:spPr>
          <a:xfrm>
            <a:off x="525472" y="1530518"/>
            <a:ext cx="2551681" cy="3023800"/>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8000"/>
              </a:prstClr>
            </a:outerShdw>
          </a:effec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13" name="斜纹 512"/>
          <p:cNvSpPr/>
          <p:nvPr>
            <p:custDataLst>
              <p:tags r:id="rId107"/>
            </p:custDataLst>
          </p:nvPr>
        </p:nvSpPr>
        <p:spPr>
          <a:xfrm rot="8100000">
            <a:off x="-183048" y="407657"/>
            <a:ext cx="366095" cy="366095"/>
          </a:xfrm>
          <a:prstGeom prst="diagStripe">
            <a:avLst/>
          </a:prstGeom>
          <a:solidFill>
            <a:srgbClr val="44546A">
              <a:lumMod val="20000"/>
              <a:lumOff val="80000"/>
            </a:srgbClr>
          </a:solidFill>
          <a:ln>
            <a:noFill/>
          </a:ln>
          <a:effec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7" name="文本框 6"/>
          <p:cNvSpPr txBox="1"/>
          <p:nvPr>
            <p:custDataLst>
              <p:tags r:id="rId108"/>
            </p:custDataLst>
          </p:nvPr>
        </p:nvSpPr>
        <p:spPr>
          <a:xfrm>
            <a:off x="403622" y="369923"/>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00000"/>
              </a:lnSpc>
              <a:spcBef>
                <a:spcPts val="0"/>
              </a:spcBef>
              <a:spcAft>
                <a:spcPts val="0"/>
              </a:spcAft>
              <a:buSzPct val="100000"/>
            </a:pPr>
            <a:r>
              <a:rPr lang="zh-CN" altLang="en-US" sz="2400" b="1" spc="300" dirty="0">
                <a:solidFill>
                  <a:sysClr val="windowText" lastClr="000000">
                    <a:lumMod val="85000"/>
                    <a:lumOff val="15000"/>
                  </a:sysClr>
                </a:solidFill>
                <a:latin typeface="Arial" panose="020B0604020202020204" pitchFamily="34" charset="0"/>
                <a:sym typeface="+mn-ea"/>
              </a:rPr>
              <a:t>个人计算机系统的主要部件</a:t>
            </a:r>
          </a:p>
        </p:txBody>
      </p:sp>
      <p:sp>
        <p:nvSpPr>
          <p:cNvPr id="9" name="同心圆 262"/>
          <p:cNvSpPr/>
          <p:nvPr>
            <p:custDataLst>
              <p:tags r:id="rId109"/>
            </p:custDataLst>
          </p:nvPr>
        </p:nvSpPr>
        <p:spPr>
          <a:xfrm>
            <a:off x="599835" y="1611367"/>
            <a:ext cx="225533" cy="225533"/>
          </a:xfrm>
          <a:prstGeom prst="donut">
            <a:avLst/>
          </a:prstGeom>
          <a:ln w="25400">
            <a:solidFill>
              <a:sysClr val="window" lastClr="FFFFFF"/>
            </a:solidFill>
          </a:ln>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10" name="矩形: 圆角 1128"/>
          <p:cNvSpPr/>
          <p:nvPr>
            <p:custDataLst>
              <p:tags r:id="rId110"/>
            </p:custDataLst>
          </p:nvPr>
        </p:nvSpPr>
        <p:spPr>
          <a:xfrm>
            <a:off x="3363295" y="1530665"/>
            <a:ext cx="5131594" cy="3024697"/>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11000"/>
              </a:prstClr>
            </a:outerShdw>
          </a:effectLst>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p>
        </p:txBody>
      </p:sp>
      <p:sp>
        <p:nvSpPr>
          <p:cNvPr id="515" name="同心圆 262"/>
          <p:cNvSpPr/>
          <p:nvPr>
            <p:custDataLst>
              <p:tags r:id="rId111"/>
            </p:custDataLst>
          </p:nvPr>
        </p:nvSpPr>
        <p:spPr>
          <a:xfrm>
            <a:off x="8207929" y="4265032"/>
            <a:ext cx="225533" cy="225533"/>
          </a:xfrm>
          <a:prstGeom prst="donut">
            <a:avLst/>
          </a:prstGeom>
          <a:ln w="25400">
            <a:solidFill>
              <a:sysClr val="window" lastClr="FFFFFF"/>
            </a:solidFill>
          </a:ln>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12" name="文本框 11"/>
          <p:cNvSpPr txBox="1"/>
          <p:nvPr>
            <p:custDataLst>
              <p:tags r:id="rId112"/>
            </p:custDataLst>
          </p:nvPr>
        </p:nvSpPr>
        <p:spPr>
          <a:xfrm>
            <a:off x="707708" y="2168775"/>
            <a:ext cx="2186940" cy="1705928"/>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lvl="0" indent="0" algn="l">
              <a:lnSpc>
                <a:spcPct val="150000"/>
              </a:lnSpc>
              <a:spcBef>
                <a:spcPts val="0"/>
              </a:spcBef>
              <a:spcAft>
                <a:spcPts val="1000"/>
              </a:spcAft>
              <a:buSzPct val="100000"/>
            </a:pPr>
            <a:r>
              <a:rPr sz="1800" b="1" dirty="0">
                <a:solidFill>
                  <a:sysClr val="windowText" lastClr="000000">
                    <a:lumMod val="50000"/>
                    <a:lumOff val="50000"/>
                  </a:sysClr>
                </a:solidFill>
                <a:latin typeface="Arial" panose="020B0604020202020204" pitchFamily="34" charset="0"/>
                <a:ea typeface="微软雅黑" panose="020B0503020204020204" charset="-122"/>
              </a:rPr>
              <a:t>常见到的计算机由主机、键盘、鼠标、显示器、打印机等部分组成。</a:t>
            </a:r>
          </a:p>
        </p:txBody>
      </p:sp>
      <p:pic>
        <p:nvPicPr>
          <p:cNvPr id="6" name="图片 5"/>
          <p:cNvPicPr>
            <a:picLocks noChangeAspect="1"/>
          </p:cNvPicPr>
          <p:nvPr/>
        </p:nvPicPr>
        <p:blipFill>
          <a:blip r:embed="rId115"/>
          <a:stretch>
            <a:fillRect/>
          </a:stretch>
        </p:blipFill>
        <p:spPr>
          <a:xfrm>
            <a:off x="3500120" y="1881505"/>
            <a:ext cx="4858385" cy="227965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2"/>
            </p:custDataLst>
          </p:nvPr>
        </p:nvSpPr>
        <p:spPr>
          <a:xfrm>
            <a:off x="812882" y="0"/>
            <a:ext cx="2820993" cy="4735285"/>
          </a:xfrm>
          <a:prstGeom prst="rect">
            <a:avLst/>
          </a:prstGeom>
          <a:solidFill>
            <a:srgbClr val="4D576B">
              <a:lumMod val="60000"/>
              <a:lumOff val="40000"/>
            </a:srgbClr>
          </a:solidFill>
          <a:ln>
            <a:noFill/>
          </a:ln>
          <a:effectLst>
            <a:outerShdw blurRad="152400" dist="114300" dir="2700000" algn="tl" rotWithShape="0">
              <a:prstClr val="black">
                <a:alpha val="13000"/>
              </a:prstClr>
            </a:outerShdw>
          </a:effectLst>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pic>
        <p:nvPicPr>
          <p:cNvPr id="12" name="Изображение 8"/>
          <p:cNvPicPr>
            <a:picLocks noChangeAspect="1"/>
          </p:cNvPicPr>
          <p:nvPr>
            <p:custDataLst>
              <p:tags r:id="rId3"/>
            </p:custDataLst>
          </p:nvPr>
        </p:nvPicPr>
        <p:blipFill>
          <a:blip r:embed="rId13">
            <a:extLst>
              <a:ext uri="{28A0092B-C50C-407E-A947-70E740481C1C}">
                <a14:useLocalDpi xmlns:a14="http://schemas.microsoft.com/office/drawing/2010/main" val="0"/>
              </a:ext>
            </a:extLst>
          </a:blip>
          <a:stretch>
            <a:fillRect/>
          </a:stretch>
        </p:blipFill>
        <p:spPr>
          <a:xfrm>
            <a:off x="202446" y="909767"/>
            <a:ext cx="4041866" cy="3323965"/>
          </a:xfrm>
          <a:prstGeom prst="rect">
            <a:avLst/>
          </a:prstGeom>
        </p:spPr>
      </p:pic>
      <p:pic>
        <p:nvPicPr>
          <p:cNvPr id="8" name="图片 7"/>
          <p:cNvPicPr>
            <a:picLocks noChangeAspect="1"/>
          </p:cNvPicPr>
          <p:nvPr>
            <p:custDataLst>
              <p:tags r:id="rId4"/>
            </p:custDataLst>
          </p:nvPr>
        </p:nvPicPr>
        <p:blipFill>
          <a:blip r:embed="rId14"/>
          <a:srcRect t="8108" b="8108"/>
          <a:stretch>
            <a:fillRect/>
          </a:stretch>
        </p:blipFill>
        <p:spPr>
          <a:xfrm>
            <a:off x="356439" y="1065725"/>
            <a:ext cx="3733879" cy="2086911"/>
          </a:xfrm>
          <a:prstGeom prst="rect">
            <a:avLst/>
          </a:prstGeom>
        </p:spPr>
      </p:pic>
      <p:sp>
        <p:nvSpPr>
          <p:cNvPr id="886" name="TextBox 9"/>
          <p:cNvSpPr txBox="1"/>
          <p:nvPr>
            <p:custDataLst>
              <p:tags r:id="rId5"/>
            </p:custDataLst>
          </p:nvPr>
        </p:nvSpPr>
        <p:spPr>
          <a:xfrm>
            <a:off x="5281493" y="1416650"/>
            <a:ext cx="2180664" cy="876300"/>
          </a:xfrm>
          <a:prstGeom prst="rect">
            <a:avLst/>
          </a:prstGeom>
          <a:noFill/>
          <a:ln w="12700" cap="flat">
            <a:noFill/>
            <a:miter lim="400000"/>
          </a:ln>
          <a:effectLst/>
        </p:spPr>
        <p:txBody>
          <a:bodyPr wrap="square" lIns="34289" tIns="34289" rIns="34289" bIns="0" numCol="1" anchor="b" anchorCtr="0">
            <a:normAutofit/>
          </a:bodyPr>
          <a:lstStyle/>
          <a:p>
            <a:pPr marL="0" indent="0" algn="l">
              <a:lnSpc>
                <a:spcPct val="120000"/>
              </a:lnSpc>
              <a:spcBef>
                <a:spcPts val="0"/>
              </a:spcBef>
              <a:spcAft>
                <a:spcPts val="0"/>
              </a:spcAft>
              <a:buSzPct val="100000"/>
              <a:defRPr sz="4400" spc="300">
                <a:solidFill>
                  <a:srgbClr val="262626"/>
                </a:solidFill>
                <a:latin typeface="Arial" panose="020B0604020202020204" pitchFamily="34" charset="0"/>
                <a:ea typeface="微软雅黑" panose="020B0503020204020204" charset="-122"/>
                <a:cs typeface="+mn-ea"/>
                <a:sym typeface="Helvetica" panose="00000400000000000000"/>
              </a:defRPr>
            </a:pPr>
            <a:r>
              <a:rPr lang="zh-CN" altLang="en-US" sz="2400" b="1" dirty="0">
                <a:solidFill>
                  <a:srgbClr val="4D576B">
                    <a:lumMod val="75000"/>
                  </a:srgbClr>
                </a:solidFill>
                <a:latin typeface="Arial" panose="020B0604020202020204" pitchFamily="34" charset="0"/>
                <a:ea typeface="微软雅黑" panose="020B0503020204020204" charset="-122"/>
                <a:sym typeface="+mn-ea"/>
              </a:rPr>
              <a:t>主机</a:t>
            </a:r>
          </a:p>
        </p:txBody>
      </p:sp>
      <p:sp>
        <p:nvSpPr>
          <p:cNvPr id="887" name="TextBox 10"/>
          <p:cNvSpPr txBox="1"/>
          <p:nvPr>
            <p:custDataLst>
              <p:tags r:id="rId6"/>
            </p:custDataLst>
          </p:nvPr>
        </p:nvSpPr>
        <p:spPr>
          <a:xfrm>
            <a:off x="5281493" y="1250030"/>
            <a:ext cx="2931795" cy="165545"/>
          </a:xfrm>
          <a:prstGeom prst="rect">
            <a:avLst/>
          </a:prstGeom>
          <a:noFill/>
          <a:ln w="12700" cap="flat">
            <a:noFill/>
            <a:miter lim="400000"/>
          </a:ln>
          <a:effectLst/>
        </p:spPr>
        <p:txBody>
          <a:bodyPr wrap="square" lIns="34289" tIns="34289" rIns="34289" bIns="34289" numCol="1" anchor="b" anchorCtr="0">
            <a:normAutofit fontScale="90000" lnSpcReduction="10000"/>
          </a:bodyPr>
          <a:lstStyle>
            <a:lvl1pPr>
              <a:defRPr sz="1000" spc="600">
                <a:solidFill>
                  <a:srgbClr val="595959"/>
                </a:solidFill>
                <a:latin typeface="Arial" panose="020B0604020202020204" pitchFamily="34" charset="0"/>
                <a:ea typeface="微软雅黑" panose="020B0503020204020204" charset="-122"/>
                <a:cs typeface="+mn-ea"/>
                <a:sym typeface="Helvetica" panose="00000400000000000000"/>
              </a:defRPr>
            </a:lvl1pPr>
          </a:lstStyle>
          <a:p>
            <a:pPr algn="l"/>
            <a:r>
              <a:rPr sz="750" spc="300">
                <a:solidFill>
                  <a:srgbClr val="4D576B">
                    <a:lumMod val="75000"/>
                  </a:srgbClr>
                </a:solidFill>
                <a:latin typeface="Arial" panose="020B0604020202020204" pitchFamily="34" charset="0"/>
                <a:ea typeface="微软雅黑" panose="020B0503020204020204" charset="-122"/>
                <a:cs typeface="Arial" panose="020B0604020202020204" pitchFamily="34" charset="0"/>
              </a:rPr>
              <a:t>个人计算机系统的主要部件</a:t>
            </a:r>
          </a:p>
        </p:txBody>
      </p:sp>
      <p:sp>
        <p:nvSpPr>
          <p:cNvPr id="9" name="Rectangle 11"/>
          <p:cNvSpPr txBox="1"/>
          <p:nvPr>
            <p:custDataLst>
              <p:tags r:id="rId7"/>
            </p:custDataLst>
          </p:nvPr>
        </p:nvSpPr>
        <p:spPr>
          <a:xfrm>
            <a:off x="5281493" y="2450308"/>
            <a:ext cx="3243382" cy="1226690"/>
          </a:xfrm>
          <a:prstGeom prst="rect">
            <a:avLst/>
          </a:prstGeom>
          <a:ln w="12700">
            <a:miter lim="400000"/>
          </a:ln>
        </p:spPr>
        <p:txBody>
          <a:bodyPr wrap="square" lIns="67500" tIns="0" rIns="67500" bIns="35100">
            <a:normAutofit/>
          </a:bodyPr>
          <a:lstStyle>
            <a:lvl1pPr>
              <a:defRPr sz="1000">
                <a:solidFill>
                  <a:srgbClr val="1EAAE3"/>
                </a:solidFill>
                <a:latin typeface="Arial" panose="020B0604020202020204" pitchFamily="34" charset="0"/>
                <a:ea typeface="微软雅黑" panose="020B0503020204020204" charset="-122"/>
                <a:cs typeface="+mn-ea"/>
                <a:sym typeface="Helvetica" panose="00000400000000000000"/>
              </a:defRPr>
            </a:lvl1pPr>
          </a:lstStyle>
          <a:p>
            <a:pPr marL="0" lvl="0" indent="0" algn="l">
              <a:lnSpc>
                <a:spcPct val="120000"/>
              </a:lnSpc>
              <a:spcBef>
                <a:spcPts val="0"/>
              </a:spcBef>
              <a:spcAft>
                <a:spcPts val="0"/>
              </a:spcAft>
              <a:buSzPct val="100000"/>
              <a:defRPr sz="1200" i="1">
                <a:solidFill>
                  <a:srgbClr val="1B1E22"/>
                </a:solidFill>
                <a:latin typeface="Roboto Medium"/>
                <a:ea typeface="Roboto Medium"/>
                <a:cs typeface="Roboto Medium"/>
                <a:sym typeface="Roboto Medium"/>
              </a:defRPr>
            </a:pPr>
            <a:r>
              <a:rPr sz="1050" i="0" spc="150" dirty="0">
                <a:solidFill>
                  <a:srgbClr val="E7E6E6">
                    <a:lumMod val="50000"/>
                  </a:srgbClr>
                </a:solidFill>
                <a:latin typeface="Arial" panose="020B0604020202020204" pitchFamily="34" charset="0"/>
                <a:ea typeface="微软雅黑" panose="020B0503020204020204" charset="-122"/>
                <a:sym typeface="+mn-ea"/>
              </a:rPr>
              <a:t>主机是微机的核心部件，是安装在一个主机箱内所有部件的统一体。通常在主机箱的正面包括有电源开关、复位按钮、光盘驱动器、USB 插口等。在主机箱的背面配有电源插座，用来给主机及其他的外部设备提供电源。</a:t>
            </a:r>
          </a:p>
        </p:txBody>
      </p:sp>
      <p:sp>
        <p:nvSpPr>
          <p:cNvPr id="7" name="矩形: 圆角 5"/>
          <p:cNvSpPr/>
          <p:nvPr>
            <p:custDataLst>
              <p:tags r:id="rId8"/>
            </p:custDataLst>
          </p:nvPr>
        </p:nvSpPr>
        <p:spPr>
          <a:xfrm rot="5400000">
            <a:off x="5513549" y="3453173"/>
            <a:ext cx="83968" cy="420444"/>
          </a:xfrm>
          <a:prstGeom prst="roundRect">
            <a:avLst>
              <a:gd name="adj" fmla="val 50000"/>
            </a:avLst>
          </a:prstGeom>
          <a:solidFill>
            <a:srgbClr val="3A4150">
              <a:alpha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sp>
        <p:nvSpPr>
          <p:cNvPr id="25" name="矩形: 圆角 24"/>
          <p:cNvSpPr/>
          <p:nvPr>
            <p:custDataLst>
              <p:tags r:id="rId9"/>
            </p:custDataLst>
          </p:nvPr>
        </p:nvSpPr>
        <p:spPr>
          <a:xfrm rot="5400000">
            <a:off x="6049331" y="3453173"/>
            <a:ext cx="83968" cy="420444"/>
          </a:xfrm>
          <a:prstGeom prst="roundRect">
            <a:avLst>
              <a:gd name="adj" fmla="val 50000"/>
            </a:avLst>
          </a:prstGeom>
          <a:solidFill>
            <a:srgbClr val="3A4150">
              <a:alpha val="58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sp>
        <p:nvSpPr>
          <p:cNvPr id="26" name="矩形: 圆角 25"/>
          <p:cNvSpPr/>
          <p:nvPr>
            <p:custDataLst>
              <p:tags r:id="rId10"/>
            </p:custDataLst>
          </p:nvPr>
        </p:nvSpPr>
        <p:spPr>
          <a:xfrm rot="5400000">
            <a:off x="6585112" y="3453174"/>
            <a:ext cx="83968" cy="420444"/>
          </a:xfrm>
          <a:prstGeom prst="roundRect">
            <a:avLst>
              <a:gd name="adj" fmla="val 50000"/>
            </a:avLst>
          </a:prstGeom>
          <a:solidFill>
            <a:srgbClr val="3A4150">
              <a:alpha val="22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custDataLst>
              <p:tags r:id="rId2"/>
            </p:custDataLst>
          </p:nvPr>
        </p:nvSpPr>
        <p:spPr>
          <a:xfrm>
            <a:off x="0" y="-9622"/>
            <a:ext cx="9144000" cy="762006"/>
          </a:xfrm>
          <a:prstGeom prst="rect">
            <a:avLst/>
          </a:prstGeom>
          <a:solidFill>
            <a:srgbClr val="333333"/>
          </a:solidFill>
          <a:ln>
            <a:noFill/>
          </a:ln>
        </p:spPr>
        <p:style>
          <a:lnRef idx="2">
            <a:srgbClr val="333333">
              <a:shade val="50000"/>
            </a:srgbClr>
          </a:lnRef>
          <a:fillRef idx="1">
            <a:srgbClr val="333333"/>
          </a:fillRef>
          <a:effectRef idx="0">
            <a:srgbClr val="333333"/>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350">
              <a:solidFill>
                <a:sysClr val="windowText" lastClr="000000">
                  <a:lumMod val="50000"/>
                  <a:lumOff val="50000"/>
                </a:sysClr>
              </a:solidFill>
              <a:sym typeface="微软雅黑" panose="020B0503020204020204" charset="-122"/>
            </a:endParaRPr>
          </a:p>
        </p:txBody>
      </p:sp>
      <p:sp>
        <p:nvSpPr>
          <p:cNvPr id="13" name="文本框 12"/>
          <p:cNvSpPr txBox="1"/>
          <p:nvPr>
            <p:custDataLst>
              <p:tags r:id="rId3"/>
            </p:custDataLst>
          </p:nvPr>
        </p:nvSpPr>
        <p:spPr>
          <a:xfrm>
            <a:off x="579120" y="180975"/>
            <a:ext cx="3636645" cy="381000"/>
          </a:xfrm>
          <a:prstGeom prst="rect">
            <a:avLst/>
          </a:prstGeom>
          <a:noFill/>
        </p:spPr>
        <p:txBody>
          <a:bodyPr wrap="square" lIns="67500" tIns="35100" rIns="67500" bIns="35100" rtlCol="0" anchor="ctr" anchorCtr="0">
            <a:normAutofit/>
          </a:bodyPr>
          <a:lstStyle>
            <a:defPPr>
              <a:defRPr lang="zh-CN"/>
            </a:defPPr>
            <a:lvl1pPr>
              <a:defRPr sz="2400" spc="200">
                <a:latin typeface="微软雅黑" panose="020B0503020204020204" charset="-122"/>
                <a:ea typeface="微软雅黑" panose="020B0503020204020204" charset="-122"/>
              </a:defRPr>
            </a:lvl1pPr>
          </a:lstStyle>
          <a:p>
            <a:pPr marL="0" lvl="0" indent="0" algn="l">
              <a:lnSpc>
                <a:spcPct val="100000"/>
              </a:lnSpc>
              <a:spcBef>
                <a:spcPts val="0"/>
              </a:spcBef>
              <a:spcAft>
                <a:spcPts val="0"/>
              </a:spcAft>
              <a:buSzPct val="100000"/>
              <a:buFontTx/>
            </a:pPr>
            <a:r>
              <a:rPr lang="zh-CN" altLang="en-US" sz="1900" b="1" spc="300" dirty="0">
                <a:solidFill>
                  <a:sysClr val="window" lastClr="FFFFFF"/>
                </a:solidFill>
                <a:latin typeface="Arial" panose="020B0604020202020204" pitchFamily="34" charset="0"/>
                <a:sym typeface="+mn-ea"/>
              </a:rPr>
              <a:t>显示器</a:t>
            </a:r>
          </a:p>
        </p:txBody>
      </p:sp>
      <p:pic>
        <p:nvPicPr>
          <p:cNvPr id="16" name="图片 15"/>
          <p:cNvPicPr>
            <a:picLocks noChangeAspect="1"/>
          </p:cNvPicPr>
          <p:nvPr/>
        </p:nvPicPr>
        <p:blipFill>
          <a:blip r:embed="rId14">
            <a:clrChange>
              <a:clrFrom>
                <a:srgbClr val="FFFFFF">
                  <a:alpha val="100000"/>
                </a:srgbClr>
              </a:clrFrom>
              <a:clrTo>
                <a:srgbClr val="FFFFFF">
                  <a:alpha val="100000"/>
                  <a:alpha val="0"/>
                </a:srgbClr>
              </a:clrTo>
            </a:clrChange>
          </a:blip>
          <a:stretch>
            <a:fillRect/>
          </a:stretch>
        </p:blipFill>
        <p:spPr>
          <a:xfrm>
            <a:off x="4215765" y="1263015"/>
            <a:ext cx="4728845" cy="1623060"/>
          </a:xfrm>
          <a:prstGeom prst="rect">
            <a:avLst/>
          </a:prstGeom>
        </p:spPr>
      </p:pic>
      <p:sp>
        <p:nvSpPr>
          <p:cNvPr id="18" name="Shape 95"/>
          <p:cNvSpPr/>
          <p:nvPr>
            <p:custDataLst>
              <p:tags r:id="rId4"/>
            </p:custDataLst>
          </p:nvPr>
        </p:nvSpPr>
        <p:spPr>
          <a:xfrm>
            <a:off x="777240" y="1400810"/>
            <a:ext cx="3388360" cy="734060"/>
          </a:xfrm>
          <a:prstGeom prst="rect">
            <a:avLst/>
          </a:prstGeom>
          <a:ln w="12700">
            <a:miter lim="400000"/>
          </a:ln>
        </p:spPr>
        <p:txBody>
          <a:bodyPr wrap="square" lIns="67500" tIns="35100" rIns="67500" bIns="35100" anchor="ctr">
            <a:spAutoFit/>
          </a:bodyPr>
          <a:lstStyle>
            <a:lvl1pPr>
              <a:defRPr sz="5900"/>
            </a:lvl1pPr>
          </a:lstStyle>
          <a:p>
            <a:pPr lvl="0" algn="l">
              <a:lnSpc>
                <a:spcPct val="120000"/>
              </a:lnSpc>
              <a:defRPr/>
            </a:pPr>
            <a:r>
              <a:rPr lang="zh-CN" altLang="en-US" sz="1800" b="1" spc="300">
                <a:solidFill>
                  <a:srgbClr val="000000">
                    <a:lumMod val="75000"/>
                    <a:lumOff val="25000"/>
                  </a:srgbClr>
                </a:solidFill>
                <a:latin typeface="Arial" panose="020B0604020202020204" pitchFamily="34" charset="0"/>
                <a:ea typeface="微软雅黑" panose="020B0503020204020204" charset="-122"/>
                <a:cs typeface="Calibri" panose="020F0502020204030204"/>
                <a:sym typeface="Arial" panose="020B0604020202020204" pitchFamily="34" charset="0"/>
              </a:rPr>
              <a:t>显示器是计算机的重要输出设备之一。其作用如下：</a:t>
            </a:r>
          </a:p>
        </p:txBody>
      </p:sp>
      <p:sp>
        <p:nvSpPr>
          <p:cNvPr id="40" name="Shape"/>
          <p:cNvSpPr/>
          <p:nvPr>
            <p:custDataLst>
              <p:tags r:id="rId5"/>
            </p:custDataLst>
          </p:nvPr>
        </p:nvSpPr>
        <p:spPr>
          <a:xfrm>
            <a:off x="777258" y="2841824"/>
            <a:ext cx="419101" cy="342901"/>
          </a:xfrm>
          <a:custGeom>
            <a:avLst/>
            <a:gdLst/>
            <a:ahLst/>
            <a:cxnLst>
              <a:cxn ang="0">
                <a:pos x="wd2" y="hd2"/>
              </a:cxn>
              <a:cxn ang="5400000">
                <a:pos x="wd2" y="hd2"/>
              </a:cxn>
              <a:cxn ang="10800000">
                <a:pos x="wd2" y="hd2"/>
              </a:cxn>
              <a:cxn ang="16200000">
                <a:pos x="wd2" y="hd2"/>
              </a:cxn>
            </a:cxnLst>
            <a:rect l="0" t="0" r="r" b="b"/>
            <a:pathLst>
              <a:path w="21600" h="21600" extrusionOk="0">
                <a:moveTo>
                  <a:pt x="16691" y="20400"/>
                </a:moveTo>
                <a:cubicBezTo>
                  <a:pt x="14522" y="20400"/>
                  <a:pt x="12764" y="18251"/>
                  <a:pt x="12764" y="15600"/>
                </a:cubicBezTo>
                <a:cubicBezTo>
                  <a:pt x="12764" y="12949"/>
                  <a:pt x="14522" y="10800"/>
                  <a:pt x="16691" y="10800"/>
                </a:cubicBezTo>
                <a:cubicBezTo>
                  <a:pt x="18860" y="10800"/>
                  <a:pt x="20618" y="12949"/>
                  <a:pt x="20618" y="15600"/>
                </a:cubicBezTo>
                <a:cubicBezTo>
                  <a:pt x="20618" y="18251"/>
                  <a:pt x="18860" y="20400"/>
                  <a:pt x="16691" y="20400"/>
                </a:cubicBezTo>
                <a:moveTo>
                  <a:pt x="12762" y="3393"/>
                </a:moveTo>
                <a:lnTo>
                  <a:pt x="12781" y="3388"/>
                </a:lnTo>
                <a:cubicBezTo>
                  <a:pt x="12870" y="2164"/>
                  <a:pt x="13702" y="1200"/>
                  <a:pt x="14727" y="1200"/>
                </a:cubicBezTo>
                <a:cubicBezTo>
                  <a:pt x="15521" y="1200"/>
                  <a:pt x="16202" y="1779"/>
                  <a:pt x="16511" y="2609"/>
                </a:cubicBezTo>
                <a:lnTo>
                  <a:pt x="16509" y="2609"/>
                </a:lnTo>
                <a:lnTo>
                  <a:pt x="19162" y="10421"/>
                </a:lnTo>
                <a:cubicBezTo>
                  <a:pt x="18436" y="9902"/>
                  <a:pt x="17593" y="9600"/>
                  <a:pt x="16691" y="9600"/>
                </a:cubicBezTo>
                <a:cubicBezTo>
                  <a:pt x="15082" y="9600"/>
                  <a:pt x="13658" y="10550"/>
                  <a:pt x="12763" y="12012"/>
                </a:cubicBezTo>
                <a:cubicBezTo>
                  <a:pt x="12763" y="12012"/>
                  <a:pt x="12762" y="3393"/>
                  <a:pt x="12762" y="3393"/>
                </a:cubicBezTo>
                <a:close/>
                <a:moveTo>
                  <a:pt x="11782" y="13200"/>
                </a:moveTo>
                <a:lnTo>
                  <a:pt x="9818" y="13200"/>
                </a:lnTo>
                <a:lnTo>
                  <a:pt x="9818" y="4800"/>
                </a:lnTo>
                <a:lnTo>
                  <a:pt x="11782" y="4800"/>
                </a:lnTo>
                <a:cubicBezTo>
                  <a:pt x="11782" y="4800"/>
                  <a:pt x="11782" y="13200"/>
                  <a:pt x="11782" y="13200"/>
                </a:cubicBezTo>
                <a:close/>
                <a:moveTo>
                  <a:pt x="11782" y="15600"/>
                </a:moveTo>
                <a:lnTo>
                  <a:pt x="9818" y="15600"/>
                </a:lnTo>
                <a:lnTo>
                  <a:pt x="9818" y="14400"/>
                </a:lnTo>
                <a:lnTo>
                  <a:pt x="11782" y="14400"/>
                </a:lnTo>
                <a:cubicBezTo>
                  <a:pt x="11782" y="14400"/>
                  <a:pt x="11782" y="15600"/>
                  <a:pt x="11782" y="15600"/>
                </a:cubicBezTo>
                <a:close/>
                <a:moveTo>
                  <a:pt x="8837" y="12012"/>
                </a:moveTo>
                <a:cubicBezTo>
                  <a:pt x="7942" y="10550"/>
                  <a:pt x="6518" y="9600"/>
                  <a:pt x="4909" y="9600"/>
                </a:cubicBezTo>
                <a:cubicBezTo>
                  <a:pt x="4007" y="9600"/>
                  <a:pt x="3164" y="9902"/>
                  <a:pt x="2438" y="10421"/>
                </a:cubicBezTo>
                <a:lnTo>
                  <a:pt x="5091" y="2609"/>
                </a:lnTo>
                <a:lnTo>
                  <a:pt x="5089" y="2609"/>
                </a:lnTo>
                <a:cubicBezTo>
                  <a:pt x="5398" y="1779"/>
                  <a:pt x="6079" y="1200"/>
                  <a:pt x="6873" y="1200"/>
                </a:cubicBezTo>
                <a:cubicBezTo>
                  <a:pt x="7898" y="1200"/>
                  <a:pt x="8730" y="2164"/>
                  <a:pt x="8819" y="3388"/>
                </a:cubicBezTo>
                <a:lnTo>
                  <a:pt x="8838" y="3393"/>
                </a:lnTo>
                <a:cubicBezTo>
                  <a:pt x="8838" y="3393"/>
                  <a:pt x="8837" y="12012"/>
                  <a:pt x="8837" y="12012"/>
                </a:cubicBezTo>
                <a:close/>
                <a:moveTo>
                  <a:pt x="4909" y="20400"/>
                </a:moveTo>
                <a:cubicBezTo>
                  <a:pt x="2740" y="20400"/>
                  <a:pt x="982" y="18251"/>
                  <a:pt x="982" y="15600"/>
                </a:cubicBezTo>
                <a:cubicBezTo>
                  <a:pt x="982" y="12949"/>
                  <a:pt x="2740" y="10800"/>
                  <a:pt x="4909" y="10800"/>
                </a:cubicBezTo>
                <a:cubicBezTo>
                  <a:pt x="7078" y="10800"/>
                  <a:pt x="8836" y="12949"/>
                  <a:pt x="8836" y="15600"/>
                </a:cubicBezTo>
                <a:cubicBezTo>
                  <a:pt x="8836" y="18251"/>
                  <a:pt x="7078" y="20400"/>
                  <a:pt x="4909" y="20400"/>
                </a:cubicBezTo>
                <a:moveTo>
                  <a:pt x="21102" y="12980"/>
                </a:moveTo>
                <a:lnTo>
                  <a:pt x="17504" y="2400"/>
                </a:lnTo>
                <a:lnTo>
                  <a:pt x="17493" y="2402"/>
                </a:lnTo>
                <a:cubicBezTo>
                  <a:pt x="17088" y="1006"/>
                  <a:pt x="16009" y="0"/>
                  <a:pt x="14727" y="0"/>
                </a:cubicBezTo>
                <a:cubicBezTo>
                  <a:pt x="13101" y="0"/>
                  <a:pt x="11782" y="1612"/>
                  <a:pt x="11782" y="3600"/>
                </a:cubicBezTo>
                <a:lnTo>
                  <a:pt x="9818" y="3600"/>
                </a:lnTo>
                <a:cubicBezTo>
                  <a:pt x="9818" y="1612"/>
                  <a:pt x="8499" y="0"/>
                  <a:pt x="6873" y="0"/>
                </a:cubicBezTo>
                <a:cubicBezTo>
                  <a:pt x="5592" y="0"/>
                  <a:pt x="4512" y="1006"/>
                  <a:pt x="4107" y="2402"/>
                </a:cubicBezTo>
                <a:lnTo>
                  <a:pt x="4096" y="2400"/>
                </a:lnTo>
                <a:lnTo>
                  <a:pt x="498" y="12980"/>
                </a:lnTo>
                <a:cubicBezTo>
                  <a:pt x="182" y="13772"/>
                  <a:pt x="0" y="14659"/>
                  <a:pt x="0" y="15600"/>
                </a:cubicBezTo>
                <a:cubicBezTo>
                  <a:pt x="0" y="18914"/>
                  <a:pt x="2198" y="21600"/>
                  <a:pt x="4909" y="21600"/>
                </a:cubicBezTo>
                <a:cubicBezTo>
                  <a:pt x="7284" y="21600"/>
                  <a:pt x="9265" y="19539"/>
                  <a:pt x="9719" y="16800"/>
                </a:cubicBezTo>
                <a:lnTo>
                  <a:pt x="11881" y="16800"/>
                </a:lnTo>
                <a:cubicBezTo>
                  <a:pt x="12335" y="19539"/>
                  <a:pt x="14316" y="21600"/>
                  <a:pt x="16691" y="21600"/>
                </a:cubicBezTo>
                <a:cubicBezTo>
                  <a:pt x="19402" y="21600"/>
                  <a:pt x="21600" y="18914"/>
                  <a:pt x="21600" y="15600"/>
                </a:cubicBezTo>
                <a:cubicBezTo>
                  <a:pt x="21600" y="14659"/>
                  <a:pt x="21418" y="13772"/>
                  <a:pt x="21102" y="12980"/>
                </a:cubicBezTo>
                <a:moveTo>
                  <a:pt x="16691" y="12000"/>
                </a:moveTo>
                <a:cubicBezTo>
                  <a:pt x="15064" y="12000"/>
                  <a:pt x="13745" y="13612"/>
                  <a:pt x="13745" y="15600"/>
                </a:cubicBezTo>
                <a:cubicBezTo>
                  <a:pt x="13745" y="15932"/>
                  <a:pt x="13965" y="16200"/>
                  <a:pt x="14236" y="16200"/>
                </a:cubicBezTo>
                <a:cubicBezTo>
                  <a:pt x="14508" y="16200"/>
                  <a:pt x="14727" y="15932"/>
                  <a:pt x="14727" y="15600"/>
                </a:cubicBezTo>
                <a:cubicBezTo>
                  <a:pt x="14727" y="14275"/>
                  <a:pt x="15606" y="13200"/>
                  <a:pt x="16691" y="13200"/>
                </a:cubicBezTo>
                <a:cubicBezTo>
                  <a:pt x="16962" y="13200"/>
                  <a:pt x="17182" y="12932"/>
                  <a:pt x="17182" y="12600"/>
                </a:cubicBezTo>
                <a:cubicBezTo>
                  <a:pt x="17182" y="12268"/>
                  <a:pt x="16962" y="12000"/>
                  <a:pt x="16691" y="12000"/>
                </a:cubicBezTo>
                <a:moveTo>
                  <a:pt x="4909" y="12000"/>
                </a:moveTo>
                <a:cubicBezTo>
                  <a:pt x="3282" y="12000"/>
                  <a:pt x="1964" y="13612"/>
                  <a:pt x="1964" y="15600"/>
                </a:cubicBezTo>
                <a:cubicBezTo>
                  <a:pt x="1964" y="15932"/>
                  <a:pt x="2183" y="16200"/>
                  <a:pt x="2455" y="16200"/>
                </a:cubicBezTo>
                <a:cubicBezTo>
                  <a:pt x="2726" y="16200"/>
                  <a:pt x="2945" y="15932"/>
                  <a:pt x="2945" y="15600"/>
                </a:cubicBezTo>
                <a:cubicBezTo>
                  <a:pt x="2945" y="14275"/>
                  <a:pt x="3825" y="13200"/>
                  <a:pt x="4909" y="13200"/>
                </a:cubicBezTo>
                <a:cubicBezTo>
                  <a:pt x="5180" y="13200"/>
                  <a:pt x="5400" y="12932"/>
                  <a:pt x="5400" y="12600"/>
                </a:cubicBezTo>
                <a:cubicBezTo>
                  <a:pt x="5400" y="12268"/>
                  <a:pt x="5180" y="12000"/>
                  <a:pt x="4909" y="12000"/>
                </a:cubicBezTo>
              </a:path>
            </a:pathLst>
          </a:custGeom>
          <a:solidFill>
            <a:srgbClr val="000000">
              <a:lumMod val="75000"/>
              <a:lumOff val="25000"/>
            </a:srgbClr>
          </a:solidFill>
          <a:ln w="12700">
            <a:noFill/>
            <a:miter lim="400000"/>
          </a:ln>
        </p:spPr>
        <p:txBody>
          <a:bodyPr lIns="28575" tIns="28575" rIns="28575" bIns="28575" anchor="ctr"/>
          <a:lstStyle/>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4" name="Strategy Research…"/>
          <p:cNvSpPr txBox="1"/>
          <p:nvPr>
            <p:custDataLst>
              <p:tags r:id="rId6"/>
            </p:custDataLst>
          </p:nvPr>
        </p:nvSpPr>
        <p:spPr>
          <a:xfrm>
            <a:off x="1439545" y="2752725"/>
            <a:ext cx="3268345" cy="494030"/>
          </a:xfrm>
          <a:prstGeom prst="rect">
            <a:avLst/>
          </a:prstGeom>
          <a:ln w="12700">
            <a:miter lim="400000"/>
          </a:ln>
        </p:spPr>
        <p:txBody>
          <a:bodyPr wrap="square" lIns="67500" tIns="35100" rIns="67500" bIns="35100" anchor="ctr" anchorCtr="0">
            <a:normAutofit/>
          </a:bodyPr>
          <a:lstStyle/>
          <a:p>
            <a:pPr>
              <a:lnSpc>
                <a:spcPct val="12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cs typeface="Lato Regular"/>
                <a:sym typeface="Arial" panose="020B0604020202020204" pitchFamily="34" charset="0"/>
              </a:rPr>
              <a:t>1）在输入时，显示从键盘输入的命令或数据。</a:t>
            </a:r>
          </a:p>
        </p:txBody>
      </p:sp>
      <p:cxnSp>
        <p:nvCxnSpPr>
          <p:cNvPr id="53" name="直接连接符 52"/>
          <p:cNvCxnSpPr/>
          <p:nvPr>
            <p:custDataLst>
              <p:tags r:id="rId7"/>
            </p:custDataLst>
          </p:nvPr>
        </p:nvCxnSpPr>
        <p:spPr>
          <a:xfrm>
            <a:off x="1305358" y="2802859"/>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
        <p:nvSpPr>
          <p:cNvPr id="41" name="Shape"/>
          <p:cNvSpPr/>
          <p:nvPr>
            <p:custDataLst>
              <p:tags r:id="rId8"/>
            </p:custDataLst>
          </p:nvPr>
        </p:nvSpPr>
        <p:spPr>
          <a:xfrm>
            <a:off x="777388" y="3535101"/>
            <a:ext cx="418841" cy="419120"/>
          </a:xfrm>
          <a:custGeom>
            <a:avLst/>
            <a:gdLst/>
            <a:ahLst/>
            <a:cxnLst>
              <a:cxn ang="0">
                <a:pos x="wd2" y="hd2"/>
              </a:cxn>
              <a:cxn ang="5400000">
                <a:pos x="wd2" y="hd2"/>
              </a:cxn>
              <a:cxn ang="10800000">
                <a:pos x="wd2" y="hd2"/>
              </a:cxn>
              <a:cxn ang="16200000">
                <a:pos x="wd2" y="hd2"/>
              </a:cxn>
            </a:cxnLst>
            <a:rect l="0" t="0" r="r" b="b"/>
            <a:pathLst>
              <a:path w="21086" h="21600" extrusionOk="0">
                <a:moveTo>
                  <a:pt x="11502" y="10309"/>
                </a:moveTo>
                <a:cubicBezTo>
                  <a:pt x="11767" y="10309"/>
                  <a:pt x="11981" y="10090"/>
                  <a:pt x="11981" y="9818"/>
                </a:cubicBezTo>
                <a:cubicBezTo>
                  <a:pt x="11981" y="9547"/>
                  <a:pt x="11767" y="9327"/>
                  <a:pt x="11502" y="9327"/>
                </a:cubicBezTo>
                <a:cubicBezTo>
                  <a:pt x="11237" y="9327"/>
                  <a:pt x="11022" y="9547"/>
                  <a:pt x="11022" y="9818"/>
                </a:cubicBezTo>
                <a:cubicBezTo>
                  <a:pt x="11022" y="10090"/>
                  <a:pt x="11237" y="10309"/>
                  <a:pt x="11502" y="10309"/>
                </a:cubicBezTo>
                <a:moveTo>
                  <a:pt x="15818" y="4909"/>
                </a:moveTo>
                <a:cubicBezTo>
                  <a:pt x="16083" y="4909"/>
                  <a:pt x="16297" y="5129"/>
                  <a:pt x="16297" y="5400"/>
                </a:cubicBezTo>
                <a:cubicBezTo>
                  <a:pt x="16297" y="5672"/>
                  <a:pt x="16083" y="5891"/>
                  <a:pt x="15818" y="5891"/>
                </a:cubicBezTo>
                <a:cubicBezTo>
                  <a:pt x="15553" y="5891"/>
                  <a:pt x="15338" y="5672"/>
                  <a:pt x="15338" y="5400"/>
                </a:cubicBezTo>
                <a:cubicBezTo>
                  <a:pt x="15338" y="5129"/>
                  <a:pt x="15553" y="4909"/>
                  <a:pt x="15818" y="4909"/>
                </a:cubicBezTo>
                <a:moveTo>
                  <a:pt x="15818" y="6873"/>
                </a:moveTo>
                <a:cubicBezTo>
                  <a:pt x="16612" y="6873"/>
                  <a:pt x="17256" y="6213"/>
                  <a:pt x="17256" y="5400"/>
                </a:cubicBezTo>
                <a:cubicBezTo>
                  <a:pt x="17256" y="4587"/>
                  <a:pt x="16612" y="3928"/>
                  <a:pt x="15818" y="3928"/>
                </a:cubicBezTo>
                <a:cubicBezTo>
                  <a:pt x="15023" y="3928"/>
                  <a:pt x="14379" y="4587"/>
                  <a:pt x="14379" y="5400"/>
                </a:cubicBezTo>
                <a:cubicBezTo>
                  <a:pt x="14379" y="6213"/>
                  <a:pt x="15023" y="6873"/>
                  <a:pt x="15818" y="6873"/>
                </a:cubicBezTo>
                <a:moveTo>
                  <a:pt x="12941" y="11782"/>
                </a:moveTo>
                <a:cubicBezTo>
                  <a:pt x="13206" y="11782"/>
                  <a:pt x="13420" y="11562"/>
                  <a:pt x="13420" y="11291"/>
                </a:cubicBezTo>
                <a:cubicBezTo>
                  <a:pt x="13420" y="11020"/>
                  <a:pt x="13206" y="10800"/>
                  <a:pt x="12941" y="10800"/>
                </a:cubicBezTo>
                <a:cubicBezTo>
                  <a:pt x="12675" y="10800"/>
                  <a:pt x="12461" y="11020"/>
                  <a:pt x="12461" y="11291"/>
                </a:cubicBezTo>
                <a:cubicBezTo>
                  <a:pt x="12461" y="11562"/>
                  <a:pt x="12675" y="11782"/>
                  <a:pt x="12941" y="11782"/>
                </a:cubicBezTo>
                <a:moveTo>
                  <a:pt x="10063" y="7855"/>
                </a:moveTo>
                <a:cubicBezTo>
                  <a:pt x="9798" y="7855"/>
                  <a:pt x="9584" y="8074"/>
                  <a:pt x="9584" y="8346"/>
                </a:cubicBezTo>
                <a:cubicBezTo>
                  <a:pt x="9584" y="8617"/>
                  <a:pt x="9798" y="8836"/>
                  <a:pt x="10063" y="8836"/>
                </a:cubicBezTo>
                <a:cubicBezTo>
                  <a:pt x="10328" y="8836"/>
                  <a:pt x="10543" y="8617"/>
                  <a:pt x="10543" y="8346"/>
                </a:cubicBezTo>
                <a:cubicBezTo>
                  <a:pt x="10543" y="8074"/>
                  <a:pt x="10328" y="7855"/>
                  <a:pt x="10063" y="7855"/>
                </a:cubicBezTo>
                <a:moveTo>
                  <a:pt x="1718" y="19842"/>
                </a:moveTo>
                <a:lnTo>
                  <a:pt x="3451" y="15392"/>
                </a:lnTo>
                <a:cubicBezTo>
                  <a:pt x="3684" y="15834"/>
                  <a:pt x="3973" y="16253"/>
                  <a:pt x="4312" y="16642"/>
                </a:cubicBezTo>
                <a:cubicBezTo>
                  <a:pt x="4824" y="17230"/>
                  <a:pt x="5418" y="17711"/>
                  <a:pt x="6061" y="18068"/>
                </a:cubicBezTo>
                <a:cubicBezTo>
                  <a:pt x="6061" y="18068"/>
                  <a:pt x="1718" y="19842"/>
                  <a:pt x="1718" y="19842"/>
                </a:cubicBezTo>
                <a:close/>
                <a:moveTo>
                  <a:pt x="3717" y="12060"/>
                </a:moveTo>
                <a:lnTo>
                  <a:pt x="0" y="21600"/>
                </a:lnTo>
                <a:lnTo>
                  <a:pt x="9319" y="17795"/>
                </a:lnTo>
                <a:cubicBezTo>
                  <a:pt x="9153" y="17815"/>
                  <a:pt x="8987" y="17824"/>
                  <a:pt x="8822" y="17824"/>
                </a:cubicBezTo>
                <a:cubicBezTo>
                  <a:pt x="5971" y="17824"/>
                  <a:pt x="3389" y="15002"/>
                  <a:pt x="3717" y="12060"/>
                </a:cubicBezTo>
                <a:moveTo>
                  <a:pt x="16115" y="10657"/>
                </a:moveTo>
                <a:cubicBezTo>
                  <a:pt x="15925" y="10851"/>
                  <a:pt x="15627" y="11171"/>
                  <a:pt x="15280" y="11542"/>
                </a:cubicBezTo>
                <a:cubicBezTo>
                  <a:pt x="14662" y="12204"/>
                  <a:pt x="13712" y="13221"/>
                  <a:pt x="13147" y="13753"/>
                </a:cubicBezTo>
                <a:lnTo>
                  <a:pt x="7665" y="8141"/>
                </a:lnTo>
                <a:cubicBezTo>
                  <a:pt x="8185" y="7563"/>
                  <a:pt x="9179" y="6590"/>
                  <a:pt x="9825" y="5958"/>
                </a:cubicBezTo>
                <a:cubicBezTo>
                  <a:pt x="10188" y="5603"/>
                  <a:pt x="10500" y="5298"/>
                  <a:pt x="10690" y="5103"/>
                </a:cubicBezTo>
                <a:cubicBezTo>
                  <a:pt x="13284" y="2447"/>
                  <a:pt x="18271" y="993"/>
                  <a:pt x="20136" y="982"/>
                </a:cubicBezTo>
                <a:cubicBezTo>
                  <a:pt x="20132" y="2572"/>
                  <a:pt x="18824" y="7884"/>
                  <a:pt x="16115" y="10657"/>
                </a:cubicBezTo>
                <a:moveTo>
                  <a:pt x="12477" y="14563"/>
                </a:moveTo>
                <a:cubicBezTo>
                  <a:pt x="12127" y="15873"/>
                  <a:pt x="11665" y="17072"/>
                  <a:pt x="11154" y="18035"/>
                </a:cubicBezTo>
                <a:cubicBezTo>
                  <a:pt x="10943" y="17454"/>
                  <a:pt x="10642" y="16798"/>
                  <a:pt x="10214" y="16110"/>
                </a:cubicBezTo>
                <a:cubicBezTo>
                  <a:pt x="10035" y="15823"/>
                  <a:pt x="9728" y="15656"/>
                  <a:pt x="9405" y="15656"/>
                </a:cubicBezTo>
                <a:cubicBezTo>
                  <a:pt x="9329" y="15656"/>
                  <a:pt x="9252" y="15665"/>
                  <a:pt x="9176" y="15684"/>
                </a:cubicBezTo>
                <a:cubicBezTo>
                  <a:pt x="8990" y="15731"/>
                  <a:pt x="8799" y="15755"/>
                  <a:pt x="8610" y="15755"/>
                </a:cubicBezTo>
                <a:cubicBezTo>
                  <a:pt x="7905" y="15755"/>
                  <a:pt x="7217" y="15432"/>
                  <a:pt x="6621" y="14822"/>
                </a:cubicBezTo>
                <a:cubicBezTo>
                  <a:pt x="5861" y="14044"/>
                  <a:pt x="5561" y="13114"/>
                  <a:pt x="5779" y="12206"/>
                </a:cubicBezTo>
                <a:cubicBezTo>
                  <a:pt x="5877" y="11797"/>
                  <a:pt x="5709" y="11370"/>
                  <a:pt x="5363" y="11144"/>
                </a:cubicBezTo>
                <a:cubicBezTo>
                  <a:pt x="4690" y="10706"/>
                  <a:pt x="4050" y="10398"/>
                  <a:pt x="3482" y="10183"/>
                </a:cubicBezTo>
                <a:cubicBezTo>
                  <a:pt x="4423" y="9658"/>
                  <a:pt x="5594" y="9186"/>
                  <a:pt x="6874" y="8827"/>
                </a:cubicBezTo>
                <a:cubicBezTo>
                  <a:pt x="6900" y="8820"/>
                  <a:pt x="6921" y="8803"/>
                  <a:pt x="6946" y="8793"/>
                </a:cubicBezTo>
                <a:lnTo>
                  <a:pt x="12510" y="14490"/>
                </a:lnTo>
                <a:cubicBezTo>
                  <a:pt x="12501" y="14515"/>
                  <a:pt x="12484" y="14536"/>
                  <a:pt x="12477" y="14563"/>
                </a:cubicBezTo>
                <a:moveTo>
                  <a:pt x="20922" y="167"/>
                </a:moveTo>
                <a:cubicBezTo>
                  <a:pt x="20813" y="55"/>
                  <a:pt x="20545" y="0"/>
                  <a:pt x="20157" y="0"/>
                </a:cubicBezTo>
                <a:cubicBezTo>
                  <a:pt x="18131" y="0"/>
                  <a:pt x="12842" y="1511"/>
                  <a:pt x="10012" y="4409"/>
                </a:cubicBezTo>
                <a:cubicBezTo>
                  <a:pt x="9345" y="5092"/>
                  <a:pt x="7134" y="7175"/>
                  <a:pt x="6621" y="7880"/>
                </a:cubicBezTo>
                <a:cubicBezTo>
                  <a:pt x="4961" y="8346"/>
                  <a:pt x="2544" y="9277"/>
                  <a:pt x="1196" y="10657"/>
                </a:cubicBezTo>
                <a:cubicBezTo>
                  <a:pt x="1196" y="10657"/>
                  <a:pt x="2841" y="10663"/>
                  <a:pt x="4848" y="11972"/>
                </a:cubicBezTo>
                <a:cubicBezTo>
                  <a:pt x="4556" y="13190"/>
                  <a:pt x="4926" y="14475"/>
                  <a:pt x="5943" y="15516"/>
                </a:cubicBezTo>
                <a:cubicBezTo>
                  <a:pt x="6735" y="16327"/>
                  <a:pt x="7672" y="16737"/>
                  <a:pt x="8610" y="16737"/>
                </a:cubicBezTo>
                <a:cubicBezTo>
                  <a:pt x="8876" y="16737"/>
                  <a:pt x="9142" y="16704"/>
                  <a:pt x="9405" y="16637"/>
                </a:cubicBezTo>
                <a:cubicBezTo>
                  <a:pt x="10683" y="18692"/>
                  <a:pt x="10690" y="20376"/>
                  <a:pt x="10690" y="20376"/>
                </a:cubicBezTo>
                <a:cubicBezTo>
                  <a:pt x="12038" y="18996"/>
                  <a:pt x="12948" y="16521"/>
                  <a:pt x="13402" y="14822"/>
                </a:cubicBezTo>
                <a:cubicBezTo>
                  <a:pt x="14091" y="14297"/>
                  <a:pt x="16126" y="12034"/>
                  <a:pt x="16793" y="11351"/>
                </a:cubicBezTo>
                <a:cubicBezTo>
                  <a:pt x="20164" y="7900"/>
                  <a:pt x="21600" y="861"/>
                  <a:pt x="20922" y="167"/>
                </a:cubicBezTo>
              </a:path>
            </a:pathLst>
          </a:custGeom>
          <a:solidFill>
            <a:srgbClr val="000000">
              <a:lumMod val="75000"/>
              <a:lumOff val="25000"/>
            </a:srgbClr>
          </a:solidFill>
          <a:ln w="12700">
            <a:noFill/>
            <a:miter lim="400000"/>
          </a:ln>
        </p:spPr>
        <p:txBody>
          <a:bodyPr lIns="28575" tIns="28575" rIns="28575" bIns="28575" anchor="ctr"/>
          <a:lstStyle/>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6" name="Strategy Research…"/>
          <p:cNvSpPr txBox="1"/>
          <p:nvPr>
            <p:custDataLst>
              <p:tags r:id="rId9"/>
            </p:custDataLst>
          </p:nvPr>
        </p:nvSpPr>
        <p:spPr>
          <a:xfrm>
            <a:off x="1439545" y="3484245"/>
            <a:ext cx="5584825" cy="494030"/>
          </a:xfrm>
          <a:prstGeom prst="rect">
            <a:avLst/>
          </a:prstGeom>
          <a:ln w="12700">
            <a:miter lim="400000"/>
          </a:ln>
        </p:spPr>
        <p:txBody>
          <a:bodyPr wrap="square" lIns="67500" tIns="35100" rIns="67500" bIns="35100" anchor="ctr" anchorCtr="0">
            <a:normAutofit/>
          </a:bodyPr>
          <a:lstStyle/>
          <a:p>
            <a:pPr>
              <a:lnSpc>
                <a:spcPct val="12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cs typeface="Lato Regular"/>
                <a:sym typeface="Arial" panose="020B0604020202020204" pitchFamily="34" charset="0"/>
              </a:rPr>
              <a:t>2）在程序运行时，将机内的数据转换成比较直观的字符、图形或图像输出，以便及时观察程序执行过程中的必要信息和结果。</a:t>
            </a:r>
          </a:p>
        </p:txBody>
      </p:sp>
      <p:cxnSp>
        <p:nvCxnSpPr>
          <p:cNvPr id="55" name="直接连接符 54"/>
          <p:cNvCxnSpPr/>
          <p:nvPr>
            <p:custDataLst>
              <p:tags r:id="rId10"/>
            </p:custDataLst>
          </p:nvPr>
        </p:nvCxnSpPr>
        <p:spPr>
          <a:xfrm>
            <a:off x="1305358" y="3534245"/>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
        <p:nvSpPr>
          <p:cNvPr id="58" name="Strategy Research…"/>
          <p:cNvSpPr txBox="1"/>
          <p:nvPr>
            <p:custDataLst>
              <p:tags r:id="rId11"/>
            </p:custDataLst>
          </p:nvPr>
        </p:nvSpPr>
        <p:spPr>
          <a:xfrm>
            <a:off x="777240" y="4224973"/>
            <a:ext cx="7766685" cy="456565"/>
          </a:xfrm>
          <a:prstGeom prst="rect">
            <a:avLst/>
          </a:prstGeom>
          <a:ln w="12700">
            <a:miter lim="400000"/>
          </a:ln>
        </p:spPr>
        <p:txBody>
          <a:bodyPr wrap="square" lIns="67500" tIns="35100" rIns="67500" bIns="35100" anchor="ctr" anchorCtr="0">
            <a:spAutoFit/>
          </a:bodyPr>
          <a:lstStyle/>
          <a:p>
            <a:pPr algn="just">
              <a:lnSpc>
                <a:spcPct val="12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根据显示器的屏幕大小，可分为19英寸、22英寸、24英寸、27英寸等。按照制造显示器的器件或工作原理，显示器产品主要有两类：LCD显示器（液晶显示器）和CRT显示器（阴极射线管显示器，目前被淘汰）。如图1-2所示。</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89"/>
          <p:cNvSpPr/>
          <p:nvPr>
            <p:custDataLst>
              <p:tags r:id="rId2"/>
            </p:custDataLst>
          </p:nvPr>
        </p:nvSpPr>
        <p:spPr>
          <a:xfrm rot="5400000">
            <a:off x="4196429" y="1144855"/>
            <a:ext cx="921707" cy="134235"/>
          </a:xfrm>
          <a:prstGeom prst="rect">
            <a:avLst/>
          </a:prstGeom>
          <a:solidFill>
            <a:sysClr val="window" lastClr="FFFFFF">
              <a:lumMod val="85000"/>
            </a:sysClr>
          </a:solidFill>
          <a:ln w="12700" cap="flat">
            <a:noFill/>
            <a:miter lim="400000"/>
          </a:ln>
          <a:effectLst/>
        </p:spPr>
        <p:txBody>
          <a:bodyPr wrap="square" lIns="14287" tIns="14287" rIns="14287" bIns="14287" numCol="1" anchor="ctr">
            <a:noAutofit/>
          </a:bodyPr>
          <a:lstStyle/>
          <a:p>
            <a:pPr marL="0" marR="0" lvl="0" indent="0" algn="l" defTabSz="914400" rtl="0" eaLnBrk="1" fontAlgn="auto" latinLnBrk="0" hangingPunct="1">
              <a:lnSpc>
                <a:spcPct val="120000"/>
              </a:lnSpc>
              <a:buClrTx/>
              <a:buSzTx/>
              <a:buFontTx/>
              <a:buNone/>
              <a:defRPr/>
            </a:pPr>
            <a:endParaRPr kumimoji="0" sz="15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charset="-122"/>
              <a:cs typeface="Calibri" panose="020F0502020204030204"/>
              <a:sym typeface="Arial" panose="020B0604020202020204" pitchFamily="34" charset="0"/>
            </a:endParaRPr>
          </a:p>
        </p:txBody>
      </p:sp>
      <p:sp>
        <p:nvSpPr>
          <p:cNvPr id="5" name="Shape 90"/>
          <p:cNvSpPr/>
          <p:nvPr>
            <p:custDataLst>
              <p:tags r:id="rId3"/>
            </p:custDataLst>
          </p:nvPr>
        </p:nvSpPr>
        <p:spPr>
          <a:xfrm rot="5400000">
            <a:off x="4196429" y="2064074"/>
            <a:ext cx="921707" cy="134235"/>
          </a:xfrm>
          <a:prstGeom prst="rect">
            <a:avLst/>
          </a:prstGeom>
          <a:solidFill>
            <a:sysClr val="window" lastClr="FFFFFF">
              <a:lumMod val="75000"/>
            </a:sysClr>
          </a:solidFill>
          <a:ln w="12700" cap="flat">
            <a:noFill/>
            <a:miter lim="400000"/>
          </a:ln>
          <a:effectLst/>
        </p:spPr>
        <p:txBody>
          <a:bodyPr wrap="square" lIns="14287" tIns="14287" rIns="14287" bIns="14287" numCol="1" anchor="ctr">
            <a:noAutofit/>
          </a:bodyPr>
          <a:lstStyle/>
          <a:p>
            <a:pPr marL="0" marR="0" lvl="0" indent="0" algn="l" defTabSz="914400" rtl="0" eaLnBrk="1" fontAlgn="auto" latinLnBrk="0" hangingPunct="1">
              <a:lnSpc>
                <a:spcPct val="120000"/>
              </a:lnSpc>
              <a:buClrTx/>
              <a:buSzTx/>
              <a:buFontTx/>
              <a:buNone/>
              <a:defRPr/>
            </a:pPr>
            <a:endParaRPr kumimoji="0" sz="15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charset="-122"/>
              <a:cs typeface="Calibri" panose="020F0502020204030204"/>
              <a:sym typeface="Arial" panose="020B0604020202020204" pitchFamily="34" charset="0"/>
            </a:endParaRPr>
          </a:p>
        </p:txBody>
      </p:sp>
      <p:sp>
        <p:nvSpPr>
          <p:cNvPr id="6" name="Shape 91"/>
          <p:cNvSpPr/>
          <p:nvPr>
            <p:custDataLst>
              <p:tags r:id="rId4"/>
            </p:custDataLst>
          </p:nvPr>
        </p:nvSpPr>
        <p:spPr>
          <a:xfrm rot="5400000">
            <a:off x="4196429" y="2983293"/>
            <a:ext cx="921707" cy="134235"/>
          </a:xfrm>
          <a:prstGeom prst="rect">
            <a:avLst/>
          </a:prstGeom>
          <a:solidFill>
            <a:sysClr val="window" lastClr="FFFFFF">
              <a:lumMod val="65000"/>
            </a:sysClr>
          </a:solidFill>
          <a:ln w="12700" cap="flat">
            <a:noFill/>
            <a:miter lim="400000"/>
          </a:ln>
          <a:effectLst/>
        </p:spPr>
        <p:txBody>
          <a:bodyPr wrap="square" lIns="14287" tIns="14287" rIns="14287" bIns="14287" numCol="1" anchor="ctr">
            <a:noAutofit/>
          </a:bodyPr>
          <a:lstStyle/>
          <a:p>
            <a:pPr marL="0" marR="0" lvl="0" indent="0" algn="l" defTabSz="914400" rtl="0" eaLnBrk="1" fontAlgn="auto" latinLnBrk="0" hangingPunct="1">
              <a:lnSpc>
                <a:spcPct val="120000"/>
              </a:lnSpc>
              <a:buClrTx/>
              <a:buSzTx/>
              <a:buFontTx/>
              <a:buNone/>
              <a:defRPr/>
            </a:pPr>
            <a:endParaRPr kumimoji="0" sz="15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charset="-122"/>
              <a:cs typeface="Calibri" panose="020F0502020204030204"/>
              <a:sym typeface="Arial" panose="020B0604020202020204" pitchFamily="34" charset="0"/>
            </a:endParaRPr>
          </a:p>
        </p:txBody>
      </p:sp>
      <p:sp>
        <p:nvSpPr>
          <p:cNvPr id="7" name="Shape 92"/>
          <p:cNvSpPr/>
          <p:nvPr>
            <p:custDataLst>
              <p:tags r:id="rId5"/>
            </p:custDataLst>
          </p:nvPr>
        </p:nvSpPr>
        <p:spPr>
          <a:xfrm rot="5400000">
            <a:off x="4196429" y="3902512"/>
            <a:ext cx="921707" cy="134235"/>
          </a:xfrm>
          <a:prstGeom prst="rect">
            <a:avLst/>
          </a:prstGeom>
          <a:solidFill>
            <a:sysClr val="window" lastClr="FFFFFF">
              <a:lumMod val="50000"/>
            </a:sysClr>
          </a:solidFill>
          <a:ln w="12700" cap="flat">
            <a:noFill/>
            <a:miter lim="400000"/>
          </a:ln>
          <a:effectLst/>
        </p:spPr>
        <p:txBody>
          <a:bodyPr wrap="square" lIns="14287" tIns="14287" rIns="14287" bIns="14287" numCol="1" anchor="ctr">
            <a:noAutofit/>
          </a:bodyPr>
          <a:lstStyle/>
          <a:p>
            <a:pPr marL="0" marR="0" lvl="0" indent="0" algn="l" defTabSz="914400" rtl="0" eaLnBrk="1" fontAlgn="auto" latinLnBrk="0" hangingPunct="1">
              <a:lnSpc>
                <a:spcPct val="120000"/>
              </a:lnSpc>
              <a:buClrTx/>
              <a:buSzTx/>
              <a:buFontTx/>
              <a:buNone/>
              <a:defRPr/>
            </a:pPr>
            <a:endParaRPr kumimoji="0" sz="15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charset="-122"/>
              <a:cs typeface="Calibri" panose="020F0502020204030204"/>
              <a:sym typeface="Arial" panose="020B0604020202020204" pitchFamily="34" charset="0"/>
            </a:endParaRPr>
          </a:p>
        </p:txBody>
      </p:sp>
      <p:sp>
        <p:nvSpPr>
          <p:cNvPr id="19" name="Shape 89"/>
          <p:cNvSpPr/>
          <p:nvPr>
            <p:custDataLst>
              <p:tags r:id="rId6"/>
            </p:custDataLst>
          </p:nvPr>
        </p:nvSpPr>
        <p:spPr>
          <a:xfrm rot="5400000">
            <a:off x="-276860" y="276860"/>
            <a:ext cx="5143500" cy="4590415"/>
          </a:xfrm>
          <a:prstGeom prst="rect">
            <a:avLst/>
          </a:prstGeom>
          <a:solidFill>
            <a:srgbClr val="000000">
              <a:lumMod val="75000"/>
              <a:lumOff val="25000"/>
            </a:srgbClr>
          </a:solidFill>
          <a:ln w="12700" cap="flat">
            <a:noFill/>
            <a:miter lim="400000"/>
          </a:ln>
          <a:effectLst/>
        </p:spPr>
        <p:txBody>
          <a:bodyPr wrap="square" lIns="14287" tIns="14287" rIns="14287" bIns="14287" numCol="1" anchor="ctr">
            <a:noAutofit/>
          </a:bodyPr>
          <a:lstStyle/>
          <a:p>
            <a:pPr marL="0" marR="0" lvl="0" indent="0" algn="l" defTabSz="914400" rtl="0" eaLnBrk="1" fontAlgn="auto" latinLnBrk="0" hangingPunct="1">
              <a:lnSpc>
                <a:spcPct val="120000"/>
              </a:lnSpc>
              <a:buClrTx/>
              <a:buSzTx/>
              <a:buFontTx/>
              <a:buNone/>
              <a:defRPr/>
            </a:pPr>
            <a:endParaRPr kumimoji="0" sz="15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charset="-122"/>
              <a:cs typeface="Calibri" panose="020F0502020204030204"/>
              <a:sym typeface="Arial" panose="020B0604020202020204" pitchFamily="34" charset="0"/>
            </a:endParaRPr>
          </a:p>
        </p:txBody>
      </p:sp>
      <p:sp>
        <p:nvSpPr>
          <p:cNvPr id="9" name="Shape 95"/>
          <p:cNvSpPr/>
          <p:nvPr>
            <p:custDataLst>
              <p:tags r:id="rId7"/>
            </p:custDataLst>
          </p:nvPr>
        </p:nvSpPr>
        <p:spPr>
          <a:xfrm>
            <a:off x="5425458" y="1670345"/>
            <a:ext cx="3106712" cy="494078"/>
          </a:xfrm>
          <a:prstGeom prst="rect">
            <a:avLst/>
          </a:prstGeom>
          <a:ln w="12700">
            <a:miter lim="400000"/>
          </a:ln>
        </p:spPr>
        <p:txBody>
          <a:bodyPr wrap="square" lIns="67500" tIns="35100" rIns="67500" bIns="35100" anchor="ctr">
            <a:normAutofit/>
          </a:bodyPr>
          <a:lstStyle>
            <a:lvl1pPr>
              <a:defRPr sz="5900"/>
            </a:lvl1pPr>
          </a:lstStyle>
          <a:p>
            <a:pPr lvl="0" algn="ctr">
              <a:lnSpc>
                <a:spcPct val="120000"/>
              </a:lnSpc>
              <a:defRPr/>
            </a:pPr>
            <a:r>
              <a:rPr lang="zh-CN" altLang="en-US" sz="2000" b="1" spc="300">
                <a:solidFill>
                  <a:srgbClr val="000000">
                    <a:lumMod val="75000"/>
                    <a:lumOff val="25000"/>
                  </a:srgbClr>
                </a:solidFill>
                <a:latin typeface="Arial" panose="020B0604020202020204" pitchFamily="34" charset="0"/>
                <a:ea typeface="微软雅黑" panose="020B0503020204020204" charset="-122"/>
                <a:cs typeface="Calibri" panose="020F0502020204030204"/>
                <a:sym typeface="Arial" panose="020B0604020202020204" pitchFamily="34" charset="0"/>
              </a:rPr>
              <a:t>键盘</a:t>
            </a:r>
          </a:p>
        </p:txBody>
      </p:sp>
      <p:sp>
        <p:nvSpPr>
          <p:cNvPr id="58" name="Strategy Research…"/>
          <p:cNvSpPr txBox="1"/>
          <p:nvPr>
            <p:custDataLst>
              <p:tags r:id="rId8"/>
            </p:custDataLst>
          </p:nvPr>
        </p:nvSpPr>
        <p:spPr>
          <a:xfrm>
            <a:off x="5425458" y="2208597"/>
            <a:ext cx="2971510" cy="1397000"/>
          </a:xfrm>
          <a:prstGeom prst="rect">
            <a:avLst/>
          </a:prstGeom>
          <a:ln w="12700">
            <a:miter lim="400000"/>
          </a:ln>
        </p:spPr>
        <p:txBody>
          <a:bodyPr wrap="square" lIns="67500" tIns="35100" rIns="67500" bIns="35100">
            <a:spAutoFit/>
          </a:bodyPr>
          <a:lstStyle/>
          <a:p>
            <a:pPr algn="just">
              <a:lnSpc>
                <a:spcPct val="120000"/>
              </a:lnSpc>
              <a:defRPr sz="1800" b="0">
                <a:solidFill>
                  <a:srgbClr val="F7F9FF"/>
                </a:solidFill>
                <a:latin typeface="Lato Regular"/>
                <a:ea typeface="Lato Regular"/>
                <a:cs typeface="Lato Regular"/>
                <a:sym typeface="Lato Regular"/>
              </a:defRPr>
            </a:pPr>
            <a:r>
              <a:rPr lang="zh-CN" altLang="en-US" sz="1200" spc="1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键盘是向计算机发布命令和输入数据的重要输入设备，是微机必备的标准输入设备。目前市场上有无线键盘和有线键盘。有线键盘根据接口形式，分为USB 接口键盘和PS/2接口键盘（正逐渐被淘汰），如图1-3所示。</a:t>
            </a:r>
          </a:p>
        </p:txBody>
      </p:sp>
      <p:pic>
        <p:nvPicPr>
          <p:cNvPr id="2" name="图片 1"/>
          <p:cNvPicPr>
            <a:picLocks noChangeAspect="1"/>
          </p:cNvPicPr>
          <p:nvPr/>
        </p:nvPicPr>
        <p:blipFill>
          <a:blip r:embed="rId10"/>
          <a:stretch>
            <a:fillRect/>
          </a:stretch>
        </p:blipFill>
        <p:spPr>
          <a:xfrm>
            <a:off x="0" y="1670685"/>
            <a:ext cx="4589780" cy="1838325"/>
          </a:xfrm>
          <a:prstGeom prst="rect">
            <a:avLst/>
          </a:prstGeom>
        </p:spPr>
      </p:pic>
    </p:spTree>
    <p:custDataLst>
      <p:tags r:id="rId1"/>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13560" y="198521"/>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350">
              <a:solidFill>
                <a:schemeClr val="accent1"/>
              </a:solidFill>
              <a:latin typeface="+mj-ea"/>
              <a:ea typeface="+mj-ea"/>
            </a:endParaRPr>
          </a:p>
        </p:txBody>
      </p:sp>
      <p:pic>
        <p:nvPicPr>
          <p:cNvPr id="5" name="图片 4"/>
          <p:cNvPicPr>
            <a:picLocks noChangeAspect="1"/>
          </p:cNvPicPr>
          <p:nvPr/>
        </p:nvPicPr>
        <p:blipFill>
          <a:blip r:embed="rId8"/>
          <a:stretch>
            <a:fillRect/>
          </a:stretch>
        </p:blipFill>
        <p:spPr>
          <a:xfrm>
            <a:off x="1456690" y="2618740"/>
            <a:ext cx="6247654" cy="2232000"/>
          </a:xfrm>
          <a:prstGeom prst="rect">
            <a:avLst/>
          </a:prstGeom>
        </p:spPr>
      </p:pic>
      <p:sp>
        <p:nvSpPr>
          <p:cNvPr id="7" name="矩形 6"/>
          <p:cNvSpPr/>
          <p:nvPr>
            <p:custDataLst>
              <p:tags r:id="rId1"/>
            </p:custDataLst>
          </p:nvPr>
        </p:nvSpPr>
        <p:spPr bwMode="auto">
          <a:xfrm>
            <a:off x="914400" y="1120775"/>
            <a:ext cx="7287895" cy="1413510"/>
          </a:xfrm>
          <a:prstGeom prst="rect">
            <a:avLst/>
          </a:prstGeom>
          <a:noFill/>
          <a:ln w="76200">
            <a:solidFill>
              <a:srgbClr val="778495"/>
            </a:solidFill>
            <a:miter lim="800000"/>
          </a:ln>
        </p:spPr>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8" name="矩形 7"/>
          <p:cNvSpPr/>
          <p:nvPr>
            <p:custDataLst>
              <p:tags r:id="rId2"/>
            </p:custDataLst>
          </p:nvPr>
        </p:nvSpPr>
        <p:spPr bwMode="auto">
          <a:xfrm>
            <a:off x="907466" y="858847"/>
            <a:ext cx="729081" cy="81009"/>
          </a:xfrm>
          <a:prstGeom prst="rect">
            <a:avLst/>
          </a:prstGeom>
          <a:solidFill>
            <a:srgbClr val="778495"/>
          </a:solidFill>
          <a:ln w="19050">
            <a:noFill/>
            <a:round/>
          </a:ln>
        </p:spPr>
        <p:txBody>
          <a:bodyPr anchor="ctr"/>
          <a:lstStyle/>
          <a:p>
            <a:pPr algn="ctr">
              <a:lnSpc>
                <a:spcPct val="130000"/>
              </a:lnSpc>
            </a:pPr>
            <a:endParaRPr sz="1350" dirty="0">
              <a:latin typeface="Arial" panose="020B0604020202020204" pitchFamily="34" charset="0"/>
              <a:ea typeface="微软雅黑" panose="020B0503020204020204" charset="-122"/>
              <a:sym typeface="Arial" panose="020B0604020202020204" pitchFamily="34" charset="0"/>
            </a:endParaRPr>
          </a:p>
        </p:txBody>
      </p:sp>
      <p:sp>
        <p:nvSpPr>
          <p:cNvPr id="12" name="文本框 11"/>
          <p:cNvSpPr txBox="1"/>
          <p:nvPr>
            <p:custDataLst>
              <p:tags r:id="rId3"/>
            </p:custDataLst>
          </p:nvPr>
        </p:nvSpPr>
        <p:spPr>
          <a:xfrm>
            <a:off x="968375" y="1194435"/>
            <a:ext cx="7181850" cy="306705"/>
          </a:xfrm>
          <a:prstGeom prst="rect">
            <a:avLst/>
          </a:prstGeom>
          <a:noFill/>
        </p:spPr>
        <p:txBody>
          <a:bodyPr wrap="square" lIns="67500" tIns="35100" rIns="67500" bIns="0" anchor="ctr" anchorCtr="0">
            <a:normAutofit/>
          </a:bodyPr>
          <a:lstStyle/>
          <a:p>
            <a:pPr>
              <a:lnSpc>
                <a:spcPct val="130000"/>
              </a:lnSpc>
            </a:pPr>
            <a:r>
              <a:rPr lang="zh-CN" altLang="en-US" sz="1350" b="1" spc="300">
                <a:latin typeface="Arial" panose="020B0604020202020204" pitchFamily="34" charset="0"/>
                <a:ea typeface="微软雅黑" panose="020B0503020204020204" charset="-122"/>
                <a:cs typeface="+mn-ea"/>
                <a:sym typeface="Arial" panose="020B0604020202020204" pitchFamily="34" charset="0"/>
              </a:rPr>
              <a:t>鼠标的主要用途是用来光标定位或用来完成某种特定的输入。</a:t>
            </a:r>
          </a:p>
        </p:txBody>
      </p:sp>
      <p:sp>
        <p:nvSpPr>
          <p:cNvPr id="13" name="文本框 12"/>
          <p:cNvSpPr txBox="1"/>
          <p:nvPr>
            <p:custDataLst>
              <p:tags r:id="rId4"/>
            </p:custDataLst>
          </p:nvPr>
        </p:nvSpPr>
        <p:spPr>
          <a:xfrm>
            <a:off x="968375" y="1588770"/>
            <a:ext cx="7181850" cy="753745"/>
          </a:xfrm>
          <a:prstGeom prst="rect">
            <a:avLst/>
          </a:prstGeom>
        </p:spPr>
        <p:txBody>
          <a:bodyPr vert="horz" wrap="square" lIns="67500" tIns="0" rIns="67500" bIns="35100" anchor="t" anchorCtr="0">
            <a:spAutoFit/>
          </a:bodyPr>
          <a:lstStyle/>
          <a:p>
            <a:pPr>
              <a:lnSpc>
                <a:spcPct val="130000"/>
              </a:lnSpc>
            </a:pPr>
            <a:r>
              <a:rPr lang="zh-CN" altLang="en-US" sz="1200" spc="150">
                <a:latin typeface="Arial" panose="020B0604020202020204" pitchFamily="34" charset="0"/>
                <a:ea typeface="微软雅黑" panose="020B0503020204020204" charset="-122"/>
                <a:sym typeface="Arial" panose="020B0604020202020204" pitchFamily="34" charset="0"/>
              </a:rPr>
              <a:t>1）按照鼠标接口类型，可分为PS/2 接口的鼠标和USB 接口的鼠标。</a:t>
            </a:r>
          </a:p>
          <a:p>
            <a:pPr>
              <a:lnSpc>
                <a:spcPct val="130000"/>
              </a:lnSpc>
            </a:pPr>
            <a:r>
              <a:rPr lang="zh-CN" altLang="en-US" sz="1200" spc="150">
                <a:latin typeface="Arial" panose="020B0604020202020204" pitchFamily="34" charset="0"/>
                <a:ea typeface="微软雅黑" panose="020B0503020204020204" charset="-122"/>
                <a:sym typeface="Arial" panose="020B0604020202020204" pitchFamily="34" charset="0"/>
              </a:rPr>
              <a:t>2）按鼠标的工作原理，可分为机械式鼠标、光电鼠标、光学鼠标和无线遥控鼠标等。常用的鼠标如图 1-4 所示。</a:t>
            </a:r>
          </a:p>
        </p:txBody>
      </p:sp>
      <p:sp>
        <p:nvSpPr>
          <p:cNvPr id="9" name="文本框 8"/>
          <p:cNvSpPr txBox="1"/>
          <p:nvPr>
            <p:custDataLst>
              <p:tags r:id="rId5"/>
            </p:custDataLst>
          </p:nvPr>
        </p:nvSpPr>
        <p:spPr>
          <a:xfrm>
            <a:off x="865205" y="212252"/>
            <a:ext cx="2330570" cy="647231"/>
          </a:xfrm>
          <a:prstGeom prst="rect">
            <a:avLst/>
          </a:prstGeom>
          <a:noFill/>
        </p:spPr>
        <p:txBody>
          <a:bodyPr wrap="square" rtlCol="0" anchor="ctr" anchorCtr="0">
            <a:normAutofit/>
          </a:bodyPr>
          <a:lstStyle/>
          <a:p>
            <a:pPr>
              <a:lnSpc>
                <a:spcPct val="120000"/>
              </a:lnSpc>
            </a:pPr>
            <a:r>
              <a:rPr lang="zh-CN" altLang="en-US" b="1" spc="300">
                <a:latin typeface="Arial" panose="020B0604020202020204" pitchFamily="34" charset="0"/>
                <a:ea typeface="微软雅黑" panose="020B0503020204020204" charset="-122"/>
                <a:sym typeface="Arial" panose="020B0604020202020204" pitchFamily="34" charset="0"/>
              </a:rPr>
              <a:t>鼠标</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custDataLst>
              <p:tags r:id="rId2"/>
            </p:custDataLst>
          </p:nvPr>
        </p:nvSpPr>
        <p:spPr>
          <a:xfrm>
            <a:off x="1787831" y="184506"/>
            <a:ext cx="5660525" cy="689449"/>
          </a:xfrm>
          <a:prstGeom prst="rect">
            <a:avLst/>
          </a:prstGeom>
          <a:noFill/>
        </p:spPr>
        <p:txBody>
          <a:bodyPr anchor="b" anchorCtr="1">
            <a:noAutofit/>
          </a:bodyPr>
          <a:lstStyle/>
          <a:p>
            <a:pPr marL="0" marR="0" indent="0" algn="ctr" defTabSz="914400" eaLnBrk="1" fontAlgn="auto" hangingPunct="1">
              <a:lnSpc>
                <a:spcPct val="150000"/>
              </a:lnSpc>
              <a:spcBef>
                <a:spcPts val="0"/>
              </a:spcBef>
              <a:spcAft>
                <a:spcPts val="0"/>
              </a:spcAft>
              <a:buSzPct val="100000"/>
              <a:buFontTx/>
              <a:defRPr/>
            </a:pPr>
            <a:r>
              <a:rPr kumimoji="0" lang="zh-CN" altLang="en-US" sz="3000" kern="1200" cap="none" spc="300" normalizeH="0" noProof="1">
                <a:solidFill>
                  <a:srgbClr val="000000">
                    <a:lumMod val="75000"/>
                    <a:lumOff val="25000"/>
                  </a:srgbClr>
                </a:solidFill>
                <a:latin typeface="+mj-ea"/>
                <a:ea typeface="+mj-ea"/>
                <a:sym typeface="+mn-ea"/>
              </a:rPr>
              <a:t>打印机</a:t>
            </a:r>
          </a:p>
        </p:txBody>
      </p:sp>
      <p:sp>
        <p:nvSpPr>
          <p:cNvPr id="6" name="任意多边形: 形状 3"/>
          <p:cNvSpPr/>
          <p:nvPr>
            <p:custDataLst>
              <p:tags r:id="rId3"/>
            </p:custDataLst>
          </p:nvPr>
        </p:nvSpPr>
        <p:spPr>
          <a:xfrm>
            <a:off x="6941888" y="1"/>
            <a:ext cx="2202113" cy="1453487"/>
          </a:xfrm>
          <a:custGeom>
            <a:avLst/>
            <a:gdLst>
              <a:gd name="connsiteX0" fmla="*/ 3121594 w 3121594"/>
              <a:gd name="connsiteY0" fmla="*/ 2059935 h 2059935"/>
              <a:gd name="connsiteX1" fmla="*/ 3121594 w 3121594"/>
              <a:gd name="connsiteY1" fmla="*/ 0 h 2059935"/>
              <a:gd name="connsiteX2" fmla="*/ 0 w 3121594"/>
              <a:gd name="connsiteY2" fmla="*/ 0 h 2059935"/>
            </a:gdLst>
            <a:ahLst/>
            <a:cxnLst>
              <a:cxn ang="0">
                <a:pos x="connsiteX0" y="connsiteY0"/>
              </a:cxn>
              <a:cxn ang="0">
                <a:pos x="connsiteX1" y="connsiteY1"/>
              </a:cxn>
              <a:cxn ang="0">
                <a:pos x="connsiteX2" y="connsiteY2"/>
              </a:cxn>
            </a:cxnLst>
            <a:rect l="l" t="t" r="r" b="b"/>
            <a:pathLst>
              <a:path w="3121594" h="2059935">
                <a:moveTo>
                  <a:pt x="3121594" y="2059935"/>
                </a:moveTo>
                <a:lnTo>
                  <a:pt x="3121594" y="0"/>
                </a:lnTo>
                <a:lnTo>
                  <a:pt x="0" y="0"/>
                </a:lnTo>
                <a:close/>
              </a:path>
            </a:pathLst>
          </a:custGeom>
          <a:solidFill>
            <a:srgbClr val="3095AB"/>
          </a:solidFill>
          <a:ln w="6335" cap="flat">
            <a:noFill/>
            <a:prstDash val="solid"/>
            <a:miter/>
          </a:ln>
        </p:spPr>
        <p:txBody>
          <a:bodyPr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形状 2"/>
          <p:cNvSpPr/>
          <p:nvPr>
            <p:custDataLst>
              <p:tags r:id="rId4"/>
            </p:custDataLst>
          </p:nvPr>
        </p:nvSpPr>
        <p:spPr>
          <a:xfrm>
            <a:off x="-8334" y="3763554"/>
            <a:ext cx="4767991" cy="1376796"/>
          </a:xfrm>
          <a:custGeom>
            <a:avLst/>
            <a:gdLst>
              <a:gd name="connsiteX0" fmla="*/ 0 w 7228154"/>
              <a:gd name="connsiteY0" fmla="*/ 0 h 4082474"/>
              <a:gd name="connsiteX1" fmla="*/ 0 w 7228154"/>
              <a:gd name="connsiteY1" fmla="*/ 4082475 h 4082474"/>
              <a:gd name="connsiteX2" fmla="*/ 7228154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4" y="4082475"/>
                </a:lnTo>
                <a:close/>
              </a:path>
            </a:pathLst>
          </a:custGeom>
          <a:solidFill>
            <a:srgbClr val="33A189"/>
          </a:solidFill>
          <a:ln w="6335" cap="flat">
            <a:noFill/>
            <a:prstDash val="solid"/>
            <a:miter/>
          </a:ln>
        </p:spPr>
        <p:txBody>
          <a:bodyPr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5127" name="任意多边形: 形状 12"/>
          <p:cNvSpPr/>
          <p:nvPr>
            <p:custDataLst>
              <p:tags r:id="rId5"/>
            </p:custDataLst>
          </p:nvPr>
        </p:nvSpPr>
        <p:spPr>
          <a:xfrm>
            <a:off x="0" y="1796042"/>
            <a:ext cx="2487304" cy="3344308"/>
          </a:xfrm>
          <a:custGeom>
            <a:avLst/>
            <a:gdLst/>
            <a:ahLst/>
            <a:cxnLst>
              <a:cxn ang="0">
                <a:pos x="0" y="0"/>
              </a:cxn>
              <a:cxn ang="0">
                <a:pos x="0" y="4661"/>
              </a:cxn>
              <a:cxn ang="0">
                <a:pos x="11400" y="4661"/>
              </a:cxn>
            </a:cxnLst>
            <a:rect l="0" t="0" r="0" b="0"/>
            <a:pathLst>
              <a:path w="7228154" h="4082474">
                <a:moveTo>
                  <a:pt x="0" y="0"/>
                </a:moveTo>
                <a:lnTo>
                  <a:pt x="0" y="4082475"/>
                </a:lnTo>
                <a:lnTo>
                  <a:pt x="7228155" y="4082475"/>
                </a:lnTo>
                <a:lnTo>
                  <a:pt x="0" y="0"/>
                </a:lnTo>
                <a:close/>
              </a:path>
            </a:pathLst>
          </a:custGeom>
          <a:solidFill>
            <a:srgbClr val="2C87B8">
              <a:alpha val="100000"/>
            </a:srgbClr>
          </a:solidFill>
          <a:ln w="6335">
            <a:noFill/>
          </a:ln>
        </p:spPr>
        <p:txBody>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125" name="任意多边形: 形状 13"/>
          <p:cNvSpPr/>
          <p:nvPr>
            <p:custDataLst>
              <p:tags r:id="rId6"/>
            </p:custDataLst>
          </p:nvPr>
        </p:nvSpPr>
        <p:spPr>
          <a:xfrm>
            <a:off x="0" y="0"/>
            <a:ext cx="1741738" cy="2505373"/>
          </a:xfrm>
          <a:custGeom>
            <a:avLst/>
            <a:gdLst/>
            <a:ahLst/>
            <a:cxnLst>
              <a:cxn ang="0">
                <a:pos x="0" y="3671889"/>
              </a:cxn>
              <a:cxn ang="0">
                <a:pos x="0" y="0"/>
              </a:cxn>
              <a:cxn ang="0">
                <a:pos x="2552700" y="0"/>
              </a:cxn>
            </a:cxnLst>
            <a:rect l="0" t="0" r="0" b="0"/>
            <a:pathLst>
              <a:path w="7837895" h="4409529">
                <a:moveTo>
                  <a:pt x="0" y="4409530"/>
                </a:moveTo>
                <a:lnTo>
                  <a:pt x="0" y="0"/>
                </a:lnTo>
                <a:lnTo>
                  <a:pt x="7837896" y="0"/>
                </a:lnTo>
                <a:lnTo>
                  <a:pt x="0" y="4409530"/>
                </a:lnTo>
                <a:close/>
              </a:path>
            </a:pathLst>
          </a:custGeom>
          <a:solidFill>
            <a:srgbClr val="00A5CC">
              <a:alpha val="100000"/>
            </a:srgbClr>
          </a:solidFill>
          <a:ln w="6335">
            <a:noFill/>
          </a:ln>
        </p:spPr>
        <p:txBody>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0" name="文本框 9"/>
          <p:cNvSpPr txBox="1"/>
          <p:nvPr>
            <p:custDataLst>
              <p:tags r:id="rId7"/>
            </p:custDataLst>
          </p:nvPr>
        </p:nvSpPr>
        <p:spPr>
          <a:xfrm>
            <a:off x="1787831" y="875104"/>
            <a:ext cx="7110637" cy="3816429"/>
          </a:xfrm>
          <a:prstGeom prst="rect">
            <a:avLst/>
          </a:prstGeom>
          <a:noFill/>
        </p:spPr>
        <p:txBody>
          <a:bodyPr wrap="square">
            <a:spAutoFit/>
          </a:bodyPr>
          <a:lstStyle/>
          <a:p>
            <a:pPr marL="285750" lvl="0" indent="-285750" algn="just">
              <a:spcAft>
                <a:spcPts val="600"/>
              </a:spcAft>
              <a:buSzPct val="100000"/>
              <a:buFont typeface="Arial" panose="020B0604020202020204" pitchFamily="34" charset="0"/>
              <a:buChar char="•"/>
            </a:pPr>
            <a:r>
              <a:rPr lang="zh-CN" altLang="en-US" sz="1600" dirty="0">
                <a:sym typeface="+mn-ea"/>
              </a:rPr>
              <a:t>打印机是计算机的输出设备之一</a:t>
            </a:r>
          </a:p>
          <a:p>
            <a:pPr marL="285750" lvl="0" indent="-285750" algn="just">
              <a:spcAft>
                <a:spcPts val="600"/>
              </a:spcAft>
              <a:buSzPct val="100000"/>
              <a:buFont typeface="Arial" panose="020B0604020202020204" pitchFamily="34" charset="0"/>
              <a:buChar char="•"/>
            </a:pPr>
            <a:r>
              <a:rPr lang="zh-CN" altLang="en-US" sz="1600" dirty="0">
                <a:sym typeface="+mn-ea"/>
              </a:rPr>
              <a:t>用于将计算机的处理结果打印在相关介质上。衡量打印机好坏的指标有三项：打印分辨率、打印速度和噪声</a:t>
            </a:r>
          </a:p>
          <a:p>
            <a:pPr marL="285750" lvl="0" indent="-285750" algn="just">
              <a:spcAft>
                <a:spcPts val="600"/>
              </a:spcAft>
              <a:buSzPct val="100000"/>
              <a:buFont typeface="Arial" panose="020B0604020202020204" pitchFamily="34" charset="0"/>
              <a:buChar char="•"/>
            </a:pPr>
            <a:r>
              <a:rPr lang="zh-CN" altLang="en-US" sz="1600" dirty="0">
                <a:sym typeface="+mn-ea"/>
              </a:rPr>
              <a:t>按打印元件对纸是否有击打动作，分为</a:t>
            </a:r>
            <a:endParaRPr lang="en-US" altLang="zh-CN" sz="1600" dirty="0">
              <a:sym typeface="+mn-ea"/>
            </a:endParaRPr>
          </a:p>
          <a:p>
            <a:pPr marL="742950" lvl="1" indent="-285750" algn="just">
              <a:spcAft>
                <a:spcPts val="600"/>
              </a:spcAft>
              <a:buSzPct val="100000"/>
              <a:buFont typeface="Arial" panose="020B0604020202020204" pitchFamily="34" charset="0"/>
              <a:buChar char="•"/>
            </a:pPr>
            <a:r>
              <a:rPr lang="zh-CN" altLang="en-US" sz="1600" dirty="0">
                <a:sym typeface="+mn-ea"/>
              </a:rPr>
              <a:t>击打式打印机</a:t>
            </a:r>
            <a:endParaRPr lang="en-US" altLang="zh-CN" sz="1600" dirty="0">
              <a:sym typeface="+mn-ea"/>
            </a:endParaRPr>
          </a:p>
          <a:p>
            <a:pPr marL="742950" lvl="1" indent="-285750" algn="just">
              <a:spcAft>
                <a:spcPts val="600"/>
              </a:spcAft>
              <a:buSzPct val="100000"/>
              <a:buFont typeface="Arial" panose="020B0604020202020204" pitchFamily="34" charset="0"/>
              <a:buChar char="•"/>
            </a:pPr>
            <a:r>
              <a:rPr lang="zh-CN" altLang="en-US" sz="1600" dirty="0">
                <a:sym typeface="+mn-ea"/>
              </a:rPr>
              <a:t>非击打式打印机</a:t>
            </a:r>
            <a:endParaRPr lang="en-US" altLang="zh-CN" sz="1600" dirty="0">
              <a:sym typeface="+mn-ea"/>
            </a:endParaRPr>
          </a:p>
          <a:p>
            <a:pPr marL="285750" lvl="0" indent="-285750" algn="just">
              <a:spcAft>
                <a:spcPts val="600"/>
              </a:spcAft>
              <a:buSzPct val="100000"/>
              <a:buFont typeface="Arial" panose="020B0604020202020204" pitchFamily="34" charset="0"/>
              <a:buChar char="•"/>
            </a:pPr>
            <a:r>
              <a:rPr lang="zh-CN" altLang="en-US" sz="1600" dirty="0">
                <a:sym typeface="+mn-ea"/>
              </a:rPr>
              <a:t>按所采用的打印技术，分为</a:t>
            </a:r>
            <a:endParaRPr lang="en-US" altLang="zh-CN" sz="1600" dirty="0">
              <a:sym typeface="+mn-ea"/>
            </a:endParaRPr>
          </a:p>
          <a:p>
            <a:pPr marL="742950" lvl="1" indent="-285750" algn="just">
              <a:spcAft>
                <a:spcPts val="600"/>
              </a:spcAft>
              <a:buSzPct val="100000"/>
              <a:buFont typeface="Arial" panose="020B0604020202020204" pitchFamily="34" charset="0"/>
              <a:buChar char="•"/>
            </a:pPr>
            <a:r>
              <a:rPr lang="zh-CN" altLang="en-US" sz="1600" dirty="0">
                <a:sym typeface="+mn-ea"/>
              </a:rPr>
              <a:t>喷墨式</a:t>
            </a:r>
            <a:endParaRPr lang="en-US" altLang="zh-CN" sz="1600" dirty="0">
              <a:sym typeface="+mn-ea"/>
            </a:endParaRPr>
          </a:p>
          <a:p>
            <a:pPr marL="742950" lvl="1" indent="-285750" algn="just">
              <a:spcAft>
                <a:spcPts val="600"/>
              </a:spcAft>
              <a:buSzPct val="100000"/>
              <a:buFont typeface="Arial" panose="020B0604020202020204" pitchFamily="34" charset="0"/>
              <a:buChar char="•"/>
            </a:pPr>
            <a:r>
              <a:rPr lang="zh-CN" altLang="en-US" sz="1600" dirty="0">
                <a:sym typeface="+mn-ea"/>
              </a:rPr>
              <a:t>激光式</a:t>
            </a:r>
            <a:endParaRPr lang="en-US" altLang="zh-CN" sz="1600" dirty="0">
              <a:sym typeface="+mn-ea"/>
            </a:endParaRPr>
          </a:p>
          <a:p>
            <a:pPr marL="742950" lvl="1" indent="-285750" algn="just">
              <a:spcAft>
                <a:spcPts val="600"/>
              </a:spcAft>
              <a:buSzPct val="100000"/>
              <a:buFont typeface="Arial" panose="020B0604020202020204" pitchFamily="34" charset="0"/>
              <a:buChar char="•"/>
            </a:pPr>
            <a:r>
              <a:rPr lang="zh-CN" altLang="en-US" sz="1600" dirty="0">
                <a:sym typeface="+mn-ea"/>
              </a:rPr>
              <a:t>热敏式</a:t>
            </a:r>
            <a:endParaRPr lang="en-US" altLang="zh-CN" sz="1600" dirty="0">
              <a:sym typeface="+mn-ea"/>
            </a:endParaRPr>
          </a:p>
          <a:p>
            <a:pPr marL="742950" lvl="1" indent="-285750" algn="just">
              <a:spcAft>
                <a:spcPts val="600"/>
              </a:spcAft>
              <a:buSzPct val="100000"/>
              <a:buFont typeface="Arial" panose="020B0604020202020204" pitchFamily="34" charset="0"/>
              <a:buChar char="•"/>
            </a:pPr>
            <a:r>
              <a:rPr lang="zh-CN" altLang="en-US" sz="1600" dirty="0">
                <a:sym typeface="+mn-ea"/>
              </a:rPr>
              <a:t>静电式</a:t>
            </a:r>
            <a:endParaRPr lang="en-US" altLang="zh-CN" sz="1600" dirty="0">
              <a:sym typeface="+mn-ea"/>
            </a:endParaRPr>
          </a:p>
          <a:p>
            <a:pPr marL="742950" lvl="1" indent="-285750" algn="just">
              <a:spcAft>
                <a:spcPts val="600"/>
              </a:spcAft>
              <a:buSzPct val="100000"/>
              <a:buFont typeface="Arial" panose="020B0604020202020204" pitchFamily="34" charset="0"/>
              <a:buChar char="•"/>
            </a:pPr>
            <a:r>
              <a:rPr lang="zh-CN" altLang="en-US" sz="1600" dirty="0">
                <a:sym typeface="+mn-ea"/>
              </a:rPr>
              <a:t>磁式</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2"/>
            </p:custDataLst>
          </p:nvPr>
        </p:nvPicPr>
        <p:blipFill rotWithShape="1">
          <a:blip r:embed="rId7"/>
          <a:srcRect l="-1006" r="468"/>
          <a:stretch>
            <a:fillRect/>
          </a:stretch>
        </p:blipFill>
        <p:spPr>
          <a:xfrm>
            <a:off x="1360805" y="393065"/>
            <a:ext cx="3984081" cy="4358005"/>
          </a:xfrm>
          <a:prstGeom prst="rect">
            <a:avLst/>
          </a:prstGeom>
          <a:ln>
            <a:noFill/>
          </a:ln>
        </p:spPr>
      </p:pic>
      <p:sp>
        <p:nvSpPr>
          <p:cNvPr id="7" name="文本框 6"/>
          <p:cNvSpPr txBox="1"/>
          <p:nvPr>
            <p:custDataLst>
              <p:tags r:id="rId3"/>
            </p:custDataLst>
          </p:nvPr>
        </p:nvSpPr>
        <p:spPr>
          <a:xfrm>
            <a:off x="5652161" y="837493"/>
            <a:ext cx="2207799" cy="1317381"/>
          </a:xfrm>
          <a:prstGeom prst="rect">
            <a:avLst/>
          </a:prstGeom>
          <a:noFill/>
        </p:spPr>
        <p:txBody>
          <a:bodyPr wrap="square" lIns="67500" tIns="35100" rIns="67500" bIns="35100" rtlCol="0" anchor="ctr" anchorCtr="0">
            <a:normAutofit/>
          </a:bodyPr>
          <a:lstStyle/>
          <a:p>
            <a:pPr marL="0" indent="0" algn="l" defTabSz="685800">
              <a:lnSpc>
                <a:spcPct val="100000"/>
              </a:lnSpc>
              <a:spcBef>
                <a:spcPts val="0"/>
              </a:spcBef>
              <a:spcAft>
                <a:spcPts val="0"/>
              </a:spcAft>
              <a:buSzPct val="100000"/>
            </a:pPr>
            <a:r>
              <a:rPr lang="zh-CN" altLang="en-US" sz="2700" b="1" dirty="0">
                <a:latin typeface="Arial" panose="020B0604020202020204" pitchFamily="34" charset="0"/>
                <a:ea typeface="微软雅黑" panose="020B0503020204020204" charset="-122"/>
                <a:cs typeface="+mn-ea"/>
                <a:sym typeface="+mn-ea"/>
              </a:rPr>
              <a:t>计算机系统的基本组成</a:t>
            </a:r>
          </a:p>
        </p:txBody>
      </p:sp>
      <p:sp>
        <p:nvSpPr>
          <p:cNvPr id="8" name="文本框 7"/>
          <p:cNvSpPr txBox="1"/>
          <p:nvPr>
            <p:custDataLst>
              <p:tags r:id="rId4"/>
            </p:custDataLst>
          </p:nvPr>
        </p:nvSpPr>
        <p:spPr>
          <a:xfrm>
            <a:off x="5652135" y="2383155"/>
            <a:ext cx="2421890" cy="2367915"/>
          </a:xfrm>
          <a:prstGeom prst="rect">
            <a:avLst/>
          </a:prstGeom>
        </p:spPr>
        <p:txBody>
          <a:bodyPr wrap="square" tIns="35100" bIns="35100">
            <a:normAutofit/>
          </a:bodyPr>
          <a:lstStyle>
            <a:defPPr>
              <a:defRPr lang="en-US"/>
            </a:defPPr>
            <a:lvl1pPr marR="0" lvl="0" indent="0" defTabSz="914400" fontAlgn="auto">
              <a:lnSpc>
                <a:spcPct val="130000"/>
              </a:lnSpc>
              <a:spcBef>
                <a:spcPct val="0"/>
              </a:spcBef>
              <a:buClrTx/>
              <a:buSzTx/>
              <a:buFontTx/>
              <a:buNone/>
              <a:defRPr kumimoji="0" sz="1400" b="0" i="0" u="none" strike="noStrike" cap="none" spc="0" normalizeH="0" baseline="0">
                <a:ln>
                  <a:noFill/>
                </a:ln>
                <a:effectLst/>
                <a:uLnTx/>
                <a:uFillTx/>
                <a:latin typeface="Arial" panose="020B0604020202020204" pitchFamily="34" charset="0"/>
                <a:ea typeface="微软雅黑" panose="020B0503020204020204" charset="-122"/>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lvl="0" indent="0" algn="l">
              <a:lnSpc>
                <a:spcPct val="150000"/>
              </a:lnSpc>
              <a:spcBef>
                <a:spcPts val="0"/>
              </a:spcBef>
              <a:spcAft>
                <a:spcPts val="0"/>
              </a:spcAft>
              <a:buSzPct val="100000"/>
            </a:pPr>
            <a:r>
              <a:rPr sz="1050" dirty="0">
                <a:latin typeface="Arial" panose="020B0604020202020204" pitchFamily="34" charset="0"/>
                <a:ea typeface="微软雅黑" panose="020B0503020204020204" charset="-122"/>
                <a:cs typeface="+mn-ea"/>
                <a:sym typeface="+mn-ea"/>
              </a:rPr>
              <a:t>计算机系统包括</a:t>
            </a:r>
            <a:r>
              <a:rPr b="1" dirty="0">
                <a:solidFill>
                  <a:srgbClr val="7030A0"/>
                </a:solidFill>
                <a:latin typeface="Arial" panose="020B0604020202020204" pitchFamily="34" charset="0"/>
                <a:ea typeface="微软雅黑" panose="020B0503020204020204" charset="-122"/>
                <a:cs typeface="+mn-ea"/>
                <a:sym typeface="+mn-ea"/>
              </a:rPr>
              <a:t>硬件系统</a:t>
            </a:r>
            <a:r>
              <a:rPr sz="1050" dirty="0">
                <a:latin typeface="Arial" panose="020B0604020202020204" pitchFamily="34" charset="0"/>
                <a:ea typeface="微软雅黑" panose="020B0503020204020204" charset="-122"/>
                <a:cs typeface="+mn-ea"/>
                <a:sym typeface="+mn-ea"/>
              </a:rPr>
              <a:t>和</a:t>
            </a:r>
            <a:r>
              <a:rPr b="1" dirty="0">
                <a:solidFill>
                  <a:srgbClr val="7030A0"/>
                </a:solidFill>
                <a:latin typeface="Arial" panose="020B0604020202020204" pitchFamily="34" charset="0"/>
                <a:ea typeface="微软雅黑" panose="020B0503020204020204" charset="-122"/>
                <a:cs typeface="+mn-ea"/>
                <a:sym typeface="+mn-ea"/>
              </a:rPr>
              <a:t>软件系统</a:t>
            </a:r>
            <a:r>
              <a:rPr sz="1050" dirty="0">
                <a:latin typeface="Arial" panose="020B0604020202020204" pitchFamily="34" charset="0"/>
                <a:ea typeface="微软雅黑" panose="020B0503020204020204" charset="-122"/>
                <a:cs typeface="+mn-ea"/>
                <a:sym typeface="+mn-ea"/>
              </a:rPr>
              <a:t>两大部分，如图1-5所示。</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2"/>
            </p:custDataLst>
          </p:nvPr>
        </p:nvSpPr>
        <p:spPr>
          <a:xfrm>
            <a:off x="1368155" y="1163347"/>
            <a:ext cx="6483256" cy="2926026"/>
          </a:xfrm>
          <a:prstGeom prst="rect">
            <a:avLst/>
          </a:prstGeom>
          <a:noFill/>
          <a:ln w="76200">
            <a:solidFill>
              <a:srgbClr val="21BACE"/>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880" name="Rectangle 1"/>
          <p:cNvSpPr/>
          <p:nvPr>
            <p:custDataLst>
              <p:tags r:id="rId3"/>
            </p:custDataLst>
          </p:nvPr>
        </p:nvSpPr>
        <p:spPr>
          <a:xfrm>
            <a:off x="1532890" y="1350010"/>
            <a:ext cx="6153785" cy="2552700"/>
          </a:xfrm>
          <a:prstGeom prst="rect">
            <a:avLst/>
          </a:prstGeom>
          <a:solidFill>
            <a:srgbClr val="21BACE"/>
          </a:solidFill>
          <a:ln w="12700">
            <a:miter lim="400000"/>
          </a:ln>
        </p:spPr>
        <p:txBody>
          <a:bodyPr lIns="34289" rIns="34289" anchor="ctr"/>
          <a:lstStyle/>
          <a:p>
            <a:pPr algn="ctr">
              <a:defRPr>
                <a:solidFill>
                  <a:srgbClr val="FFFFFF"/>
                </a:solidFill>
              </a:defRPr>
            </a:pPr>
            <a:endParaRPr sz="1350">
              <a:latin typeface="Arial" panose="020B0604020202020204" pitchFamily="34" charset="0"/>
              <a:ea typeface="微软雅黑" panose="020B0503020204020204" charset="-122"/>
              <a:sym typeface="Arial" panose="020B0604020202020204" pitchFamily="34" charset="0"/>
            </a:endParaRPr>
          </a:p>
        </p:txBody>
      </p:sp>
      <p:sp>
        <p:nvSpPr>
          <p:cNvPr id="886" name="TextBox 9"/>
          <p:cNvSpPr txBox="1"/>
          <p:nvPr>
            <p:custDataLst>
              <p:tags r:id="rId4"/>
            </p:custDataLst>
          </p:nvPr>
        </p:nvSpPr>
        <p:spPr>
          <a:xfrm>
            <a:off x="1821052" y="1552627"/>
            <a:ext cx="2631303" cy="660971"/>
          </a:xfrm>
          <a:prstGeom prst="rect">
            <a:avLst/>
          </a:prstGeom>
          <a:noFill/>
          <a:ln w="12700" cap="flat">
            <a:noFill/>
            <a:miter lim="400000"/>
          </a:ln>
          <a:effectLst/>
        </p:spPr>
        <p:txBody>
          <a:bodyPr wrap="square" lIns="34289" tIns="34289" rIns="34289" bIns="34289" numCol="1" anchor="t">
            <a:normAutofit fontScale="90000"/>
          </a:bodyPr>
          <a:lstStyle/>
          <a:p>
            <a:pPr marL="0" indent="0" algn="l">
              <a:lnSpc>
                <a:spcPct val="120000"/>
              </a:lnSpc>
              <a:spcBef>
                <a:spcPts val="0"/>
              </a:spcBef>
              <a:spcAft>
                <a:spcPts val="0"/>
              </a:spcAft>
              <a:buSzPct val="100000"/>
              <a:defRPr sz="4400" spc="300">
                <a:solidFill>
                  <a:srgbClr val="262626"/>
                </a:solidFill>
                <a:latin typeface="Arial" panose="020B0604020202020204" pitchFamily="34" charset="0"/>
                <a:ea typeface="微软雅黑" panose="020B0503020204020204" charset="-122"/>
                <a:cs typeface="+mn-ea"/>
                <a:sym typeface="Helvetica" panose="00000400000000000000"/>
              </a:defRPr>
            </a:pPr>
            <a:r>
              <a:rPr lang="zh-CN" altLang="en-US" sz="2700" b="1" spc="300" dirty="0">
                <a:solidFill>
                  <a:sysClr val="window" lastClr="FFFFFF"/>
                </a:solidFill>
                <a:latin typeface="Arial" panose="020B0604020202020204" pitchFamily="34" charset="0"/>
                <a:ea typeface="微软雅黑" panose="020B0503020204020204" charset="-122"/>
                <a:sym typeface="+mn-ea"/>
              </a:rPr>
              <a:t>计算机硬件系统</a:t>
            </a:r>
          </a:p>
        </p:txBody>
      </p:sp>
      <p:sp>
        <p:nvSpPr>
          <p:cNvPr id="17" name="文本框 16"/>
          <p:cNvSpPr txBox="1"/>
          <p:nvPr>
            <p:custDataLst>
              <p:tags r:id="rId5"/>
            </p:custDataLst>
          </p:nvPr>
        </p:nvSpPr>
        <p:spPr>
          <a:xfrm>
            <a:off x="1821180" y="2393315"/>
            <a:ext cx="5676265" cy="922020"/>
          </a:xfrm>
          <a:prstGeom prst="rect">
            <a:avLst/>
          </a:prstGeom>
          <a:noFill/>
        </p:spPr>
        <p:txBody>
          <a:bodyPr wrap="square" rtlCol="0">
            <a:spAutoFit/>
          </a:bodyPr>
          <a:lstStyle/>
          <a:p>
            <a:pPr marL="0" lvl="0" indent="0" algn="just">
              <a:lnSpc>
                <a:spcPct val="150000"/>
              </a:lnSpc>
              <a:spcBef>
                <a:spcPts val="0"/>
              </a:spcBef>
              <a:spcAft>
                <a:spcPts val="0"/>
              </a:spcAft>
              <a:buSzPct val="100000"/>
            </a:pPr>
            <a:r>
              <a:rPr sz="1200" spc="150" dirty="0">
                <a:solidFill>
                  <a:sysClr val="window" lastClr="FFFFFF"/>
                </a:solidFill>
                <a:latin typeface="Arial" panose="020B0604020202020204" pitchFamily="34" charset="0"/>
                <a:ea typeface="微软雅黑" panose="020B0503020204020204" charset="-122"/>
              </a:rPr>
              <a:t>计算机硬件系统是指构成计算机的所有实体部件的集合，通常这些部件</a:t>
            </a:r>
            <a:r>
              <a:rPr sz="1200" b="1" spc="150" dirty="0">
                <a:solidFill>
                  <a:sysClr val="window" lastClr="FFFFFF"/>
                </a:solidFill>
                <a:latin typeface="Arial" panose="020B0604020202020204" pitchFamily="34" charset="0"/>
                <a:ea typeface="微软雅黑" panose="020B0503020204020204" charset="-122"/>
              </a:rPr>
              <a:t>由电子器件、机械装置等物理部件组成</a:t>
            </a:r>
            <a:r>
              <a:rPr sz="1200" spc="150" dirty="0">
                <a:solidFill>
                  <a:sysClr val="window" lastClr="FFFFFF"/>
                </a:solidFill>
                <a:latin typeface="Arial" panose="020B0604020202020204" pitchFamily="34" charset="0"/>
                <a:ea typeface="微软雅黑" panose="020B0503020204020204" charset="-122"/>
              </a:rPr>
              <a:t>。硬件通常是指一切看得见、摸得到的设备实体，是计算机进行工作的物质基础，是计算机软件运行的场所。</a:t>
            </a:r>
          </a:p>
        </p:txBody>
      </p:sp>
      <p:cxnSp>
        <p:nvCxnSpPr>
          <p:cNvPr id="7" name="直接连接符 6"/>
          <p:cNvCxnSpPr/>
          <p:nvPr>
            <p:custDataLst>
              <p:tags r:id="rId6"/>
            </p:custDataLst>
          </p:nvPr>
        </p:nvCxnSpPr>
        <p:spPr>
          <a:xfrm>
            <a:off x="1899320" y="2213598"/>
            <a:ext cx="290642" cy="1"/>
          </a:xfrm>
          <a:prstGeom prst="line">
            <a:avLst/>
          </a:prstGeom>
          <a:ln w="38100">
            <a:solidFill>
              <a:sysClr val="window" lastClr="FFFFFF"/>
            </a:solidFill>
          </a:ln>
        </p:spPr>
        <p:style>
          <a:lnRef idx="1">
            <a:srgbClr val="4472C4"/>
          </a:lnRef>
          <a:fillRef idx="0">
            <a:srgbClr val="4472C4"/>
          </a:fillRef>
          <a:effectRef idx="0">
            <a:srgbClr val="4472C4"/>
          </a:effectRef>
          <a:fontRef idx="minor">
            <a:sysClr val="windowText" lastClr="000000"/>
          </a:fontRef>
        </p:style>
      </p:cxnSp>
      <p:sp>
        <p:nvSpPr>
          <p:cNvPr id="8" name="半闭框 7"/>
          <p:cNvSpPr/>
          <p:nvPr>
            <p:custDataLst>
              <p:tags r:id="rId7"/>
            </p:custDataLst>
          </p:nvPr>
        </p:nvSpPr>
        <p:spPr>
          <a:xfrm>
            <a:off x="157162" y="128587"/>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14" name="半闭框 13"/>
          <p:cNvSpPr/>
          <p:nvPr>
            <p:custDataLst>
              <p:tags r:id="rId8"/>
            </p:custDataLst>
          </p:nvPr>
        </p:nvSpPr>
        <p:spPr>
          <a:xfrm rot="10800000">
            <a:off x="8539316"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a:stCxn id="23" idx="3"/>
          </p:cNvCxnSpPr>
          <p:nvPr>
            <p:custDataLst>
              <p:tags r:id="rId2"/>
            </p:custDataLst>
          </p:nvPr>
        </p:nvCxnSpPr>
        <p:spPr>
          <a:xfrm>
            <a:off x="1124712" y="548640"/>
            <a:ext cx="3022745" cy="0"/>
          </a:xfrm>
          <a:prstGeom prst="line">
            <a:avLst/>
          </a:prstGeom>
          <a:ln w="28575">
            <a:solidFill>
              <a:srgbClr val="CCAC7E"/>
            </a:solidFill>
          </a:ln>
        </p:spPr>
        <p:style>
          <a:lnRef idx="1">
            <a:srgbClr val="8B7B57"/>
          </a:lnRef>
          <a:fillRef idx="0">
            <a:srgbClr val="8B7B57"/>
          </a:fillRef>
          <a:effectRef idx="0">
            <a:srgbClr val="8B7B57"/>
          </a:effectRef>
          <a:fontRef idx="minor">
            <a:sysClr val="windowText" lastClr="000000"/>
          </a:fontRef>
        </p:style>
      </p:cxnSp>
      <p:sp>
        <p:nvSpPr>
          <p:cNvPr id="23" name="菱形 22"/>
          <p:cNvSpPr/>
          <p:nvPr>
            <p:custDataLst>
              <p:tags r:id="rId3"/>
            </p:custDataLst>
          </p:nvPr>
        </p:nvSpPr>
        <p:spPr>
          <a:xfrm>
            <a:off x="594360" y="283464"/>
            <a:ext cx="530352" cy="530352"/>
          </a:xfrm>
          <a:prstGeom prst="diamond">
            <a:avLst/>
          </a:prstGeom>
          <a:noFill/>
          <a:ln w="38100">
            <a:solidFill>
              <a:srgbClr val="8AA9B4"/>
            </a:solidFill>
          </a:ln>
        </p:spPr>
        <p:style>
          <a:lnRef idx="2">
            <a:srgbClr val="8B7B57">
              <a:shade val="50000"/>
            </a:srgbClr>
          </a:lnRef>
          <a:fillRef idx="1">
            <a:srgbClr val="8B7B57"/>
          </a:fillRef>
          <a:effectRef idx="0">
            <a:srgbClr val="8B7B57"/>
          </a:effectRef>
          <a:fontRef idx="minor">
            <a:sysClr val="window" lastClr="FFFFFF"/>
          </a:fontRef>
        </p:style>
        <p:txBody>
          <a:bodyPr rtlCol="0" anchor="ctr"/>
          <a:lstStyle/>
          <a:p>
            <a:pPr algn="ctr"/>
            <a:endParaRPr lang="zh-CN" altLang="en-US" sz="1350"/>
          </a:p>
        </p:txBody>
      </p:sp>
      <p:pic>
        <p:nvPicPr>
          <p:cNvPr id="8" name="图片 7"/>
          <p:cNvPicPr>
            <a:picLocks noChangeAspect="1"/>
          </p:cNvPicPr>
          <p:nvPr>
            <p:custDataLst>
              <p:tags r:id="rId4"/>
            </p:custDataLst>
          </p:nvPr>
        </p:nvPicPr>
        <p:blipFill>
          <a:blip r:embed="rId14"/>
          <a:srcRect l="7629" r="7629"/>
          <a:stretch>
            <a:fillRect/>
          </a:stretch>
        </p:blipFill>
        <p:spPr>
          <a:xfrm>
            <a:off x="429767" y="1340330"/>
            <a:ext cx="5060793" cy="3442716"/>
          </a:xfrm>
          <a:prstGeom prst="rect">
            <a:avLst/>
          </a:prstGeom>
        </p:spPr>
      </p:pic>
      <p:sp>
        <p:nvSpPr>
          <p:cNvPr id="7" name="菱形 6"/>
          <p:cNvSpPr/>
          <p:nvPr>
            <p:custDataLst>
              <p:tags r:id="rId5"/>
            </p:custDataLst>
          </p:nvPr>
        </p:nvSpPr>
        <p:spPr>
          <a:xfrm>
            <a:off x="0" y="118872"/>
            <a:ext cx="859536" cy="859536"/>
          </a:xfrm>
          <a:prstGeom prst="diamond">
            <a:avLst/>
          </a:prstGeom>
          <a:solidFill>
            <a:srgbClr val="8AA9B4"/>
          </a:solidFill>
          <a:ln>
            <a:noFill/>
          </a:ln>
        </p:spPr>
        <p:style>
          <a:lnRef idx="2">
            <a:srgbClr val="8B7B57">
              <a:shade val="50000"/>
            </a:srgbClr>
          </a:lnRef>
          <a:fillRef idx="1">
            <a:srgbClr val="8B7B57"/>
          </a:fillRef>
          <a:effectRef idx="0">
            <a:srgbClr val="8B7B57"/>
          </a:effectRef>
          <a:fontRef idx="minor">
            <a:sysClr val="window" lastClr="FFFFFF"/>
          </a:fontRef>
        </p:style>
        <p:txBody>
          <a:bodyPr rtlCol="0" anchor="ctr"/>
          <a:lstStyle/>
          <a:p>
            <a:pPr algn="ctr"/>
            <a:endParaRPr lang="zh-CN" altLang="en-US" sz="1350"/>
          </a:p>
        </p:txBody>
      </p:sp>
      <p:sp>
        <p:nvSpPr>
          <p:cNvPr id="11" name="矩形 10"/>
          <p:cNvSpPr/>
          <p:nvPr>
            <p:custDataLst>
              <p:tags r:id="rId6"/>
            </p:custDataLst>
          </p:nvPr>
        </p:nvSpPr>
        <p:spPr>
          <a:xfrm>
            <a:off x="287465" y="4037810"/>
            <a:ext cx="142304" cy="745236"/>
          </a:xfrm>
          <a:prstGeom prst="rect">
            <a:avLst/>
          </a:prstGeom>
          <a:solidFill>
            <a:srgbClr val="CCAC7E">
              <a:lumMod val="60000"/>
              <a:lumOff val="40000"/>
            </a:srgbClr>
          </a:solidFill>
          <a:ln>
            <a:noFill/>
          </a:ln>
        </p:spPr>
        <p:style>
          <a:lnRef idx="2">
            <a:srgbClr val="8B7B57">
              <a:shade val="50000"/>
            </a:srgbClr>
          </a:lnRef>
          <a:fillRef idx="1">
            <a:srgbClr val="8B7B57"/>
          </a:fillRef>
          <a:effectRef idx="0">
            <a:srgbClr val="8B7B57"/>
          </a:effectRef>
          <a:fontRef idx="minor">
            <a:sysClr val="window" lastClr="FFFFFF"/>
          </a:fontRef>
        </p:style>
        <p:txBody>
          <a:bodyPr rtlCol="0" anchor="ctr"/>
          <a:lstStyle/>
          <a:p>
            <a:pPr algn="ctr"/>
            <a:endParaRPr lang="zh-CN" altLang="en-US" sz="1350"/>
          </a:p>
        </p:txBody>
      </p:sp>
      <p:sp>
        <p:nvSpPr>
          <p:cNvPr id="28" name="矩形 27"/>
          <p:cNvSpPr/>
          <p:nvPr>
            <p:custDataLst>
              <p:tags r:id="rId7"/>
            </p:custDataLst>
          </p:nvPr>
        </p:nvSpPr>
        <p:spPr>
          <a:xfrm rot="5400000">
            <a:off x="673834" y="4396676"/>
            <a:ext cx="142304" cy="915043"/>
          </a:xfrm>
          <a:prstGeom prst="rect">
            <a:avLst/>
          </a:prstGeom>
          <a:solidFill>
            <a:srgbClr val="CCAC7E">
              <a:lumMod val="60000"/>
              <a:lumOff val="40000"/>
            </a:srgbClr>
          </a:solidFill>
          <a:ln>
            <a:noFill/>
          </a:ln>
        </p:spPr>
        <p:style>
          <a:lnRef idx="2">
            <a:srgbClr val="8B7B57">
              <a:shade val="50000"/>
            </a:srgbClr>
          </a:lnRef>
          <a:fillRef idx="1">
            <a:srgbClr val="8B7B57"/>
          </a:fillRef>
          <a:effectRef idx="0">
            <a:srgbClr val="8B7B57"/>
          </a:effectRef>
          <a:fontRef idx="minor">
            <a:sysClr val="window" lastClr="FFFFFF"/>
          </a:fontRef>
        </p:style>
        <p:txBody>
          <a:bodyPr rtlCol="0" anchor="ctr"/>
          <a:lstStyle/>
          <a:p>
            <a:pPr algn="ctr"/>
            <a:endParaRPr lang="zh-CN" altLang="en-US" sz="1350"/>
          </a:p>
        </p:txBody>
      </p:sp>
      <p:sp>
        <p:nvSpPr>
          <p:cNvPr id="17" name="矩形 16"/>
          <p:cNvSpPr/>
          <p:nvPr>
            <p:custDataLst>
              <p:tags r:id="rId8"/>
            </p:custDataLst>
          </p:nvPr>
        </p:nvSpPr>
        <p:spPr>
          <a:xfrm>
            <a:off x="5909585" y="1340329"/>
            <a:ext cx="2804648" cy="3448685"/>
          </a:xfrm>
          <a:prstGeom prst="rect">
            <a:avLst/>
          </a:prstGeom>
        </p:spPr>
        <p:txBody>
          <a:bodyPr wrap="square">
            <a:spAutoFit/>
          </a:bodyPr>
          <a:lstStyle/>
          <a:p>
            <a:pPr marL="0" lvl="0" indent="0" algn="just">
              <a:lnSpc>
                <a:spcPct val="130000"/>
              </a:lnSpc>
              <a:spcBef>
                <a:spcPts val="0"/>
              </a:spcBef>
              <a:spcAft>
                <a:spcPts val="1000"/>
              </a:spcAft>
              <a:buSzPct val="100000"/>
            </a:pPr>
            <a:r>
              <a:rPr sz="1200" kern="0" spc="150" dirty="0">
                <a:latin typeface="Arial" panose="020B0604020202020204" pitchFamily="34" charset="0"/>
                <a:ea typeface="微软雅黑" panose="020B0503020204020204" charset="-122"/>
                <a:cs typeface="Times New Roman" panose="02020603050405020304" pitchFamily="18" charset="0"/>
                <a:sym typeface="+mn-ea"/>
              </a:rPr>
              <a:t>计算机硬件的基本功能是接受计算机程序的控制来实现数据输入、运算、输出等一系列根本性的操作。虽然计算机的制造技术从计算机出现到今天已经发生了极大的变化，但在基本的硬件结构方面，一直沿袭着美籍匈牙利数学家冯·诺依曼在1946年提出的计算机组成和工作方式的基本思想。即</a:t>
            </a:r>
            <a:r>
              <a:rPr sz="1200" b="1" kern="0" spc="150" dirty="0">
                <a:solidFill>
                  <a:srgbClr val="7030A0"/>
                </a:solidFill>
                <a:latin typeface="Arial" panose="020B0604020202020204" pitchFamily="34" charset="0"/>
                <a:ea typeface="微软雅黑" panose="020B0503020204020204" charset="-122"/>
                <a:cs typeface="Times New Roman" panose="02020603050405020304" pitchFamily="18" charset="0"/>
                <a:sym typeface="+mn-ea"/>
              </a:rPr>
              <a:t>计算机主要由运算器、控制器、存储器、输入设备、输出设备五大功能部件组成</a:t>
            </a:r>
            <a:r>
              <a:rPr sz="1200" kern="0" spc="150" dirty="0">
                <a:latin typeface="Arial" panose="020B0604020202020204" pitchFamily="34" charset="0"/>
                <a:ea typeface="微软雅黑" panose="020B0503020204020204" charset="-122"/>
                <a:cs typeface="Times New Roman" panose="02020603050405020304" pitchFamily="18" charset="0"/>
                <a:sym typeface="+mn-ea"/>
              </a:rPr>
              <a:t>，将它们用总线连接起来，就构成了一个完整的计算机硬件系统，如图1-6所示。</a:t>
            </a:r>
          </a:p>
        </p:txBody>
      </p:sp>
      <p:sp>
        <p:nvSpPr>
          <p:cNvPr id="20" name="文本框 19"/>
          <p:cNvSpPr txBox="1"/>
          <p:nvPr>
            <p:custDataLst>
              <p:tags r:id="rId9"/>
            </p:custDataLst>
          </p:nvPr>
        </p:nvSpPr>
        <p:spPr>
          <a:xfrm>
            <a:off x="1124712" y="565918"/>
            <a:ext cx="3149570" cy="530327"/>
          </a:xfrm>
          <a:prstGeom prst="rect">
            <a:avLst/>
          </a:prstGeom>
          <a:noFill/>
        </p:spPr>
        <p:txBody>
          <a:bodyPr wrap="square" rtlCol="0" anchor="ctr">
            <a:normAutofit/>
          </a:bodyPr>
          <a:lstStyle/>
          <a:p>
            <a:pPr marL="0" indent="0" algn="l">
              <a:lnSpc>
                <a:spcPct val="100000"/>
              </a:lnSpc>
              <a:spcBef>
                <a:spcPts val="0"/>
              </a:spcBef>
              <a:spcAft>
                <a:spcPts val="0"/>
              </a:spcAft>
              <a:buSzPct val="100000"/>
            </a:pPr>
            <a:r>
              <a:rPr lang="zh-CN" altLang="en-US" sz="2400" b="1" cap="all" spc="300" dirty="0">
                <a:latin typeface="Arial" panose="020B0604020202020204" pitchFamily="34" charset="0"/>
                <a:ea typeface="微软雅黑" panose="020B0503020204020204" charset="-122"/>
                <a:sym typeface="+mn-ea"/>
              </a:rPr>
              <a:t>计算机硬件系统</a:t>
            </a:r>
          </a:p>
        </p:txBody>
      </p:sp>
      <p:cxnSp>
        <p:nvCxnSpPr>
          <p:cNvPr id="29" name="直接连接符 28"/>
          <p:cNvCxnSpPr/>
          <p:nvPr>
            <p:custDataLst>
              <p:tags r:id="rId10"/>
            </p:custDataLst>
          </p:nvPr>
        </p:nvCxnSpPr>
        <p:spPr>
          <a:xfrm>
            <a:off x="1202507" y="1107131"/>
            <a:ext cx="3456578" cy="0"/>
          </a:xfrm>
          <a:prstGeom prst="line">
            <a:avLst/>
          </a:prstGeom>
          <a:ln w="28575">
            <a:solidFill>
              <a:srgbClr val="CCAC7E"/>
            </a:solidFill>
          </a:ln>
        </p:spPr>
        <p:style>
          <a:lnRef idx="1">
            <a:srgbClr val="8B7B57"/>
          </a:lnRef>
          <a:fillRef idx="0">
            <a:srgbClr val="8B7B57"/>
          </a:fillRef>
          <a:effectRef idx="0">
            <a:srgbClr val="8B7B57"/>
          </a:effectRef>
          <a:fontRef idx="minor">
            <a:sysClr val="windowText" lastClr="000000"/>
          </a:fontRef>
        </p:style>
      </p:cxnSp>
      <p:cxnSp>
        <p:nvCxnSpPr>
          <p:cNvPr id="32" name="直接连接符 31"/>
          <p:cNvCxnSpPr/>
          <p:nvPr>
            <p:custDataLst>
              <p:tags r:id="rId11"/>
            </p:custDataLst>
          </p:nvPr>
        </p:nvCxnSpPr>
        <p:spPr>
          <a:xfrm>
            <a:off x="4484915" y="978408"/>
            <a:ext cx="0" cy="208135"/>
          </a:xfrm>
          <a:prstGeom prst="line">
            <a:avLst/>
          </a:prstGeom>
          <a:ln w="28575">
            <a:solidFill>
              <a:srgbClr val="CCAC7E"/>
            </a:solidFill>
          </a:ln>
        </p:spPr>
        <p:style>
          <a:lnRef idx="1">
            <a:srgbClr val="8B7B57"/>
          </a:lnRef>
          <a:fillRef idx="0">
            <a:srgbClr val="8B7B57"/>
          </a:fillRef>
          <a:effectRef idx="0">
            <a:srgbClr val="8B7B57"/>
          </a:effectRef>
          <a:fontRef idx="minor">
            <a:sysClr val="windowText" lastClr="000000"/>
          </a:fontRef>
        </p:style>
      </p:cxn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custDataLst>
              <p:tags r:id="rId2"/>
            </p:custDataLst>
          </p:nvPr>
        </p:nvSpPr>
        <p:spPr>
          <a:xfrm>
            <a:off x="4277377" y="2840750"/>
            <a:ext cx="2040584" cy="1844683"/>
          </a:xfrm>
          <a:custGeom>
            <a:avLst/>
            <a:gdLst>
              <a:gd name="connsiteX0" fmla="*/ 0 w 2720778"/>
              <a:gd name="connsiteY0" fmla="*/ 0 h 2459577"/>
              <a:gd name="connsiteX1" fmla="*/ 226161 w 2720778"/>
              <a:gd name="connsiteY1" fmla="*/ 0 h 2459577"/>
              <a:gd name="connsiteX2" fmla="*/ 226161 w 2720778"/>
              <a:gd name="connsiteY2" fmla="*/ 2235478 h 2459577"/>
              <a:gd name="connsiteX3" fmla="*/ 2720778 w 2720778"/>
              <a:gd name="connsiteY3" fmla="*/ 2235478 h 2459577"/>
              <a:gd name="connsiteX4" fmla="*/ 2720778 w 2720778"/>
              <a:gd name="connsiteY4" fmla="*/ 2459577 h 2459577"/>
              <a:gd name="connsiteX5" fmla="*/ 0 w 2720778"/>
              <a:gd name="connsiteY5" fmla="*/ 2459577 h 2459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778" h="2459577">
                <a:moveTo>
                  <a:pt x="0" y="0"/>
                </a:moveTo>
                <a:lnTo>
                  <a:pt x="226161" y="0"/>
                </a:lnTo>
                <a:lnTo>
                  <a:pt x="226161" y="2235478"/>
                </a:lnTo>
                <a:lnTo>
                  <a:pt x="2720778" y="2235478"/>
                </a:lnTo>
                <a:lnTo>
                  <a:pt x="2720778" y="2459577"/>
                </a:lnTo>
                <a:lnTo>
                  <a:pt x="0" y="2459577"/>
                </a:lnTo>
                <a:close/>
              </a:path>
            </a:pathLst>
          </a:custGeom>
          <a:solidFill>
            <a:srgbClr val="5B9BD5">
              <a:lumMod val="20000"/>
              <a:lumOff val="80000"/>
              <a:alpha val="60000"/>
            </a:srgbClr>
          </a:solidFill>
          <a:ln w="76200">
            <a:noFill/>
          </a:ln>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custDataLst>
              <p:tags r:id="rId3"/>
            </p:custDataLst>
          </p:nvPr>
        </p:nvSpPr>
        <p:spPr>
          <a:xfrm>
            <a:off x="7681201" y="458066"/>
            <a:ext cx="1239875" cy="1120844"/>
          </a:xfrm>
          <a:prstGeom prst="rect">
            <a:avLst/>
          </a:prstGeom>
          <a:solidFill>
            <a:srgbClr val="5B9BD5">
              <a:lumMod val="20000"/>
              <a:lumOff val="80000"/>
              <a:alpha val="60000"/>
            </a:srgbClr>
          </a:solidFill>
          <a:ln w="76200">
            <a:noFill/>
          </a:ln>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8" name="矩形 7"/>
          <p:cNvSpPr/>
          <p:nvPr>
            <p:custDataLst>
              <p:tags r:id="rId4"/>
            </p:custDataLst>
          </p:nvPr>
        </p:nvSpPr>
        <p:spPr>
          <a:xfrm>
            <a:off x="4446998" y="626140"/>
            <a:ext cx="4304458" cy="3891219"/>
          </a:xfrm>
          <a:prstGeom prst="rect">
            <a:avLst/>
          </a:prstGeom>
          <a:solidFill>
            <a:srgbClr val="FFFFFF"/>
          </a:solidFill>
          <a:ln w="76200">
            <a:solidFill>
              <a:srgbClr val="5B9BD5">
                <a:lumMod val="20000"/>
                <a:lumOff val="80000"/>
              </a:srgbClr>
            </a:solidFill>
          </a:ln>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 name="矩形 4"/>
          <p:cNvSpPr/>
          <p:nvPr>
            <p:custDataLst>
              <p:tags r:id="rId5"/>
            </p:custDataLst>
          </p:nvPr>
        </p:nvSpPr>
        <p:spPr>
          <a:xfrm>
            <a:off x="4800600" y="944705"/>
            <a:ext cx="3597254" cy="3254090"/>
          </a:xfrm>
          <a:prstGeom prst="rect">
            <a:avLst/>
          </a:prstGeom>
        </p:spPr>
        <p:txBody>
          <a:bodyPr anchor="ctr">
            <a:normAutofit/>
          </a:bodyPr>
          <a:lstStyle>
            <a:defPPr>
              <a:defRPr lang="zh-CN"/>
            </a:defPPr>
            <a:lvl1pPr marL="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9pPr>
          </a:lstStyle>
          <a:p>
            <a:pPr marL="285750" lvl="0" indent="-285750" algn="l">
              <a:lnSpc>
                <a:spcPct val="150000"/>
              </a:lnSpc>
              <a:spcBef>
                <a:spcPts val="0"/>
              </a:spcBef>
              <a:spcAft>
                <a:spcPts val="400"/>
              </a:spcAft>
              <a:buClr>
                <a:srgbClr val="5B9BD5">
                  <a:lumMod val="20000"/>
                  <a:lumOff val="80000"/>
                </a:srgbClr>
              </a:buClr>
              <a:buSzPct val="100000"/>
              <a:buFont typeface="Wingdings" panose="05000000000000000000" pitchFamily="2" charset="2"/>
              <a:buChar char="n"/>
            </a:pPr>
            <a:r>
              <a:rPr sz="1200" spc="150" dirty="0">
                <a:solidFill>
                  <a:sysClr val="windowText" lastClr="000000">
                    <a:lumMod val="75000"/>
                    <a:lumOff val="25000"/>
                  </a:sysClr>
                </a:solidFill>
                <a:latin typeface="Arial" panose="020B0604020202020204" pitchFamily="34" charset="0"/>
                <a:ea typeface="微软雅黑" panose="020B0503020204020204" charset="-122"/>
                <a:sym typeface="+mn-ea"/>
              </a:rPr>
              <a:t>输入设备负责把用户的信息（包括程序和数据）输入到计算机中；输出设备负责将计算机中的信息（包括程序和数据）传送到外部媒介，供用户查看或保存；存储器负责存储数据和程序，并根据控制命令提供这些数据和程序，它包括内存储器和外存储器；运算器负责对数据进行算术运算和逻辑运算；控制器负责对程序所规定的指令进行分析，控制并协调输入、输出操作或对内存的访问。</a:t>
            </a:r>
          </a:p>
        </p:txBody>
      </p:sp>
      <p:sp>
        <p:nvSpPr>
          <p:cNvPr id="16" name="任意多边形: 形状 15"/>
          <p:cNvSpPr>
            <a:spLocks noChangeAspect="1"/>
          </p:cNvSpPr>
          <p:nvPr>
            <p:custDataLst>
              <p:tags r:id="rId6"/>
            </p:custDataLst>
          </p:nvPr>
        </p:nvSpPr>
        <p:spPr>
          <a:xfrm rot="10800000">
            <a:off x="3220085" y="948690"/>
            <a:ext cx="234950" cy="361315"/>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5B9BD5">
              <a:lumMod val="20000"/>
              <a:lumOff val="80000"/>
              <a:alpha val="60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wrap="square" rtlCol="0" anchor="ctr">
            <a:noAutofit/>
          </a:bodyP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7" name="任意多边形: 形状 16"/>
          <p:cNvSpPr>
            <a:spLocks noChangeAspect="1"/>
          </p:cNvSpPr>
          <p:nvPr>
            <p:custDataLst>
              <p:tags r:id="rId7"/>
            </p:custDataLst>
          </p:nvPr>
        </p:nvSpPr>
        <p:spPr>
          <a:xfrm rot="10800000">
            <a:off x="2912110" y="948690"/>
            <a:ext cx="234950" cy="361315"/>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5B9BD5">
              <a:lumMod val="20000"/>
              <a:lumOff val="80000"/>
              <a:alpha val="60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wrap="square" rtlCol="0" anchor="ctr">
            <a:noAutofit/>
          </a:bodyP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8" name="斜纹 17"/>
          <p:cNvSpPr/>
          <p:nvPr>
            <p:custDataLst>
              <p:tags r:id="rId8"/>
            </p:custDataLst>
          </p:nvPr>
        </p:nvSpPr>
        <p:spPr>
          <a:xfrm>
            <a:off x="-8887" y="0"/>
            <a:ext cx="1450731" cy="1450731"/>
          </a:xfrm>
          <a:prstGeom prst="diagStripe">
            <a:avLst>
              <a:gd name="adj" fmla="val 66970"/>
            </a:avLst>
          </a:prstGeom>
          <a:solidFill>
            <a:srgbClr val="5B9BD5">
              <a:lumMod val="40000"/>
              <a:lumOff val="60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9" name="文本框 8"/>
          <p:cNvSpPr txBox="1"/>
          <p:nvPr>
            <p:custDataLst>
              <p:tags r:id="rId9"/>
            </p:custDataLst>
          </p:nvPr>
        </p:nvSpPr>
        <p:spPr>
          <a:xfrm>
            <a:off x="809737" y="1783138"/>
            <a:ext cx="2645204" cy="1577429"/>
          </a:xfrm>
          <a:prstGeom prst="rect">
            <a:avLst/>
          </a:prstGeom>
          <a:noFill/>
        </p:spPr>
        <p:txBody>
          <a:bodyPr wrap="square" rtlCol="0" anchor="b" anchorCtr="0">
            <a:normAutofit/>
          </a:bodyPr>
          <a:lstStyle/>
          <a:p>
            <a:pPr marL="0" indent="0" algn="l">
              <a:lnSpc>
                <a:spcPct val="120000"/>
              </a:lnSpc>
              <a:spcBef>
                <a:spcPts val="0"/>
              </a:spcBef>
              <a:spcAft>
                <a:spcPts val="0"/>
              </a:spcAft>
              <a:buSzPct val="100000"/>
            </a:pPr>
            <a:r>
              <a:rPr lang="zh-CN" altLang="en-US" sz="3200" b="1" spc="300" dirty="0">
                <a:solidFill>
                  <a:sysClr val="windowText" lastClr="000000">
                    <a:lumMod val="85000"/>
                    <a:lumOff val="15000"/>
                  </a:sysClr>
                </a:solidFill>
                <a:latin typeface="Arial" panose="020B0604020202020204" pitchFamily="34" charset="0"/>
                <a:ea typeface="微软雅黑" panose="020B0503020204020204" charset="-122"/>
                <a:sym typeface="+mn-ea"/>
              </a:rPr>
              <a:t>计算机硬件系统</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2"/>
            </p:custDataLst>
          </p:nvPr>
        </p:nvSpPr>
        <p:spPr>
          <a:xfrm>
            <a:off x="370205" y="621665"/>
            <a:ext cx="8562340" cy="4128770"/>
          </a:xfrm>
          <a:prstGeom prst="rect">
            <a:avLst/>
          </a:prstGeom>
          <a:noFill/>
          <a:ln w="41275" cmpd="sng">
            <a:solidFill>
              <a:srgbClr val="73C9BE"/>
            </a:solidFill>
          </a:ln>
        </p:spPr>
        <p:style>
          <a:lnRef idx="2">
            <a:srgbClr val="73C9BE">
              <a:shade val="50000"/>
            </a:srgbClr>
          </a:lnRef>
          <a:fillRef idx="1">
            <a:srgbClr val="73C9BE"/>
          </a:fillRef>
          <a:effectRef idx="0">
            <a:srgbClr val="73C9BE"/>
          </a:effectRef>
          <a:fontRef idx="minor">
            <a:srgbClr val="FFFFFF"/>
          </a:fontRef>
        </p:style>
        <p:txBody>
          <a:bodyPr rtlCol="0" anchor="ctr"/>
          <a:lstStyle/>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sp>
        <p:nvSpPr>
          <p:cNvPr id="17" name="矩形 16"/>
          <p:cNvSpPr/>
          <p:nvPr>
            <p:custDataLst>
              <p:tags r:id="rId3"/>
            </p:custDataLst>
          </p:nvPr>
        </p:nvSpPr>
        <p:spPr>
          <a:xfrm>
            <a:off x="211455" y="507365"/>
            <a:ext cx="8562340" cy="4128770"/>
          </a:xfrm>
          <a:prstGeom prst="rect">
            <a:avLst/>
          </a:prstGeom>
          <a:noFill/>
          <a:ln w="12700">
            <a:solidFill>
              <a:srgbClr val="73C9BE"/>
            </a:solidFill>
          </a:ln>
        </p:spPr>
        <p:style>
          <a:lnRef idx="2">
            <a:srgbClr val="73C9BE">
              <a:shade val="50000"/>
            </a:srgbClr>
          </a:lnRef>
          <a:fillRef idx="1">
            <a:srgbClr val="73C9BE"/>
          </a:fillRef>
          <a:effectRef idx="0">
            <a:srgbClr val="73C9BE"/>
          </a:effectRef>
          <a:fontRef idx="minor">
            <a:srgbClr val="FFFFFF"/>
          </a:fontRef>
        </p:style>
        <p:txBody>
          <a:bodyPr rtlCol="0" anchor="ctr"/>
          <a:lstStyle/>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sp>
        <p:nvSpPr>
          <p:cNvPr id="19" name="任意多边形: 形状 18"/>
          <p:cNvSpPr>
            <a:spLocks noChangeAspect="1"/>
          </p:cNvSpPr>
          <p:nvPr>
            <p:custDataLst>
              <p:tags r:id="rId4"/>
            </p:custDataLst>
          </p:nvPr>
        </p:nvSpPr>
        <p:spPr>
          <a:xfrm>
            <a:off x="526415" y="316865"/>
            <a:ext cx="257810" cy="52260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0" name="任意多边形: 形状 19"/>
          <p:cNvSpPr>
            <a:spLocks noChangeAspect="1"/>
          </p:cNvSpPr>
          <p:nvPr>
            <p:custDataLst>
              <p:tags r:id="rId5"/>
            </p:custDataLst>
          </p:nvPr>
        </p:nvSpPr>
        <p:spPr>
          <a:xfrm>
            <a:off x="864235" y="316865"/>
            <a:ext cx="257810" cy="52260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2" name="任意多边形: 形状 21"/>
          <p:cNvSpPr>
            <a:spLocks noChangeAspect="1"/>
          </p:cNvSpPr>
          <p:nvPr>
            <p:custDataLst>
              <p:tags r:id="rId6"/>
            </p:custDataLst>
          </p:nvPr>
        </p:nvSpPr>
        <p:spPr>
          <a:xfrm>
            <a:off x="462280" y="274955"/>
            <a:ext cx="227965" cy="4622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3" name="任意多边形: 形状 22"/>
          <p:cNvSpPr>
            <a:spLocks noChangeAspect="1"/>
          </p:cNvSpPr>
          <p:nvPr>
            <p:custDataLst>
              <p:tags r:id="rId7"/>
            </p:custDataLst>
          </p:nvPr>
        </p:nvSpPr>
        <p:spPr>
          <a:xfrm>
            <a:off x="763905" y="274955"/>
            <a:ext cx="227965" cy="4622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lstStyle/>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5" name="任意多边形: 形状 24"/>
          <p:cNvSpPr>
            <a:spLocks noChangeAspect="1"/>
          </p:cNvSpPr>
          <p:nvPr>
            <p:custDataLst>
              <p:tags r:id="rId8"/>
            </p:custDataLst>
          </p:nvPr>
        </p:nvSpPr>
        <p:spPr>
          <a:xfrm rot="10800000">
            <a:off x="8568055" y="4500245"/>
            <a:ext cx="250825" cy="5086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lstStyle/>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26" name="任意多边形: 形状 25"/>
          <p:cNvSpPr>
            <a:spLocks noChangeAspect="1"/>
          </p:cNvSpPr>
          <p:nvPr>
            <p:custDataLst>
              <p:tags r:id="rId9"/>
            </p:custDataLst>
          </p:nvPr>
        </p:nvSpPr>
        <p:spPr>
          <a:xfrm rot="10800000">
            <a:off x="8235950" y="4500245"/>
            <a:ext cx="250825" cy="5086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lstStyle/>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28" name="任意多边形: 形状 27"/>
          <p:cNvSpPr>
            <a:spLocks noChangeAspect="1"/>
          </p:cNvSpPr>
          <p:nvPr>
            <p:custDataLst>
              <p:tags r:id="rId10"/>
            </p:custDataLst>
          </p:nvPr>
        </p:nvSpPr>
        <p:spPr>
          <a:xfrm rot="10800000">
            <a:off x="8498840" y="4424045"/>
            <a:ext cx="221615" cy="4495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lstStyle/>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29" name="任意多边形: 形状 28"/>
          <p:cNvSpPr>
            <a:spLocks noChangeAspect="1"/>
          </p:cNvSpPr>
          <p:nvPr>
            <p:custDataLst>
              <p:tags r:id="rId11"/>
            </p:custDataLst>
          </p:nvPr>
        </p:nvSpPr>
        <p:spPr>
          <a:xfrm rot="10800000">
            <a:off x="8204835" y="4424045"/>
            <a:ext cx="221615" cy="4495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lstStyle/>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14" name="文本框 13"/>
          <p:cNvSpPr txBox="1"/>
          <p:nvPr>
            <p:custDataLst>
              <p:tags r:id="rId12"/>
            </p:custDataLst>
          </p:nvPr>
        </p:nvSpPr>
        <p:spPr>
          <a:xfrm>
            <a:off x="573701" y="988985"/>
            <a:ext cx="7924863" cy="472440"/>
          </a:xfrm>
          <a:prstGeom prst="rect">
            <a:avLst/>
          </a:prstGeom>
          <a:noFill/>
        </p:spPr>
        <p:txBody>
          <a:bodyPr wrap="square" lIns="67500" tIns="35100" rIns="67500" bIns="35100" rtlCol="0">
            <a:normAutofit/>
          </a:bodyPr>
          <a:lstStyle/>
          <a:p>
            <a:pPr marL="0" indent="0" algn="ctr">
              <a:lnSpc>
                <a:spcPct val="120000"/>
              </a:lnSpc>
              <a:spcBef>
                <a:spcPts val="300"/>
              </a:spcBef>
              <a:spcAft>
                <a:spcPts val="300"/>
              </a:spcAft>
              <a:buSzPct val="100000"/>
            </a:pPr>
            <a:r>
              <a:rPr lang="zh-CN" altLang="en-US" sz="2200" b="1" spc="300" dirty="0">
                <a:solidFill>
                  <a:srgbClr val="000000">
                    <a:lumMod val="75000"/>
                    <a:lumOff val="25000"/>
                  </a:srgbClr>
                </a:solidFill>
                <a:latin typeface="Arial" panose="020B0604020202020204" pitchFamily="34" charset="0"/>
                <a:ea typeface="微软雅黑" panose="020B0503020204020204" charset="-122"/>
                <a:sym typeface="+mn-ea"/>
              </a:rPr>
              <a:t>计算机软件系统</a:t>
            </a:r>
          </a:p>
        </p:txBody>
      </p:sp>
      <p:sp>
        <p:nvSpPr>
          <p:cNvPr id="15" name="文本框 14"/>
          <p:cNvSpPr txBox="1"/>
          <p:nvPr>
            <p:custDataLst>
              <p:tags r:id="rId13"/>
            </p:custDataLst>
          </p:nvPr>
        </p:nvSpPr>
        <p:spPr>
          <a:xfrm>
            <a:off x="525780" y="1789748"/>
            <a:ext cx="8080058" cy="2282190"/>
          </a:xfrm>
          <a:prstGeom prst="rect">
            <a:avLst/>
          </a:prstGeom>
          <a:noFill/>
        </p:spPr>
        <p:txBody>
          <a:bodyPr wrap="square" lIns="67500" tIns="35100" rIns="67500" bIns="35100" rtlCol="0">
            <a:normAutofit/>
          </a:bodyPr>
          <a:lstStyle>
            <a:defPPr>
              <a:defRPr lang="zh-CN"/>
            </a:defPPr>
            <a:lvl1pPr fontAlgn="auto">
              <a:lnSpc>
                <a:spcPct val="130000"/>
              </a:lnSpc>
              <a:spcAft>
                <a:spcPts val="1000"/>
              </a:spcAft>
              <a:defRPr sz="1600" spc="150"/>
            </a:lvl1pPr>
          </a:lstStyle>
          <a:p>
            <a:pPr marL="355600" lvl="0" indent="-355600" algn="l"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通常人们把不装备任何软件的计算机称为硬件计算机或裸机。裸机由于不装备任何软件，所以只能运行机器语言程序，它的功能显然不会得到充分有效的发挥。普通用户面对的一般不是裸机，而是在裸机上配置若干软件之后所构成的计算机系统。</a:t>
            </a:r>
          </a:p>
          <a:p>
            <a:pPr marL="355600" lvl="0" indent="-355600" algn="l"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计算机软件系统是指在硬件设备上运行的各种程序以及有关资料。程序是用户用于指挥计算机执行各种功能以便完成指定任务的指令的集合。资料（或称为文档）是为了便于阅读、修改、交流程序而作的说明。</a:t>
            </a:r>
          </a:p>
          <a:p>
            <a:pPr marL="355600" lvl="0" indent="-355600" algn="l"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计算机是依靠硬件和软件的协同工作来完成某一给定任务的。</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89"/>
          <p:cNvSpPr/>
          <p:nvPr>
            <p:custDataLst>
              <p:tags r:id="rId2"/>
            </p:custDataLst>
          </p:nvPr>
        </p:nvSpPr>
        <p:spPr>
          <a:xfrm rot="5400000">
            <a:off x="-1178378" y="1178380"/>
            <a:ext cx="5143500" cy="2786743"/>
          </a:xfrm>
          <a:prstGeom prst="rect">
            <a:avLst/>
          </a:prstGeom>
          <a:solidFill>
            <a:srgbClr val="000000">
              <a:lumMod val="75000"/>
              <a:lumOff val="25000"/>
            </a:srgbClr>
          </a:solidFill>
          <a:ln w="12700" cap="flat">
            <a:noFill/>
            <a:miter lim="400000"/>
          </a:ln>
          <a:effectLst/>
        </p:spPr>
        <p:txBody>
          <a:bodyPr wrap="square" lIns="14287" tIns="14287" rIns="14287" bIns="14287" numCol="1" anchor="ctr">
            <a:noAutofit/>
          </a:bodyPr>
          <a:lstStyle/>
          <a:p>
            <a:pPr marL="0" marR="0" lvl="0" indent="0" algn="l" defTabSz="914400" rtl="0" eaLnBrk="1" fontAlgn="auto" latinLnBrk="0" hangingPunct="1">
              <a:lnSpc>
                <a:spcPct val="120000"/>
              </a:lnSpc>
              <a:buClrTx/>
              <a:buSzTx/>
              <a:buFontTx/>
              <a:buNone/>
              <a:defRPr/>
            </a:pPr>
            <a:endParaRPr kumimoji="0" sz="15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charset="-122"/>
              <a:cs typeface="Calibri" panose="020F0502020204030204"/>
              <a:sym typeface="Arial" panose="020B0604020202020204" pitchFamily="34" charset="0"/>
            </a:endParaRPr>
          </a:p>
        </p:txBody>
      </p:sp>
      <p:sp>
        <p:nvSpPr>
          <p:cNvPr id="9" name="Shape 95"/>
          <p:cNvSpPr/>
          <p:nvPr>
            <p:custDataLst>
              <p:tags r:id="rId3"/>
            </p:custDataLst>
          </p:nvPr>
        </p:nvSpPr>
        <p:spPr>
          <a:xfrm>
            <a:off x="300355" y="875030"/>
            <a:ext cx="2186940" cy="1102995"/>
          </a:xfrm>
          <a:prstGeom prst="rect">
            <a:avLst/>
          </a:prstGeom>
          <a:ln w="12700">
            <a:miter lim="400000"/>
          </a:ln>
        </p:spPr>
        <p:txBody>
          <a:bodyPr wrap="square" lIns="67500" tIns="35100" rIns="67500" bIns="35100" anchor="ctr">
            <a:spAutoFit/>
          </a:bodyPr>
          <a:lstStyle>
            <a:lvl1pPr>
              <a:defRPr sz="5900"/>
            </a:lvl1pPr>
          </a:lstStyle>
          <a:p>
            <a:pPr lvl="0" algn="l">
              <a:lnSpc>
                <a:spcPct val="120000"/>
              </a:lnSpc>
              <a:defRPr/>
            </a:pPr>
            <a:r>
              <a:rPr lang="zh-CN" altLang="en-US" sz="2800" b="1" spc="300">
                <a:solidFill>
                  <a:schemeClr val="bg1"/>
                </a:solidFill>
                <a:latin typeface="Arial" panose="020B0604020202020204" pitchFamily="34" charset="0"/>
                <a:ea typeface="微软雅黑" panose="020B0503020204020204" charset="-122"/>
                <a:cs typeface="Calibri" panose="020F0502020204030204"/>
                <a:sym typeface="Arial" panose="020B0604020202020204" pitchFamily="34" charset="0"/>
              </a:rPr>
              <a:t>计算机的</a:t>
            </a:r>
          </a:p>
          <a:p>
            <a:pPr lvl="0" algn="l">
              <a:lnSpc>
                <a:spcPct val="120000"/>
              </a:lnSpc>
              <a:defRPr/>
            </a:pPr>
            <a:r>
              <a:rPr lang="zh-CN" altLang="en-US" sz="2800" b="1" spc="300">
                <a:solidFill>
                  <a:schemeClr val="bg1"/>
                </a:solidFill>
                <a:latin typeface="Arial" panose="020B0604020202020204" pitchFamily="34" charset="0"/>
                <a:ea typeface="微软雅黑" panose="020B0503020204020204" charset="-122"/>
                <a:cs typeface="Calibri" panose="020F0502020204030204"/>
                <a:sym typeface="Arial" panose="020B0604020202020204" pitchFamily="34" charset="0"/>
              </a:rPr>
              <a:t>启动与登录</a:t>
            </a:r>
          </a:p>
        </p:txBody>
      </p:sp>
      <p:sp>
        <p:nvSpPr>
          <p:cNvPr id="40" name="Shape"/>
          <p:cNvSpPr/>
          <p:nvPr>
            <p:custDataLst>
              <p:tags r:id="rId4"/>
            </p:custDataLst>
          </p:nvPr>
        </p:nvSpPr>
        <p:spPr>
          <a:xfrm>
            <a:off x="3063258" y="2384621"/>
            <a:ext cx="419101" cy="342901"/>
          </a:xfrm>
          <a:custGeom>
            <a:avLst/>
            <a:gdLst/>
            <a:ahLst/>
            <a:cxnLst>
              <a:cxn ang="0">
                <a:pos x="wd2" y="hd2"/>
              </a:cxn>
              <a:cxn ang="5400000">
                <a:pos x="wd2" y="hd2"/>
              </a:cxn>
              <a:cxn ang="10800000">
                <a:pos x="wd2" y="hd2"/>
              </a:cxn>
              <a:cxn ang="16200000">
                <a:pos x="wd2" y="hd2"/>
              </a:cxn>
            </a:cxnLst>
            <a:rect l="0" t="0" r="r" b="b"/>
            <a:pathLst>
              <a:path w="21600" h="21600" extrusionOk="0">
                <a:moveTo>
                  <a:pt x="16691" y="20400"/>
                </a:moveTo>
                <a:cubicBezTo>
                  <a:pt x="14522" y="20400"/>
                  <a:pt x="12764" y="18251"/>
                  <a:pt x="12764" y="15600"/>
                </a:cubicBezTo>
                <a:cubicBezTo>
                  <a:pt x="12764" y="12949"/>
                  <a:pt x="14522" y="10800"/>
                  <a:pt x="16691" y="10800"/>
                </a:cubicBezTo>
                <a:cubicBezTo>
                  <a:pt x="18860" y="10800"/>
                  <a:pt x="20618" y="12949"/>
                  <a:pt x="20618" y="15600"/>
                </a:cubicBezTo>
                <a:cubicBezTo>
                  <a:pt x="20618" y="18251"/>
                  <a:pt x="18860" y="20400"/>
                  <a:pt x="16691" y="20400"/>
                </a:cubicBezTo>
                <a:moveTo>
                  <a:pt x="12762" y="3393"/>
                </a:moveTo>
                <a:lnTo>
                  <a:pt x="12781" y="3388"/>
                </a:lnTo>
                <a:cubicBezTo>
                  <a:pt x="12870" y="2164"/>
                  <a:pt x="13702" y="1200"/>
                  <a:pt x="14727" y="1200"/>
                </a:cubicBezTo>
                <a:cubicBezTo>
                  <a:pt x="15521" y="1200"/>
                  <a:pt x="16202" y="1779"/>
                  <a:pt x="16511" y="2609"/>
                </a:cubicBezTo>
                <a:lnTo>
                  <a:pt x="16509" y="2609"/>
                </a:lnTo>
                <a:lnTo>
                  <a:pt x="19162" y="10421"/>
                </a:lnTo>
                <a:cubicBezTo>
                  <a:pt x="18436" y="9902"/>
                  <a:pt x="17593" y="9600"/>
                  <a:pt x="16691" y="9600"/>
                </a:cubicBezTo>
                <a:cubicBezTo>
                  <a:pt x="15082" y="9600"/>
                  <a:pt x="13658" y="10550"/>
                  <a:pt x="12763" y="12012"/>
                </a:cubicBezTo>
                <a:cubicBezTo>
                  <a:pt x="12763" y="12012"/>
                  <a:pt x="12762" y="3393"/>
                  <a:pt x="12762" y="3393"/>
                </a:cubicBezTo>
                <a:close/>
                <a:moveTo>
                  <a:pt x="11782" y="13200"/>
                </a:moveTo>
                <a:lnTo>
                  <a:pt x="9818" y="13200"/>
                </a:lnTo>
                <a:lnTo>
                  <a:pt x="9818" y="4800"/>
                </a:lnTo>
                <a:lnTo>
                  <a:pt x="11782" y="4800"/>
                </a:lnTo>
                <a:cubicBezTo>
                  <a:pt x="11782" y="4800"/>
                  <a:pt x="11782" y="13200"/>
                  <a:pt x="11782" y="13200"/>
                </a:cubicBezTo>
                <a:close/>
                <a:moveTo>
                  <a:pt x="11782" y="15600"/>
                </a:moveTo>
                <a:lnTo>
                  <a:pt x="9818" y="15600"/>
                </a:lnTo>
                <a:lnTo>
                  <a:pt x="9818" y="14400"/>
                </a:lnTo>
                <a:lnTo>
                  <a:pt x="11782" y="14400"/>
                </a:lnTo>
                <a:cubicBezTo>
                  <a:pt x="11782" y="14400"/>
                  <a:pt x="11782" y="15600"/>
                  <a:pt x="11782" y="15600"/>
                </a:cubicBezTo>
                <a:close/>
                <a:moveTo>
                  <a:pt x="8837" y="12012"/>
                </a:moveTo>
                <a:cubicBezTo>
                  <a:pt x="7942" y="10550"/>
                  <a:pt x="6518" y="9600"/>
                  <a:pt x="4909" y="9600"/>
                </a:cubicBezTo>
                <a:cubicBezTo>
                  <a:pt x="4007" y="9600"/>
                  <a:pt x="3164" y="9902"/>
                  <a:pt x="2438" y="10421"/>
                </a:cubicBezTo>
                <a:lnTo>
                  <a:pt x="5091" y="2609"/>
                </a:lnTo>
                <a:lnTo>
                  <a:pt x="5089" y="2609"/>
                </a:lnTo>
                <a:cubicBezTo>
                  <a:pt x="5398" y="1779"/>
                  <a:pt x="6079" y="1200"/>
                  <a:pt x="6873" y="1200"/>
                </a:cubicBezTo>
                <a:cubicBezTo>
                  <a:pt x="7898" y="1200"/>
                  <a:pt x="8730" y="2164"/>
                  <a:pt x="8819" y="3388"/>
                </a:cubicBezTo>
                <a:lnTo>
                  <a:pt x="8838" y="3393"/>
                </a:lnTo>
                <a:cubicBezTo>
                  <a:pt x="8838" y="3393"/>
                  <a:pt x="8837" y="12012"/>
                  <a:pt x="8837" y="12012"/>
                </a:cubicBezTo>
                <a:close/>
                <a:moveTo>
                  <a:pt x="4909" y="20400"/>
                </a:moveTo>
                <a:cubicBezTo>
                  <a:pt x="2740" y="20400"/>
                  <a:pt x="982" y="18251"/>
                  <a:pt x="982" y="15600"/>
                </a:cubicBezTo>
                <a:cubicBezTo>
                  <a:pt x="982" y="12949"/>
                  <a:pt x="2740" y="10800"/>
                  <a:pt x="4909" y="10800"/>
                </a:cubicBezTo>
                <a:cubicBezTo>
                  <a:pt x="7078" y="10800"/>
                  <a:pt x="8836" y="12949"/>
                  <a:pt x="8836" y="15600"/>
                </a:cubicBezTo>
                <a:cubicBezTo>
                  <a:pt x="8836" y="18251"/>
                  <a:pt x="7078" y="20400"/>
                  <a:pt x="4909" y="20400"/>
                </a:cubicBezTo>
                <a:moveTo>
                  <a:pt x="21102" y="12980"/>
                </a:moveTo>
                <a:lnTo>
                  <a:pt x="17504" y="2400"/>
                </a:lnTo>
                <a:lnTo>
                  <a:pt x="17493" y="2402"/>
                </a:lnTo>
                <a:cubicBezTo>
                  <a:pt x="17088" y="1006"/>
                  <a:pt x="16009" y="0"/>
                  <a:pt x="14727" y="0"/>
                </a:cubicBezTo>
                <a:cubicBezTo>
                  <a:pt x="13101" y="0"/>
                  <a:pt x="11782" y="1612"/>
                  <a:pt x="11782" y="3600"/>
                </a:cubicBezTo>
                <a:lnTo>
                  <a:pt x="9818" y="3600"/>
                </a:lnTo>
                <a:cubicBezTo>
                  <a:pt x="9818" y="1612"/>
                  <a:pt x="8499" y="0"/>
                  <a:pt x="6873" y="0"/>
                </a:cubicBezTo>
                <a:cubicBezTo>
                  <a:pt x="5592" y="0"/>
                  <a:pt x="4512" y="1006"/>
                  <a:pt x="4107" y="2402"/>
                </a:cubicBezTo>
                <a:lnTo>
                  <a:pt x="4096" y="2400"/>
                </a:lnTo>
                <a:lnTo>
                  <a:pt x="498" y="12980"/>
                </a:lnTo>
                <a:cubicBezTo>
                  <a:pt x="182" y="13772"/>
                  <a:pt x="0" y="14659"/>
                  <a:pt x="0" y="15600"/>
                </a:cubicBezTo>
                <a:cubicBezTo>
                  <a:pt x="0" y="18914"/>
                  <a:pt x="2198" y="21600"/>
                  <a:pt x="4909" y="21600"/>
                </a:cubicBezTo>
                <a:cubicBezTo>
                  <a:pt x="7284" y="21600"/>
                  <a:pt x="9265" y="19539"/>
                  <a:pt x="9719" y="16800"/>
                </a:cubicBezTo>
                <a:lnTo>
                  <a:pt x="11881" y="16800"/>
                </a:lnTo>
                <a:cubicBezTo>
                  <a:pt x="12335" y="19539"/>
                  <a:pt x="14316" y="21600"/>
                  <a:pt x="16691" y="21600"/>
                </a:cubicBezTo>
                <a:cubicBezTo>
                  <a:pt x="19402" y="21600"/>
                  <a:pt x="21600" y="18914"/>
                  <a:pt x="21600" y="15600"/>
                </a:cubicBezTo>
                <a:cubicBezTo>
                  <a:pt x="21600" y="14659"/>
                  <a:pt x="21418" y="13772"/>
                  <a:pt x="21102" y="12980"/>
                </a:cubicBezTo>
                <a:moveTo>
                  <a:pt x="16691" y="12000"/>
                </a:moveTo>
                <a:cubicBezTo>
                  <a:pt x="15064" y="12000"/>
                  <a:pt x="13745" y="13612"/>
                  <a:pt x="13745" y="15600"/>
                </a:cubicBezTo>
                <a:cubicBezTo>
                  <a:pt x="13745" y="15932"/>
                  <a:pt x="13965" y="16200"/>
                  <a:pt x="14236" y="16200"/>
                </a:cubicBezTo>
                <a:cubicBezTo>
                  <a:pt x="14508" y="16200"/>
                  <a:pt x="14727" y="15932"/>
                  <a:pt x="14727" y="15600"/>
                </a:cubicBezTo>
                <a:cubicBezTo>
                  <a:pt x="14727" y="14275"/>
                  <a:pt x="15606" y="13200"/>
                  <a:pt x="16691" y="13200"/>
                </a:cubicBezTo>
                <a:cubicBezTo>
                  <a:pt x="16962" y="13200"/>
                  <a:pt x="17182" y="12932"/>
                  <a:pt x="17182" y="12600"/>
                </a:cubicBezTo>
                <a:cubicBezTo>
                  <a:pt x="17182" y="12268"/>
                  <a:pt x="16962" y="12000"/>
                  <a:pt x="16691" y="12000"/>
                </a:cubicBezTo>
                <a:moveTo>
                  <a:pt x="4909" y="12000"/>
                </a:moveTo>
                <a:cubicBezTo>
                  <a:pt x="3282" y="12000"/>
                  <a:pt x="1964" y="13612"/>
                  <a:pt x="1964" y="15600"/>
                </a:cubicBezTo>
                <a:cubicBezTo>
                  <a:pt x="1964" y="15932"/>
                  <a:pt x="2183" y="16200"/>
                  <a:pt x="2455" y="16200"/>
                </a:cubicBezTo>
                <a:cubicBezTo>
                  <a:pt x="2726" y="16200"/>
                  <a:pt x="2945" y="15932"/>
                  <a:pt x="2945" y="15600"/>
                </a:cubicBezTo>
                <a:cubicBezTo>
                  <a:pt x="2945" y="14275"/>
                  <a:pt x="3825" y="13200"/>
                  <a:pt x="4909" y="13200"/>
                </a:cubicBezTo>
                <a:cubicBezTo>
                  <a:pt x="5180" y="13200"/>
                  <a:pt x="5400" y="12932"/>
                  <a:pt x="5400" y="12600"/>
                </a:cubicBezTo>
                <a:cubicBezTo>
                  <a:pt x="5400" y="12268"/>
                  <a:pt x="5180" y="12000"/>
                  <a:pt x="4909" y="12000"/>
                </a:cubicBezTo>
              </a:path>
            </a:pathLst>
          </a:custGeom>
          <a:solidFill>
            <a:srgbClr val="000000">
              <a:lumMod val="75000"/>
              <a:lumOff val="25000"/>
            </a:srgbClr>
          </a:solidFill>
          <a:ln w="12700">
            <a:noFill/>
            <a:miter lim="400000"/>
          </a:ln>
        </p:spPr>
        <p:txBody>
          <a:bodyPr lIns="28575" tIns="28575" rIns="28575" bIns="28575" anchor="ctr"/>
          <a:lstStyle/>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4" name="Strategy Research…"/>
          <p:cNvSpPr txBox="1"/>
          <p:nvPr>
            <p:custDataLst>
              <p:tags r:id="rId5"/>
            </p:custDataLst>
          </p:nvPr>
        </p:nvSpPr>
        <p:spPr>
          <a:xfrm>
            <a:off x="3725545" y="2295525"/>
            <a:ext cx="5179060" cy="483870"/>
          </a:xfrm>
          <a:prstGeom prst="rect">
            <a:avLst/>
          </a:prstGeom>
          <a:ln w="12700">
            <a:miter lim="400000"/>
          </a:ln>
        </p:spPr>
        <p:txBody>
          <a:bodyPr wrap="square" lIns="67500" tIns="35100" rIns="67500" bIns="35100">
            <a:normAutofit/>
          </a:bodyPr>
          <a:lstStyle/>
          <a:p>
            <a:pPr>
              <a:lnSpc>
                <a:spcPct val="12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cs typeface="Lato Regular"/>
                <a:sym typeface="Arial" panose="020B0604020202020204" pitchFamily="34" charset="0"/>
              </a:rPr>
              <a:t>（1）按下显示器的电源开关，此时显示器上的指示灯亮。</a:t>
            </a:r>
          </a:p>
        </p:txBody>
      </p:sp>
      <p:cxnSp>
        <p:nvCxnSpPr>
          <p:cNvPr id="53" name="直接连接符 52"/>
          <p:cNvCxnSpPr/>
          <p:nvPr>
            <p:custDataLst>
              <p:tags r:id="rId6"/>
            </p:custDataLst>
          </p:nvPr>
        </p:nvCxnSpPr>
        <p:spPr>
          <a:xfrm>
            <a:off x="3591358" y="2345655"/>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
        <p:nvSpPr>
          <p:cNvPr id="41" name="Shape"/>
          <p:cNvSpPr/>
          <p:nvPr>
            <p:custDataLst>
              <p:tags r:id="rId7"/>
            </p:custDataLst>
          </p:nvPr>
        </p:nvSpPr>
        <p:spPr>
          <a:xfrm>
            <a:off x="3063388" y="2942284"/>
            <a:ext cx="418841" cy="419120"/>
          </a:xfrm>
          <a:custGeom>
            <a:avLst/>
            <a:gdLst/>
            <a:ahLst/>
            <a:cxnLst>
              <a:cxn ang="0">
                <a:pos x="wd2" y="hd2"/>
              </a:cxn>
              <a:cxn ang="5400000">
                <a:pos x="wd2" y="hd2"/>
              </a:cxn>
              <a:cxn ang="10800000">
                <a:pos x="wd2" y="hd2"/>
              </a:cxn>
              <a:cxn ang="16200000">
                <a:pos x="wd2" y="hd2"/>
              </a:cxn>
            </a:cxnLst>
            <a:rect l="0" t="0" r="r" b="b"/>
            <a:pathLst>
              <a:path w="21086" h="21600" extrusionOk="0">
                <a:moveTo>
                  <a:pt x="11502" y="10309"/>
                </a:moveTo>
                <a:cubicBezTo>
                  <a:pt x="11767" y="10309"/>
                  <a:pt x="11981" y="10090"/>
                  <a:pt x="11981" y="9818"/>
                </a:cubicBezTo>
                <a:cubicBezTo>
                  <a:pt x="11981" y="9547"/>
                  <a:pt x="11767" y="9327"/>
                  <a:pt x="11502" y="9327"/>
                </a:cubicBezTo>
                <a:cubicBezTo>
                  <a:pt x="11237" y="9327"/>
                  <a:pt x="11022" y="9547"/>
                  <a:pt x="11022" y="9818"/>
                </a:cubicBezTo>
                <a:cubicBezTo>
                  <a:pt x="11022" y="10090"/>
                  <a:pt x="11237" y="10309"/>
                  <a:pt x="11502" y="10309"/>
                </a:cubicBezTo>
                <a:moveTo>
                  <a:pt x="15818" y="4909"/>
                </a:moveTo>
                <a:cubicBezTo>
                  <a:pt x="16083" y="4909"/>
                  <a:pt x="16297" y="5129"/>
                  <a:pt x="16297" y="5400"/>
                </a:cubicBezTo>
                <a:cubicBezTo>
                  <a:pt x="16297" y="5672"/>
                  <a:pt x="16083" y="5891"/>
                  <a:pt x="15818" y="5891"/>
                </a:cubicBezTo>
                <a:cubicBezTo>
                  <a:pt x="15553" y="5891"/>
                  <a:pt x="15338" y="5672"/>
                  <a:pt x="15338" y="5400"/>
                </a:cubicBezTo>
                <a:cubicBezTo>
                  <a:pt x="15338" y="5129"/>
                  <a:pt x="15553" y="4909"/>
                  <a:pt x="15818" y="4909"/>
                </a:cubicBezTo>
                <a:moveTo>
                  <a:pt x="15818" y="6873"/>
                </a:moveTo>
                <a:cubicBezTo>
                  <a:pt x="16612" y="6873"/>
                  <a:pt x="17256" y="6213"/>
                  <a:pt x="17256" y="5400"/>
                </a:cubicBezTo>
                <a:cubicBezTo>
                  <a:pt x="17256" y="4587"/>
                  <a:pt x="16612" y="3928"/>
                  <a:pt x="15818" y="3928"/>
                </a:cubicBezTo>
                <a:cubicBezTo>
                  <a:pt x="15023" y="3928"/>
                  <a:pt x="14379" y="4587"/>
                  <a:pt x="14379" y="5400"/>
                </a:cubicBezTo>
                <a:cubicBezTo>
                  <a:pt x="14379" y="6213"/>
                  <a:pt x="15023" y="6873"/>
                  <a:pt x="15818" y="6873"/>
                </a:cubicBezTo>
                <a:moveTo>
                  <a:pt x="12941" y="11782"/>
                </a:moveTo>
                <a:cubicBezTo>
                  <a:pt x="13206" y="11782"/>
                  <a:pt x="13420" y="11562"/>
                  <a:pt x="13420" y="11291"/>
                </a:cubicBezTo>
                <a:cubicBezTo>
                  <a:pt x="13420" y="11020"/>
                  <a:pt x="13206" y="10800"/>
                  <a:pt x="12941" y="10800"/>
                </a:cubicBezTo>
                <a:cubicBezTo>
                  <a:pt x="12675" y="10800"/>
                  <a:pt x="12461" y="11020"/>
                  <a:pt x="12461" y="11291"/>
                </a:cubicBezTo>
                <a:cubicBezTo>
                  <a:pt x="12461" y="11562"/>
                  <a:pt x="12675" y="11782"/>
                  <a:pt x="12941" y="11782"/>
                </a:cubicBezTo>
                <a:moveTo>
                  <a:pt x="10063" y="7855"/>
                </a:moveTo>
                <a:cubicBezTo>
                  <a:pt x="9798" y="7855"/>
                  <a:pt x="9584" y="8074"/>
                  <a:pt x="9584" y="8346"/>
                </a:cubicBezTo>
                <a:cubicBezTo>
                  <a:pt x="9584" y="8617"/>
                  <a:pt x="9798" y="8836"/>
                  <a:pt x="10063" y="8836"/>
                </a:cubicBezTo>
                <a:cubicBezTo>
                  <a:pt x="10328" y="8836"/>
                  <a:pt x="10543" y="8617"/>
                  <a:pt x="10543" y="8346"/>
                </a:cubicBezTo>
                <a:cubicBezTo>
                  <a:pt x="10543" y="8074"/>
                  <a:pt x="10328" y="7855"/>
                  <a:pt x="10063" y="7855"/>
                </a:cubicBezTo>
                <a:moveTo>
                  <a:pt x="1718" y="19842"/>
                </a:moveTo>
                <a:lnTo>
                  <a:pt x="3451" y="15392"/>
                </a:lnTo>
                <a:cubicBezTo>
                  <a:pt x="3684" y="15834"/>
                  <a:pt x="3973" y="16253"/>
                  <a:pt x="4312" y="16642"/>
                </a:cubicBezTo>
                <a:cubicBezTo>
                  <a:pt x="4824" y="17230"/>
                  <a:pt x="5418" y="17711"/>
                  <a:pt x="6061" y="18068"/>
                </a:cubicBezTo>
                <a:cubicBezTo>
                  <a:pt x="6061" y="18068"/>
                  <a:pt x="1718" y="19842"/>
                  <a:pt x="1718" y="19842"/>
                </a:cubicBezTo>
                <a:close/>
                <a:moveTo>
                  <a:pt x="3717" y="12060"/>
                </a:moveTo>
                <a:lnTo>
                  <a:pt x="0" y="21600"/>
                </a:lnTo>
                <a:lnTo>
                  <a:pt x="9319" y="17795"/>
                </a:lnTo>
                <a:cubicBezTo>
                  <a:pt x="9153" y="17815"/>
                  <a:pt x="8987" y="17824"/>
                  <a:pt x="8822" y="17824"/>
                </a:cubicBezTo>
                <a:cubicBezTo>
                  <a:pt x="5971" y="17824"/>
                  <a:pt x="3389" y="15002"/>
                  <a:pt x="3717" y="12060"/>
                </a:cubicBezTo>
                <a:moveTo>
                  <a:pt x="16115" y="10657"/>
                </a:moveTo>
                <a:cubicBezTo>
                  <a:pt x="15925" y="10851"/>
                  <a:pt x="15627" y="11171"/>
                  <a:pt x="15280" y="11542"/>
                </a:cubicBezTo>
                <a:cubicBezTo>
                  <a:pt x="14662" y="12204"/>
                  <a:pt x="13712" y="13221"/>
                  <a:pt x="13147" y="13753"/>
                </a:cubicBezTo>
                <a:lnTo>
                  <a:pt x="7665" y="8141"/>
                </a:lnTo>
                <a:cubicBezTo>
                  <a:pt x="8185" y="7563"/>
                  <a:pt x="9179" y="6590"/>
                  <a:pt x="9825" y="5958"/>
                </a:cubicBezTo>
                <a:cubicBezTo>
                  <a:pt x="10188" y="5603"/>
                  <a:pt x="10500" y="5298"/>
                  <a:pt x="10690" y="5103"/>
                </a:cubicBezTo>
                <a:cubicBezTo>
                  <a:pt x="13284" y="2447"/>
                  <a:pt x="18271" y="993"/>
                  <a:pt x="20136" y="982"/>
                </a:cubicBezTo>
                <a:cubicBezTo>
                  <a:pt x="20132" y="2572"/>
                  <a:pt x="18824" y="7884"/>
                  <a:pt x="16115" y="10657"/>
                </a:cubicBezTo>
                <a:moveTo>
                  <a:pt x="12477" y="14563"/>
                </a:moveTo>
                <a:cubicBezTo>
                  <a:pt x="12127" y="15873"/>
                  <a:pt x="11665" y="17072"/>
                  <a:pt x="11154" y="18035"/>
                </a:cubicBezTo>
                <a:cubicBezTo>
                  <a:pt x="10943" y="17454"/>
                  <a:pt x="10642" y="16798"/>
                  <a:pt x="10214" y="16110"/>
                </a:cubicBezTo>
                <a:cubicBezTo>
                  <a:pt x="10035" y="15823"/>
                  <a:pt x="9728" y="15656"/>
                  <a:pt x="9405" y="15656"/>
                </a:cubicBezTo>
                <a:cubicBezTo>
                  <a:pt x="9329" y="15656"/>
                  <a:pt x="9252" y="15665"/>
                  <a:pt x="9176" y="15684"/>
                </a:cubicBezTo>
                <a:cubicBezTo>
                  <a:pt x="8990" y="15731"/>
                  <a:pt x="8799" y="15755"/>
                  <a:pt x="8610" y="15755"/>
                </a:cubicBezTo>
                <a:cubicBezTo>
                  <a:pt x="7905" y="15755"/>
                  <a:pt x="7217" y="15432"/>
                  <a:pt x="6621" y="14822"/>
                </a:cubicBezTo>
                <a:cubicBezTo>
                  <a:pt x="5861" y="14044"/>
                  <a:pt x="5561" y="13114"/>
                  <a:pt x="5779" y="12206"/>
                </a:cubicBezTo>
                <a:cubicBezTo>
                  <a:pt x="5877" y="11797"/>
                  <a:pt x="5709" y="11370"/>
                  <a:pt x="5363" y="11144"/>
                </a:cubicBezTo>
                <a:cubicBezTo>
                  <a:pt x="4690" y="10706"/>
                  <a:pt x="4050" y="10398"/>
                  <a:pt x="3482" y="10183"/>
                </a:cubicBezTo>
                <a:cubicBezTo>
                  <a:pt x="4423" y="9658"/>
                  <a:pt x="5594" y="9186"/>
                  <a:pt x="6874" y="8827"/>
                </a:cubicBezTo>
                <a:cubicBezTo>
                  <a:pt x="6900" y="8820"/>
                  <a:pt x="6921" y="8803"/>
                  <a:pt x="6946" y="8793"/>
                </a:cubicBezTo>
                <a:lnTo>
                  <a:pt x="12510" y="14490"/>
                </a:lnTo>
                <a:cubicBezTo>
                  <a:pt x="12501" y="14515"/>
                  <a:pt x="12484" y="14536"/>
                  <a:pt x="12477" y="14563"/>
                </a:cubicBezTo>
                <a:moveTo>
                  <a:pt x="20922" y="167"/>
                </a:moveTo>
                <a:cubicBezTo>
                  <a:pt x="20813" y="55"/>
                  <a:pt x="20545" y="0"/>
                  <a:pt x="20157" y="0"/>
                </a:cubicBezTo>
                <a:cubicBezTo>
                  <a:pt x="18131" y="0"/>
                  <a:pt x="12842" y="1511"/>
                  <a:pt x="10012" y="4409"/>
                </a:cubicBezTo>
                <a:cubicBezTo>
                  <a:pt x="9345" y="5092"/>
                  <a:pt x="7134" y="7175"/>
                  <a:pt x="6621" y="7880"/>
                </a:cubicBezTo>
                <a:cubicBezTo>
                  <a:pt x="4961" y="8346"/>
                  <a:pt x="2544" y="9277"/>
                  <a:pt x="1196" y="10657"/>
                </a:cubicBezTo>
                <a:cubicBezTo>
                  <a:pt x="1196" y="10657"/>
                  <a:pt x="2841" y="10663"/>
                  <a:pt x="4848" y="11972"/>
                </a:cubicBezTo>
                <a:cubicBezTo>
                  <a:pt x="4556" y="13190"/>
                  <a:pt x="4926" y="14475"/>
                  <a:pt x="5943" y="15516"/>
                </a:cubicBezTo>
                <a:cubicBezTo>
                  <a:pt x="6735" y="16327"/>
                  <a:pt x="7672" y="16737"/>
                  <a:pt x="8610" y="16737"/>
                </a:cubicBezTo>
                <a:cubicBezTo>
                  <a:pt x="8876" y="16737"/>
                  <a:pt x="9142" y="16704"/>
                  <a:pt x="9405" y="16637"/>
                </a:cubicBezTo>
                <a:cubicBezTo>
                  <a:pt x="10683" y="18692"/>
                  <a:pt x="10690" y="20376"/>
                  <a:pt x="10690" y="20376"/>
                </a:cubicBezTo>
                <a:cubicBezTo>
                  <a:pt x="12038" y="18996"/>
                  <a:pt x="12948" y="16521"/>
                  <a:pt x="13402" y="14822"/>
                </a:cubicBezTo>
                <a:cubicBezTo>
                  <a:pt x="14091" y="14297"/>
                  <a:pt x="16126" y="12034"/>
                  <a:pt x="16793" y="11351"/>
                </a:cubicBezTo>
                <a:cubicBezTo>
                  <a:pt x="20164" y="7900"/>
                  <a:pt x="21600" y="861"/>
                  <a:pt x="20922" y="167"/>
                </a:cubicBezTo>
              </a:path>
            </a:pathLst>
          </a:custGeom>
          <a:solidFill>
            <a:srgbClr val="000000">
              <a:lumMod val="75000"/>
              <a:lumOff val="25000"/>
            </a:srgbClr>
          </a:solidFill>
          <a:ln w="12700">
            <a:noFill/>
            <a:miter lim="400000"/>
          </a:ln>
        </p:spPr>
        <p:txBody>
          <a:bodyPr lIns="28575" tIns="28575" rIns="28575" bIns="28575" anchor="ctr"/>
          <a:lstStyle/>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6" name="Strategy Research…"/>
          <p:cNvSpPr txBox="1"/>
          <p:nvPr>
            <p:custDataLst>
              <p:tags r:id="rId8"/>
            </p:custDataLst>
          </p:nvPr>
        </p:nvSpPr>
        <p:spPr>
          <a:xfrm>
            <a:off x="3725545" y="2891155"/>
            <a:ext cx="5179060" cy="483870"/>
          </a:xfrm>
          <a:prstGeom prst="rect">
            <a:avLst/>
          </a:prstGeom>
          <a:ln w="12700">
            <a:miter lim="400000"/>
          </a:ln>
        </p:spPr>
        <p:txBody>
          <a:bodyPr wrap="square" lIns="67500" tIns="35100" rIns="67500" bIns="35100">
            <a:normAutofit/>
          </a:bodyPr>
          <a:lstStyle/>
          <a:p>
            <a:pPr algn="just">
              <a:lnSpc>
                <a:spcPct val="12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cs typeface="Lato Regular"/>
                <a:sym typeface="Arial" panose="020B0604020202020204" pitchFamily="34" charset="0"/>
              </a:rPr>
              <a:t>（2）按下主机箱上的电源开关，此时主机箱上的指示灯亮，并能听到机箱上风扇的响声。</a:t>
            </a:r>
          </a:p>
        </p:txBody>
      </p:sp>
      <p:cxnSp>
        <p:nvCxnSpPr>
          <p:cNvPr id="55" name="直接连接符 54"/>
          <p:cNvCxnSpPr/>
          <p:nvPr>
            <p:custDataLst>
              <p:tags r:id="rId9"/>
            </p:custDataLst>
          </p:nvPr>
        </p:nvCxnSpPr>
        <p:spPr>
          <a:xfrm>
            <a:off x="3591358" y="2941428"/>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
        <p:nvSpPr>
          <p:cNvPr id="39" name="Shape"/>
          <p:cNvSpPr/>
          <p:nvPr>
            <p:custDataLst>
              <p:tags r:id="rId10"/>
            </p:custDataLst>
          </p:nvPr>
        </p:nvSpPr>
        <p:spPr>
          <a:xfrm>
            <a:off x="3063258" y="3546136"/>
            <a:ext cx="419101" cy="419101"/>
          </a:xfrm>
          <a:custGeom>
            <a:avLst/>
            <a:gdLst/>
            <a:ahLst/>
            <a:cxnLst>
              <a:cxn ang="0">
                <a:pos x="wd2" y="hd2"/>
              </a:cxn>
              <a:cxn ang="5400000">
                <a:pos x="wd2" y="hd2"/>
              </a:cxn>
              <a:cxn ang="10800000">
                <a:pos x="wd2" y="hd2"/>
              </a:cxn>
              <a:cxn ang="16200000">
                <a:pos x="wd2" y="hd2"/>
              </a:cxn>
            </a:cxnLst>
            <a:rect l="0" t="0" r="r" b="b"/>
            <a:pathLst>
              <a:path w="21600" h="21600" extrusionOk="0">
                <a:moveTo>
                  <a:pt x="5891" y="6873"/>
                </a:moveTo>
                <a:cubicBezTo>
                  <a:pt x="6162" y="6873"/>
                  <a:pt x="6382" y="6653"/>
                  <a:pt x="6382" y="6382"/>
                </a:cubicBezTo>
                <a:lnTo>
                  <a:pt x="6382" y="1473"/>
                </a:lnTo>
                <a:cubicBezTo>
                  <a:pt x="6382" y="1201"/>
                  <a:pt x="6162" y="982"/>
                  <a:pt x="5891" y="982"/>
                </a:cubicBezTo>
                <a:cubicBezTo>
                  <a:pt x="5620" y="982"/>
                  <a:pt x="5400" y="1201"/>
                  <a:pt x="5400" y="1473"/>
                </a:cubicBezTo>
                <a:lnTo>
                  <a:pt x="5400" y="6382"/>
                </a:lnTo>
                <a:cubicBezTo>
                  <a:pt x="5400" y="6653"/>
                  <a:pt x="5620" y="6873"/>
                  <a:pt x="5891" y="6873"/>
                </a:cubicBezTo>
                <a:moveTo>
                  <a:pt x="2945" y="5891"/>
                </a:moveTo>
                <a:cubicBezTo>
                  <a:pt x="3216" y="5891"/>
                  <a:pt x="3436" y="5671"/>
                  <a:pt x="3436" y="5400"/>
                </a:cubicBezTo>
                <a:lnTo>
                  <a:pt x="3436" y="2455"/>
                </a:lnTo>
                <a:cubicBezTo>
                  <a:pt x="3436" y="2183"/>
                  <a:pt x="3216" y="1964"/>
                  <a:pt x="2945" y="1964"/>
                </a:cubicBezTo>
                <a:cubicBezTo>
                  <a:pt x="2675" y="1964"/>
                  <a:pt x="2455" y="2183"/>
                  <a:pt x="2455" y="2455"/>
                </a:cubicBezTo>
                <a:lnTo>
                  <a:pt x="2455" y="5400"/>
                </a:lnTo>
                <a:cubicBezTo>
                  <a:pt x="2455" y="5671"/>
                  <a:pt x="2675" y="5891"/>
                  <a:pt x="2945" y="5891"/>
                </a:cubicBezTo>
                <a:moveTo>
                  <a:pt x="18655" y="15218"/>
                </a:moveTo>
                <a:lnTo>
                  <a:pt x="17648" y="15218"/>
                </a:lnTo>
                <a:cubicBezTo>
                  <a:pt x="17660" y="15056"/>
                  <a:pt x="17673" y="14893"/>
                  <a:pt x="17673" y="14727"/>
                </a:cubicBezTo>
                <a:lnTo>
                  <a:pt x="17673" y="11291"/>
                </a:lnTo>
                <a:lnTo>
                  <a:pt x="18655" y="11291"/>
                </a:lnTo>
                <a:cubicBezTo>
                  <a:pt x="19739" y="11291"/>
                  <a:pt x="20618" y="12170"/>
                  <a:pt x="20618" y="13255"/>
                </a:cubicBezTo>
                <a:cubicBezTo>
                  <a:pt x="20618" y="14339"/>
                  <a:pt x="19739" y="15218"/>
                  <a:pt x="18655" y="15218"/>
                </a:cubicBezTo>
                <a:moveTo>
                  <a:pt x="16691" y="14727"/>
                </a:moveTo>
                <a:cubicBezTo>
                  <a:pt x="16691" y="15802"/>
                  <a:pt x="16399" y="16805"/>
                  <a:pt x="15896" y="17673"/>
                </a:cubicBezTo>
                <a:lnTo>
                  <a:pt x="1777" y="17673"/>
                </a:lnTo>
                <a:cubicBezTo>
                  <a:pt x="1274" y="16805"/>
                  <a:pt x="982" y="15802"/>
                  <a:pt x="982" y="14727"/>
                </a:cubicBezTo>
                <a:lnTo>
                  <a:pt x="982" y="8836"/>
                </a:lnTo>
                <a:lnTo>
                  <a:pt x="16691" y="8836"/>
                </a:lnTo>
                <a:cubicBezTo>
                  <a:pt x="16691" y="8836"/>
                  <a:pt x="16691" y="14727"/>
                  <a:pt x="16691" y="14727"/>
                </a:cubicBezTo>
                <a:close/>
                <a:moveTo>
                  <a:pt x="10800" y="20618"/>
                </a:moveTo>
                <a:lnTo>
                  <a:pt x="6873" y="20618"/>
                </a:lnTo>
                <a:cubicBezTo>
                  <a:pt x="5131" y="20618"/>
                  <a:pt x="3569" y="19857"/>
                  <a:pt x="2491" y="18655"/>
                </a:cubicBezTo>
                <a:lnTo>
                  <a:pt x="15182" y="18655"/>
                </a:lnTo>
                <a:cubicBezTo>
                  <a:pt x="14103" y="19857"/>
                  <a:pt x="12542" y="20618"/>
                  <a:pt x="10800" y="20618"/>
                </a:cubicBezTo>
                <a:moveTo>
                  <a:pt x="18655" y="10309"/>
                </a:moveTo>
                <a:lnTo>
                  <a:pt x="17673" y="10309"/>
                </a:lnTo>
                <a:lnTo>
                  <a:pt x="17673" y="8836"/>
                </a:lnTo>
                <a:cubicBezTo>
                  <a:pt x="17673" y="8295"/>
                  <a:pt x="17233" y="7855"/>
                  <a:pt x="16691" y="7855"/>
                </a:cubicBezTo>
                <a:lnTo>
                  <a:pt x="982" y="7855"/>
                </a:lnTo>
                <a:cubicBezTo>
                  <a:pt x="440" y="7855"/>
                  <a:pt x="0" y="8295"/>
                  <a:pt x="0" y="8836"/>
                </a:cubicBezTo>
                <a:lnTo>
                  <a:pt x="0" y="14727"/>
                </a:lnTo>
                <a:cubicBezTo>
                  <a:pt x="0" y="17232"/>
                  <a:pt x="1344" y="19417"/>
                  <a:pt x="3346" y="20618"/>
                </a:cubicBezTo>
                <a:lnTo>
                  <a:pt x="491" y="20618"/>
                </a:lnTo>
                <a:cubicBezTo>
                  <a:pt x="220" y="20618"/>
                  <a:pt x="0" y="20838"/>
                  <a:pt x="0" y="21109"/>
                </a:cubicBezTo>
                <a:cubicBezTo>
                  <a:pt x="0" y="21380"/>
                  <a:pt x="220" y="21600"/>
                  <a:pt x="491" y="21600"/>
                </a:cubicBezTo>
                <a:lnTo>
                  <a:pt x="17182" y="21600"/>
                </a:lnTo>
                <a:cubicBezTo>
                  <a:pt x="17453" y="21600"/>
                  <a:pt x="17673" y="21380"/>
                  <a:pt x="17673" y="21109"/>
                </a:cubicBezTo>
                <a:cubicBezTo>
                  <a:pt x="17673" y="20838"/>
                  <a:pt x="17453" y="20618"/>
                  <a:pt x="17182" y="20618"/>
                </a:cubicBezTo>
                <a:lnTo>
                  <a:pt x="14330" y="20618"/>
                </a:lnTo>
                <a:cubicBezTo>
                  <a:pt x="15925" y="19659"/>
                  <a:pt x="17101" y="18074"/>
                  <a:pt x="17511" y="16200"/>
                </a:cubicBezTo>
                <a:lnTo>
                  <a:pt x="18655" y="16200"/>
                </a:lnTo>
                <a:cubicBezTo>
                  <a:pt x="20281" y="16200"/>
                  <a:pt x="21600" y="14882"/>
                  <a:pt x="21600" y="13255"/>
                </a:cubicBezTo>
                <a:cubicBezTo>
                  <a:pt x="21600" y="11628"/>
                  <a:pt x="20281" y="10309"/>
                  <a:pt x="18655" y="10309"/>
                </a:cubicBezTo>
                <a:moveTo>
                  <a:pt x="11782" y="5891"/>
                </a:moveTo>
                <a:cubicBezTo>
                  <a:pt x="12053" y="5891"/>
                  <a:pt x="12273" y="5671"/>
                  <a:pt x="12273" y="5400"/>
                </a:cubicBezTo>
                <a:lnTo>
                  <a:pt x="12273" y="2455"/>
                </a:lnTo>
                <a:cubicBezTo>
                  <a:pt x="12273" y="2183"/>
                  <a:pt x="12053" y="1964"/>
                  <a:pt x="11782" y="1964"/>
                </a:cubicBezTo>
                <a:cubicBezTo>
                  <a:pt x="11511" y="1964"/>
                  <a:pt x="11291" y="2183"/>
                  <a:pt x="11291" y="2455"/>
                </a:cubicBezTo>
                <a:lnTo>
                  <a:pt x="11291" y="5400"/>
                </a:lnTo>
                <a:cubicBezTo>
                  <a:pt x="11291" y="5671"/>
                  <a:pt x="11511" y="5891"/>
                  <a:pt x="11782" y="5891"/>
                </a:cubicBezTo>
                <a:moveTo>
                  <a:pt x="14727" y="6873"/>
                </a:moveTo>
                <a:cubicBezTo>
                  <a:pt x="14998" y="6873"/>
                  <a:pt x="15218" y="6653"/>
                  <a:pt x="15218" y="6382"/>
                </a:cubicBezTo>
                <a:lnTo>
                  <a:pt x="15218" y="1473"/>
                </a:lnTo>
                <a:cubicBezTo>
                  <a:pt x="15218" y="1201"/>
                  <a:pt x="14998" y="982"/>
                  <a:pt x="14727" y="982"/>
                </a:cubicBezTo>
                <a:cubicBezTo>
                  <a:pt x="14456" y="982"/>
                  <a:pt x="14236" y="1201"/>
                  <a:pt x="14236" y="1473"/>
                </a:cubicBezTo>
                <a:lnTo>
                  <a:pt x="14236" y="6382"/>
                </a:lnTo>
                <a:cubicBezTo>
                  <a:pt x="14236" y="6653"/>
                  <a:pt x="14456" y="6873"/>
                  <a:pt x="14727" y="6873"/>
                </a:cubicBezTo>
                <a:moveTo>
                  <a:pt x="8836" y="5891"/>
                </a:moveTo>
                <a:cubicBezTo>
                  <a:pt x="9107" y="5891"/>
                  <a:pt x="9327" y="5671"/>
                  <a:pt x="9327" y="5400"/>
                </a:cubicBezTo>
                <a:lnTo>
                  <a:pt x="9327" y="491"/>
                </a:lnTo>
                <a:cubicBezTo>
                  <a:pt x="9327" y="220"/>
                  <a:pt x="9107" y="0"/>
                  <a:pt x="8836" y="0"/>
                </a:cubicBezTo>
                <a:cubicBezTo>
                  <a:pt x="8566" y="0"/>
                  <a:pt x="8345" y="220"/>
                  <a:pt x="8345" y="491"/>
                </a:cubicBezTo>
                <a:lnTo>
                  <a:pt x="8345" y="5400"/>
                </a:lnTo>
                <a:cubicBezTo>
                  <a:pt x="8345" y="5671"/>
                  <a:pt x="8566" y="5891"/>
                  <a:pt x="8836" y="5891"/>
                </a:cubicBezTo>
              </a:path>
            </a:pathLst>
          </a:custGeom>
          <a:solidFill>
            <a:srgbClr val="000000">
              <a:lumMod val="75000"/>
              <a:lumOff val="25000"/>
            </a:srgbClr>
          </a:solidFill>
          <a:ln w="12700">
            <a:noFill/>
            <a:miter lim="400000"/>
          </a:ln>
        </p:spPr>
        <p:txBody>
          <a:bodyPr lIns="28575" tIns="28575" rIns="28575" bIns="28575" anchor="ctr"/>
          <a:lstStyle/>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8" name="Strategy Research…"/>
          <p:cNvSpPr txBox="1"/>
          <p:nvPr>
            <p:custDataLst>
              <p:tags r:id="rId11"/>
            </p:custDataLst>
          </p:nvPr>
        </p:nvSpPr>
        <p:spPr>
          <a:xfrm>
            <a:off x="3725545" y="3495040"/>
            <a:ext cx="5179060" cy="483870"/>
          </a:xfrm>
          <a:prstGeom prst="rect">
            <a:avLst/>
          </a:prstGeom>
          <a:ln w="12700">
            <a:miter lim="400000"/>
          </a:ln>
        </p:spPr>
        <p:txBody>
          <a:bodyPr wrap="square" lIns="67500" tIns="35100" rIns="67500" bIns="35100">
            <a:normAutofit/>
          </a:bodyPr>
          <a:lstStyle/>
          <a:p>
            <a:pPr algn="just">
              <a:lnSpc>
                <a:spcPct val="12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（3）计算机自动引导Windows 10操作系统，然后显示欢迎界面，如图1-7所示，按键盘上的任意键或者单击鼠标。</a:t>
            </a:r>
          </a:p>
        </p:txBody>
      </p:sp>
      <p:cxnSp>
        <p:nvCxnSpPr>
          <p:cNvPr id="57" name="直接连接符 56"/>
          <p:cNvCxnSpPr/>
          <p:nvPr>
            <p:custDataLst>
              <p:tags r:id="rId12"/>
            </p:custDataLst>
          </p:nvPr>
        </p:nvCxnSpPr>
        <p:spPr>
          <a:xfrm>
            <a:off x="3591358" y="3545270"/>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
        <p:nvSpPr>
          <p:cNvPr id="58" name="Strategy Research…"/>
          <p:cNvSpPr txBox="1"/>
          <p:nvPr>
            <p:custDataLst>
              <p:tags r:id="rId13"/>
            </p:custDataLst>
          </p:nvPr>
        </p:nvSpPr>
        <p:spPr>
          <a:xfrm>
            <a:off x="3063240" y="1719580"/>
            <a:ext cx="5842635" cy="483870"/>
          </a:xfrm>
          <a:prstGeom prst="rect">
            <a:avLst/>
          </a:prstGeom>
          <a:ln w="12700">
            <a:miter lim="400000"/>
          </a:ln>
        </p:spPr>
        <p:txBody>
          <a:bodyPr wrap="square" lIns="67500" tIns="35100" rIns="67500" bIns="35100" anchor="b" anchorCtr="0">
            <a:normAutofit/>
          </a:bodyPr>
          <a:lstStyle/>
          <a:p>
            <a:pPr>
              <a:lnSpc>
                <a:spcPct val="12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正确启动计算机的步骤如下：</a:t>
            </a:r>
          </a:p>
        </p:txBody>
      </p:sp>
      <p:sp>
        <p:nvSpPr>
          <p:cNvPr id="21" name="Strategy Research…"/>
          <p:cNvSpPr txBox="1"/>
          <p:nvPr>
            <p:custDataLst>
              <p:tags r:id="rId14"/>
            </p:custDataLst>
          </p:nvPr>
        </p:nvSpPr>
        <p:spPr>
          <a:xfrm>
            <a:off x="3726815" y="4098925"/>
            <a:ext cx="5179060" cy="650240"/>
          </a:xfrm>
          <a:prstGeom prst="rect">
            <a:avLst/>
          </a:prstGeom>
          <a:ln w="12700">
            <a:miter lim="400000"/>
          </a:ln>
        </p:spPr>
        <p:txBody>
          <a:bodyPr wrap="square" lIns="67500" tIns="35100" rIns="67500" bIns="35100">
            <a:spAutoFit/>
          </a:bodyPr>
          <a:lstStyle/>
          <a:p>
            <a:pPr algn="just">
              <a:lnSpc>
                <a:spcPct val="12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rPr>
              <a:t>（4）在弹出的登录界面中，输入该账户的登录密码，按Enter键确认或单击密码框右端的箭头按钮提示进入下一步操作。Windows 10可使用两种类型的登录账户，分别是本地账户和Microsoft 账户。</a:t>
            </a:r>
          </a:p>
        </p:txBody>
      </p:sp>
      <p:cxnSp>
        <p:nvCxnSpPr>
          <p:cNvPr id="22" name="直接连接符 21"/>
          <p:cNvCxnSpPr/>
          <p:nvPr>
            <p:custDataLst>
              <p:tags r:id="rId15"/>
            </p:custDataLst>
          </p:nvPr>
        </p:nvCxnSpPr>
        <p:spPr>
          <a:xfrm>
            <a:off x="3592703" y="4149112"/>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
        <p:nvSpPr>
          <p:cNvPr id="23" name="任意多边形 22"/>
          <p:cNvSpPr/>
          <p:nvPr>
            <p:custDataLst>
              <p:tags r:id="rId16"/>
            </p:custDataLst>
          </p:nvPr>
        </p:nvSpPr>
        <p:spPr>
          <a:xfrm>
            <a:off x="3081900" y="4199052"/>
            <a:ext cx="321272" cy="342031"/>
          </a:xfrm>
          <a:custGeom>
            <a:avLst/>
            <a:gdLst>
              <a:gd name="connsiteX0" fmla="*/ 179194 w 428362"/>
              <a:gd name="connsiteY0" fmla="*/ 404998 h 456041"/>
              <a:gd name="connsiteX1" fmla="*/ 214147 w 428362"/>
              <a:gd name="connsiteY1" fmla="*/ 421158 h 456041"/>
              <a:gd name="connsiteX2" fmla="*/ 249122 w 428362"/>
              <a:gd name="connsiteY2" fmla="*/ 404998 h 456041"/>
              <a:gd name="connsiteX3" fmla="*/ 263181 w 428362"/>
              <a:gd name="connsiteY3" fmla="*/ 202488 h 456041"/>
              <a:gd name="connsiteX4" fmla="*/ 298018 w 428362"/>
              <a:gd name="connsiteY4" fmla="*/ 202488 h 456041"/>
              <a:gd name="connsiteX5" fmla="*/ 298018 w 428362"/>
              <a:gd name="connsiteY5" fmla="*/ 296979 h 456041"/>
              <a:gd name="connsiteX6" fmla="*/ 263181 w 428362"/>
              <a:gd name="connsiteY6" fmla="*/ 296979 h 456041"/>
              <a:gd name="connsiteX7" fmla="*/ 263181 w 428362"/>
              <a:gd name="connsiteY7" fmla="*/ 159063 h 456041"/>
              <a:gd name="connsiteX8" fmla="*/ 298018 w 428362"/>
              <a:gd name="connsiteY8" fmla="*/ 159063 h 456041"/>
              <a:gd name="connsiteX9" fmla="*/ 298018 w 428362"/>
              <a:gd name="connsiteY9" fmla="*/ 185081 h 456041"/>
              <a:gd name="connsiteX10" fmla="*/ 263181 w 428362"/>
              <a:gd name="connsiteY10" fmla="*/ 185081 h 456041"/>
              <a:gd name="connsiteX11" fmla="*/ 214239 w 428362"/>
              <a:gd name="connsiteY11" fmla="*/ 34929 h 456041"/>
              <a:gd name="connsiteX12" fmla="*/ 187782 w 428362"/>
              <a:gd name="connsiteY12" fmla="*/ 62633 h 456041"/>
              <a:gd name="connsiteX13" fmla="*/ 187782 w 428362"/>
              <a:gd name="connsiteY13" fmla="*/ 64041 h 456041"/>
              <a:gd name="connsiteX14" fmla="*/ 188290 w 428362"/>
              <a:gd name="connsiteY14" fmla="*/ 76831 h 456041"/>
              <a:gd name="connsiteX15" fmla="*/ 176216 w 428362"/>
              <a:gd name="connsiteY15" fmla="*/ 81125 h 456041"/>
              <a:gd name="connsiteX16" fmla="*/ 93937 w 428362"/>
              <a:gd name="connsiteY16" fmla="*/ 201426 h 456041"/>
              <a:gd name="connsiteX17" fmla="*/ 93937 w 428362"/>
              <a:gd name="connsiteY17" fmla="*/ 325282 h 456041"/>
              <a:gd name="connsiteX18" fmla="*/ 54068 w 428362"/>
              <a:gd name="connsiteY18" fmla="*/ 370138 h 456041"/>
              <a:gd name="connsiteX19" fmla="*/ 374341 w 428362"/>
              <a:gd name="connsiteY19" fmla="*/ 370023 h 456041"/>
              <a:gd name="connsiteX20" fmla="*/ 334448 w 428362"/>
              <a:gd name="connsiteY20" fmla="*/ 325120 h 456041"/>
              <a:gd name="connsiteX21" fmla="*/ 334448 w 428362"/>
              <a:gd name="connsiteY21" fmla="*/ 201449 h 456041"/>
              <a:gd name="connsiteX22" fmla="*/ 252169 w 428362"/>
              <a:gd name="connsiteY22" fmla="*/ 81148 h 456041"/>
              <a:gd name="connsiteX23" fmla="*/ 240095 w 428362"/>
              <a:gd name="connsiteY23" fmla="*/ 76854 h 456041"/>
              <a:gd name="connsiteX24" fmla="*/ 240696 w 428362"/>
              <a:gd name="connsiteY24" fmla="*/ 62633 h 456041"/>
              <a:gd name="connsiteX25" fmla="*/ 214239 w 428362"/>
              <a:gd name="connsiteY25" fmla="*/ 34929 h 456041"/>
              <a:gd name="connsiteX26" fmla="*/ 214147 w 428362"/>
              <a:gd name="connsiteY26" fmla="*/ 0 h 456041"/>
              <a:gd name="connsiteX27" fmla="*/ 274517 w 428362"/>
              <a:gd name="connsiteY27" fmla="*/ 52613 h 456041"/>
              <a:gd name="connsiteX28" fmla="*/ 369170 w 428362"/>
              <a:gd name="connsiteY28" fmla="*/ 201426 h 456041"/>
              <a:gd name="connsiteX29" fmla="*/ 369170 w 428362"/>
              <a:gd name="connsiteY29" fmla="*/ 311869 h 456041"/>
              <a:gd name="connsiteX30" fmla="*/ 428270 w 428362"/>
              <a:gd name="connsiteY30" fmla="*/ 378334 h 456041"/>
              <a:gd name="connsiteX31" fmla="*/ 428362 w 428362"/>
              <a:gd name="connsiteY31" fmla="*/ 404906 h 456041"/>
              <a:gd name="connsiteX32" fmla="*/ 290377 w 428362"/>
              <a:gd name="connsiteY32" fmla="*/ 404906 h 456041"/>
              <a:gd name="connsiteX33" fmla="*/ 214193 w 428362"/>
              <a:gd name="connsiteY33" fmla="*/ 456041 h 456041"/>
              <a:gd name="connsiteX34" fmla="*/ 138009 w 428362"/>
              <a:gd name="connsiteY34" fmla="*/ 404975 h 456041"/>
              <a:gd name="connsiteX35" fmla="*/ 0 w 428362"/>
              <a:gd name="connsiteY35" fmla="*/ 404975 h 456041"/>
              <a:gd name="connsiteX36" fmla="*/ 0 w 428362"/>
              <a:gd name="connsiteY36" fmla="*/ 378495 h 456041"/>
              <a:gd name="connsiteX37" fmla="*/ 59101 w 428362"/>
              <a:gd name="connsiteY37" fmla="*/ 312031 h 456041"/>
              <a:gd name="connsiteX38" fmla="*/ 59101 w 428362"/>
              <a:gd name="connsiteY38" fmla="*/ 201426 h 456041"/>
              <a:gd name="connsiteX39" fmla="*/ 153753 w 428362"/>
              <a:gd name="connsiteY39" fmla="*/ 52613 h 456041"/>
              <a:gd name="connsiteX40" fmla="*/ 214147 w 428362"/>
              <a:gd name="connsiteY40" fmla="*/ 0 h 456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28362" h="456041">
                <a:moveTo>
                  <a:pt x="179194" y="404998"/>
                </a:moveTo>
                <a:cubicBezTo>
                  <a:pt x="188024" y="415100"/>
                  <a:pt x="200731" y="420975"/>
                  <a:pt x="214147" y="421158"/>
                </a:cubicBezTo>
                <a:cubicBezTo>
                  <a:pt x="227572" y="420987"/>
                  <a:pt x="240290" y="415111"/>
                  <a:pt x="249122" y="404998"/>
                </a:cubicBezTo>
                <a:close/>
                <a:moveTo>
                  <a:pt x="263181" y="202488"/>
                </a:moveTo>
                <a:lnTo>
                  <a:pt x="298018" y="202488"/>
                </a:lnTo>
                <a:lnTo>
                  <a:pt x="298018" y="296979"/>
                </a:lnTo>
                <a:lnTo>
                  <a:pt x="263181" y="296979"/>
                </a:lnTo>
                <a:close/>
                <a:moveTo>
                  <a:pt x="263181" y="159063"/>
                </a:moveTo>
                <a:lnTo>
                  <a:pt x="298018" y="159063"/>
                </a:lnTo>
                <a:lnTo>
                  <a:pt x="298018" y="185081"/>
                </a:lnTo>
                <a:lnTo>
                  <a:pt x="263181" y="185081"/>
                </a:lnTo>
                <a:close/>
                <a:moveTo>
                  <a:pt x="214239" y="34929"/>
                </a:moveTo>
                <a:cubicBezTo>
                  <a:pt x="199903" y="34929"/>
                  <a:pt x="188175" y="47234"/>
                  <a:pt x="187782" y="62633"/>
                </a:cubicBezTo>
                <a:cubicBezTo>
                  <a:pt x="187806" y="63102"/>
                  <a:pt x="187806" y="63572"/>
                  <a:pt x="187782" y="64041"/>
                </a:cubicBezTo>
                <a:lnTo>
                  <a:pt x="188290" y="76831"/>
                </a:lnTo>
                <a:lnTo>
                  <a:pt x="176216" y="81125"/>
                </a:lnTo>
                <a:cubicBezTo>
                  <a:pt x="127020" y="98578"/>
                  <a:pt x="93937" y="146943"/>
                  <a:pt x="93937" y="201426"/>
                </a:cubicBezTo>
                <a:lnTo>
                  <a:pt x="93937" y="325282"/>
                </a:lnTo>
                <a:lnTo>
                  <a:pt x="54068" y="370138"/>
                </a:lnTo>
                <a:lnTo>
                  <a:pt x="374341" y="370023"/>
                </a:lnTo>
                <a:lnTo>
                  <a:pt x="334448" y="325120"/>
                </a:lnTo>
                <a:lnTo>
                  <a:pt x="334448" y="201449"/>
                </a:lnTo>
                <a:cubicBezTo>
                  <a:pt x="334448" y="146966"/>
                  <a:pt x="301366" y="98601"/>
                  <a:pt x="252169" y="81148"/>
                </a:cubicBezTo>
                <a:lnTo>
                  <a:pt x="240095" y="76854"/>
                </a:lnTo>
                <a:lnTo>
                  <a:pt x="240696" y="62633"/>
                </a:lnTo>
                <a:cubicBezTo>
                  <a:pt x="240280" y="47304"/>
                  <a:pt x="228575" y="34929"/>
                  <a:pt x="214239" y="34929"/>
                </a:cubicBezTo>
                <a:close/>
                <a:moveTo>
                  <a:pt x="214147" y="0"/>
                </a:moveTo>
                <a:cubicBezTo>
                  <a:pt x="244366" y="0"/>
                  <a:pt x="269553" y="22786"/>
                  <a:pt x="274517" y="52613"/>
                </a:cubicBezTo>
                <a:cubicBezTo>
                  <a:pt x="331585" y="77892"/>
                  <a:pt x="369170" y="136254"/>
                  <a:pt x="369170" y="201426"/>
                </a:cubicBezTo>
                <a:lnTo>
                  <a:pt x="369170" y="311869"/>
                </a:lnTo>
                <a:lnTo>
                  <a:pt x="428270" y="378334"/>
                </a:lnTo>
                <a:lnTo>
                  <a:pt x="428362" y="404906"/>
                </a:lnTo>
                <a:lnTo>
                  <a:pt x="290377" y="404906"/>
                </a:lnTo>
                <a:cubicBezTo>
                  <a:pt x="276733" y="435264"/>
                  <a:pt x="247437" y="456041"/>
                  <a:pt x="214193" y="456041"/>
                </a:cubicBezTo>
                <a:cubicBezTo>
                  <a:pt x="180949" y="456041"/>
                  <a:pt x="151630" y="435310"/>
                  <a:pt x="138009" y="404975"/>
                </a:cubicBezTo>
                <a:lnTo>
                  <a:pt x="0" y="404975"/>
                </a:lnTo>
                <a:lnTo>
                  <a:pt x="0" y="378495"/>
                </a:lnTo>
                <a:lnTo>
                  <a:pt x="59101" y="312031"/>
                </a:lnTo>
                <a:lnTo>
                  <a:pt x="59101" y="201426"/>
                </a:lnTo>
                <a:cubicBezTo>
                  <a:pt x="59101" y="136254"/>
                  <a:pt x="96708" y="77893"/>
                  <a:pt x="153753" y="52613"/>
                </a:cubicBezTo>
                <a:cubicBezTo>
                  <a:pt x="158740" y="22786"/>
                  <a:pt x="183927" y="0"/>
                  <a:pt x="214147" y="0"/>
                </a:cubicBezTo>
                <a:close/>
              </a:path>
            </a:pathLst>
          </a:custGeom>
          <a:solidFill>
            <a:srgbClr val="000000">
              <a:lumMod val="75000"/>
              <a:lumOff val="25000"/>
            </a:srgbClr>
          </a:solidFill>
          <a:ln w="12700" cap="flat" cmpd="sng" algn="ctr">
            <a:noFill/>
            <a:prstDash val="solid"/>
            <a:miter lim="800000"/>
          </a:ln>
          <a:effectLst/>
        </p:spPr>
        <p:style>
          <a:lnRef idx="2">
            <a:srgbClr val="1E6BC5">
              <a:shade val="50000"/>
            </a:srgbClr>
          </a:lnRef>
          <a:fillRef idx="1">
            <a:srgbClr val="1E6BC5"/>
          </a:fillRef>
          <a:effectRef idx="0">
            <a:srgbClr val="1E6BC5"/>
          </a:effectRef>
          <a:fontRef idx="minor">
            <a:sysClr val="window" lastClr="FFFFFF"/>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pic>
        <p:nvPicPr>
          <p:cNvPr id="2" name="图片 1"/>
          <p:cNvPicPr>
            <a:picLocks noChangeAspect="1"/>
          </p:cNvPicPr>
          <p:nvPr/>
        </p:nvPicPr>
        <p:blipFill>
          <a:blip r:embed="rId19"/>
          <a:stretch>
            <a:fillRect/>
          </a:stretch>
        </p:blipFill>
        <p:spPr>
          <a:xfrm>
            <a:off x="3063240" y="66040"/>
            <a:ext cx="5817707" cy="1836000"/>
          </a:xfrm>
          <a:prstGeom prst="rect">
            <a:avLst/>
          </a:prstGeom>
        </p:spPr>
      </p:pic>
      <p:pic>
        <p:nvPicPr>
          <p:cNvPr id="3" name="图片 2"/>
          <p:cNvPicPr>
            <a:picLocks noChangeAspect="1"/>
          </p:cNvPicPr>
          <p:nvPr/>
        </p:nvPicPr>
        <p:blipFill>
          <a:blip r:embed="rId20"/>
          <a:stretch>
            <a:fillRect/>
          </a:stretch>
        </p:blipFill>
        <p:spPr>
          <a:xfrm>
            <a:off x="7620" y="2893695"/>
            <a:ext cx="2772000" cy="2250118"/>
          </a:xfrm>
          <a:prstGeom prst="rect">
            <a:avLst/>
          </a:prstGeom>
        </p:spPr>
      </p:pic>
      <p:sp>
        <p:nvSpPr>
          <p:cNvPr id="8" name="文本框 7"/>
          <p:cNvSpPr txBox="1"/>
          <p:nvPr/>
        </p:nvSpPr>
        <p:spPr>
          <a:xfrm>
            <a:off x="3063240" y="4798060"/>
            <a:ext cx="5817235" cy="275590"/>
          </a:xfrm>
          <a:prstGeom prst="rect">
            <a:avLst/>
          </a:prstGeom>
          <a:noFill/>
        </p:spPr>
        <p:txBody>
          <a:bodyPr wrap="square" rtlCol="0" anchor="t">
            <a:spAutoFit/>
          </a:bodyPr>
          <a:lstStyle/>
          <a:p>
            <a:pPr algn="ctr"/>
            <a:r>
              <a:rPr lang="zh-CN" altLang="en-US" sz="1200"/>
              <a:t>密码验证通过后，Windows 10进入系统桌面，如图1-8所示，表示电脑启动完成。</a:t>
            </a:r>
          </a:p>
        </p:txBody>
      </p:sp>
    </p:spTree>
    <p:custDataLst>
      <p:tags r:id="rId1"/>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146050"/>
            <a:ext cx="4572000" cy="4826000"/>
            <a:chOff x="0" y="230"/>
            <a:chExt cx="7200" cy="7600"/>
          </a:xfrm>
        </p:grpSpPr>
        <p:pic>
          <p:nvPicPr>
            <p:cNvPr id="22" name="图片 21" descr="C:\Users\18645\Desktop\计算机应用基础（第二版）20200303.jpg计算机应用基础（第二版）20200303"/>
            <p:cNvPicPr>
              <a:picLocks noChangeAspect="1"/>
            </p:cNvPicPr>
            <p:nvPr>
              <p:custDataLst>
                <p:tags r:id="rId18"/>
              </p:custDataLst>
            </p:nvPr>
          </p:nvPicPr>
          <p:blipFill rotWithShape="1">
            <a:blip r:embed="rId21"/>
            <a:srcRect l="1645" t="-1168" b="-267"/>
            <a:stretch>
              <a:fillRect/>
            </a:stretch>
          </p:blipFill>
          <p:spPr>
            <a:xfrm>
              <a:off x="0" y="230"/>
              <a:ext cx="7200" cy="7601"/>
            </a:xfrm>
            <a:custGeom>
              <a:avLst/>
              <a:gdLst>
                <a:gd name="connsiteX0" fmla="*/ 0 w 6096000"/>
                <a:gd name="connsiteY0" fmla="*/ 0 h 6435725"/>
                <a:gd name="connsiteX1" fmla="*/ 4487069 w 6096000"/>
                <a:gd name="connsiteY1" fmla="*/ 0 h 6435725"/>
                <a:gd name="connsiteX2" fmla="*/ 6096000 w 6096000"/>
                <a:gd name="connsiteY2" fmla="*/ 6435725 h 6435725"/>
                <a:gd name="connsiteX3" fmla="*/ 0 w 6096000"/>
                <a:gd name="connsiteY3" fmla="*/ 6435725 h 6435725"/>
              </a:gdLst>
              <a:ahLst/>
              <a:cxnLst>
                <a:cxn ang="0">
                  <a:pos x="connsiteX0" y="connsiteY0"/>
                </a:cxn>
                <a:cxn ang="0">
                  <a:pos x="connsiteX1" y="connsiteY1"/>
                </a:cxn>
                <a:cxn ang="0">
                  <a:pos x="connsiteX2" y="connsiteY2"/>
                </a:cxn>
                <a:cxn ang="0">
                  <a:pos x="connsiteX3" y="connsiteY3"/>
                </a:cxn>
              </a:cxnLst>
              <a:rect l="l" t="t" r="r" b="b"/>
              <a:pathLst>
                <a:path w="6096000" h="6435725">
                  <a:moveTo>
                    <a:pt x="0" y="0"/>
                  </a:moveTo>
                  <a:lnTo>
                    <a:pt x="4487069" y="0"/>
                  </a:lnTo>
                  <a:lnTo>
                    <a:pt x="6096000" y="6435725"/>
                  </a:lnTo>
                  <a:lnTo>
                    <a:pt x="0" y="6435725"/>
                  </a:lnTo>
                  <a:close/>
                </a:path>
              </a:pathLst>
            </a:custGeom>
          </p:spPr>
        </p:pic>
        <p:sp>
          <p:nvSpPr>
            <p:cNvPr id="3" name="圆角矩形标注 2"/>
            <p:cNvSpPr/>
            <p:nvPr/>
          </p:nvSpPr>
          <p:spPr>
            <a:xfrm>
              <a:off x="295" y="6314"/>
              <a:ext cx="1800" cy="600"/>
            </a:xfrm>
            <a:prstGeom prst="wedgeRoundRectCallout">
              <a:avLst>
                <a:gd name="adj1" fmla="val -61222"/>
                <a:gd name="adj2" fmla="val 128500"/>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solidFill>
                </a:rPr>
                <a:t>“</a:t>
              </a:r>
              <a:r>
                <a:rPr lang="zh-CN" altLang="en-US" sz="1200">
                  <a:solidFill>
                    <a:schemeClr val="tx1"/>
                  </a:solidFill>
                </a:rPr>
                <a:t>开始</a:t>
              </a:r>
              <a:r>
                <a:rPr lang="en-US" altLang="zh-CN" sz="1200">
                  <a:solidFill>
                    <a:schemeClr val="tx1"/>
                  </a:solidFill>
                </a:rPr>
                <a:t>”</a:t>
              </a:r>
              <a:r>
                <a:rPr lang="zh-CN" altLang="en-US" sz="1200">
                  <a:solidFill>
                    <a:schemeClr val="tx1"/>
                  </a:solidFill>
                </a:rPr>
                <a:t>按钮</a:t>
              </a:r>
            </a:p>
          </p:txBody>
        </p:sp>
        <p:sp>
          <p:nvSpPr>
            <p:cNvPr id="4" name="圆角矩形标注 3"/>
            <p:cNvSpPr/>
            <p:nvPr/>
          </p:nvSpPr>
          <p:spPr>
            <a:xfrm>
              <a:off x="2922" y="6573"/>
              <a:ext cx="1470" cy="600"/>
            </a:xfrm>
            <a:prstGeom prst="wedgeRoundRectCallout">
              <a:avLst>
                <a:gd name="adj1" fmla="val 40388"/>
                <a:gd name="adj2" fmla="val 91333"/>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1200">
                  <a:solidFill>
                    <a:schemeClr val="tx1"/>
                  </a:solidFill>
                </a:rPr>
                <a:t>任务栏</a:t>
              </a:r>
            </a:p>
          </p:txBody>
        </p:sp>
        <p:sp>
          <p:nvSpPr>
            <p:cNvPr id="5" name="圆角矩形标注 4"/>
            <p:cNvSpPr/>
            <p:nvPr/>
          </p:nvSpPr>
          <p:spPr>
            <a:xfrm>
              <a:off x="4787" y="6508"/>
              <a:ext cx="1470" cy="600"/>
            </a:xfrm>
            <a:prstGeom prst="wedgeRoundRectCallout">
              <a:avLst>
                <a:gd name="adj1" fmla="val 57074"/>
                <a:gd name="adj2" fmla="val 9716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1200">
                  <a:solidFill>
                    <a:schemeClr val="tx1"/>
                  </a:solidFill>
                </a:rPr>
                <a:t>驻留程序</a:t>
              </a:r>
            </a:p>
          </p:txBody>
        </p:sp>
        <p:sp>
          <p:nvSpPr>
            <p:cNvPr id="7" name="圆角矩形标注 6"/>
            <p:cNvSpPr/>
            <p:nvPr/>
          </p:nvSpPr>
          <p:spPr>
            <a:xfrm>
              <a:off x="691" y="936"/>
              <a:ext cx="1080" cy="600"/>
            </a:xfrm>
            <a:prstGeom prst="wedgeRoundRectCallout">
              <a:avLst>
                <a:gd name="adj1" fmla="val -69222"/>
                <a:gd name="adj2" fmla="val -89999"/>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1200">
                  <a:solidFill>
                    <a:schemeClr val="tx1"/>
                  </a:solidFill>
                </a:rPr>
                <a:t>图标</a:t>
              </a:r>
            </a:p>
          </p:txBody>
        </p:sp>
      </p:grpSp>
      <p:sp>
        <p:nvSpPr>
          <p:cNvPr id="12" name="Parallelogram 11"/>
          <p:cNvSpPr/>
          <p:nvPr>
            <p:custDataLst>
              <p:tags r:id="rId2"/>
            </p:custDataLst>
          </p:nvPr>
        </p:nvSpPr>
        <p:spPr>
          <a:xfrm flipH="1">
            <a:off x="3597729" y="1865540"/>
            <a:ext cx="570139" cy="370220"/>
          </a:xfrm>
          <a:prstGeom prst="parallelogram">
            <a:avLst>
              <a:gd name="adj" fmla="val 22537"/>
            </a:avLst>
          </a:prstGeom>
          <a:solidFill>
            <a:srgbClr val="E7E6E6"/>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id-ID" sz="1500" b="1" i="0" u="none" strike="noStrike" kern="1200" cap="none" spc="0" normalizeH="0" noProof="0" dirty="0">
                <a:ln>
                  <a:noFill/>
                </a:ln>
                <a:solidFill>
                  <a:sysClr val="window" lastClr="FFFFFF">
                    <a:lumMod val="50000"/>
                  </a:sysClr>
                </a:solidFill>
                <a:effectLst/>
                <a:uLnTx/>
                <a:uFillTx/>
                <a:latin typeface="Arial" panose="020B0604020202020204" pitchFamily="34" charset="0"/>
                <a:ea typeface="微软雅黑" panose="020B0503020204020204" charset="-122"/>
                <a:cs typeface="Arial" panose="020B0604020202020204" pitchFamily="34" charset="0"/>
              </a:rPr>
              <a:t>01</a:t>
            </a:r>
          </a:p>
        </p:txBody>
      </p:sp>
      <p:sp>
        <p:nvSpPr>
          <p:cNvPr id="13" name="TextBox 12"/>
          <p:cNvSpPr txBox="1"/>
          <p:nvPr>
            <p:custDataLst>
              <p:tags r:id="rId3"/>
            </p:custDataLst>
          </p:nvPr>
        </p:nvSpPr>
        <p:spPr>
          <a:xfrm>
            <a:off x="6018896" y="531710"/>
            <a:ext cx="2268017" cy="50673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700" b="1" i="0" u="none" strike="noStrike" kern="1200" cap="none" spc="300" normalizeH="0" noProof="0">
                <a:ln>
                  <a:noFill/>
                </a:ln>
                <a:solidFill>
                  <a:srgbClr val="000000">
                    <a:lumMod val="65000"/>
                    <a:lumOff val="35000"/>
                  </a:srgbClr>
                </a:solidFill>
                <a:effectLst/>
                <a:uLnTx/>
                <a:uFillTx/>
                <a:latin typeface="Arial" panose="020B0604020202020204" pitchFamily="34" charset="0"/>
                <a:ea typeface="微软雅黑" panose="020B0503020204020204" charset="-122"/>
                <a:cs typeface="+mn-ea"/>
                <a:sym typeface="微软雅黑" panose="020B0503020204020204" charset="-122"/>
              </a:rPr>
              <a:t>桌面布局</a:t>
            </a:r>
          </a:p>
        </p:txBody>
      </p:sp>
      <p:sp>
        <p:nvSpPr>
          <p:cNvPr id="15" name="Right Triangle 14"/>
          <p:cNvSpPr/>
          <p:nvPr>
            <p:custDataLst>
              <p:tags r:id="rId4"/>
            </p:custDataLst>
          </p:nvPr>
        </p:nvSpPr>
        <p:spPr>
          <a:xfrm rot="5400000" flipV="1">
            <a:off x="8200745" y="161528"/>
            <a:ext cx="609047" cy="596780"/>
          </a:xfrm>
          <a:prstGeom prst="rtTriangle">
            <a:avLst/>
          </a:prstGeom>
          <a:noFill/>
          <a:ln w="57150">
            <a:solidFill>
              <a:srgbClr val="E7E6E6">
                <a:lumMod val="90000"/>
              </a:srgbClr>
            </a:solid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350" b="0" i="0" u="none" strike="noStrike" kern="1200" cap="none" spc="0" normalizeH="0" baseline="0" noProof="0">
              <a:ln>
                <a:noFill/>
              </a:ln>
              <a:solidFill>
                <a:prstClr val="white"/>
              </a:solidFill>
              <a:effectLst/>
              <a:uLnTx/>
              <a:uFillTx/>
              <a:latin typeface="等线" panose="02010600030101010101" charset="-122"/>
              <a:ea typeface="微软雅黑" panose="020B0503020204020204" charset="-122"/>
              <a:cs typeface="+mn-ea"/>
            </a:endParaRPr>
          </a:p>
        </p:txBody>
      </p:sp>
      <p:sp>
        <p:nvSpPr>
          <p:cNvPr id="16" name="Right Triangle 15"/>
          <p:cNvSpPr/>
          <p:nvPr>
            <p:custDataLst>
              <p:tags r:id="rId5"/>
            </p:custDataLst>
          </p:nvPr>
        </p:nvSpPr>
        <p:spPr>
          <a:xfrm rot="5400000" flipV="1">
            <a:off x="8092442" y="305500"/>
            <a:ext cx="609047" cy="596780"/>
          </a:xfrm>
          <a:prstGeom prst="rtTriangle">
            <a:avLst/>
          </a:prstGeom>
          <a:noFill/>
          <a:ln w="57150">
            <a:solidFill>
              <a:srgbClr val="E7E6E6">
                <a:lumMod val="50000"/>
              </a:srgbClr>
            </a:solid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350" b="0" i="0" u="none" strike="noStrike" kern="1200" cap="none" spc="0" normalizeH="0" baseline="0" noProof="0">
              <a:ln>
                <a:noFill/>
              </a:ln>
              <a:solidFill>
                <a:prstClr val="black">
                  <a:lumMod val="95000"/>
                  <a:lumOff val="5000"/>
                </a:prstClr>
              </a:solidFill>
              <a:effectLst/>
              <a:uLnTx/>
              <a:uFillTx/>
              <a:latin typeface="等线" panose="02010600030101010101" charset="-122"/>
              <a:ea typeface="微软雅黑" panose="020B0503020204020204" charset="-122"/>
              <a:cs typeface="+mn-ea"/>
            </a:endParaRPr>
          </a:p>
        </p:txBody>
      </p:sp>
      <p:sp>
        <p:nvSpPr>
          <p:cNvPr id="17" name="Parallelogram 16"/>
          <p:cNvSpPr/>
          <p:nvPr>
            <p:custDataLst>
              <p:tags r:id="rId6"/>
            </p:custDataLst>
          </p:nvPr>
        </p:nvSpPr>
        <p:spPr>
          <a:xfrm flipH="1">
            <a:off x="3732305" y="2583725"/>
            <a:ext cx="570139" cy="370220"/>
          </a:xfrm>
          <a:prstGeom prst="parallelogram">
            <a:avLst>
              <a:gd name="adj" fmla="val 22537"/>
            </a:avLst>
          </a:prstGeom>
          <a:solidFill>
            <a:srgbClr val="E7E6E6">
              <a:lumMod val="5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id-ID" sz="1500" b="1" i="0" u="none" strike="noStrike" kern="1200" cap="none" spc="0" normalizeH="0" noProof="0" dirty="0">
                <a:ln>
                  <a:noFill/>
                </a:ln>
                <a:solidFill>
                  <a:sysClr val="window" lastClr="FFFFFF"/>
                </a:solidFill>
                <a:effectLst/>
                <a:uLnTx/>
                <a:uFillTx/>
                <a:latin typeface="Arial" panose="020B0604020202020204" pitchFamily="34" charset="0"/>
                <a:ea typeface="微软雅黑" panose="020B0503020204020204" charset="-122"/>
                <a:cs typeface="Arial" panose="020B0604020202020204" pitchFamily="34" charset="0"/>
              </a:rPr>
              <a:t>02</a:t>
            </a:r>
          </a:p>
        </p:txBody>
      </p:sp>
      <p:sp>
        <p:nvSpPr>
          <p:cNvPr id="18" name="Parallelogram 17"/>
          <p:cNvSpPr/>
          <p:nvPr>
            <p:custDataLst>
              <p:tags r:id="rId7"/>
            </p:custDataLst>
          </p:nvPr>
        </p:nvSpPr>
        <p:spPr>
          <a:xfrm flipH="1">
            <a:off x="3872594" y="3301910"/>
            <a:ext cx="570139" cy="370220"/>
          </a:xfrm>
          <a:prstGeom prst="parallelogram">
            <a:avLst>
              <a:gd name="adj" fmla="val 22537"/>
            </a:avLst>
          </a:prstGeom>
          <a:solidFill>
            <a:srgbClr val="E7E6E6"/>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id-ID" sz="1500" b="1" i="0" u="none" strike="noStrike" kern="1200" cap="none" spc="0" normalizeH="0" noProof="0" dirty="0">
                <a:ln>
                  <a:noFill/>
                </a:ln>
                <a:solidFill>
                  <a:sysClr val="window" lastClr="FFFFFF">
                    <a:lumMod val="50000"/>
                  </a:sysClr>
                </a:solidFill>
                <a:effectLst/>
                <a:uLnTx/>
                <a:uFillTx/>
                <a:latin typeface="Arial" panose="020B0604020202020204" pitchFamily="34" charset="0"/>
                <a:ea typeface="微软雅黑" panose="020B0503020204020204" charset="-122"/>
                <a:cs typeface="Arial" panose="020B0604020202020204" pitchFamily="34" charset="0"/>
              </a:rPr>
              <a:t>03</a:t>
            </a:r>
          </a:p>
        </p:txBody>
      </p:sp>
      <p:sp>
        <p:nvSpPr>
          <p:cNvPr id="19" name="Parallelogram 18"/>
          <p:cNvSpPr/>
          <p:nvPr>
            <p:custDataLst>
              <p:tags r:id="rId8"/>
            </p:custDataLst>
          </p:nvPr>
        </p:nvSpPr>
        <p:spPr>
          <a:xfrm flipH="1">
            <a:off x="4011386" y="4020095"/>
            <a:ext cx="570139" cy="370220"/>
          </a:xfrm>
          <a:prstGeom prst="parallelogram">
            <a:avLst>
              <a:gd name="adj" fmla="val 22537"/>
            </a:avLst>
          </a:prstGeom>
          <a:solidFill>
            <a:srgbClr val="E7E6E6">
              <a:lumMod val="5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id-ID" sz="1500" b="1" i="0" u="none" strike="noStrike" kern="1200" cap="none" spc="0" normalizeH="0" noProof="0" dirty="0">
                <a:ln>
                  <a:noFill/>
                </a:ln>
                <a:solidFill>
                  <a:sysClr val="window" lastClr="FFFFFF"/>
                </a:solidFill>
                <a:effectLst/>
                <a:uLnTx/>
                <a:uFillTx/>
                <a:latin typeface="Arial" panose="020B0604020202020204" pitchFamily="34" charset="0"/>
                <a:ea typeface="微软雅黑" panose="020B0503020204020204" charset="-122"/>
                <a:cs typeface="Arial" panose="020B0604020202020204" pitchFamily="34" charset="0"/>
              </a:rPr>
              <a:t>04</a:t>
            </a:r>
          </a:p>
        </p:txBody>
      </p:sp>
      <p:sp>
        <p:nvSpPr>
          <p:cNvPr id="20" name="Rectangle 19"/>
          <p:cNvSpPr/>
          <p:nvPr>
            <p:custDataLst>
              <p:tags r:id="rId9"/>
            </p:custDataLst>
          </p:nvPr>
        </p:nvSpPr>
        <p:spPr>
          <a:xfrm>
            <a:off x="4286885" y="2011680"/>
            <a:ext cx="3846830" cy="510540"/>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1050" b="0" i="0" u="none" strike="noStrike" kern="1200" cap="none" spc="150" normalizeH="0" noProof="0">
                <a:ln>
                  <a:noFill/>
                </a:ln>
                <a:solidFill>
                  <a:srgbClr val="000000">
                    <a:lumMod val="65000"/>
                    <a:lumOff val="35000"/>
                  </a:srgbClr>
                </a:solidFill>
                <a:effectLst/>
                <a:uLnTx/>
                <a:uFillTx/>
                <a:latin typeface="Arial" panose="020B0604020202020204" pitchFamily="34" charset="0"/>
                <a:ea typeface="微软雅黑" panose="020B0503020204020204" charset="-122"/>
                <a:cs typeface="+mn-ea"/>
                <a:sym typeface="微软雅黑" panose="020B0503020204020204" charset="-122"/>
              </a:rPr>
              <a:t>“图标”是一些代表程序或文件的小图片，应用程序和文件都以图标的形式标识。</a:t>
            </a:r>
          </a:p>
        </p:txBody>
      </p:sp>
      <p:sp>
        <p:nvSpPr>
          <p:cNvPr id="21" name="TextBox 20"/>
          <p:cNvSpPr txBox="1"/>
          <p:nvPr>
            <p:custDataLst>
              <p:tags r:id="rId10"/>
            </p:custDataLst>
          </p:nvPr>
        </p:nvSpPr>
        <p:spPr>
          <a:xfrm>
            <a:off x="4286726" y="1752656"/>
            <a:ext cx="3591026"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noProof="0">
                <a:ln>
                  <a:noFill/>
                </a:ln>
                <a:effectLst/>
                <a:uLnTx/>
                <a:uFillTx/>
                <a:latin typeface="Arial" panose="020B0604020202020204" pitchFamily="34" charset="0"/>
                <a:ea typeface="微软雅黑" panose="020B0503020204020204" charset="-122"/>
                <a:cs typeface="+mn-ea"/>
              </a:rPr>
              <a:t>图标</a:t>
            </a:r>
          </a:p>
        </p:txBody>
      </p:sp>
      <p:sp>
        <p:nvSpPr>
          <p:cNvPr id="25" name="TextBox 24"/>
          <p:cNvSpPr txBox="1"/>
          <p:nvPr>
            <p:custDataLst>
              <p:tags r:id="rId11"/>
            </p:custDataLst>
          </p:nvPr>
        </p:nvSpPr>
        <p:spPr>
          <a:xfrm>
            <a:off x="4535328" y="2505593"/>
            <a:ext cx="3591026"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noProof="0">
                <a:ln>
                  <a:noFill/>
                </a:ln>
                <a:effectLst/>
                <a:uLnTx/>
                <a:uFillTx/>
                <a:latin typeface="Arial" panose="020B0604020202020204" pitchFamily="34" charset="0"/>
                <a:ea typeface="微软雅黑" panose="020B0503020204020204" charset="-122"/>
                <a:cs typeface="+mn-ea"/>
              </a:rPr>
              <a:t>“开始”按钮</a:t>
            </a:r>
          </a:p>
        </p:txBody>
      </p:sp>
      <p:sp>
        <p:nvSpPr>
          <p:cNvPr id="27" name="TextBox 26"/>
          <p:cNvSpPr txBox="1"/>
          <p:nvPr>
            <p:custDataLst>
              <p:tags r:id="rId12"/>
            </p:custDataLst>
          </p:nvPr>
        </p:nvSpPr>
        <p:spPr>
          <a:xfrm>
            <a:off x="4684394" y="3258531"/>
            <a:ext cx="3591026" cy="275590"/>
          </a:xfrm>
          <a:prstGeom prst="rect">
            <a:avLst/>
          </a:prstGeom>
          <a:noFill/>
        </p:spPr>
        <p:txBody>
          <a:bodyPr wrap="square" rtlCol="0">
            <a:spAutoFit/>
          </a:bodyPr>
          <a:lstStyle>
            <a:defPPr>
              <a:defRPr lang="zh-CN"/>
            </a:defPPr>
            <a:lvl1pPr>
              <a:defRPr sz="1600" b="1">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noProof="0">
                <a:ln>
                  <a:noFill/>
                </a:ln>
                <a:effectLst/>
                <a:uLnTx/>
                <a:uFillTx/>
                <a:latin typeface="Arial" panose="020B0604020202020204" pitchFamily="34" charset="0"/>
                <a:ea typeface="微软雅黑" panose="020B0503020204020204" charset="-122"/>
                <a:cs typeface="+mn-ea"/>
              </a:rPr>
              <a:t>任务栏</a:t>
            </a:r>
          </a:p>
        </p:txBody>
      </p:sp>
      <p:sp>
        <p:nvSpPr>
          <p:cNvPr id="29" name="TextBox 28"/>
          <p:cNvSpPr txBox="1"/>
          <p:nvPr>
            <p:custDataLst>
              <p:tags r:id="rId13"/>
            </p:custDataLst>
          </p:nvPr>
        </p:nvSpPr>
        <p:spPr>
          <a:xfrm>
            <a:off x="4915376" y="4011469"/>
            <a:ext cx="3591026"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noProof="0">
                <a:ln>
                  <a:noFill/>
                </a:ln>
                <a:effectLst/>
                <a:uLnTx/>
                <a:uFillTx/>
                <a:latin typeface="Arial" panose="020B0604020202020204" pitchFamily="34" charset="0"/>
                <a:ea typeface="微软雅黑" panose="020B0503020204020204" charset="-122"/>
                <a:cs typeface="+mn-ea"/>
              </a:rPr>
              <a:t>驻留程序</a:t>
            </a:r>
          </a:p>
        </p:txBody>
      </p:sp>
      <p:sp>
        <p:nvSpPr>
          <p:cNvPr id="30" name="TextBox 12"/>
          <p:cNvSpPr txBox="1"/>
          <p:nvPr>
            <p:custDataLst>
              <p:tags r:id="rId14"/>
            </p:custDataLst>
          </p:nvPr>
        </p:nvSpPr>
        <p:spPr>
          <a:xfrm>
            <a:off x="4168140" y="1038225"/>
            <a:ext cx="4275455" cy="27559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150" normalizeH="0" noProof="0">
                <a:ln>
                  <a:noFill/>
                </a:ln>
                <a:solidFill>
                  <a:srgbClr val="000000">
                    <a:lumMod val="65000"/>
                    <a:lumOff val="35000"/>
                  </a:srgbClr>
                </a:solidFill>
                <a:effectLst/>
                <a:uLnTx/>
                <a:uFillTx/>
                <a:latin typeface="Arial" panose="020B0604020202020204" pitchFamily="34" charset="0"/>
                <a:ea typeface="微软雅黑" panose="020B0503020204020204" charset="-122"/>
                <a:cs typeface="+mn-ea"/>
              </a:rPr>
              <a:t>启动Windows 后，屏幕显示如图1-8所示。</a:t>
            </a:r>
          </a:p>
        </p:txBody>
      </p:sp>
      <p:sp>
        <p:nvSpPr>
          <p:cNvPr id="6" name="Rectangle 19"/>
          <p:cNvSpPr/>
          <p:nvPr>
            <p:custDataLst>
              <p:tags r:id="rId15"/>
            </p:custDataLst>
          </p:nvPr>
        </p:nvSpPr>
        <p:spPr>
          <a:xfrm>
            <a:off x="4535170" y="2764790"/>
            <a:ext cx="3846830" cy="300990"/>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1050" b="0" i="0" u="none" strike="noStrike" kern="1200" cap="none" spc="150" normalizeH="0" noProof="0">
                <a:ln>
                  <a:noFill/>
                </a:ln>
                <a:solidFill>
                  <a:srgbClr val="000000">
                    <a:lumMod val="65000"/>
                    <a:lumOff val="35000"/>
                  </a:srgbClr>
                </a:solidFill>
                <a:effectLst/>
                <a:uLnTx/>
                <a:uFillTx/>
                <a:latin typeface="Arial" panose="020B0604020202020204" pitchFamily="34" charset="0"/>
                <a:ea typeface="微软雅黑" panose="020B0503020204020204" charset="-122"/>
                <a:cs typeface="+mn-ea"/>
                <a:sym typeface="微软雅黑" panose="020B0503020204020204" charset="-122"/>
              </a:rPr>
              <a:t>“开始”按钮是运行Windows 应用程序的入口。</a:t>
            </a:r>
          </a:p>
        </p:txBody>
      </p:sp>
      <p:sp>
        <p:nvSpPr>
          <p:cNvPr id="8" name="Rectangle 19"/>
          <p:cNvSpPr/>
          <p:nvPr>
            <p:custDataLst>
              <p:tags r:id="rId16"/>
            </p:custDataLst>
          </p:nvPr>
        </p:nvSpPr>
        <p:spPr>
          <a:xfrm>
            <a:off x="4684395" y="3517900"/>
            <a:ext cx="3846830" cy="510540"/>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1050" b="0" i="0" u="none" strike="noStrike" kern="1200" cap="none" spc="150" normalizeH="0" noProof="0">
                <a:ln>
                  <a:noFill/>
                </a:ln>
                <a:solidFill>
                  <a:srgbClr val="000000">
                    <a:lumMod val="65000"/>
                    <a:lumOff val="35000"/>
                  </a:srgbClr>
                </a:solidFill>
                <a:effectLst/>
                <a:uLnTx/>
                <a:uFillTx/>
                <a:latin typeface="Arial" panose="020B0604020202020204" pitchFamily="34" charset="0"/>
                <a:ea typeface="微软雅黑" panose="020B0503020204020204" charset="-122"/>
                <a:cs typeface="+mn-ea"/>
                <a:sym typeface="微软雅黑" panose="020B0503020204020204" charset="-122"/>
              </a:rPr>
              <a:t>当用户打开程序、文档或窗口后，在“任务栏”上就会出现一个相应的按钮。</a:t>
            </a:r>
          </a:p>
        </p:txBody>
      </p:sp>
      <p:sp>
        <p:nvSpPr>
          <p:cNvPr id="9" name="Rectangle 19"/>
          <p:cNvSpPr/>
          <p:nvPr>
            <p:custDataLst>
              <p:tags r:id="rId17"/>
            </p:custDataLst>
          </p:nvPr>
        </p:nvSpPr>
        <p:spPr>
          <a:xfrm>
            <a:off x="4915535" y="4270375"/>
            <a:ext cx="3846830" cy="720090"/>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1050" b="0" i="0" u="none" strike="noStrike" kern="1200" cap="none" spc="150" normalizeH="0" noProof="0">
                <a:ln>
                  <a:noFill/>
                </a:ln>
                <a:solidFill>
                  <a:srgbClr val="000000">
                    <a:lumMod val="65000"/>
                    <a:lumOff val="35000"/>
                  </a:srgbClr>
                </a:solidFill>
                <a:effectLst/>
                <a:uLnTx/>
                <a:uFillTx/>
                <a:latin typeface="Arial" panose="020B0604020202020204" pitchFamily="34" charset="0"/>
                <a:ea typeface="微软雅黑" panose="020B0503020204020204" charset="-122"/>
                <a:cs typeface="+mn-ea"/>
                <a:sym typeface="微软雅黑" panose="020B0503020204020204" charset="-122"/>
              </a:rPr>
              <a:t>在系统托盘（一般在任务栏最右面）中的一些小图标表示的是驻留内存中的一些程序，如系统的日期时钟、防火墙等。这些驻留程序一般是在计算机后台运行。</a:t>
            </a:r>
          </a:p>
        </p:txBody>
      </p:sp>
    </p:spTree>
    <p:custDataLst>
      <p:tags r:id="rId1"/>
    </p:custData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2"/>
            </p:custDataLst>
          </p:nvPr>
        </p:nvSpPr>
        <p:spPr>
          <a:xfrm>
            <a:off x="978694" y="1104397"/>
            <a:ext cx="6483256" cy="2926026"/>
          </a:xfrm>
          <a:prstGeom prst="rect">
            <a:avLst/>
          </a:prstGeom>
          <a:noFill/>
          <a:ln w="76200">
            <a:solidFill>
              <a:srgbClr val="21BACE"/>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880" name="Rectangle 1"/>
          <p:cNvSpPr/>
          <p:nvPr>
            <p:custDataLst>
              <p:tags r:id="rId3"/>
            </p:custDataLst>
          </p:nvPr>
        </p:nvSpPr>
        <p:spPr>
          <a:xfrm>
            <a:off x="1151846" y="1274090"/>
            <a:ext cx="6282368" cy="2552731"/>
          </a:xfrm>
          <a:prstGeom prst="rect">
            <a:avLst/>
          </a:prstGeom>
          <a:solidFill>
            <a:srgbClr val="21BACE"/>
          </a:solidFill>
          <a:ln w="12700">
            <a:miter lim="400000"/>
          </a:ln>
        </p:spPr>
        <p:txBody>
          <a:bodyPr lIns="34289" rIns="34289" anchor="ctr"/>
          <a:lstStyle/>
          <a:p>
            <a:pPr algn="ctr">
              <a:defRPr>
                <a:solidFill>
                  <a:srgbClr val="FFFFFF"/>
                </a:solidFill>
              </a:defRPr>
            </a:pPr>
            <a:endParaRPr sz="1350">
              <a:latin typeface="Arial" panose="020B0604020202020204" pitchFamily="34" charset="0"/>
              <a:ea typeface="微软雅黑" panose="020B0503020204020204" charset="-122"/>
              <a:sym typeface="Arial" panose="020B0604020202020204" pitchFamily="34" charset="0"/>
            </a:endParaRPr>
          </a:p>
        </p:txBody>
      </p:sp>
      <p:sp>
        <p:nvSpPr>
          <p:cNvPr id="886" name="TextBox 9"/>
          <p:cNvSpPr txBox="1"/>
          <p:nvPr>
            <p:custDataLst>
              <p:tags r:id="rId4"/>
            </p:custDataLst>
          </p:nvPr>
        </p:nvSpPr>
        <p:spPr>
          <a:xfrm>
            <a:off x="1440052" y="1476427"/>
            <a:ext cx="2631303" cy="660971"/>
          </a:xfrm>
          <a:prstGeom prst="rect">
            <a:avLst/>
          </a:prstGeom>
          <a:noFill/>
          <a:ln w="12700" cap="flat">
            <a:noFill/>
            <a:miter lim="400000"/>
          </a:ln>
          <a:effectLst/>
        </p:spPr>
        <p:txBody>
          <a:bodyPr wrap="square" lIns="34289" tIns="34289" rIns="34289" bIns="34289" numCol="1" anchor="t">
            <a:normAutofit/>
          </a:bodyPr>
          <a:lstStyle/>
          <a:p>
            <a:pPr marL="0" indent="0" algn="l">
              <a:lnSpc>
                <a:spcPct val="120000"/>
              </a:lnSpc>
              <a:spcBef>
                <a:spcPts val="0"/>
              </a:spcBef>
              <a:spcAft>
                <a:spcPts val="0"/>
              </a:spcAft>
              <a:buSzPct val="100000"/>
              <a:defRPr sz="4400" spc="300">
                <a:solidFill>
                  <a:srgbClr val="262626"/>
                </a:solidFill>
                <a:latin typeface="Arial" panose="020B0604020202020204" pitchFamily="34" charset="0"/>
                <a:ea typeface="微软雅黑" panose="020B0503020204020204" charset="-122"/>
                <a:cs typeface="+mn-ea"/>
                <a:sym typeface="Helvetica" panose="00000400000000000000"/>
              </a:defRPr>
            </a:pPr>
            <a:r>
              <a:rPr lang="zh-CN" altLang="en-US" sz="2700" b="1" spc="300" dirty="0">
                <a:solidFill>
                  <a:sysClr val="window" lastClr="FFFFFF"/>
                </a:solidFill>
                <a:latin typeface="Arial" panose="020B0604020202020204" pitchFamily="34" charset="0"/>
                <a:ea typeface="微软雅黑" panose="020B0503020204020204" charset="-122"/>
                <a:sym typeface="+mn-ea"/>
              </a:rPr>
              <a:t>图标</a:t>
            </a:r>
          </a:p>
        </p:txBody>
      </p:sp>
      <p:pic>
        <p:nvPicPr>
          <p:cNvPr id="885" name="Picture 6" descr="Picture 6"/>
          <p:cNvPicPr>
            <a:picLocks noChangeAspect="1"/>
          </p:cNvPicPr>
          <p:nvPr>
            <p:custDataLst>
              <p:tags r:id="rId5"/>
            </p:custDataLst>
          </p:nvPr>
        </p:nvPicPr>
        <p:blipFill>
          <a:blip r:embed="rId13"/>
          <a:stretch>
            <a:fillRect/>
          </a:stretch>
        </p:blipFill>
        <p:spPr>
          <a:xfrm>
            <a:off x="3854450" y="642620"/>
            <a:ext cx="4472305" cy="3850005"/>
          </a:xfrm>
          <a:prstGeom prst="rect">
            <a:avLst/>
          </a:prstGeom>
          <a:ln w="12700">
            <a:miter lim="400000"/>
            <a:headEnd/>
            <a:tailEnd/>
          </a:ln>
          <a:effectLst>
            <a:outerShdw blurRad="50800" dist="38100" dir="5400000" algn="t" rotWithShape="0">
              <a:prstClr val="black">
                <a:alpha val="7000"/>
              </a:prstClr>
            </a:outerShdw>
          </a:effectLst>
        </p:spPr>
      </p:pic>
      <p:pic>
        <p:nvPicPr>
          <p:cNvPr id="15" name="图片 14"/>
          <p:cNvPicPr>
            <a:picLocks noChangeAspect="1"/>
          </p:cNvPicPr>
          <p:nvPr>
            <p:custDataLst>
              <p:tags r:id="rId6"/>
            </p:custDataLst>
          </p:nvPr>
        </p:nvPicPr>
        <p:blipFill>
          <a:blip r:embed="rId14"/>
          <a:srcRect t="6979" b="6979"/>
          <a:stretch>
            <a:fillRect/>
          </a:stretch>
        </p:blipFill>
        <p:spPr>
          <a:xfrm>
            <a:off x="4363720" y="1113155"/>
            <a:ext cx="3669665" cy="2106295"/>
          </a:xfrm>
          <a:prstGeom prst="rect">
            <a:avLst/>
          </a:prstGeom>
        </p:spPr>
      </p:pic>
      <p:sp>
        <p:nvSpPr>
          <p:cNvPr id="17" name="文本框 16"/>
          <p:cNvSpPr txBox="1"/>
          <p:nvPr>
            <p:custDataLst>
              <p:tags r:id="rId7"/>
            </p:custDataLst>
          </p:nvPr>
        </p:nvSpPr>
        <p:spPr>
          <a:xfrm>
            <a:off x="1440050" y="2240933"/>
            <a:ext cx="2631304" cy="1545590"/>
          </a:xfrm>
          <a:prstGeom prst="rect">
            <a:avLst/>
          </a:prstGeom>
          <a:noFill/>
        </p:spPr>
        <p:txBody>
          <a:bodyPr wrap="square" rtlCol="0">
            <a:spAutoFit/>
          </a:bodyPr>
          <a:lstStyle/>
          <a:p>
            <a:pPr marL="0" lvl="0" indent="0" algn="l">
              <a:lnSpc>
                <a:spcPct val="150000"/>
              </a:lnSpc>
              <a:spcBef>
                <a:spcPts val="0"/>
              </a:spcBef>
              <a:spcAft>
                <a:spcPts val="0"/>
              </a:spcAft>
              <a:buSzPct val="100000"/>
            </a:pPr>
            <a:r>
              <a:rPr sz="1050" spc="150" dirty="0">
                <a:solidFill>
                  <a:sysClr val="window" lastClr="FFFFFF"/>
                </a:solidFill>
                <a:latin typeface="Arial" panose="020B0604020202020204" pitchFamily="34" charset="0"/>
                <a:ea typeface="微软雅黑" panose="020B0503020204020204" charset="-122"/>
              </a:rPr>
              <a:t>默认情况下，Windows 10在桌面上只有“回收站”图标。在使用电脑的过程中，用户可以根据自己的需要在桌面上添加自己常用的图标。</a:t>
            </a:r>
          </a:p>
          <a:p>
            <a:pPr marL="0" lvl="0" indent="0" algn="l">
              <a:lnSpc>
                <a:spcPct val="150000"/>
              </a:lnSpc>
              <a:spcBef>
                <a:spcPts val="0"/>
              </a:spcBef>
              <a:spcAft>
                <a:spcPts val="0"/>
              </a:spcAft>
              <a:buSzPct val="100000"/>
            </a:pPr>
            <a:r>
              <a:rPr sz="1050" spc="150" dirty="0">
                <a:solidFill>
                  <a:sysClr val="window" lastClr="FFFFFF"/>
                </a:solidFill>
                <a:latin typeface="Arial" panose="020B0604020202020204" pitchFamily="34" charset="0"/>
                <a:ea typeface="微软雅黑" panose="020B0503020204020204" charset="-122"/>
              </a:rPr>
              <a:t>桌面图标分为系统图标和快捷方式图标，如图1-9所示。</a:t>
            </a:r>
          </a:p>
        </p:txBody>
      </p:sp>
      <p:cxnSp>
        <p:nvCxnSpPr>
          <p:cNvPr id="7" name="直接连接符 6"/>
          <p:cNvCxnSpPr/>
          <p:nvPr>
            <p:custDataLst>
              <p:tags r:id="rId8"/>
            </p:custDataLst>
          </p:nvPr>
        </p:nvCxnSpPr>
        <p:spPr>
          <a:xfrm>
            <a:off x="1518320" y="2137398"/>
            <a:ext cx="290642" cy="1"/>
          </a:xfrm>
          <a:prstGeom prst="line">
            <a:avLst/>
          </a:prstGeom>
          <a:ln w="38100">
            <a:solidFill>
              <a:sysClr val="window" lastClr="FFFFFF"/>
            </a:solidFill>
          </a:ln>
        </p:spPr>
        <p:style>
          <a:lnRef idx="1">
            <a:srgbClr val="4472C4"/>
          </a:lnRef>
          <a:fillRef idx="0">
            <a:srgbClr val="4472C4"/>
          </a:fillRef>
          <a:effectRef idx="0">
            <a:srgbClr val="4472C4"/>
          </a:effectRef>
          <a:fontRef idx="minor">
            <a:sysClr val="windowText" lastClr="000000"/>
          </a:fontRef>
        </p:style>
      </p:cxnSp>
      <p:sp>
        <p:nvSpPr>
          <p:cNvPr id="8" name="半闭框 7"/>
          <p:cNvSpPr/>
          <p:nvPr>
            <p:custDataLst>
              <p:tags r:id="rId9"/>
            </p:custDataLst>
          </p:nvPr>
        </p:nvSpPr>
        <p:spPr>
          <a:xfrm>
            <a:off x="157162" y="128587"/>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14" name="半闭框 13"/>
          <p:cNvSpPr/>
          <p:nvPr>
            <p:custDataLst>
              <p:tags r:id="rId10"/>
            </p:custDataLst>
          </p:nvPr>
        </p:nvSpPr>
        <p:spPr>
          <a:xfrm rot="10800000">
            <a:off x="8539316"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pic>
        <p:nvPicPr>
          <p:cNvPr id="2" name="图片 1" descr="C:\Users\18645\Desktop\11.jpg11"/>
          <p:cNvPicPr>
            <a:picLocks noChangeAspect="1"/>
          </p:cNvPicPr>
          <p:nvPr/>
        </p:nvPicPr>
        <p:blipFill>
          <a:blip r:embed="rId15"/>
          <a:srcRect l="5176" r="5176"/>
          <a:stretch>
            <a:fillRect/>
          </a:stretch>
        </p:blipFill>
        <p:spPr>
          <a:xfrm>
            <a:off x="4363720" y="1104265"/>
            <a:ext cx="3670300" cy="2115820"/>
          </a:xfrm>
          <a:prstGeom prst="rect">
            <a:avLst/>
          </a:prstGeom>
          <a:ln>
            <a:solidFill>
              <a:schemeClr val="bg1">
                <a:lumMod val="50000"/>
              </a:schemeClr>
            </a:solidFill>
          </a:ln>
        </p:spPr>
      </p:pic>
      <p:sp>
        <p:nvSpPr>
          <p:cNvPr id="3" name="圆角矩形标注 2"/>
          <p:cNvSpPr/>
          <p:nvPr/>
        </p:nvSpPr>
        <p:spPr>
          <a:xfrm>
            <a:off x="8276590" y="1171575"/>
            <a:ext cx="783590" cy="304800"/>
          </a:xfrm>
          <a:prstGeom prst="wedgeRoundRectCallout">
            <a:avLst>
              <a:gd name="adj1" fmla="val -85575"/>
              <a:gd name="adj2" fmla="val 47500"/>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系统图标</a:t>
            </a:r>
          </a:p>
        </p:txBody>
      </p:sp>
      <p:sp>
        <p:nvSpPr>
          <p:cNvPr id="4" name="圆角矩形标注 3"/>
          <p:cNvSpPr/>
          <p:nvPr/>
        </p:nvSpPr>
        <p:spPr>
          <a:xfrm>
            <a:off x="8276590" y="2329815"/>
            <a:ext cx="783590" cy="304800"/>
          </a:xfrm>
          <a:prstGeom prst="wedgeRoundRectCallout">
            <a:avLst>
              <a:gd name="adj1" fmla="val -85575"/>
              <a:gd name="adj2" fmla="val 47500"/>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快捷方式图标</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bwMode="auto">
          <a:xfrm>
            <a:off x="3505200" y="2108835"/>
            <a:ext cx="4833620" cy="2254250"/>
          </a:xfrm>
          <a:prstGeom prst="rect">
            <a:avLst/>
          </a:prstGeom>
          <a:noFill/>
          <a:ln w="76200">
            <a:solidFill>
              <a:srgbClr val="778495"/>
            </a:solidFill>
            <a:miter lim="800000"/>
          </a:ln>
        </p:spPr>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6" name="矩形 5"/>
          <p:cNvSpPr/>
          <p:nvPr>
            <p:custDataLst>
              <p:tags r:id="rId3"/>
            </p:custDataLst>
          </p:nvPr>
        </p:nvSpPr>
        <p:spPr bwMode="auto">
          <a:xfrm>
            <a:off x="3498266" y="1620847"/>
            <a:ext cx="729081" cy="81009"/>
          </a:xfrm>
          <a:prstGeom prst="rect">
            <a:avLst/>
          </a:prstGeom>
          <a:solidFill>
            <a:srgbClr val="778495"/>
          </a:solidFill>
          <a:ln w="19050">
            <a:noFill/>
            <a:round/>
          </a:ln>
        </p:spPr>
        <p:txBody>
          <a:bodyPr anchor="ctr"/>
          <a:lstStyle/>
          <a:p>
            <a:pPr algn="ctr">
              <a:lnSpc>
                <a:spcPct val="130000"/>
              </a:lnSpc>
            </a:pPr>
            <a:endParaRPr sz="1350" dirty="0">
              <a:latin typeface="Arial" panose="020B0604020202020204" pitchFamily="34" charset="0"/>
              <a:ea typeface="微软雅黑" panose="020B0503020204020204" charset="-122"/>
              <a:sym typeface="Arial" panose="020B0604020202020204" pitchFamily="34" charset="0"/>
            </a:endParaRPr>
          </a:p>
        </p:txBody>
      </p:sp>
      <p:sp>
        <p:nvSpPr>
          <p:cNvPr id="12" name="文本框 11"/>
          <p:cNvSpPr txBox="1"/>
          <p:nvPr>
            <p:custDataLst>
              <p:tags r:id="rId4"/>
            </p:custDataLst>
          </p:nvPr>
        </p:nvSpPr>
        <p:spPr>
          <a:xfrm>
            <a:off x="3559388" y="2261375"/>
            <a:ext cx="3191922" cy="306854"/>
          </a:xfrm>
          <a:prstGeom prst="rect">
            <a:avLst/>
          </a:prstGeom>
          <a:noFill/>
        </p:spPr>
        <p:txBody>
          <a:bodyPr wrap="square" lIns="67500" tIns="35100" rIns="67500" bIns="0" anchor="ctr" anchorCtr="0">
            <a:normAutofit/>
          </a:bodyPr>
          <a:lstStyle/>
          <a:p>
            <a:pPr>
              <a:lnSpc>
                <a:spcPct val="130000"/>
              </a:lnSpc>
            </a:pPr>
            <a:r>
              <a:rPr lang="zh-CN" altLang="en-US" sz="1350" b="1" spc="300">
                <a:latin typeface="Arial" panose="020B0604020202020204" pitchFamily="34" charset="0"/>
                <a:ea typeface="微软雅黑" panose="020B0503020204020204" charset="-122"/>
                <a:cs typeface="+mn-ea"/>
                <a:sym typeface="Arial" panose="020B0604020202020204" pitchFamily="34" charset="0"/>
              </a:rPr>
              <a:t>系统图标</a:t>
            </a:r>
          </a:p>
        </p:txBody>
      </p:sp>
      <p:sp>
        <p:nvSpPr>
          <p:cNvPr id="13" name="文本框 12"/>
          <p:cNvSpPr txBox="1"/>
          <p:nvPr>
            <p:custDataLst>
              <p:tags r:id="rId5"/>
            </p:custDataLst>
          </p:nvPr>
        </p:nvSpPr>
        <p:spPr>
          <a:xfrm>
            <a:off x="3559175" y="2610485"/>
            <a:ext cx="4596765" cy="635000"/>
          </a:xfrm>
          <a:prstGeom prst="rect">
            <a:avLst/>
          </a:prstGeom>
        </p:spPr>
        <p:txBody>
          <a:bodyPr vert="horz" wrap="square" lIns="67500" tIns="0" rIns="67500" bIns="35100" anchor="t" anchorCtr="0">
            <a:spAutoFit/>
          </a:bodyPr>
          <a:lstStyle/>
          <a:p>
            <a:pPr>
              <a:lnSpc>
                <a:spcPct val="130000"/>
              </a:lnSpc>
            </a:pPr>
            <a:r>
              <a:rPr lang="zh-CN" altLang="en-US" sz="1000" spc="150">
                <a:latin typeface="Arial" panose="020B0604020202020204" pitchFamily="34" charset="0"/>
                <a:ea typeface="微软雅黑" panose="020B0503020204020204" charset="-122"/>
                <a:sym typeface="Arial" panose="020B0604020202020204" pitchFamily="34" charset="0"/>
              </a:rPr>
              <a:t>指Windows系统自带的图标，包括</a:t>
            </a:r>
            <a:r>
              <a:rPr lang="en-US" altLang="zh-CN" sz="1000" spc="150">
                <a:latin typeface="Arial" panose="020B0604020202020204" pitchFamily="34" charset="0"/>
                <a:ea typeface="微软雅黑" panose="020B0503020204020204" charset="-122"/>
                <a:sym typeface="Arial" panose="020B0604020202020204" pitchFamily="34" charset="0"/>
              </a:rPr>
              <a:t>“</a:t>
            </a:r>
            <a:r>
              <a:rPr lang="zh-CN" altLang="en-US" sz="1000" spc="150">
                <a:latin typeface="Arial" panose="020B0604020202020204" pitchFamily="34" charset="0"/>
                <a:ea typeface="微软雅黑" panose="020B0503020204020204" charset="-122"/>
                <a:sym typeface="Arial" panose="020B0604020202020204" pitchFamily="34" charset="0"/>
              </a:rPr>
              <a:t>回收站</a:t>
            </a:r>
            <a:r>
              <a:rPr lang="en-US" altLang="zh-CN" sz="1000" spc="150">
                <a:latin typeface="Arial" panose="020B0604020202020204" pitchFamily="34" charset="0"/>
                <a:ea typeface="微软雅黑" panose="020B0503020204020204" charset="-122"/>
                <a:sym typeface="Arial" panose="020B0604020202020204" pitchFamily="34" charset="0"/>
              </a:rPr>
              <a:t>”“</a:t>
            </a:r>
            <a:r>
              <a:rPr lang="zh-CN" altLang="en-US" sz="1000" spc="150">
                <a:latin typeface="Arial" panose="020B0604020202020204" pitchFamily="34" charset="0"/>
                <a:ea typeface="微软雅黑" panose="020B0503020204020204" charset="-122"/>
                <a:sym typeface="Arial" panose="020B0604020202020204" pitchFamily="34" charset="0"/>
              </a:rPr>
              <a:t>此电脑</a:t>
            </a:r>
            <a:r>
              <a:rPr lang="en-US" altLang="zh-CN" sz="1000" spc="150">
                <a:latin typeface="Arial" panose="020B0604020202020204" pitchFamily="34" charset="0"/>
                <a:ea typeface="微软雅黑" panose="020B0503020204020204" charset="-122"/>
                <a:sym typeface="Arial" panose="020B0604020202020204" pitchFamily="34" charset="0"/>
              </a:rPr>
              <a:t>”“</a:t>
            </a:r>
            <a:r>
              <a:rPr lang="zh-CN" altLang="en-US" sz="1000" spc="150">
                <a:latin typeface="Arial" panose="020B0604020202020204" pitchFamily="34" charset="0"/>
                <a:ea typeface="微软雅黑" panose="020B0503020204020204" charset="-122"/>
                <a:sym typeface="Arial" panose="020B0604020202020204" pitchFamily="34" charset="0"/>
              </a:rPr>
              <a:t>网络</a:t>
            </a:r>
            <a:r>
              <a:rPr lang="en-US" altLang="zh-CN" sz="1000" spc="150">
                <a:latin typeface="Arial" panose="020B0604020202020204" pitchFamily="34" charset="0"/>
                <a:ea typeface="微软雅黑" panose="020B0503020204020204" charset="-122"/>
                <a:sym typeface="Arial" panose="020B0604020202020204" pitchFamily="34" charset="0"/>
              </a:rPr>
              <a:t>”“</a:t>
            </a:r>
            <a:r>
              <a:rPr lang="zh-CN" altLang="en-US" sz="1000" spc="150">
                <a:latin typeface="Arial" panose="020B0604020202020204" pitchFamily="34" charset="0"/>
                <a:ea typeface="微软雅黑" panose="020B0503020204020204" charset="-122"/>
                <a:sym typeface="Arial" panose="020B0604020202020204" pitchFamily="34" charset="0"/>
              </a:rPr>
              <a:t>控制面板</a:t>
            </a:r>
            <a:r>
              <a:rPr lang="en-US" altLang="zh-CN" sz="1000" spc="150">
                <a:latin typeface="Arial" panose="020B0604020202020204" pitchFamily="34" charset="0"/>
                <a:ea typeface="微软雅黑" panose="020B0503020204020204" charset="-122"/>
                <a:sym typeface="Arial" panose="020B0604020202020204" pitchFamily="34" charset="0"/>
              </a:rPr>
              <a:t>”</a:t>
            </a:r>
            <a:r>
              <a:rPr lang="zh-CN" altLang="en-US" sz="1000" spc="150">
                <a:latin typeface="Arial" panose="020B0604020202020204" pitchFamily="34" charset="0"/>
                <a:ea typeface="微软雅黑" panose="020B0503020204020204" charset="-122"/>
                <a:sym typeface="Arial" panose="020B0604020202020204" pitchFamily="34" charset="0"/>
              </a:rPr>
              <a:t>和</a:t>
            </a:r>
            <a:r>
              <a:rPr lang="en-US" altLang="zh-CN" sz="1000" spc="150">
                <a:latin typeface="Arial" panose="020B0604020202020204" pitchFamily="34" charset="0"/>
                <a:ea typeface="微软雅黑" panose="020B0503020204020204" charset="-122"/>
                <a:sym typeface="Arial" panose="020B0604020202020204" pitchFamily="34" charset="0"/>
              </a:rPr>
              <a:t>“</a:t>
            </a:r>
            <a:r>
              <a:rPr lang="zh-CN" altLang="en-US" sz="1000" spc="150">
                <a:latin typeface="Arial" panose="020B0604020202020204" pitchFamily="34" charset="0"/>
                <a:ea typeface="微软雅黑" panose="020B0503020204020204" charset="-122"/>
                <a:sym typeface="Arial" panose="020B0604020202020204" pitchFamily="34" charset="0"/>
              </a:rPr>
              <a:t>用户的文件</a:t>
            </a:r>
            <a:r>
              <a:rPr lang="en-US" altLang="zh-CN" sz="1000" spc="150">
                <a:latin typeface="Arial" panose="020B0604020202020204" pitchFamily="34" charset="0"/>
                <a:ea typeface="微软雅黑" panose="020B0503020204020204" charset="-122"/>
                <a:sym typeface="Arial" panose="020B0604020202020204" pitchFamily="34" charset="0"/>
              </a:rPr>
              <a:t>”</a:t>
            </a:r>
            <a:r>
              <a:rPr lang="zh-CN" altLang="en-US" sz="1000" spc="150">
                <a:latin typeface="Arial" panose="020B0604020202020204" pitchFamily="34" charset="0"/>
                <a:ea typeface="微软雅黑" panose="020B0503020204020204" charset="-122"/>
                <a:sym typeface="Arial" panose="020B0604020202020204" pitchFamily="34" charset="0"/>
              </a:rPr>
              <a:t>五个。将鼠标指针放在系统图标上，会显示该图标的功能说明。</a:t>
            </a:r>
          </a:p>
        </p:txBody>
      </p:sp>
      <p:sp>
        <p:nvSpPr>
          <p:cNvPr id="10" name="文本框 9"/>
          <p:cNvSpPr txBox="1"/>
          <p:nvPr>
            <p:custDataLst>
              <p:tags r:id="rId6"/>
            </p:custDataLst>
          </p:nvPr>
        </p:nvSpPr>
        <p:spPr>
          <a:xfrm>
            <a:off x="3559388" y="3349996"/>
            <a:ext cx="3191922" cy="306854"/>
          </a:xfrm>
          <a:prstGeom prst="rect">
            <a:avLst/>
          </a:prstGeom>
          <a:noFill/>
        </p:spPr>
        <p:txBody>
          <a:bodyPr wrap="square" lIns="67500" tIns="35100" rIns="67500" bIns="0" anchor="ctr" anchorCtr="0">
            <a:normAutofit/>
          </a:bodyPr>
          <a:lstStyle/>
          <a:p>
            <a:pPr>
              <a:lnSpc>
                <a:spcPct val="130000"/>
              </a:lnSpc>
            </a:pPr>
            <a:r>
              <a:rPr lang="zh-CN" altLang="en-US" sz="1350" b="1" spc="300">
                <a:latin typeface="Arial" panose="020B0604020202020204" pitchFamily="34" charset="0"/>
                <a:ea typeface="微软雅黑" panose="020B0503020204020204" charset="-122"/>
                <a:cs typeface="+mn-ea"/>
                <a:sym typeface="Arial" panose="020B0604020202020204" pitchFamily="34" charset="0"/>
              </a:rPr>
              <a:t>快捷方式图标</a:t>
            </a:r>
          </a:p>
        </p:txBody>
      </p:sp>
      <p:sp>
        <p:nvSpPr>
          <p:cNvPr id="11" name="文本框 10"/>
          <p:cNvSpPr txBox="1"/>
          <p:nvPr>
            <p:custDataLst>
              <p:tags r:id="rId7"/>
            </p:custDataLst>
          </p:nvPr>
        </p:nvSpPr>
        <p:spPr>
          <a:xfrm>
            <a:off x="3559175" y="3668395"/>
            <a:ext cx="4596130" cy="635000"/>
          </a:xfrm>
          <a:prstGeom prst="rect">
            <a:avLst/>
          </a:prstGeom>
        </p:spPr>
        <p:txBody>
          <a:bodyPr vert="horz" wrap="square" lIns="67500" tIns="0" rIns="67500" bIns="35100" anchor="t" anchorCtr="0">
            <a:spAutoFit/>
          </a:bodyPr>
          <a:lstStyle/>
          <a:p>
            <a:pPr>
              <a:lnSpc>
                <a:spcPct val="130000"/>
              </a:lnSpc>
            </a:pPr>
            <a:r>
              <a:rPr lang="zh-CN" altLang="en-US" sz="1000" spc="150">
                <a:latin typeface="Arial" panose="020B0604020202020204" pitchFamily="34" charset="0"/>
                <a:ea typeface="微软雅黑" panose="020B0503020204020204" charset="-122"/>
                <a:sym typeface="Arial" panose="020B0604020202020204" pitchFamily="34" charset="0"/>
              </a:rPr>
              <a:t>指用户自己创建的或应用程序自动创建的图标，快捷方式图标的左下角有一个箭头     。鼠标指针放在快捷方式图标上，会显示该快捷方式图标对应文件的位置。</a:t>
            </a:r>
          </a:p>
        </p:txBody>
      </p:sp>
      <p:sp>
        <p:nvSpPr>
          <p:cNvPr id="2" name="文本框 1"/>
          <p:cNvSpPr txBox="1"/>
          <p:nvPr>
            <p:custDataLst>
              <p:tags r:id="rId8"/>
            </p:custDataLst>
          </p:nvPr>
        </p:nvSpPr>
        <p:spPr>
          <a:xfrm>
            <a:off x="3498215" y="1125855"/>
            <a:ext cx="2330450" cy="546100"/>
          </a:xfrm>
          <a:prstGeom prst="rect">
            <a:avLst/>
          </a:prstGeom>
          <a:noFill/>
        </p:spPr>
        <p:txBody>
          <a:bodyPr wrap="square" rtlCol="0">
            <a:normAutofit/>
          </a:bodyPr>
          <a:lstStyle/>
          <a:p>
            <a:pPr>
              <a:lnSpc>
                <a:spcPct val="120000"/>
              </a:lnSpc>
            </a:pPr>
            <a:r>
              <a:rPr lang="zh-CN" altLang="en-US" b="1" spc="300">
                <a:latin typeface="Arial" panose="020B0604020202020204" pitchFamily="34" charset="0"/>
                <a:ea typeface="微软雅黑" panose="020B0503020204020204" charset="-122"/>
                <a:sym typeface="Arial" panose="020B0604020202020204" pitchFamily="34" charset="0"/>
              </a:rPr>
              <a:t>图标</a:t>
            </a:r>
          </a:p>
        </p:txBody>
      </p:sp>
      <p:pic>
        <p:nvPicPr>
          <p:cNvPr id="14" name="图片 13" descr="C:\Users\18645\Desktop\11.jpg11"/>
          <p:cNvPicPr>
            <a:picLocks noChangeAspect="1"/>
          </p:cNvPicPr>
          <p:nvPr>
            <p:custDataLst>
              <p:tags r:id="rId9"/>
            </p:custDataLst>
          </p:nvPr>
        </p:nvPicPr>
        <p:blipFill>
          <a:blip r:embed="rId11"/>
          <a:srcRect l="2818" t="-1046" r="63521" b="1046"/>
          <a:stretch>
            <a:fillRect/>
          </a:stretch>
        </p:blipFill>
        <p:spPr>
          <a:xfrm>
            <a:off x="805082" y="781657"/>
            <a:ext cx="2331922" cy="3580187"/>
          </a:xfrm>
          <a:prstGeom prst="rect">
            <a:avLst/>
          </a:prstGeom>
        </p:spPr>
      </p:pic>
      <p:pic>
        <p:nvPicPr>
          <p:cNvPr id="3" name="图片 2"/>
          <p:cNvPicPr>
            <a:picLocks noChangeAspect="1"/>
          </p:cNvPicPr>
          <p:nvPr/>
        </p:nvPicPr>
        <p:blipFill>
          <a:blip r:embed="rId12"/>
          <a:stretch>
            <a:fillRect/>
          </a:stretch>
        </p:blipFill>
        <p:spPr>
          <a:xfrm>
            <a:off x="4518660" y="3875405"/>
            <a:ext cx="221615" cy="221615"/>
          </a:xfrm>
          <a:prstGeom prst="rect">
            <a:avLst/>
          </a:prstGeom>
        </p:spPr>
      </p:pic>
    </p:spTree>
    <p:custDataLst>
      <p:tags r:id="rId1"/>
    </p:custData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2"/>
            </p:custDataLst>
          </p:nvPr>
        </p:nvSpPr>
        <p:spPr>
          <a:xfrm>
            <a:off x="588532" y="1098515"/>
            <a:ext cx="3020939" cy="807914"/>
          </a:xfrm>
          <a:prstGeom prst="rect">
            <a:avLst/>
          </a:prstGeom>
          <a:noFill/>
        </p:spPr>
        <p:txBody>
          <a:bodyPr wrap="square" lIns="67500" tIns="35100" rIns="67500" bIns="35100" rtlCol="0" anchor="b" anchorCtr="0">
            <a:normAutofit/>
          </a:bodyPr>
          <a:lstStyle/>
          <a:p>
            <a:pPr marL="0" indent="0" algn="l" defTabSz="685800">
              <a:lnSpc>
                <a:spcPct val="100000"/>
              </a:lnSpc>
              <a:spcBef>
                <a:spcPts val="0"/>
              </a:spcBef>
              <a:spcAft>
                <a:spcPts val="0"/>
              </a:spcAft>
              <a:buSzPct val="100000"/>
            </a:pPr>
            <a:r>
              <a:rPr lang="zh-CN" altLang="en-US" sz="2400" b="1" spc="300" dirty="0">
                <a:solidFill>
                  <a:srgbClr val="000000"/>
                </a:solidFill>
                <a:latin typeface="Arial" panose="020B0604020202020204" pitchFamily="34" charset="0"/>
                <a:ea typeface="微软雅黑" panose="020B0503020204020204" charset="-122"/>
                <a:cs typeface="+mn-ea"/>
                <a:sym typeface="+mn-ea"/>
              </a:rPr>
              <a:t>提示</a:t>
            </a:r>
          </a:p>
        </p:txBody>
      </p:sp>
      <p:cxnSp>
        <p:nvCxnSpPr>
          <p:cNvPr id="5" name="直接连接符 4"/>
          <p:cNvCxnSpPr/>
          <p:nvPr>
            <p:custDataLst>
              <p:tags r:id="rId3"/>
            </p:custDataLst>
          </p:nvPr>
        </p:nvCxnSpPr>
        <p:spPr>
          <a:xfrm>
            <a:off x="667114" y="2021723"/>
            <a:ext cx="813522" cy="0"/>
          </a:xfrm>
          <a:prstGeom prst="line">
            <a:avLst/>
          </a:prstGeom>
          <a:ln>
            <a:solidFill>
              <a:srgbClr val="159F18"/>
            </a:solidFill>
          </a:ln>
        </p:spPr>
        <p:style>
          <a:lnRef idx="3">
            <a:srgbClr val="8ABC1B"/>
          </a:lnRef>
          <a:fillRef idx="0">
            <a:srgbClr val="8ABC1B"/>
          </a:fillRef>
          <a:effectRef idx="2">
            <a:srgbClr val="8ABC1B"/>
          </a:effectRef>
          <a:fontRef idx="minor">
            <a:srgbClr val="000000"/>
          </a:fontRef>
        </p:style>
      </p:cxnSp>
      <p:sp>
        <p:nvSpPr>
          <p:cNvPr id="8" name="文本框 17"/>
          <p:cNvSpPr txBox="1"/>
          <p:nvPr>
            <p:custDataLst>
              <p:tags r:id="rId4"/>
            </p:custDataLst>
          </p:nvPr>
        </p:nvSpPr>
        <p:spPr>
          <a:xfrm>
            <a:off x="588645" y="2155508"/>
            <a:ext cx="3020854" cy="1454785"/>
          </a:xfrm>
          <a:prstGeom prst="rect">
            <a:avLst/>
          </a:prstGeom>
        </p:spPr>
        <p:txBody>
          <a:bodyPr vert="horz"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0" lvl="0" indent="0" algn="just" defTabSz="685165" fontAlgn="auto">
              <a:lnSpc>
                <a:spcPct val="150000"/>
              </a:lnSpc>
              <a:spcBef>
                <a:spcPts val="800"/>
              </a:spcBef>
              <a:spcAft>
                <a:spcPts val="0"/>
              </a:spcAft>
              <a:buSzPct val="100000"/>
            </a:pPr>
            <a:r>
              <a:rPr sz="1200" spc="150" dirty="0">
                <a:solidFill>
                  <a:srgbClr val="000000"/>
                </a:solidFill>
                <a:latin typeface="Arial" panose="020B0604020202020204" pitchFamily="34" charset="0"/>
                <a:ea typeface="微软雅黑" panose="020B0503020204020204" charset="-122"/>
                <a:sym typeface="+mn-ea"/>
              </a:rPr>
              <a:t>当删除快捷方式图标时，只是删除了快捷方式图标而不会删除程序和文件，因为删除的只是一个链接；但是如果删除了一个系统图标，则该图标和程序（文件）就一起被删除了。</a:t>
            </a:r>
          </a:p>
        </p:txBody>
      </p:sp>
      <p:sp>
        <p:nvSpPr>
          <p:cNvPr id="16" name="矩形 23"/>
          <p:cNvSpPr/>
          <p:nvPr>
            <p:custDataLst>
              <p:tags r:id="rId5"/>
            </p:custDataLst>
          </p:nvPr>
        </p:nvSpPr>
        <p:spPr>
          <a:xfrm>
            <a:off x="0" y="4391025"/>
            <a:ext cx="588645" cy="622935"/>
          </a:xfrm>
          <a:custGeom>
            <a:avLst/>
            <a:gdLst>
              <a:gd name="connsiteX0" fmla="*/ 0 w 270142"/>
              <a:gd name="connsiteY0" fmla="*/ 0 h 1190625"/>
              <a:gd name="connsiteX1" fmla="*/ 270142 w 270142"/>
              <a:gd name="connsiteY1" fmla="*/ 0 h 1190625"/>
              <a:gd name="connsiteX2" fmla="*/ 270142 w 270142"/>
              <a:gd name="connsiteY2" fmla="*/ 1190625 h 1190625"/>
              <a:gd name="connsiteX3" fmla="*/ 0 w 270142"/>
              <a:gd name="connsiteY3" fmla="*/ 1190625 h 1190625"/>
              <a:gd name="connsiteX4" fmla="*/ 0 w 270142"/>
              <a:gd name="connsiteY4" fmla="*/ 0 h 1190625"/>
              <a:gd name="connsiteX0-1" fmla="*/ 0 w 546367"/>
              <a:gd name="connsiteY0-2" fmla="*/ 1003300 h 1190625"/>
              <a:gd name="connsiteX1-3" fmla="*/ 546367 w 546367"/>
              <a:gd name="connsiteY1-4" fmla="*/ 0 h 1190625"/>
              <a:gd name="connsiteX2-5" fmla="*/ 546367 w 546367"/>
              <a:gd name="connsiteY2-6" fmla="*/ 1190625 h 1190625"/>
              <a:gd name="connsiteX3-7" fmla="*/ 276225 w 546367"/>
              <a:gd name="connsiteY3-8" fmla="*/ 1190625 h 1190625"/>
              <a:gd name="connsiteX4-9" fmla="*/ 0 w 546367"/>
              <a:gd name="connsiteY4-10" fmla="*/ 1003300 h 1190625"/>
              <a:gd name="connsiteX0-11" fmla="*/ 0 w 546367"/>
              <a:gd name="connsiteY0-12" fmla="*/ 390525 h 577850"/>
              <a:gd name="connsiteX1-13" fmla="*/ 267 w 546367"/>
              <a:gd name="connsiteY1-14" fmla="*/ 0 h 577850"/>
              <a:gd name="connsiteX2-15" fmla="*/ 546367 w 546367"/>
              <a:gd name="connsiteY2-16" fmla="*/ 577850 h 577850"/>
              <a:gd name="connsiteX3-17" fmla="*/ 276225 w 546367"/>
              <a:gd name="connsiteY3-18" fmla="*/ 577850 h 577850"/>
              <a:gd name="connsiteX4-19" fmla="*/ 0 w 546367"/>
              <a:gd name="connsiteY4-20" fmla="*/ 390525 h 577850"/>
              <a:gd name="connsiteX0-21" fmla="*/ 0 w 784492"/>
              <a:gd name="connsiteY0-22" fmla="*/ 390525 h 806450"/>
              <a:gd name="connsiteX1-23" fmla="*/ 267 w 784492"/>
              <a:gd name="connsiteY1-24" fmla="*/ 0 h 806450"/>
              <a:gd name="connsiteX2-25" fmla="*/ 784492 w 784492"/>
              <a:gd name="connsiteY2-26" fmla="*/ 806450 h 806450"/>
              <a:gd name="connsiteX3-27" fmla="*/ 276225 w 784492"/>
              <a:gd name="connsiteY3-28" fmla="*/ 577850 h 806450"/>
              <a:gd name="connsiteX4-29" fmla="*/ 0 w 784492"/>
              <a:gd name="connsiteY4-30" fmla="*/ 390525 h 806450"/>
              <a:gd name="connsiteX0-31" fmla="*/ 0 w 784492"/>
              <a:gd name="connsiteY0-32" fmla="*/ 390525 h 809625"/>
              <a:gd name="connsiteX1-33" fmla="*/ 267 w 784492"/>
              <a:gd name="connsiteY1-34" fmla="*/ 0 h 809625"/>
              <a:gd name="connsiteX2-35" fmla="*/ 784492 w 784492"/>
              <a:gd name="connsiteY2-36" fmla="*/ 806450 h 809625"/>
              <a:gd name="connsiteX3-37" fmla="*/ 469900 w 784492"/>
              <a:gd name="connsiteY3-38" fmla="*/ 809625 h 809625"/>
              <a:gd name="connsiteX4-39" fmla="*/ 0 w 784492"/>
              <a:gd name="connsiteY4-40" fmla="*/ 390525 h 809625"/>
              <a:gd name="connsiteX0-41" fmla="*/ 0 w 784492"/>
              <a:gd name="connsiteY0-42" fmla="*/ 365125 h 809625"/>
              <a:gd name="connsiteX1-43" fmla="*/ 267 w 784492"/>
              <a:gd name="connsiteY1-44" fmla="*/ 0 h 809625"/>
              <a:gd name="connsiteX2-45" fmla="*/ 784492 w 784492"/>
              <a:gd name="connsiteY2-46" fmla="*/ 806450 h 809625"/>
              <a:gd name="connsiteX3-47" fmla="*/ 469900 w 784492"/>
              <a:gd name="connsiteY3-48" fmla="*/ 809625 h 809625"/>
              <a:gd name="connsiteX4-49" fmla="*/ 0 w 784492"/>
              <a:gd name="connsiteY4-50" fmla="*/ 365125 h 809625"/>
              <a:gd name="connsiteX0-51" fmla="*/ 0 w 784492"/>
              <a:gd name="connsiteY0-52" fmla="*/ 365125 h 835025"/>
              <a:gd name="connsiteX1-53" fmla="*/ 267 w 784492"/>
              <a:gd name="connsiteY1-54" fmla="*/ 0 h 835025"/>
              <a:gd name="connsiteX2-55" fmla="*/ 784492 w 784492"/>
              <a:gd name="connsiteY2-56" fmla="*/ 806450 h 835025"/>
              <a:gd name="connsiteX3-57" fmla="*/ 473075 w 784492"/>
              <a:gd name="connsiteY3-58" fmla="*/ 835025 h 835025"/>
              <a:gd name="connsiteX4-59" fmla="*/ 0 w 784492"/>
              <a:gd name="connsiteY4-60" fmla="*/ 365125 h 835025"/>
              <a:gd name="connsiteX0-61" fmla="*/ 0 w 791636"/>
              <a:gd name="connsiteY0-62" fmla="*/ 365125 h 835025"/>
              <a:gd name="connsiteX1-63" fmla="*/ 7411 w 791636"/>
              <a:gd name="connsiteY1-64" fmla="*/ 0 h 835025"/>
              <a:gd name="connsiteX2-65" fmla="*/ 791636 w 791636"/>
              <a:gd name="connsiteY2-66" fmla="*/ 806450 h 835025"/>
              <a:gd name="connsiteX3-67" fmla="*/ 480219 w 791636"/>
              <a:gd name="connsiteY3-68" fmla="*/ 835025 h 835025"/>
              <a:gd name="connsiteX4-69" fmla="*/ 0 w 791636"/>
              <a:gd name="connsiteY4-70" fmla="*/ 365125 h 835025"/>
              <a:gd name="connsiteX0-71" fmla="*/ 4495 w 784225"/>
              <a:gd name="connsiteY0-72" fmla="*/ 369887 h 835025"/>
              <a:gd name="connsiteX1-73" fmla="*/ 0 w 784225"/>
              <a:gd name="connsiteY1-74" fmla="*/ 0 h 835025"/>
              <a:gd name="connsiteX2-75" fmla="*/ 784225 w 784225"/>
              <a:gd name="connsiteY2-76" fmla="*/ 806450 h 835025"/>
              <a:gd name="connsiteX3-77" fmla="*/ 472808 w 784225"/>
              <a:gd name="connsiteY3-78" fmla="*/ 835025 h 835025"/>
              <a:gd name="connsiteX4-79" fmla="*/ 4495 w 784225"/>
              <a:gd name="connsiteY4-80" fmla="*/ 369887 h 835025"/>
              <a:gd name="connsiteX0-81" fmla="*/ 403 w 784896"/>
              <a:gd name="connsiteY0-82" fmla="*/ 384175 h 835025"/>
              <a:gd name="connsiteX1-83" fmla="*/ 671 w 784896"/>
              <a:gd name="connsiteY1-84" fmla="*/ 0 h 835025"/>
              <a:gd name="connsiteX2-85" fmla="*/ 784896 w 784896"/>
              <a:gd name="connsiteY2-86" fmla="*/ 806450 h 835025"/>
              <a:gd name="connsiteX3-87" fmla="*/ 473479 w 784896"/>
              <a:gd name="connsiteY3-88" fmla="*/ 835025 h 835025"/>
              <a:gd name="connsiteX4-89" fmla="*/ 403 w 784896"/>
              <a:gd name="connsiteY4-90" fmla="*/ 384175 h 835025"/>
              <a:gd name="connsiteX0-91" fmla="*/ 2113 w 784225"/>
              <a:gd name="connsiteY0-92" fmla="*/ 362744 h 835025"/>
              <a:gd name="connsiteX1-93" fmla="*/ 0 w 784225"/>
              <a:gd name="connsiteY1-94" fmla="*/ 0 h 835025"/>
              <a:gd name="connsiteX2-95" fmla="*/ 784225 w 784225"/>
              <a:gd name="connsiteY2-96" fmla="*/ 806450 h 835025"/>
              <a:gd name="connsiteX3-97" fmla="*/ 472808 w 784225"/>
              <a:gd name="connsiteY3-98" fmla="*/ 835025 h 835025"/>
              <a:gd name="connsiteX4-99" fmla="*/ 2113 w 784225"/>
              <a:gd name="connsiteY4-100" fmla="*/ 362744 h 835025"/>
              <a:gd name="connsiteX0-101" fmla="*/ 2113 w 784225"/>
              <a:gd name="connsiteY0-102" fmla="*/ 362744 h 830263"/>
              <a:gd name="connsiteX1-103" fmla="*/ 0 w 784225"/>
              <a:gd name="connsiteY1-104" fmla="*/ 0 h 830263"/>
              <a:gd name="connsiteX2-105" fmla="*/ 784225 w 784225"/>
              <a:gd name="connsiteY2-106" fmla="*/ 806450 h 830263"/>
              <a:gd name="connsiteX3-107" fmla="*/ 460902 w 784225"/>
              <a:gd name="connsiteY3-108" fmla="*/ 830263 h 830263"/>
              <a:gd name="connsiteX4-109" fmla="*/ 2113 w 784225"/>
              <a:gd name="connsiteY4-110" fmla="*/ 362744 h 830263"/>
              <a:gd name="connsiteX0-111" fmla="*/ 403 w 784897"/>
              <a:gd name="connsiteY0-112" fmla="*/ 360363 h 830263"/>
              <a:gd name="connsiteX1-113" fmla="*/ 672 w 784897"/>
              <a:gd name="connsiteY1-114" fmla="*/ 0 h 830263"/>
              <a:gd name="connsiteX2-115" fmla="*/ 784897 w 784897"/>
              <a:gd name="connsiteY2-116" fmla="*/ 806450 h 830263"/>
              <a:gd name="connsiteX3-117" fmla="*/ 461574 w 784897"/>
              <a:gd name="connsiteY3-118" fmla="*/ 830263 h 830263"/>
              <a:gd name="connsiteX4-119" fmla="*/ 403 w 784897"/>
              <a:gd name="connsiteY4-120" fmla="*/ 360363 h 830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4897" h="830263">
                <a:moveTo>
                  <a:pt x="403" y="360363"/>
                </a:moveTo>
                <a:cubicBezTo>
                  <a:pt x="-1095" y="237067"/>
                  <a:pt x="2170" y="123296"/>
                  <a:pt x="672" y="0"/>
                </a:cubicBezTo>
                <a:lnTo>
                  <a:pt x="784897" y="806450"/>
                </a:lnTo>
                <a:lnTo>
                  <a:pt x="461574" y="830263"/>
                </a:lnTo>
                <a:lnTo>
                  <a:pt x="403" y="360363"/>
                </a:lnTo>
                <a:close/>
              </a:path>
            </a:pathLst>
          </a:custGeom>
          <a:solidFill>
            <a:srgbClr val="D0EDD1">
              <a:lumMod val="9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a:solidFill>
                <a:srgbClr val="FFFFFF"/>
              </a:solidFill>
            </a:endParaRPr>
          </a:p>
        </p:txBody>
      </p:sp>
      <p:sp>
        <p:nvSpPr>
          <p:cNvPr id="17" name="矩形 24"/>
          <p:cNvSpPr/>
          <p:nvPr>
            <p:custDataLst>
              <p:tags r:id="rId6"/>
            </p:custDataLst>
          </p:nvPr>
        </p:nvSpPr>
        <p:spPr>
          <a:xfrm>
            <a:off x="8564880" y="4557395"/>
            <a:ext cx="580390" cy="586105"/>
          </a:xfrm>
          <a:custGeom>
            <a:avLst/>
            <a:gdLst>
              <a:gd name="connsiteX0" fmla="*/ 0 w 217743"/>
              <a:gd name="connsiteY0" fmla="*/ 0 h 657729"/>
              <a:gd name="connsiteX1" fmla="*/ 217743 w 217743"/>
              <a:gd name="connsiteY1" fmla="*/ 0 h 657729"/>
              <a:gd name="connsiteX2" fmla="*/ 217743 w 217743"/>
              <a:gd name="connsiteY2" fmla="*/ 657729 h 657729"/>
              <a:gd name="connsiteX3" fmla="*/ 0 w 217743"/>
              <a:gd name="connsiteY3" fmla="*/ 657729 h 657729"/>
              <a:gd name="connsiteX4" fmla="*/ 0 w 217743"/>
              <a:gd name="connsiteY4" fmla="*/ 0 h 657729"/>
              <a:gd name="connsiteX0-1" fmla="*/ 0 w 686849"/>
              <a:gd name="connsiteY0-2" fmla="*/ 0 h 678656"/>
              <a:gd name="connsiteX1-3" fmla="*/ 686849 w 686849"/>
              <a:gd name="connsiteY1-4" fmla="*/ 678656 h 678656"/>
              <a:gd name="connsiteX2-5" fmla="*/ 217743 w 686849"/>
              <a:gd name="connsiteY2-6" fmla="*/ 657729 h 678656"/>
              <a:gd name="connsiteX3-7" fmla="*/ 0 w 686849"/>
              <a:gd name="connsiteY3-8" fmla="*/ 657729 h 678656"/>
              <a:gd name="connsiteX4-9" fmla="*/ 0 w 686849"/>
              <a:gd name="connsiteY4-10" fmla="*/ 0 h 678656"/>
              <a:gd name="connsiteX0-11" fmla="*/ 676275 w 686849"/>
              <a:gd name="connsiteY0-12" fmla="*/ 0 h 450056"/>
              <a:gd name="connsiteX1-13" fmla="*/ 686849 w 686849"/>
              <a:gd name="connsiteY1-14" fmla="*/ 450056 h 450056"/>
              <a:gd name="connsiteX2-15" fmla="*/ 217743 w 686849"/>
              <a:gd name="connsiteY2-16" fmla="*/ 429129 h 450056"/>
              <a:gd name="connsiteX3-17" fmla="*/ 0 w 686849"/>
              <a:gd name="connsiteY3-18" fmla="*/ 429129 h 450056"/>
              <a:gd name="connsiteX4-19" fmla="*/ 676275 w 686849"/>
              <a:gd name="connsiteY4-20" fmla="*/ 0 h 450056"/>
              <a:gd name="connsiteX0-21" fmla="*/ 676275 w 686849"/>
              <a:gd name="connsiteY0-22" fmla="*/ 0 h 769648"/>
              <a:gd name="connsiteX1-23" fmla="*/ 686849 w 686849"/>
              <a:gd name="connsiteY1-24" fmla="*/ 450056 h 769648"/>
              <a:gd name="connsiteX2-25" fmla="*/ 351093 w 686849"/>
              <a:gd name="connsiteY2-26" fmla="*/ 769648 h 769648"/>
              <a:gd name="connsiteX3-27" fmla="*/ 0 w 686849"/>
              <a:gd name="connsiteY3-28" fmla="*/ 429129 h 769648"/>
              <a:gd name="connsiteX4-29" fmla="*/ 676275 w 686849"/>
              <a:gd name="connsiteY4-30" fmla="*/ 0 h 769648"/>
              <a:gd name="connsiteX0-31" fmla="*/ 762000 w 772574"/>
              <a:gd name="connsiteY0-32" fmla="*/ 0 h 779173"/>
              <a:gd name="connsiteX1-33" fmla="*/ 772574 w 772574"/>
              <a:gd name="connsiteY1-34" fmla="*/ 450056 h 779173"/>
              <a:gd name="connsiteX2-35" fmla="*/ 436818 w 772574"/>
              <a:gd name="connsiteY2-36" fmla="*/ 769648 h 779173"/>
              <a:gd name="connsiteX3-37" fmla="*/ 0 w 772574"/>
              <a:gd name="connsiteY3-38" fmla="*/ 779173 h 779173"/>
              <a:gd name="connsiteX4-39" fmla="*/ 762000 w 772574"/>
              <a:gd name="connsiteY4-40" fmla="*/ 0 h 779173"/>
              <a:gd name="connsiteX0-41" fmla="*/ 762000 w 772574"/>
              <a:gd name="connsiteY0-42" fmla="*/ 0 h 779173"/>
              <a:gd name="connsiteX1-43" fmla="*/ 772574 w 772574"/>
              <a:gd name="connsiteY1-44" fmla="*/ 450056 h 779173"/>
              <a:gd name="connsiteX2-45" fmla="*/ 453487 w 772574"/>
              <a:gd name="connsiteY2-46" fmla="*/ 776792 h 779173"/>
              <a:gd name="connsiteX3-47" fmla="*/ 0 w 772574"/>
              <a:gd name="connsiteY3-48" fmla="*/ 779173 h 779173"/>
              <a:gd name="connsiteX4-49" fmla="*/ 762000 w 772574"/>
              <a:gd name="connsiteY4-50" fmla="*/ 0 h 779173"/>
              <a:gd name="connsiteX0-51" fmla="*/ 773906 w 773906"/>
              <a:gd name="connsiteY0-52" fmla="*/ 0 h 781554"/>
              <a:gd name="connsiteX1-53" fmla="*/ 772574 w 773906"/>
              <a:gd name="connsiteY1-54" fmla="*/ 452437 h 781554"/>
              <a:gd name="connsiteX2-55" fmla="*/ 453487 w 773906"/>
              <a:gd name="connsiteY2-56" fmla="*/ 779173 h 781554"/>
              <a:gd name="connsiteX3-57" fmla="*/ 0 w 773906"/>
              <a:gd name="connsiteY3-58" fmla="*/ 781554 h 781554"/>
              <a:gd name="connsiteX4-59" fmla="*/ 773906 w 773906"/>
              <a:gd name="connsiteY4-60" fmla="*/ 0 h 781554"/>
              <a:gd name="connsiteX0-61" fmla="*/ 773906 w 773906"/>
              <a:gd name="connsiteY0-62" fmla="*/ 0 h 781554"/>
              <a:gd name="connsiteX1-63" fmla="*/ 772574 w 773906"/>
              <a:gd name="connsiteY1-64" fmla="*/ 452437 h 781554"/>
              <a:gd name="connsiteX2-65" fmla="*/ 453487 w 773906"/>
              <a:gd name="connsiteY2-66" fmla="*/ 779173 h 781554"/>
              <a:gd name="connsiteX3-67" fmla="*/ 0 w 773906"/>
              <a:gd name="connsiteY3-68" fmla="*/ 781554 h 781554"/>
              <a:gd name="connsiteX4-69" fmla="*/ 773906 w 773906"/>
              <a:gd name="connsiteY4-70" fmla="*/ 0 h 781554"/>
              <a:gd name="connsiteX0-71" fmla="*/ 773906 w 773906"/>
              <a:gd name="connsiteY0-72" fmla="*/ 0 h 781555"/>
              <a:gd name="connsiteX1-73" fmla="*/ 772574 w 773906"/>
              <a:gd name="connsiteY1-74" fmla="*/ 452437 h 781555"/>
              <a:gd name="connsiteX2-75" fmla="*/ 451105 w 773906"/>
              <a:gd name="connsiteY2-76" fmla="*/ 781555 h 781555"/>
              <a:gd name="connsiteX3-77" fmla="*/ 0 w 773906"/>
              <a:gd name="connsiteY3-78" fmla="*/ 781554 h 781555"/>
              <a:gd name="connsiteX4-79" fmla="*/ 773906 w 773906"/>
              <a:gd name="connsiteY4-80" fmla="*/ 0 h 7815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3906" h="781555">
                <a:moveTo>
                  <a:pt x="773906" y="0"/>
                </a:moveTo>
                <a:lnTo>
                  <a:pt x="772574" y="452437"/>
                </a:lnTo>
                <a:lnTo>
                  <a:pt x="451105" y="781555"/>
                </a:lnTo>
                <a:lnTo>
                  <a:pt x="0" y="781554"/>
                </a:lnTo>
                <a:lnTo>
                  <a:pt x="773906" y="0"/>
                </a:lnTo>
                <a:close/>
              </a:path>
            </a:pathLst>
          </a:custGeom>
          <a:solidFill>
            <a:srgbClr val="D0EDD1">
              <a:lumMod val="5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sp>
        <p:nvSpPr>
          <p:cNvPr id="18" name="矩形 25"/>
          <p:cNvSpPr/>
          <p:nvPr>
            <p:custDataLst>
              <p:tags r:id="rId7"/>
            </p:custDataLst>
          </p:nvPr>
        </p:nvSpPr>
        <p:spPr>
          <a:xfrm>
            <a:off x="440690" y="4702175"/>
            <a:ext cx="842010" cy="441325"/>
          </a:xfrm>
          <a:custGeom>
            <a:avLst/>
            <a:gdLst>
              <a:gd name="connsiteX0" fmla="*/ 0 w 250825"/>
              <a:gd name="connsiteY0" fmla="*/ 0 h 723900"/>
              <a:gd name="connsiteX1" fmla="*/ 250825 w 250825"/>
              <a:gd name="connsiteY1" fmla="*/ 0 h 723900"/>
              <a:gd name="connsiteX2" fmla="*/ 250825 w 250825"/>
              <a:gd name="connsiteY2" fmla="*/ 723900 h 723900"/>
              <a:gd name="connsiteX3" fmla="*/ 0 w 250825"/>
              <a:gd name="connsiteY3" fmla="*/ 723900 h 723900"/>
              <a:gd name="connsiteX4" fmla="*/ 0 w 250825"/>
              <a:gd name="connsiteY4" fmla="*/ 0 h 723900"/>
              <a:gd name="connsiteX0-1" fmla="*/ 0 w 1031875"/>
              <a:gd name="connsiteY0-2" fmla="*/ 152400 h 723900"/>
              <a:gd name="connsiteX1-3" fmla="*/ 1031875 w 1031875"/>
              <a:gd name="connsiteY1-4" fmla="*/ 0 h 723900"/>
              <a:gd name="connsiteX2-5" fmla="*/ 1031875 w 1031875"/>
              <a:gd name="connsiteY2-6" fmla="*/ 723900 h 723900"/>
              <a:gd name="connsiteX3-7" fmla="*/ 781050 w 1031875"/>
              <a:gd name="connsiteY3-8" fmla="*/ 723900 h 723900"/>
              <a:gd name="connsiteX4-9" fmla="*/ 0 w 1031875"/>
              <a:gd name="connsiteY4-10" fmla="*/ 152400 h 723900"/>
              <a:gd name="connsiteX0-11" fmla="*/ 0 w 1031875"/>
              <a:gd name="connsiteY0-12" fmla="*/ 0 h 571500"/>
              <a:gd name="connsiteX1-13" fmla="*/ 569912 w 1031875"/>
              <a:gd name="connsiteY1-14" fmla="*/ 50007 h 571500"/>
              <a:gd name="connsiteX2-15" fmla="*/ 1031875 w 1031875"/>
              <a:gd name="connsiteY2-16" fmla="*/ 571500 h 571500"/>
              <a:gd name="connsiteX3-17" fmla="*/ 781050 w 1031875"/>
              <a:gd name="connsiteY3-18" fmla="*/ 571500 h 571500"/>
              <a:gd name="connsiteX4-19" fmla="*/ 0 w 1031875"/>
              <a:gd name="connsiteY4-20" fmla="*/ 0 h 571500"/>
              <a:gd name="connsiteX0-21" fmla="*/ 0 w 1031875"/>
              <a:gd name="connsiteY0-22" fmla="*/ 0 h 571500"/>
              <a:gd name="connsiteX1-23" fmla="*/ 508000 w 1031875"/>
              <a:gd name="connsiteY1-24" fmla="*/ 7144 h 571500"/>
              <a:gd name="connsiteX2-25" fmla="*/ 1031875 w 1031875"/>
              <a:gd name="connsiteY2-26" fmla="*/ 571500 h 571500"/>
              <a:gd name="connsiteX3-27" fmla="*/ 781050 w 1031875"/>
              <a:gd name="connsiteY3-28" fmla="*/ 571500 h 571500"/>
              <a:gd name="connsiteX4-29" fmla="*/ 0 w 1031875"/>
              <a:gd name="connsiteY4-30" fmla="*/ 0 h 571500"/>
              <a:gd name="connsiteX0-31" fmla="*/ 0 w 1031875"/>
              <a:gd name="connsiteY0-32" fmla="*/ 0 h 578644"/>
              <a:gd name="connsiteX1-33" fmla="*/ 508000 w 1031875"/>
              <a:gd name="connsiteY1-34" fmla="*/ 7144 h 578644"/>
              <a:gd name="connsiteX2-35" fmla="*/ 1031875 w 1031875"/>
              <a:gd name="connsiteY2-36" fmla="*/ 571500 h 578644"/>
              <a:gd name="connsiteX3-37" fmla="*/ 573881 w 1031875"/>
              <a:gd name="connsiteY3-38" fmla="*/ 578644 h 578644"/>
              <a:gd name="connsiteX4-39" fmla="*/ 0 w 1031875"/>
              <a:gd name="connsiteY4-40" fmla="*/ 0 h 578644"/>
              <a:gd name="connsiteX0-41" fmla="*/ 0 w 1031875"/>
              <a:gd name="connsiteY0-42" fmla="*/ 0 h 573882"/>
              <a:gd name="connsiteX1-43" fmla="*/ 508000 w 1031875"/>
              <a:gd name="connsiteY1-44" fmla="*/ 7144 h 573882"/>
              <a:gd name="connsiteX2-45" fmla="*/ 1031875 w 1031875"/>
              <a:gd name="connsiteY2-46" fmla="*/ 571500 h 573882"/>
              <a:gd name="connsiteX3-47" fmla="*/ 585788 w 1031875"/>
              <a:gd name="connsiteY3-48" fmla="*/ 573882 h 573882"/>
              <a:gd name="connsiteX4-49" fmla="*/ 0 w 1031875"/>
              <a:gd name="connsiteY4-50" fmla="*/ 0 h 573882"/>
              <a:gd name="connsiteX0-51" fmla="*/ 0 w 1031875"/>
              <a:gd name="connsiteY0-52" fmla="*/ 0 h 581025"/>
              <a:gd name="connsiteX1-53" fmla="*/ 508000 w 1031875"/>
              <a:gd name="connsiteY1-54" fmla="*/ 7144 h 581025"/>
              <a:gd name="connsiteX2-55" fmla="*/ 1031875 w 1031875"/>
              <a:gd name="connsiteY2-56" fmla="*/ 571500 h 581025"/>
              <a:gd name="connsiteX3-57" fmla="*/ 573881 w 1031875"/>
              <a:gd name="connsiteY3-58" fmla="*/ 581025 h 581025"/>
              <a:gd name="connsiteX4-59" fmla="*/ 0 w 1031875"/>
              <a:gd name="connsiteY4-60" fmla="*/ 0 h 581025"/>
              <a:gd name="connsiteX0-61" fmla="*/ 0 w 889000"/>
              <a:gd name="connsiteY0-62" fmla="*/ 0 h 581025"/>
              <a:gd name="connsiteX1-63" fmla="*/ 508000 w 889000"/>
              <a:gd name="connsiteY1-64" fmla="*/ 7144 h 581025"/>
              <a:gd name="connsiteX2-65" fmla="*/ 889000 w 889000"/>
              <a:gd name="connsiteY2-66" fmla="*/ 578643 h 581025"/>
              <a:gd name="connsiteX3-67" fmla="*/ 573881 w 889000"/>
              <a:gd name="connsiteY3-68" fmla="*/ 581025 h 581025"/>
              <a:gd name="connsiteX4-69" fmla="*/ 0 w 889000"/>
              <a:gd name="connsiteY4-70" fmla="*/ 0 h 581025"/>
              <a:gd name="connsiteX0-71" fmla="*/ 0 w 1122362"/>
              <a:gd name="connsiteY0-72" fmla="*/ 0 h 588168"/>
              <a:gd name="connsiteX1-73" fmla="*/ 508000 w 1122362"/>
              <a:gd name="connsiteY1-74" fmla="*/ 7144 h 588168"/>
              <a:gd name="connsiteX2-75" fmla="*/ 1122362 w 1122362"/>
              <a:gd name="connsiteY2-76" fmla="*/ 588168 h 588168"/>
              <a:gd name="connsiteX3-77" fmla="*/ 573881 w 1122362"/>
              <a:gd name="connsiteY3-78" fmla="*/ 581025 h 588168"/>
              <a:gd name="connsiteX4-79" fmla="*/ 0 w 1122362"/>
              <a:gd name="connsiteY4-80" fmla="*/ 0 h 588168"/>
              <a:gd name="connsiteX0-81" fmla="*/ 0 w 1122362"/>
              <a:gd name="connsiteY0-82" fmla="*/ 0 h 588168"/>
              <a:gd name="connsiteX1-83" fmla="*/ 510381 w 1122362"/>
              <a:gd name="connsiteY1-84" fmla="*/ 0 h 588168"/>
              <a:gd name="connsiteX2-85" fmla="*/ 1122362 w 1122362"/>
              <a:gd name="connsiteY2-86" fmla="*/ 588168 h 588168"/>
              <a:gd name="connsiteX3-87" fmla="*/ 573881 w 1122362"/>
              <a:gd name="connsiteY3-88" fmla="*/ 581025 h 588168"/>
              <a:gd name="connsiteX4-89" fmla="*/ 0 w 1122362"/>
              <a:gd name="connsiteY4-90" fmla="*/ 0 h 588168"/>
              <a:gd name="connsiteX0-91" fmla="*/ 0 w 1122362"/>
              <a:gd name="connsiteY0-92" fmla="*/ 0 h 588169"/>
              <a:gd name="connsiteX1-93" fmla="*/ 510381 w 1122362"/>
              <a:gd name="connsiteY1-94" fmla="*/ 0 h 588169"/>
              <a:gd name="connsiteX2-95" fmla="*/ 1122362 w 1122362"/>
              <a:gd name="connsiteY2-96" fmla="*/ 588168 h 588169"/>
              <a:gd name="connsiteX3-97" fmla="*/ 578644 w 1122362"/>
              <a:gd name="connsiteY3-98" fmla="*/ 588169 h 588169"/>
              <a:gd name="connsiteX4-99" fmla="*/ 0 w 1122362"/>
              <a:gd name="connsiteY4-100" fmla="*/ 0 h 58816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22362" h="588169">
                <a:moveTo>
                  <a:pt x="0" y="0"/>
                </a:moveTo>
                <a:lnTo>
                  <a:pt x="510381" y="0"/>
                </a:lnTo>
                <a:lnTo>
                  <a:pt x="1122362" y="588168"/>
                </a:lnTo>
                <a:lnTo>
                  <a:pt x="578644" y="588169"/>
                </a:lnTo>
                <a:lnTo>
                  <a:pt x="0" y="0"/>
                </a:lnTo>
                <a:close/>
              </a:path>
            </a:pathLst>
          </a:custGeom>
          <a:solidFill>
            <a:srgbClr val="D0EDD1"/>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pic>
        <p:nvPicPr>
          <p:cNvPr id="6" name="图片 5" descr="图片1"/>
          <p:cNvPicPr>
            <a:picLocks noChangeAspect="1"/>
          </p:cNvPicPr>
          <p:nvPr>
            <p:custDataLst>
              <p:tags r:id="rId8"/>
            </p:custDataLst>
          </p:nvPr>
        </p:nvPicPr>
        <p:blipFill>
          <a:blip r:embed="rId11"/>
          <a:stretch>
            <a:fillRect/>
          </a:stretch>
        </p:blipFill>
        <p:spPr>
          <a:xfrm>
            <a:off x="3206115" y="1905"/>
            <a:ext cx="5929789" cy="512064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2"/>
            </p:custDataLst>
          </p:nvPr>
        </p:nvSpPr>
        <p:spPr>
          <a:xfrm>
            <a:off x="-1" y="0"/>
            <a:ext cx="2871646" cy="5143500"/>
          </a:xfrm>
          <a:prstGeom prst="rect">
            <a:avLst/>
          </a:prstGeom>
          <a:solidFill>
            <a:sysClr val="window" lastClr="FFFFFF">
              <a:lumMod val="95000"/>
            </a:sys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斜纹 19"/>
          <p:cNvSpPr/>
          <p:nvPr>
            <p:custDataLst>
              <p:tags r:id="rId3"/>
            </p:custDataLst>
          </p:nvPr>
        </p:nvSpPr>
        <p:spPr>
          <a:xfrm rot="10800000">
            <a:off x="8105064" y="4104564"/>
            <a:ext cx="1038936" cy="1038936"/>
          </a:xfrm>
          <a:prstGeom prst="diagStripe">
            <a:avLst/>
          </a:prstGeom>
          <a:solidFill>
            <a:srgbClr val="E34D4D">
              <a:lumMod val="20000"/>
              <a:lumOff val="80000"/>
              <a:alpha val="7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kumimoji="1" lang="zh-CN" altLang="en-US" sz="1200" b="1"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21" name="斜纹 20"/>
          <p:cNvSpPr/>
          <p:nvPr>
            <p:custDataLst>
              <p:tags r:id="rId4"/>
            </p:custDataLst>
          </p:nvPr>
        </p:nvSpPr>
        <p:spPr>
          <a:xfrm>
            <a:off x="0" y="0"/>
            <a:ext cx="970562" cy="970562"/>
          </a:xfrm>
          <a:prstGeom prst="diagStripe">
            <a:avLst/>
          </a:prstGeom>
          <a:solidFill>
            <a:srgbClr val="E34D4D">
              <a:lumMod val="20000"/>
              <a:lumOff val="80000"/>
              <a:alpha val="7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kumimoji="1" lang="zh-CN" altLang="en-US" sz="1200" b="1">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836" name="MONITOR…"/>
          <p:cNvSpPr txBox="1"/>
          <p:nvPr>
            <p:custDataLst>
              <p:tags r:id="rId5"/>
            </p:custDataLst>
          </p:nvPr>
        </p:nvSpPr>
        <p:spPr>
          <a:xfrm>
            <a:off x="414020" y="1811655"/>
            <a:ext cx="2083435" cy="1519555"/>
          </a:xfrm>
          <a:prstGeom prst="rect">
            <a:avLst/>
          </a:prstGeom>
          <a:ln w="12700">
            <a:miter lim="400000"/>
          </a:ln>
        </p:spPr>
        <p:txBody>
          <a:bodyPr wrap="square" lIns="34289" rIns="34289">
            <a:normAutofit fontScale="92500" lnSpcReduction="10000"/>
          </a:bodyPr>
          <a:lstStyle/>
          <a:p>
            <a:pPr marL="0" marR="0" lvl="0" indent="0" algn="ctr" defTabSz="914400" rtl="0" eaLnBrk="1" fontAlgn="auto" latinLnBrk="0" hangingPunct="1">
              <a:lnSpc>
                <a:spcPct val="120000"/>
              </a:lnSpc>
              <a:spcBef>
                <a:spcPts val="0"/>
              </a:spcBef>
              <a:spcAft>
                <a:spcPts val="0"/>
              </a:spcAft>
              <a:buSzPct val="100000"/>
              <a:buFontTx/>
              <a:buNone/>
              <a:defRPr/>
            </a:pPr>
            <a:r>
              <a:rPr kumimoji="0" lang="zh-CN" altLang="en-US" sz="3200" b="1" i="0" kern="1200" cap="none" spc="300" normalizeH="0" noProof="0" dirty="0">
                <a:ln>
                  <a:noFill/>
                </a:ln>
                <a:solidFill>
                  <a:srgbClr val="000000">
                    <a:lumMod val="75000"/>
                    <a:lumOff val="25000"/>
                  </a:srgbClr>
                </a:solidFill>
                <a:effectLst/>
                <a:latin typeface="Arial" panose="020B0604020202020204" pitchFamily="34" charset="0"/>
                <a:ea typeface="微软雅黑" panose="020B0503020204020204" charset="-122"/>
                <a:sym typeface="+mn-ea"/>
              </a:rPr>
              <a:t>开始</a:t>
            </a:r>
            <a:endParaRPr kumimoji="0" lang="zh-CN" altLang="en-US" sz="3000" b="1" i="0" kern="1200" cap="none" spc="300" normalizeH="0" noProof="0" dirty="0">
              <a:ln>
                <a:noFill/>
              </a:ln>
              <a:solidFill>
                <a:srgbClr val="000000">
                  <a:lumMod val="75000"/>
                  <a:lumOff val="25000"/>
                </a:srgbClr>
              </a:solidFill>
              <a:effectLst/>
              <a:latin typeface="Arial" panose="020B0604020202020204" pitchFamily="34" charset="0"/>
              <a:ea typeface="微软雅黑" panose="020B0503020204020204" charset="-122"/>
              <a:sym typeface="+mn-ea"/>
            </a:endParaRPr>
          </a:p>
          <a:p>
            <a:pPr marL="0" marR="0" lvl="0" indent="0" algn="ctr" defTabSz="914400" rtl="0" eaLnBrk="1" fontAlgn="auto" latinLnBrk="0" hangingPunct="1">
              <a:lnSpc>
                <a:spcPct val="120000"/>
              </a:lnSpc>
              <a:spcBef>
                <a:spcPts val="0"/>
              </a:spcBef>
              <a:spcAft>
                <a:spcPts val="0"/>
              </a:spcAft>
              <a:buSzPct val="100000"/>
              <a:buFontTx/>
              <a:buNone/>
              <a:defRPr/>
            </a:pPr>
            <a:endParaRPr kumimoji="0" lang="zh-CN" altLang="en-US" sz="3000" b="1" i="0" kern="1200" cap="none" spc="300" normalizeH="0" noProof="0" dirty="0">
              <a:ln>
                <a:noFill/>
              </a:ln>
              <a:solidFill>
                <a:srgbClr val="000000">
                  <a:lumMod val="75000"/>
                  <a:lumOff val="25000"/>
                </a:srgbClr>
              </a:solidFill>
              <a:effectLst/>
              <a:latin typeface="Arial" panose="020B0604020202020204" pitchFamily="34" charset="0"/>
              <a:ea typeface="微软雅黑" panose="020B0503020204020204" charset="-122"/>
              <a:sym typeface="+mn-ea"/>
            </a:endParaRPr>
          </a:p>
          <a:p>
            <a:pPr marL="0" marR="0" lvl="0" indent="0" algn="ctr" defTabSz="914400" rtl="0" eaLnBrk="1" fontAlgn="auto" latinLnBrk="0" hangingPunct="1">
              <a:lnSpc>
                <a:spcPct val="120000"/>
              </a:lnSpc>
              <a:spcBef>
                <a:spcPts val="0"/>
              </a:spcBef>
              <a:spcAft>
                <a:spcPts val="0"/>
              </a:spcAft>
              <a:buSzPct val="100000"/>
              <a:buFontTx/>
              <a:buNone/>
              <a:defRPr/>
            </a:pPr>
            <a:r>
              <a:rPr kumimoji="0" lang="zh-CN" altLang="en-US" sz="2800" b="1" i="0" kern="1200" cap="none" spc="300" normalizeH="0" noProof="0" dirty="0">
                <a:ln>
                  <a:noFill/>
                </a:ln>
                <a:solidFill>
                  <a:srgbClr val="000000">
                    <a:lumMod val="75000"/>
                    <a:lumOff val="25000"/>
                  </a:srgbClr>
                </a:solidFill>
                <a:effectLst/>
                <a:latin typeface="微软雅黑" panose="020B0503020204020204" charset="-122"/>
                <a:ea typeface="微软雅黑" panose="020B0503020204020204" charset="-122"/>
                <a:sym typeface="+mn-ea"/>
              </a:rPr>
              <a:t>按钮</a:t>
            </a:r>
          </a:p>
        </p:txBody>
      </p:sp>
      <p:sp>
        <p:nvSpPr>
          <p:cNvPr id="838" name="Far far away, behind the word mountains, far from the countries Vokalia and Consonantia, there live the blind texts. Separated they live in Bookmarksgrove right at the coast of the Semantics, a large language ocean.…"/>
          <p:cNvSpPr txBox="1"/>
          <p:nvPr>
            <p:custDataLst>
              <p:tags r:id="rId6"/>
            </p:custDataLst>
          </p:nvPr>
        </p:nvSpPr>
        <p:spPr>
          <a:xfrm>
            <a:off x="3811270" y="3427095"/>
            <a:ext cx="4418965" cy="1198880"/>
          </a:xfrm>
          <a:prstGeom prst="rect">
            <a:avLst/>
          </a:prstGeom>
          <a:ln w="12700">
            <a:miter lim="400000"/>
          </a:ln>
        </p:spPr>
        <p:txBody>
          <a:bodyPr wrap="square" lIns="67500" rIns="67500">
            <a:spAutoFit/>
          </a:bodyPr>
          <a:lstStyle/>
          <a:p>
            <a:pPr marL="0" marR="0" lvl="0" indent="0" algn="just" defTabSz="914400" rtl="0" eaLnBrk="1" fontAlgn="auto" latinLnBrk="0" hangingPunct="1">
              <a:lnSpc>
                <a:spcPct val="150000"/>
              </a:lnSpc>
              <a:spcBef>
                <a:spcPts val="0"/>
              </a:spcBef>
              <a:spcAft>
                <a:spcPts val="0"/>
              </a:spcAft>
              <a:buSzPct val="100000"/>
              <a:buFontTx/>
              <a:buNone/>
              <a:defRPr sz="1200" i="1">
                <a:solidFill>
                  <a:srgbClr val="1B1E22"/>
                </a:solidFill>
                <a:latin typeface="Roboto Medium"/>
                <a:ea typeface="Roboto Medium"/>
                <a:cs typeface="Roboto Medium"/>
                <a:sym typeface="Roboto Medium"/>
              </a:defRPr>
            </a:pPr>
            <a:r>
              <a:rPr kumimoji="0" sz="1200" b="0" i="0" kern="1200" cap="none" spc="150" normalizeH="0" noProof="0" dirty="0">
                <a:ln>
                  <a:noFill/>
                </a:ln>
                <a:solidFill>
                  <a:srgbClr val="000000">
                    <a:lumMod val="85000"/>
                    <a:lumOff val="15000"/>
                  </a:srgbClr>
                </a:solidFill>
                <a:effectLst/>
                <a:latin typeface="Arial" panose="020B0604020202020204" pitchFamily="34" charset="0"/>
                <a:ea typeface="微软雅黑" panose="020B0503020204020204" charset="-122"/>
              </a:rPr>
              <a:t>单击“开始”按钮，将弹出“开始”菜单，如图1-10所示，它包含了使用Windows 的全部命令。</a:t>
            </a:r>
          </a:p>
          <a:p>
            <a:pPr marL="0" marR="0" lvl="0" indent="0" algn="just" defTabSz="914400" rtl="0" eaLnBrk="1" fontAlgn="auto" latinLnBrk="0" hangingPunct="1">
              <a:lnSpc>
                <a:spcPct val="150000"/>
              </a:lnSpc>
              <a:spcBef>
                <a:spcPts val="0"/>
              </a:spcBef>
              <a:spcAft>
                <a:spcPts val="0"/>
              </a:spcAft>
              <a:buSzPct val="100000"/>
              <a:buFontTx/>
              <a:buNone/>
              <a:defRPr sz="1200" i="1">
                <a:solidFill>
                  <a:srgbClr val="1B1E22"/>
                </a:solidFill>
                <a:latin typeface="Roboto Medium"/>
                <a:ea typeface="Roboto Medium"/>
                <a:cs typeface="Roboto Medium"/>
                <a:sym typeface="Roboto Medium"/>
              </a:defRPr>
            </a:pPr>
            <a:r>
              <a:rPr kumimoji="0" sz="1200" b="0" i="0" kern="1200" cap="none" spc="150" normalizeH="0" noProof="0" dirty="0">
                <a:ln>
                  <a:noFill/>
                </a:ln>
                <a:solidFill>
                  <a:srgbClr val="000000">
                    <a:lumMod val="85000"/>
                    <a:lumOff val="15000"/>
                  </a:srgbClr>
                </a:solidFill>
                <a:effectLst/>
                <a:latin typeface="Arial" panose="020B0604020202020204" pitchFamily="34" charset="0"/>
                <a:ea typeface="微软雅黑" panose="020B0503020204020204" charset="-122"/>
              </a:rPr>
              <a:t>“开始”菜单左侧依次是用户账户头像、常用的应用程序列表以及快捷选项；右侧是“开始”屏幕，由多个磁贴组成。</a:t>
            </a:r>
          </a:p>
        </p:txBody>
      </p:sp>
      <p:sp>
        <p:nvSpPr>
          <p:cNvPr id="839" name="加号"/>
          <p:cNvSpPr/>
          <p:nvPr>
            <p:custDataLst>
              <p:tags r:id="rId7"/>
            </p:custDataLst>
          </p:nvPr>
        </p:nvSpPr>
        <p:spPr>
          <a:xfrm>
            <a:off x="8611447" y="132329"/>
            <a:ext cx="390459" cy="390459"/>
          </a:xfrm>
          <a:prstGeom prst="plus">
            <a:avLst>
              <a:gd name="adj" fmla="val 41943"/>
            </a:avLst>
          </a:prstGeom>
          <a:solidFill>
            <a:srgbClr val="E34D4D">
              <a:lumMod val="20000"/>
              <a:lumOff val="80000"/>
            </a:srgbClr>
          </a:solidFill>
          <a:ln w="12700">
            <a:miter lim="400000"/>
          </a:ln>
        </p:spPr>
        <p:txBody>
          <a:bodyPr lIns="34289" rIns="34289" anchor="ctr"/>
          <a:lstStyle/>
          <a:p>
            <a:pPr marL="0" marR="0" lvl="0" indent="0" algn="l" defTabSz="914400" rtl="0" eaLnBrk="1" fontAlgn="auto" latinLnBrk="0" hangingPunct="1">
              <a:lnSpc>
                <a:spcPct val="120000"/>
              </a:lnSpc>
              <a:buClrTx/>
              <a:buSzTx/>
              <a:buFontTx/>
              <a:buNone/>
              <a:defRPr>
                <a:solidFill>
                  <a:srgbClr val="FFFFFF"/>
                </a:solidFill>
              </a:defRPr>
            </a:pPr>
            <a:endParaRPr kumimoji="0" sz="135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3" name="形状"/>
          <p:cNvSpPr/>
          <p:nvPr>
            <p:custDataLst>
              <p:tags r:id="rId8"/>
            </p:custDataLst>
          </p:nvPr>
        </p:nvSpPr>
        <p:spPr>
          <a:xfrm>
            <a:off x="6023403" y="377606"/>
            <a:ext cx="40336" cy="40335"/>
          </a:xfrm>
          <a:custGeom>
            <a:avLst/>
            <a:gdLst/>
            <a:ahLst/>
            <a:cxnLst>
              <a:cxn ang="0">
                <a:pos x="wd2" y="hd2"/>
              </a:cxn>
              <a:cxn ang="5400000">
                <a:pos x="wd2" y="hd2"/>
              </a:cxn>
              <a:cxn ang="10800000">
                <a:pos x="wd2" y="hd2"/>
              </a:cxn>
              <a:cxn ang="16200000">
                <a:pos x="wd2" y="hd2"/>
              </a:cxn>
            </a:cxnLst>
            <a:rect l="0" t="0" r="r" b="b"/>
            <a:pathLst>
              <a:path w="21600" h="21600" extrusionOk="0">
                <a:moveTo>
                  <a:pt x="10886" y="0"/>
                </a:moveTo>
                <a:cubicBezTo>
                  <a:pt x="16243" y="0"/>
                  <a:pt x="21600" y="5357"/>
                  <a:pt x="21600" y="10714"/>
                </a:cubicBezTo>
                <a:cubicBezTo>
                  <a:pt x="21600" y="16243"/>
                  <a:pt x="16243" y="21600"/>
                  <a:pt x="10886" y="21600"/>
                </a:cubicBezTo>
                <a:cubicBezTo>
                  <a:pt x="5357" y="21600"/>
                  <a:pt x="0" y="16243"/>
                  <a:pt x="0" y="10714"/>
                </a:cubicBezTo>
                <a:cubicBezTo>
                  <a:pt x="0" y="5357"/>
                  <a:pt x="5357" y="0"/>
                  <a:pt x="10886" y="0"/>
                </a:cubicBezTo>
              </a:path>
            </a:pathLst>
          </a:custGeom>
          <a:solidFill>
            <a:sysClr val="window" lastClr="FFFFFF">
              <a:lumMod val="75000"/>
            </a:sysClr>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8" name="任意多边形: 形状 27"/>
          <p:cNvSpPr>
            <a:spLocks noChangeAspect="1"/>
          </p:cNvSpPr>
          <p:nvPr>
            <p:custDataLst>
              <p:tags r:id="rId9"/>
            </p:custDataLst>
          </p:nvPr>
        </p:nvSpPr>
        <p:spPr>
          <a:xfrm>
            <a:off x="441960" y="1227455"/>
            <a:ext cx="212725" cy="327660"/>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wrap="square" rtlCol="0" anchor="ctr">
            <a:noAutofit/>
          </a:bodyP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任意多边形: 形状 28"/>
          <p:cNvSpPr>
            <a:spLocks noChangeAspect="1"/>
          </p:cNvSpPr>
          <p:nvPr>
            <p:custDataLst>
              <p:tags r:id="rId10"/>
            </p:custDataLst>
          </p:nvPr>
        </p:nvSpPr>
        <p:spPr>
          <a:xfrm>
            <a:off x="721360" y="1227455"/>
            <a:ext cx="212725" cy="327660"/>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wrap="square" rtlCol="0" anchor="ctr">
            <a:noAutofit/>
          </a:bodyP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pic>
        <p:nvPicPr>
          <p:cNvPr id="2" name="图片 1"/>
          <p:cNvPicPr>
            <a:picLocks noChangeAspect="1"/>
          </p:cNvPicPr>
          <p:nvPr/>
        </p:nvPicPr>
        <p:blipFill>
          <a:blip r:embed="rId15">
            <a:clrChange>
              <a:clrFrom>
                <a:srgbClr val="FFFFFF">
                  <a:alpha val="100000"/>
                </a:srgbClr>
              </a:clrFrom>
              <a:clrTo>
                <a:srgbClr val="FFFFFF">
                  <a:alpha val="100000"/>
                  <a:alpha val="0"/>
                </a:srgbClr>
              </a:clrTo>
            </a:clrChange>
          </a:blip>
          <a:stretch>
            <a:fillRect/>
          </a:stretch>
        </p:blipFill>
        <p:spPr>
          <a:xfrm>
            <a:off x="3039110" y="311150"/>
            <a:ext cx="5962650" cy="2584450"/>
          </a:xfrm>
          <a:prstGeom prst="rect">
            <a:avLst/>
          </a:prstGeom>
        </p:spPr>
      </p:pic>
      <p:sp>
        <p:nvSpPr>
          <p:cNvPr id="3" name="任意多边形: 形状 27"/>
          <p:cNvSpPr>
            <a:spLocks noChangeAspect="1"/>
          </p:cNvSpPr>
          <p:nvPr>
            <p:custDataLst>
              <p:tags r:id="rId11"/>
            </p:custDataLst>
          </p:nvPr>
        </p:nvSpPr>
        <p:spPr>
          <a:xfrm flipH="1" flipV="1">
            <a:off x="2005330" y="2407285"/>
            <a:ext cx="212725" cy="327660"/>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wrap="square" rtlCol="0" anchor="ctr">
            <a:noAutofit/>
          </a:bodyP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 name="任意多边形: 形状 28"/>
          <p:cNvSpPr>
            <a:spLocks noChangeAspect="1"/>
          </p:cNvSpPr>
          <p:nvPr>
            <p:custDataLst>
              <p:tags r:id="rId12"/>
            </p:custDataLst>
          </p:nvPr>
        </p:nvSpPr>
        <p:spPr>
          <a:xfrm flipH="1" flipV="1">
            <a:off x="2284730" y="2407285"/>
            <a:ext cx="212725" cy="327660"/>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wrap="square" rtlCol="0" anchor="ctr">
            <a:noAutofit/>
          </a:bodyP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2"/>
            </p:custDataLst>
          </p:nvPr>
        </p:nvSpPr>
        <p:spPr>
          <a:xfrm>
            <a:off x="588532" y="1098515"/>
            <a:ext cx="3020939" cy="807914"/>
          </a:xfrm>
          <a:prstGeom prst="rect">
            <a:avLst/>
          </a:prstGeom>
          <a:noFill/>
        </p:spPr>
        <p:txBody>
          <a:bodyPr wrap="square" lIns="67500" tIns="35100" rIns="67500" bIns="35100" rtlCol="0" anchor="b" anchorCtr="0">
            <a:normAutofit/>
          </a:bodyPr>
          <a:lstStyle/>
          <a:p>
            <a:pPr marL="0" indent="0" algn="l" defTabSz="685800">
              <a:lnSpc>
                <a:spcPct val="100000"/>
              </a:lnSpc>
              <a:spcBef>
                <a:spcPts val="0"/>
              </a:spcBef>
              <a:spcAft>
                <a:spcPts val="0"/>
              </a:spcAft>
              <a:buSzPct val="100000"/>
            </a:pPr>
            <a:r>
              <a:rPr lang="zh-CN" altLang="en-US" sz="2400" b="1" spc="300" dirty="0">
                <a:solidFill>
                  <a:srgbClr val="000000"/>
                </a:solidFill>
                <a:latin typeface="Arial" panose="020B0604020202020204" pitchFamily="34" charset="0"/>
                <a:ea typeface="微软雅黑" panose="020B0503020204020204" charset="-122"/>
                <a:cs typeface="+mn-ea"/>
                <a:sym typeface="+mn-ea"/>
              </a:rPr>
              <a:t>提示</a:t>
            </a:r>
          </a:p>
        </p:txBody>
      </p:sp>
      <p:cxnSp>
        <p:nvCxnSpPr>
          <p:cNvPr id="5" name="直接连接符 4"/>
          <p:cNvCxnSpPr/>
          <p:nvPr>
            <p:custDataLst>
              <p:tags r:id="rId3"/>
            </p:custDataLst>
          </p:nvPr>
        </p:nvCxnSpPr>
        <p:spPr>
          <a:xfrm>
            <a:off x="667114" y="2021723"/>
            <a:ext cx="813522" cy="0"/>
          </a:xfrm>
          <a:prstGeom prst="line">
            <a:avLst/>
          </a:prstGeom>
          <a:ln>
            <a:solidFill>
              <a:srgbClr val="159F18"/>
            </a:solidFill>
          </a:ln>
        </p:spPr>
        <p:style>
          <a:lnRef idx="3">
            <a:srgbClr val="8ABC1B"/>
          </a:lnRef>
          <a:fillRef idx="0">
            <a:srgbClr val="8ABC1B"/>
          </a:fillRef>
          <a:effectRef idx="2">
            <a:srgbClr val="8ABC1B"/>
          </a:effectRef>
          <a:fontRef idx="minor">
            <a:srgbClr val="000000"/>
          </a:fontRef>
        </p:style>
      </p:cxnSp>
      <p:sp>
        <p:nvSpPr>
          <p:cNvPr id="16" name="矩形 23"/>
          <p:cNvSpPr/>
          <p:nvPr>
            <p:custDataLst>
              <p:tags r:id="rId4"/>
            </p:custDataLst>
          </p:nvPr>
        </p:nvSpPr>
        <p:spPr>
          <a:xfrm>
            <a:off x="0" y="4391025"/>
            <a:ext cx="588645" cy="622935"/>
          </a:xfrm>
          <a:custGeom>
            <a:avLst/>
            <a:gdLst>
              <a:gd name="connsiteX0" fmla="*/ 0 w 270142"/>
              <a:gd name="connsiteY0" fmla="*/ 0 h 1190625"/>
              <a:gd name="connsiteX1" fmla="*/ 270142 w 270142"/>
              <a:gd name="connsiteY1" fmla="*/ 0 h 1190625"/>
              <a:gd name="connsiteX2" fmla="*/ 270142 w 270142"/>
              <a:gd name="connsiteY2" fmla="*/ 1190625 h 1190625"/>
              <a:gd name="connsiteX3" fmla="*/ 0 w 270142"/>
              <a:gd name="connsiteY3" fmla="*/ 1190625 h 1190625"/>
              <a:gd name="connsiteX4" fmla="*/ 0 w 270142"/>
              <a:gd name="connsiteY4" fmla="*/ 0 h 1190625"/>
              <a:gd name="connsiteX0-1" fmla="*/ 0 w 546367"/>
              <a:gd name="connsiteY0-2" fmla="*/ 1003300 h 1190625"/>
              <a:gd name="connsiteX1-3" fmla="*/ 546367 w 546367"/>
              <a:gd name="connsiteY1-4" fmla="*/ 0 h 1190625"/>
              <a:gd name="connsiteX2-5" fmla="*/ 546367 w 546367"/>
              <a:gd name="connsiteY2-6" fmla="*/ 1190625 h 1190625"/>
              <a:gd name="connsiteX3-7" fmla="*/ 276225 w 546367"/>
              <a:gd name="connsiteY3-8" fmla="*/ 1190625 h 1190625"/>
              <a:gd name="connsiteX4-9" fmla="*/ 0 w 546367"/>
              <a:gd name="connsiteY4-10" fmla="*/ 1003300 h 1190625"/>
              <a:gd name="connsiteX0-11" fmla="*/ 0 w 546367"/>
              <a:gd name="connsiteY0-12" fmla="*/ 390525 h 577850"/>
              <a:gd name="connsiteX1-13" fmla="*/ 267 w 546367"/>
              <a:gd name="connsiteY1-14" fmla="*/ 0 h 577850"/>
              <a:gd name="connsiteX2-15" fmla="*/ 546367 w 546367"/>
              <a:gd name="connsiteY2-16" fmla="*/ 577850 h 577850"/>
              <a:gd name="connsiteX3-17" fmla="*/ 276225 w 546367"/>
              <a:gd name="connsiteY3-18" fmla="*/ 577850 h 577850"/>
              <a:gd name="connsiteX4-19" fmla="*/ 0 w 546367"/>
              <a:gd name="connsiteY4-20" fmla="*/ 390525 h 577850"/>
              <a:gd name="connsiteX0-21" fmla="*/ 0 w 784492"/>
              <a:gd name="connsiteY0-22" fmla="*/ 390525 h 806450"/>
              <a:gd name="connsiteX1-23" fmla="*/ 267 w 784492"/>
              <a:gd name="connsiteY1-24" fmla="*/ 0 h 806450"/>
              <a:gd name="connsiteX2-25" fmla="*/ 784492 w 784492"/>
              <a:gd name="connsiteY2-26" fmla="*/ 806450 h 806450"/>
              <a:gd name="connsiteX3-27" fmla="*/ 276225 w 784492"/>
              <a:gd name="connsiteY3-28" fmla="*/ 577850 h 806450"/>
              <a:gd name="connsiteX4-29" fmla="*/ 0 w 784492"/>
              <a:gd name="connsiteY4-30" fmla="*/ 390525 h 806450"/>
              <a:gd name="connsiteX0-31" fmla="*/ 0 w 784492"/>
              <a:gd name="connsiteY0-32" fmla="*/ 390525 h 809625"/>
              <a:gd name="connsiteX1-33" fmla="*/ 267 w 784492"/>
              <a:gd name="connsiteY1-34" fmla="*/ 0 h 809625"/>
              <a:gd name="connsiteX2-35" fmla="*/ 784492 w 784492"/>
              <a:gd name="connsiteY2-36" fmla="*/ 806450 h 809625"/>
              <a:gd name="connsiteX3-37" fmla="*/ 469900 w 784492"/>
              <a:gd name="connsiteY3-38" fmla="*/ 809625 h 809625"/>
              <a:gd name="connsiteX4-39" fmla="*/ 0 w 784492"/>
              <a:gd name="connsiteY4-40" fmla="*/ 390525 h 809625"/>
              <a:gd name="connsiteX0-41" fmla="*/ 0 w 784492"/>
              <a:gd name="connsiteY0-42" fmla="*/ 365125 h 809625"/>
              <a:gd name="connsiteX1-43" fmla="*/ 267 w 784492"/>
              <a:gd name="connsiteY1-44" fmla="*/ 0 h 809625"/>
              <a:gd name="connsiteX2-45" fmla="*/ 784492 w 784492"/>
              <a:gd name="connsiteY2-46" fmla="*/ 806450 h 809625"/>
              <a:gd name="connsiteX3-47" fmla="*/ 469900 w 784492"/>
              <a:gd name="connsiteY3-48" fmla="*/ 809625 h 809625"/>
              <a:gd name="connsiteX4-49" fmla="*/ 0 w 784492"/>
              <a:gd name="connsiteY4-50" fmla="*/ 365125 h 809625"/>
              <a:gd name="connsiteX0-51" fmla="*/ 0 w 784492"/>
              <a:gd name="connsiteY0-52" fmla="*/ 365125 h 835025"/>
              <a:gd name="connsiteX1-53" fmla="*/ 267 w 784492"/>
              <a:gd name="connsiteY1-54" fmla="*/ 0 h 835025"/>
              <a:gd name="connsiteX2-55" fmla="*/ 784492 w 784492"/>
              <a:gd name="connsiteY2-56" fmla="*/ 806450 h 835025"/>
              <a:gd name="connsiteX3-57" fmla="*/ 473075 w 784492"/>
              <a:gd name="connsiteY3-58" fmla="*/ 835025 h 835025"/>
              <a:gd name="connsiteX4-59" fmla="*/ 0 w 784492"/>
              <a:gd name="connsiteY4-60" fmla="*/ 365125 h 835025"/>
              <a:gd name="connsiteX0-61" fmla="*/ 0 w 791636"/>
              <a:gd name="connsiteY0-62" fmla="*/ 365125 h 835025"/>
              <a:gd name="connsiteX1-63" fmla="*/ 7411 w 791636"/>
              <a:gd name="connsiteY1-64" fmla="*/ 0 h 835025"/>
              <a:gd name="connsiteX2-65" fmla="*/ 791636 w 791636"/>
              <a:gd name="connsiteY2-66" fmla="*/ 806450 h 835025"/>
              <a:gd name="connsiteX3-67" fmla="*/ 480219 w 791636"/>
              <a:gd name="connsiteY3-68" fmla="*/ 835025 h 835025"/>
              <a:gd name="connsiteX4-69" fmla="*/ 0 w 791636"/>
              <a:gd name="connsiteY4-70" fmla="*/ 365125 h 835025"/>
              <a:gd name="connsiteX0-71" fmla="*/ 4495 w 784225"/>
              <a:gd name="connsiteY0-72" fmla="*/ 369887 h 835025"/>
              <a:gd name="connsiteX1-73" fmla="*/ 0 w 784225"/>
              <a:gd name="connsiteY1-74" fmla="*/ 0 h 835025"/>
              <a:gd name="connsiteX2-75" fmla="*/ 784225 w 784225"/>
              <a:gd name="connsiteY2-76" fmla="*/ 806450 h 835025"/>
              <a:gd name="connsiteX3-77" fmla="*/ 472808 w 784225"/>
              <a:gd name="connsiteY3-78" fmla="*/ 835025 h 835025"/>
              <a:gd name="connsiteX4-79" fmla="*/ 4495 w 784225"/>
              <a:gd name="connsiteY4-80" fmla="*/ 369887 h 835025"/>
              <a:gd name="connsiteX0-81" fmla="*/ 403 w 784896"/>
              <a:gd name="connsiteY0-82" fmla="*/ 384175 h 835025"/>
              <a:gd name="connsiteX1-83" fmla="*/ 671 w 784896"/>
              <a:gd name="connsiteY1-84" fmla="*/ 0 h 835025"/>
              <a:gd name="connsiteX2-85" fmla="*/ 784896 w 784896"/>
              <a:gd name="connsiteY2-86" fmla="*/ 806450 h 835025"/>
              <a:gd name="connsiteX3-87" fmla="*/ 473479 w 784896"/>
              <a:gd name="connsiteY3-88" fmla="*/ 835025 h 835025"/>
              <a:gd name="connsiteX4-89" fmla="*/ 403 w 784896"/>
              <a:gd name="connsiteY4-90" fmla="*/ 384175 h 835025"/>
              <a:gd name="connsiteX0-91" fmla="*/ 2113 w 784225"/>
              <a:gd name="connsiteY0-92" fmla="*/ 362744 h 835025"/>
              <a:gd name="connsiteX1-93" fmla="*/ 0 w 784225"/>
              <a:gd name="connsiteY1-94" fmla="*/ 0 h 835025"/>
              <a:gd name="connsiteX2-95" fmla="*/ 784225 w 784225"/>
              <a:gd name="connsiteY2-96" fmla="*/ 806450 h 835025"/>
              <a:gd name="connsiteX3-97" fmla="*/ 472808 w 784225"/>
              <a:gd name="connsiteY3-98" fmla="*/ 835025 h 835025"/>
              <a:gd name="connsiteX4-99" fmla="*/ 2113 w 784225"/>
              <a:gd name="connsiteY4-100" fmla="*/ 362744 h 835025"/>
              <a:gd name="connsiteX0-101" fmla="*/ 2113 w 784225"/>
              <a:gd name="connsiteY0-102" fmla="*/ 362744 h 830263"/>
              <a:gd name="connsiteX1-103" fmla="*/ 0 w 784225"/>
              <a:gd name="connsiteY1-104" fmla="*/ 0 h 830263"/>
              <a:gd name="connsiteX2-105" fmla="*/ 784225 w 784225"/>
              <a:gd name="connsiteY2-106" fmla="*/ 806450 h 830263"/>
              <a:gd name="connsiteX3-107" fmla="*/ 460902 w 784225"/>
              <a:gd name="connsiteY3-108" fmla="*/ 830263 h 830263"/>
              <a:gd name="connsiteX4-109" fmla="*/ 2113 w 784225"/>
              <a:gd name="connsiteY4-110" fmla="*/ 362744 h 830263"/>
              <a:gd name="connsiteX0-111" fmla="*/ 403 w 784897"/>
              <a:gd name="connsiteY0-112" fmla="*/ 360363 h 830263"/>
              <a:gd name="connsiteX1-113" fmla="*/ 672 w 784897"/>
              <a:gd name="connsiteY1-114" fmla="*/ 0 h 830263"/>
              <a:gd name="connsiteX2-115" fmla="*/ 784897 w 784897"/>
              <a:gd name="connsiteY2-116" fmla="*/ 806450 h 830263"/>
              <a:gd name="connsiteX3-117" fmla="*/ 461574 w 784897"/>
              <a:gd name="connsiteY3-118" fmla="*/ 830263 h 830263"/>
              <a:gd name="connsiteX4-119" fmla="*/ 403 w 784897"/>
              <a:gd name="connsiteY4-120" fmla="*/ 360363 h 830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4897" h="830263">
                <a:moveTo>
                  <a:pt x="403" y="360363"/>
                </a:moveTo>
                <a:cubicBezTo>
                  <a:pt x="-1095" y="237067"/>
                  <a:pt x="2170" y="123296"/>
                  <a:pt x="672" y="0"/>
                </a:cubicBezTo>
                <a:lnTo>
                  <a:pt x="784897" y="806450"/>
                </a:lnTo>
                <a:lnTo>
                  <a:pt x="461574" y="830263"/>
                </a:lnTo>
                <a:lnTo>
                  <a:pt x="403" y="360363"/>
                </a:lnTo>
                <a:close/>
              </a:path>
            </a:pathLst>
          </a:custGeom>
          <a:solidFill>
            <a:srgbClr val="D0EDD1">
              <a:lumMod val="9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a:solidFill>
                <a:srgbClr val="FFFFFF"/>
              </a:solidFill>
            </a:endParaRPr>
          </a:p>
        </p:txBody>
      </p:sp>
      <p:sp>
        <p:nvSpPr>
          <p:cNvPr id="17" name="矩形 24"/>
          <p:cNvSpPr/>
          <p:nvPr>
            <p:custDataLst>
              <p:tags r:id="rId5"/>
            </p:custDataLst>
          </p:nvPr>
        </p:nvSpPr>
        <p:spPr>
          <a:xfrm>
            <a:off x="8564880" y="4557395"/>
            <a:ext cx="580390" cy="586105"/>
          </a:xfrm>
          <a:custGeom>
            <a:avLst/>
            <a:gdLst>
              <a:gd name="connsiteX0" fmla="*/ 0 w 217743"/>
              <a:gd name="connsiteY0" fmla="*/ 0 h 657729"/>
              <a:gd name="connsiteX1" fmla="*/ 217743 w 217743"/>
              <a:gd name="connsiteY1" fmla="*/ 0 h 657729"/>
              <a:gd name="connsiteX2" fmla="*/ 217743 w 217743"/>
              <a:gd name="connsiteY2" fmla="*/ 657729 h 657729"/>
              <a:gd name="connsiteX3" fmla="*/ 0 w 217743"/>
              <a:gd name="connsiteY3" fmla="*/ 657729 h 657729"/>
              <a:gd name="connsiteX4" fmla="*/ 0 w 217743"/>
              <a:gd name="connsiteY4" fmla="*/ 0 h 657729"/>
              <a:gd name="connsiteX0-1" fmla="*/ 0 w 686849"/>
              <a:gd name="connsiteY0-2" fmla="*/ 0 h 678656"/>
              <a:gd name="connsiteX1-3" fmla="*/ 686849 w 686849"/>
              <a:gd name="connsiteY1-4" fmla="*/ 678656 h 678656"/>
              <a:gd name="connsiteX2-5" fmla="*/ 217743 w 686849"/>
              <a:gd name="connsiteY2-6" fmla="*/ 657729 h 678656"/>
              <a:gd name="connsiteX3-7" fmla="*/ 0 w 686849"/>
              <a:gd name="connsiteY3-8" fmla="*/ 657729 h 678656"/>
              <a:gd name="connsiteX4-9" fmla="*/ 0 w 686849"/>
              <a:gd name="connsiteY4-10" fmla="*/ 0 h 678656"/>
              <a:gd name="connsiteX0-11" fmla="*/ 676275 w 686849"/>
              <a:gd name="connsiteY0-12" fmla="*/ 0 h 450056"/>
              <a:gd name="connsiteX1-13" fmla="*/ 686849 w 686849"/>
              <a:gd name="connsiteY1-14" fmla="*/ 450056 h 450056"/>
              <a:gd name="connsiteX2-15" fmla="*/ 217743 w 686849"/>
              <a:gd name="connsiteY2-16" fmla="*/ 429129 h 450056"/>
              <a:gd name="connsiteX3-17" fmla="*/ 0 w 686849"/>
              <a:gd name="connsiteY3-18" fmla="*/ 429129 h 450056"/>
              <a:gd name="connsiteX4-19" fmla="*/ 676275 w 686849"/>
              <a:gd name="connsiteY4-20" fmla="*/ 0 h 450056"/>
              <a:gd name="connsiteX0-21" fmla="*/ 676275 w 686849"/>
              <a:gd name="connsiteY0-22" fmla="*/ 0 h 769648"/>
              <a:gd name="connsiteX1-23" fmla="*/ 686849 w 686849"/>
              <a:gd name="connsiteY1-24" fmla="*/ 450056 h 769648"/>
              <a:gd name="connsiteX2-25" fmla="*/ 351093 w 686849"/>
              <a:gd name="connsiteY2-26" fmla="*/ 769648 h 769648"/>
              <a:gd name="connsiteX3-27" fmla="*/ 0 w 686849"/>
              <a:gd name="connsiteY3-28" fmla="*/ 429129 h 769648"/>
              <a:gd name="connsiteX4-29" fmla="*/ 676275 w 686849"/>
              <a:gd name="connsiteY4-30" fmla="*/ 0 h 769648"/>
              <a:gd name="connsiteX0-31" fmla="*/ 762000 w 772574"/>
              <a:gd name="connsiteY0-32" fmla="*/ 0 h 779173"/>
              <a:gd name="connsiteX1-33" fmla="*/ 772574 w 772574"/>
              <a:gd name="connsiteY1-34" fmla="*/ 450056 h 779173"/>
              <a:gd name="connsiteX2-35" fmla="*/ 436818 w 772574"/>
              <a:gd name="connsiteY2-36" fmla="*/ 769648 h 779173"/>
              <a:gd name="connsiteX3-37" fmla="*/ 0 w 772574"/>
              <a:gd name="connsiteY3-38" fmla="*/ 779173 h 779173"/>
              <a:gd name="connsiteX4-39" fmla="*/ 762000 w 772574"/>
              <a:gd name="connsiteY4-40" fmla="*/ 0 h 779173"/>
              <a:gd name="connsiteX0-41" fmla="*/ 762000 w 772574"/>
              <a:gd name="connsiteY0-42" fmla="*/ 0 h 779173"/>
              <a:gd name="connsiteX1-43" fmla="*/ 772574 w 772574"/>
              <a:gd name="connsiteY1-44" fmla="*/ 450056 h 779173"/>
              <a:gd name="connsiteX2-45" fmla="*/ 453487 w 772574"/>
              <a:gd name="connsiteY2-46" fmla="*/ 776792 h 779173"/>
              <a:gd name="connsiteX3-47" fmla="*/ 0 w 772574"/>
              <a:gd name="connsiteY3-48" fmla="*/ 779173 h 779173"/>
              <a:gd name="connsiteX4-49" fmla="*/ 762000 w 772574"/>
              <a:gd name="connsiteY4-50" fmla="*/ 0 h 779173"/>
              <a:gd name="connsiteX0-51" fmla="*/ 773906 w 773906"/>
              <a:gd name="connsiteY0-52" fmla="*/ 0 h 781554"/>
              <a:gd name="connsiteX1-53" fmla="*/ 772574 w 773906"/>
              <a:gd name="connsiteY1-54" fmla="*/ 452437 h 781554"/>
              <a:gd name="connsiteX2-55" fmla="*/ 453487 w 773906"/>
              <a:gd name="connsiteY2-56" fmla="*/ 779173 h 781554"/>
              <a:gd name="connsiteX3-57" fmla="*/ 0 w 773906"/>
              <a:gd name="connsiteY3-58" fmla="*/ 781554 h 781554"/>
              <a:gd name="connsiteX4-59" fmla="*/ 773906 w 773906"/>
              <a:gd name="connsiteY4-60" fmla="*/ 0 h 781554"/>
              <a:gd name="connsiteX0-61" fmla="*/ 773906 w 773906"/>
              <a:gd name="connsiteY0-62" fmla="*/ 0 h 781554"/>
              <a:gd name="connsiteX1-63" fmla="*/ 772574 w 773906"/>
              <a:gd name="connsiteY1-64" fmla="*/ 452437 h 781554"/>
              <a:gd name="connsiteX2-65" fmla="*/ 453487 w 773906"/>
              <a:gd name="connsiteY2-66" fmla="*/ 779173 h 781554"/>
              <a:gd name="connsiteX3-67" fmla="*/ 0 w 773906"/>
              <a:gd name="connsiteY3-68" fmla="*/ 781554 h 781554"/>
              <a:gd name="connsiteX4-69" fmla="*/ 773906 w 773906"/>
              <a:gd name="connsiteY4-70" fmla="*/ 0 h 781554"/>
              <a:gd name="connsiteX0-71" fmla="*/ 773906 w 773906"/>
              <a:gd name="connsiteY0-72" fmla="*/ 0 h 781555"/>
              <a:gd name="connsiteX1-73" fmla="*/ 772574 w 773906"/>
              <a:gd name="connsiteY1-74" fmla="*/ 452437 h 781555"/>
              <a:gd name="connsiteX2-75" fmla="*/ 451105 w 773906"/>
              <a:gd name="connsiteY2-76" fmla="*/ 781555 h 781555"/>
              <a:gd name="connsiteX3-77" fmla="*/ 0 w 773906"/>
              <a:gd name="connsiteY3-78" fmla="*/ 781554 h 781555"/>
              <a:gd name="connsiteX4-79" fmla="*/ 773906 w 773906"/>
              <a:gd name="connsiteY4-80" fmla="*/ 0 h 7815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3906" h="781555">
                <a:moveTo>
                  <a:pt x="773906" y="0"/>
                </a:moveTo>
                <a:lnTo>
                  <a:pt x="772574" y="452437"/>
                </a:lnTo>
                <a:lnTo>
                  <a:pt x="451105" y="781555"/>
                </a:lnTo>
                <a:lnTo>
                  <a:pt x="0" y="781554"/>
                </a:lnTo>
                <a:lnTo>
                  <a:pt x="773906" y="0"/>
                </a:lnTo>
                <a:close/>
              </a:path>
            </a:pathLst>
          </a:custGeom>
          <a:solidFill>
            <a:srgbClr val="D0EDD1">
              <a:lumMod val="5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sp>
        <p:nvSpPr>
          <p:cNvPr id="18" name="矩形 25"/>
          <p:cNvSpPr/>
          <p:nvPr>
            <p:custDataLst>
              <p:tags r:id="rId6"/>
            </p:custDataLst>
          </p:nvPr>
        </p:nvSpPr>
        <p:spPr>
          <a:xfrm>
            <a:off x="440690" y="4702175"/>
            <a:ext cx="842010" cy="441325"/>
          </a:xfrm>
          <a:custGeom>
            <a:avLst/>
            <a:gdLst>
              <a:gd name="connsiteX0" fmla="*/ 0 w 250825"/>
              <a:gd name="connsiteY0" fmla="*/ 0 h 723900"/>
              <a:gd name="connsiteX1" fmla="*/ 250825 w 250825"/>
              <a:gd name="connsiteY1" fmla="*/ 0 h 723900"/>
              <a:gd name="connsiteX2" fmla="*/ 250825 w 250825"/>
              <a:gd name="connsiteY2" fmla="*/ 723900 h 723900"/>
              <a:gd name="connsiteX3" fmla="*/ 0 w 250825"/>
              <a:gd name="connsiteY3" fmla="*/ 723900 h 723900"/>
              <a:gd name="connsiteX4" fmla="*/ 0 w 250825"/>
              <a:gd name="connsiteY4" fmla="*/ 0 h 723900"/>
              <a:gd name="connsiteX0-1" fmla="*/ 0 w 1031875"/>
              <a:gd name="connsiteY0-2" fmla="*/ 152400 h 723900"/>
              <a:gd name="connsiteX1-3" fmla="*/ 1031875 w 1031875"/>
              <a:gd name="connsiteY1-4" fmla="*/ 0 h 723900"/>
              <a:gd name="connsiteX2-5" fmla="*/ 1031875 w 1031875"/>
              <a:gd name="connsiteY2-6" fmla="*/ 723900 h 723900"/>
              <a:gd name="connsiteX3-7" fmla="*/ 781050 w 1031875"/>
              <a:gd name="connsiteY3-8" fmla="*/ 723900 h 723900"/>
              <a:gd name="connsiteX4-9" fmla="*/ 0 w 1031875"/>
              <a:gd name="connsiteY4-10" fmla="*/ 152400 h 723900"/>
              <a:gd name="connsiteX0-11" fmla="*/ 0 w 1031875"/>
              <a:gd name="connsiteY0-12" fmla="*/ 0 h 571500"/>
              <a:gd name="connsiteX1-13" fmla="*/ 569912 w 1031875"/>
              <a:gd name="connsiteY1-14" fmla="*/ 50007 h 571500"/>
              <a:gd name="connsiteX2-15" fmla="*/ 1031875 w 1031875"/>
              <a:gd name="connsiteY2-16" fmla="*/ 571500 h 571500"/>
              <a:gd name="connsiteX3-17" fmla="*/ 781050 w 1031875"/>
              <a:gd name="connsiteY3-18" fmla="*/ 571500 h 571500"/>
              <a:gd name="connsiteX4-19" fmla="*/ 0 w 1031875"/>
              <a:gd name="connsiteY4-20" fmla="*/ 0 h 571500"/>
              <a:gd name="connsiteX0-21" fmla="*/ 0 w 1031875"/>
              <a:gd name="connsiteY0-22" fmla="*/ 0 h 571500"/>
              <a:gd name="connsiteX1-23" fmla="*/ 508000 w 1031875"/>
              <a:gd name="connsiteY1-24" fmla="*/ 7144 h 571500"/>
              <a:gd name="connsiteX2-25" fmla="*/ 1031875 w 1031875"/>
              <a:gd name="connsiteY2-26" fmla="*/ 571500 h 571500"/>
              <a:gd name="connsiteX3-27" fmla="*/ 781050 w 1031875"/>
              <a:gd name="connsiteY3-28" fmla="*/ 571500 h 571500"/>
              <a:gd name="connsiteX4-29" fmla="*/ 0 w 1031875"/>
              <a:gd name="connsiteY4-30" fmla="*/ 0 h 571500"/>
              <a:gd name="connsiteX0-31" fmla="*/ 0 w 1031875"/>
              <a:gd name="connsiteY0-32" fmla="*/ 0 h 578644"/>
              <a:gd name="connsiteX1-33" fmla="*/ 508000 w 1031875"/>
              <a:gd name="connsiteY1-34" fmla="*/ 7144 h 578644"/>
              <a:gd name="connsiteX2-35" fmla="*/ 1031875 w 1031875"/>
              <a:gd name="connsiteY2-36" fmla="*/ 571500 h 578644"/>
              <a:gd name="connsiteX3-37" fmla="*/ 573881 w 1031875"/>
              <a:gd name="connsiteY3-38" fmla="*/ 578644 h 578644"/>
              <a:gd name="connsiteX4-39" fmla="*/ 0 w 1031875"/>
              <a:gd name="connsiteY4-40" fmla="*/ 0 h 578644"/>
              <a:gd name="connsiteX0-41" fmla="*/ 0 w 1031875"/>
              <a:gd name="connsiteY0-42" fmla="*/ 0 h 573882"/>
              <a:gd name="connsiteX1-43" fmla="*/ 508000 w 1031875"/>
              <a:gd name="connsiteY1-44" fmla="*/ 7144 h 573882"/>
              <a:gd name="connsiteX2-45" fmla="*/ 1031875 w 1031875"/>
              <a:gd name="connsiteY2-46" fmla="*/ 571500 h 573882"/>
              <a:gd name="connsiteX3-47" fmla="*/ 585788 w 1031875"/>
              <a:gd name="connsiteY3-48" fmla="*/ 573882 h 573882"/>
              <a:gd name="connsiteX4-49" fmla="*/ 0 w 1031875"/>
              <a:gd name="connsiteY4-50" fmla="*/ 0 h 573882"/>
              <a:gd name="connsiteX0-51" fmla="*/ 0 w 1031875"/>
              <a:gd name="connsiteY0-52" fmla="*/ 0 h 581025"/>
              <a:gd name="connsiteX1-53" fmla="*/ 508000 w 1031875"/>
              <a:gd name="connsiteY1-54" fmla="*/ 7144 h 581025"/>
              <a:gd name="connsiteX2-55" fmla="*/ 1031875 w 1031875"/>
              <a:gd name="connsiteY2-56" fmla="*/ 571500 h 581025"/>
              <a:gd name="connsiteX3-57" fmla="*/ 573881 w 1031875"/>
              <a:gd name="connsiteY3-58" fmla="*/ 581025 h 581025"/>
              <a:gd name="connsiteX4-59" fmla="*/ 0 w 1031875"/>
              <a:gd name="connsiteY4-60" fmla="*/ 0 h 581025"/>
              <a:gd name="connsiteX0-61" fmla="*/ 0 w 889000"/>
              <a:gd name="connsiteY0-62" fmla="*/ 0 h 581025"/>
              <a:gd name="connsiteX1-63" fmla="*/ 508000 w 889000"/>
              <a:gd name="connsiteY1-64" fmla="*/ 7144 h 581025"/>
              <a:gd name="connsiteX2-65" fmla="*/ 889000 w 889000"/>
              <a:gd name="connsiteY2-66" fmla="*/ 578643 h 581025"/>
              <a:gd name="connsiteX3-67" fmla="*/ 573881 w 889000"/>
              <a:gd name="connsiteY3-68" fmla="*/ 581025 h 581025"/>
              <a:gd name="connsiteX4-69" fmla="*/ 0 w 889000"/>
              <a:gd name="connsiteY4-70" fmla="*/ 0 h 581025"/>
              <a:gd name="connsiteX0-71" fmla="*/ 0 w 1122362"/>
              <a:gd name="connsiteY0-72" fmla="*/ 0 h 588168"/>
              <a:gd name="connsiteX1-73" fmla="*/ 508000 w 1122362"/>
              <a:gd name="connsiteY1-74" fmla="*/ 7144 h 588168"/>
              <a:gd name="connsiteX2-75" fmla="*/ 1122362 w 1122362"/>
              <a:gd name="connsiteY2-76" fmla="*/ 588168 h 588168"/>
              <a:gd name="connsiteX3-77" fmla="*/ 573881 w 1122362"/>
              <a:gd name="connsiteY3-78" fmla="*/ 581025 h 588168"/>
              <a:gd name="connsiteX4-79" fmla="*/ 0 w 1122362"/>
              <a:gd name="connsiteY4-80" fmla="*/ 0 h 588168"/>
              <a:gd name="connsiteX0-81" fmla="*/ 0 w 1122362"/>
              <a:gd name="connsiteY0-82" fmla="*/ 0 h 588168"/>
              <a:gd name="connsiteX1-83" fmla="*/ 510381 w 1122362"/>
              <a:gd name="connsiteY1-84" fmla="*/ 0 h 588168"/>
              <a:gd name="connsiteX2-85" fmla="*/ 1122362 w 1122362"/>
              <a:gd name="connsiteY2-86" fmla="*/ 588168 h 588168"/>
              <a:gd name="connsiteX3-87" fmla="*/ 573881 w 1122362"/>
              <a:gd name="connsiteY3-88" fmla="*/ 581025 h 588168"/>
              <a:gd name="connsiteX4-89" fmla="*/ 0 w 1122362"/>
              <a:gd name="connsiteY4-90" fmla="*/ 0 h 588168"/>
              <a:gd name="connsiteX0-91" fmla="*/ 0 w 1122362"/>
              <a:gd name="connsiteY0-92" fmla="*/ 0 h 588169"/>
              <a:gd name="connsiteX1-93" fmla="*/ 510381 w 1122362"/>
              <a:gd name="connsiteY1-94" fmla="*/ 0 h 588169"/>
              <a:gd name="connsiteX2-95" fmla="*/ 1122362 w 1122362"/>
              <a:gd name="connsiteY2-96" fmla="*/ 588168 h 588169"/>
              <a:gd name="connsiteX3-97" fmla="*/ 578644 w 1122362"/>
              <a:gd name="connsiteY3-98" fmla="*/ 588169 h 588169"/>
              <a:gd name="connsiteX4-99" fmla="*/ 0 w 1122362"/>
              <a:gd name="connsiteY4-100" fmla="*/ 0 h 58816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22362" h="588169">
                <a:moveTo>
                  <a:pt x="0" y="0"/>
                </a:moveTo>
                <a:lnTo>
                  <a:pt x="510381" y="0"/>
                </a:lnTo>
                <a:lnTo>
                  <a:pt x="1122362" y="588168"/>
                </a:lnTo>
                <a:lnTo>
                  <a:pt x="578644" y="588169"/>
                </a:lnTo>
                <a:lnTo>
                  <a:pt x="0" y="0"/>
                </a:lnTo>
                <a:close/>
              </a:path>
            </a:pathLst>
          </a:custGeom>
          <a:solidFill>
            <a:srgbClr val="D0EDD1"/>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pic>
        <p:nvPicPr>
          <p:cNvPr id="6" name="图片 5" descr="图片1"/>
          <p:cNvPicPr>
            <a:picLocks noChangeAspect="1"/>
          </p:cNvPicPr>
          <p:nvPr>
            <p:custDataLst>
              <p:tags r:id="rId7"/>
            </p:custDataLst>
          </p:nvPr>
        </p:nvPicPr>
        <p:blipFill>
          <a:blip r:embed="rId11"/>
          <a:stretch>
            <a:fillRect/>
          </a:stretch>
        </p:blipFill>
        <p:spPr>
          <a:xfrm>
            <a:off x="3206115" y="1905"/>
            <a:ext cx="5929789" cy="5120640"/>
          </a:xfrm>
          <a:prstGeom prst="rect">
            <a:avLst/>
          </a:prstGeom>
        </p:spPr>
      </p:pic>
      <p:sp>
        <p:nvSpPr>
          <p:cNvPr id="8" name="文本框 17"/>
          <p:cNvSpPr txBox="1"/>
          <p:nvPr>
            <p:custDataLst>
              <p:tags r:id="rId8"/>
            </p:custDataLst>
          </p:nvPr>
        </p:nvSpPr>
        <p:spPr>
          <a:xfrm>
            <a:off x="588645" y="2155825"/>
            <a:ext cx="3110230" cy="1454785"/>
          </a:xfrm>
          <a:prstGeom prst="rect">
            <a:avLst/>
          </a:prstGeom>
        </p:spPr>
        <p:txBody>
          <a:bodyPr vert="horz"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0" lvl="0" indent="0" algn="just" defTabSz="685165" fontAlgn="auto">
              <a:lnSpc>
                <a:spcPct val="150000"/>
              </a:lnSpc>
              <a:spcBef>
                <a:spcPts val="800"/>
              </a:spcBef>
              <a:spcAft>
                <a:spcPts val="0"/>
              </a:spcAft>
              <a:buSzPct val="100000"/>
            </a:pPr>
            <a:r>
              <a:rPr sz="1200" spc="150" dirty="0">
                <a:solidFill>
                  <a:srgbClr val="000000"/>
                </a:solidFill>
                <a:latin typeface="Arial" panose="020B0604020202020204" pitchFamily="34" charset="0"/>
                <a:ea typeface="微软雅黑" panose="020B0503020204020204" charset="-122"/>
                <a:sym typeface="+mn-ea"/>
              </a:rPr>
              <a:t>若要关闭“开始”菜单，可用鼠标再次单击“开始”按钮    ，或者单击“开始”菜单之外的区域，或者再次按Windows键    ，再或者按Esc键。后面将详细介绍“开始”菜单的使用。</a:t>
            </a:r>
          </a:p>
        </p:txBody>
      </p:sp>
      <p:pic>
        <p:nvPicPr>
          <p:cNvPr id="2" name="图片 1"/>
          <p:cNvPicPr>
            <a:picLocks noChangeAspect="1"/>
          </p:cNvPicPr>
          <p:nvPr/>
        </p:nvPicPr>
        <p:blipFill>
          <a:blip r:embed="rId12"/>
          <a:stretch>
            <a:fillRect/>
          </a:stretch>
        </p:blipFill>
        <p:spPr>
          <a:xfrm>
            <a:off x="1680845" y="2559685"/>
            <a:ext cx="186861" cy="180000"/>
          </a:xfrm>
          <a:prstGeom prst="rect">
            <a:avLst/>
          </a:prstGeom>
        </p:spPr>
      </p:pic>
      <p:pic>
        <p:nvPicPr>
          <p:cNvPr id="3" name="图片 2"/>
          <p:cNvPicPr>
            <a:picLocks noChangeAspect="1"/>
          </p:cNvPicPr>
          <p:nvPr/>
        </p:nvPicPr>
        <p:blipFill>
          <a:blip r:embed="rId13"/>
          <a:stretch>
            <a:fillRect/>
          </a:stretch>
        </p:blipFill>
        <p:spPr>
          <a:xfrm>
            <a:off x="868680" y="3088640"/>
            <a:ext cx="193040" cy="18542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2"/>
            </p:custDataLst>
          </p:nvPr>
        </p:nvSpPr>
        <p:spPr>
          <a:xfrm>
            <a:off x="-1" y="0"/>
            <a:ext cx="2871646" cy="5143500"/>
          </a:xfrm>
          <a:prstGeom prst="rect">
            <a:avLst/>
          </a:prstGeom>
          <a:solidFill>
            <a:sysClr val="window" lastClr="FFFFFF">
              <a:lumMod val="95000"/>
            </a:sys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斜纹 19"/>
          <p:cNvSpPr/>
          <p:nvPr>
            <p:custDataLst>
              <p:tags r:id="rId3"/>
            </p:custDataLst>
          </p:nvPr>
        </p:nvSpPr>
        <p:spPr>
          <a:xfrm rot="10800000">
            <a:off x="8105064" y="4104564"/>
            <a:ext cx="1038936" cy="1038936"/>
          </a:xfrm>
          <a:prstGeom prst="diagStripe">
            <a:avLst/>
          </a:prstGeom>
          <a:solidFill>
            <a:srgbClr val="E34D4D">
              <a:lumMod val="20000"/>
              <a:lumOff val="80000"/>
              <a:alpha val="7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kumimoji="1" lang="zh-CN" altLang="en-US" sz="1200" b="1"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21" name="斜纹 20"/>
          <p:cNvSpPr/>
          <p:nvPr>
            <p:custDataLst>
              <p:tags r:id="rId4"/>
            </p:custDataLst>
          </p:nvPr>
        </p:nvSpPr>
        <p:spPr>
          <a:xfrm>
            <a:off x="0" y="0"/>
            <a:ext cx="970562" cy="970562"/>
          </a:xfrm>
          <a:prstGeom prst="diagStripe">
            <a:avLst/>
          </a:prstGeom>
          <a:solidFill>
            <a:srgbClr val="E34D4D">
              <a:lumMod val="20000"/>
              <a:lumOff val="80000"/>
              <a:alpha val="7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kumimoji="1" lang="zh-CN" altLang="en-US" sz="1200" b="1">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836" name="MONITOR…"/>
          <p:cNvSpPr txBox="1"/>
          <p:nvPr>
            <p:custDataLst>
              <p:tags r:id="rId5"/>
            </p:custDataLst>
          </p:nvPr>
        </p:nvSpPr>
        <p:spPr>
          <a:xfrm>
            <a:off x="357540" y="1811867"/>
            <a:ext cx="2140001" cy="1519766"/>
          </a:xfrm>
          <a:prstGeom prst="rect">
            <a:avLst/>
          </a:prstGeom>
          <a:ln w="12700">
            <a:miter lim="400000"/>
          </a:ln>
        </p:spPr>
        <p:txBody>
          <a:bodyPr wrap="square" lIns="34289" rIns="34289">
            <a:normAutofit/>
          </a:bodyPr>
          <a:lstStyle/>
          <a:p>
            <a:pPr marL="0" marR="0" lvl="0" indent="0" algn="ctr" defTabSz="914400" rtl="0" eaLnBrk="1" fontAlgn="auto" latinLnBrk="0" hangingPunct="1">
              <a:lnSpc>
                <a:spcPct val="120000"/>
              </a:lnSpc>
              <a:spcBef>
                <a:spcPts val="0"/>
              </a:spcBef>
              <a:spcAft>
                <a:spcPts val="0"/>
              </a:spcAft>
              <a:buSzPct val="100000"/>
              <a:buFontTx/>
              <a:buNone/>
              <a:defRPr/>
            </a:pPr>
            <a:r>
              <a:rPr kumimoji="0" lang="zh-CN" altLang="en-US" sz="3000" b="1" i="0" kern="1200" cap="none" spc="300" normalizeH="0" noProof="0" dirty="0">
                <a:ln>
                  <a:noFill/>
                </a:ln>
                <a:solidFill>
                  <a:srgbClr val="000000">
                    <a:lumMod val="75000"/>
                    <a:lumOff val="25000"/>
                  </a:srgbClr>
                </a:solidFill>
                <a:effectLst/>
                <a:latin typeface="Arial" panose="020B0604020202020204" pitchFamily="34" charset="0"/>
                <a:ea typeface="微软雅黑" panose="020B0503020204020204" charset="-122"/>
                <a:sym typeface="+mn-ea"/>
              </a:rPr>
              <a:t>任务栏</a:t>
            </a:r>
          </a:p>
        </p:txBody>
      </p:sp>
      <p:sp>
        <p:nvSpPr>
          <p:cNvPr id="838" name="Far far away, behind the word mountains, far from the countries Vokalia and Consonantia, there live the blind texts. Separated they live in Bookmarksgrove right at the coast of the Semantics, a large language ocean.…"/>
          <p:cNvSpPr txBox="1"/>
          <p:nvPr>
            <p:custDataLst>
              <p:tags r:id="rId6"/>
            </p:custDataLst>
          </p:nvPr>
        </p:nvSpPr>
        <p:spPr>
          <a:xfrm>
            <a:off x="3327400" y="3658235"/>
            <a:ext cx="5354320" cy="975995"/>
          </a:xfrm>
          <a:prstGeom prst="rect">
            <a:avLst/>
          </a:prstGeom>
          <a:ln w="12700">
            <a:miter lim="400000"/>
          </a:ln>
        </p:spPr>
        <p:txBody>
          <a:bodyPr wrap="square" lIns="67500" rIns="67500">
            <a:spAutoFit/>
          </a:bodyPr>
          <a:lstStyle/>
          <a:p>
            <a:pPr marL="0" marR="0" lvl="0" indent="342900" algn="just" defTabSz="914400" rtl="0" fontAlgn="auto">
              <a:lnSpc>
                <a:spcPct val="120000"/>
              </a:lnSpc>
              <a:spcBef>
                <a:spcPts val="0"/>
              </a:spcBef>
              <a:spcAft>
                <a:spcPts val="0"/>
              </a:spcAft>
              <a:buSzPct val="100000"/>
              <a:buFontTx/>
              <a:buNone/>
              <a:defRPr sz="1200" i="1">
                <a:solidFill>
                  <a:srgbClr val="1B1E22"/>
                </a:solidFill>
                <a:latin typeface="Roboto Medium"/>
                <a:ea typeface="Roboto Medium"/>
                <a:cs typeface="Roboto Medium"/>
                <a:sym typeface="Roboto Medium"/>
              </a:defRPr>
              <a:extLst>
                <a:ext uri="{35155182-B16C-46BC-9424-99874614C6A1}">
                  <wpsdc:indentchars xmlns:wpsdc="http://www.wps.cn/officeDocument/2017/drawingmlCustomData" xmlns="" val="200" checksum="758948160"/>
                </a:ext>
              </a:extLst>
            </a:pPr>
            <a:r>
              <a:rPr kumimoji="0" sz="1200" b="0" i="0" kern="1200" cap="none" spc="150" normalizeH="0" noProof="0" dirty="0">
                <a:ln>
                  <a:noFill/>
                </a:ln>
                <a:solidFill>
                  <a:srgbClr val="000000">
                    <a:lumMod val="85000"/>
                    <a:lumOff val="15000"/>
                  </a:srgbClr>
                </a:solidFill>
                <a:effectLst/>
                <a:latin typeface="Arial" panose="020B0604020202020204" pitchFamily="34" charset="0"/>
                <a:ea typeface="微软雅黑" panose="020B0503020204020204" charset="-122"/>
              </a:rPr>
              <a:t>当用户打开程序、文档或窗口后，在“任务栏”上就会出现一个相应的按钮。如果要切换窗口，只需单击代表该窗口的按钮即可。</a:t>
            </a:r>
          </a:p>
          <a:p>
            <a:pPr marL="0" marR="0" lvl="0" indent="342900" algn="just" defTabSz="914400" rtl="0" fontAlgn="auto">
              <a:lnSpc>
                <a:spcPct val="120000"/>
              </a:lnSpc>
              <a:spcBef>
                <a:spcPts val="0"/>
              </a:spcBef>
              <a:spcAft>
                <a:spcPts val="0"/>
              </a:spcAft>
              <a:buSzPct val="100000"/>
              <a:buFontTx/>
              <a:buNone/>
              <a:defRPr sz="1200" i="1">
                <a:solidFill>
                  <a:srgbClr val="1B1E22"/>
                </a:solidFill>
                <a:latin typeface="Roboto Medium"/>
                <a:ea typeface="Roboto Medium"/>
                <a:cs typeface="Roboto Medium"/>
                <a:sym typeface="Roboto Medium"/>
              </a:defRPr>
              <a:extLst>
                <a:ext uri="{35155182-B16C-46BC-9424-99874614C6A1}">
                  <wpsdc:indentchars xmlns:wpsdc="http://www.wps.cn/officeDocument/2017/drawingmlCustomData" xmlns="" val="200" checksum="758948160"/>
                </a:ext>
              </a:extLst>
            </a:pPr>
            <a:r>
              <a:rPr kumimoji="0" sz="1200" b="0" i="0" kern="1200" cap="none" spc="150" normalizeH="0" noProof="0" dirty="0">
                <a:ln>
                  <a:noFill/>
                </a:ln>
                <a:solidFill>
                  <a:srgbClr val="000000">
                    <a:lumMod val="85000"/>
                    <a:lumOff val="15000"/>
                  </a:srgbClr>
                </a:solidFill>
                <a:effectLst/>
                <a:latin typeface="Arial" panose="020B0604020202020204" pitchFamily="34" charset="0"/>
                <a:ea typeface="微软雅黑" panose="020B0503020204020204" charset="-122"/>
              </a:rPr>
              <a:t>如果要关闭某窗口，右键单击该按钮，在弹出的快捷菜单中单击“关闭”命令，在关闭一个窗口后，其按钮也将从“任务栏”上消失。</a:t>
            </a:r>
          </a:p>
        </p:txBody>
      </p:sp>
      <p:sp>
        <p:nvSpPr>
          <p:cNvPr id="839" name="加号"/>
          <p:cNvSpPr/>
          <p:nvPr>
            <p:custDataLst>
              <p:tags r:id="rId7"/>
            </p:custDataLst>
          </p:nvPr>
        </p:nvSpPr>
        <p:spPr>
          <a:xfrm>
            <a:off x="8611447" y="132329"/>
            <a:ext cx="390459" cy="390459"/>
          </a:xfrm>
          <a:prstGeom prst="plus">
            <a:avLst>
              <a:gd name="adj" fmla="val 41943"/>
            </a:avLst>
          </a:prstGeom>
          <a:solidFill>
            <a:srgbClr val="E34D4D">
              <a:lumMod val="20000"/>
              <a:lumOff val="80000"/>
            </a:srgbClr>
          </a:solidFill>
          <a:ln w="12700">
            <a:miter lim="400000"/>
          </a:ln>
        </p:spPr>
        <p:txBody>
          <a:bodyPr lIns="34289" rIns="34289" anchor="ctr"/>
          <a:lstStyle/>
          <a:p>
            <a:pPr marL="0" marR="0" lvl="0" indent="0" algn="l" defTabSz="914400" rtl="0" eaLnBrk="1" fontAlgn="auto" latinLnBrk="0" hangingPunct="1">
              <a:lnSpc>
                <a:spcPct val="120000"/>
              </a:lnSpc>
              <a:buClrTx/>
              <a:buSzTx/>
              <a:buFontTx/>
              <a:buNone/>
              <a:defRPr>
                <a:solidFill>
                  <a:srgbClr val="FFFFFF"/>
                </a:solidFill>
              </a:defRPr>
            </a:pPr>
            <a:endParaRPr kumimoji="0" sz="135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29" name="形状"/>
          <p:cNvSpPr/>
          <p:nvPr>
            <p:custDataLst>
              <p:tags r:id="rId8"/>
            </p:custDataLst>
          </p:nvPr>
        </p:nvSpPr>
        <p:spPr>
          <a:xfrm>
            <a:off x="5380178" y="3036671"/>
            <a:ext cx="1308575" cy="48756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19386"/>
                  <a:pt x="0" y="19386"/>
                  <a:pt x="0" y="19386"/>
                </a:cubicBezTo>
                <a:cubicBezTo>
                  <a:pt x="478" y="19386"/>
                  <a:pt x="478" y="19386"/>
                  <a:pt x="478" y="19386"/>
                </a:cubicBezTo>
                <a:cubicBezTo>
                  <a:pt x="1749" y="18949"/>
                  <a:pt x="2862" y="16313"/>
                  <a:pt x="3177" y="12337"/>
                </a:cubicBezTo>
                <a:cubicBezTo>
                  <a:pt x="4291" y="0"/>
                  <a:pt x="4291" y="0"/>
                  <a:pt x="4291" y="0"/>
                </a:cubicBezTo>
                <a:cubicBezTo>
                  <a:pt x="17315" y="0"/>
                  <a:pt x="17315" y="0"/>
                  <a:pt x="17315" y="0"/>
                </a:cubicBezTo>
                <a:cubicBezTo>
                  <a:pt x="18585" y="12337"/>
                  <a:pt x="18585" y="12337"/>
                  <a:pt x="18585" y="12337"/>
                </a:cubicBezTo>
                <a:cubicBezTo>
                  <a:pt x="18901" y="16313"/>
                  <a:pt x="20014" y="18949"/>
                  <a:pt x="21285" y="19386"/>
                </a:cubicBezTo>
                <a:cubicBezTo>
                  <a:pt x="21600" y="19386"/>
                  <a:pt x="21600" y="19386"/>
                  <a:pt x="21600" y="19386"/>
                </a:cubicBezTo>
                <a:cubicBezTo>
                  <a:pt x="21600" y="21600"/>
                  <a:pt x="21600" y="21600"/>
                  <a:pt x="21600" y="21600"/>
                </a:cubicBezTo>
                <a:cubicBezTo>
                  <a:pt x="0" y="21600"/>
                  <a:pt x="0" y="21600"/>
                  <a:pt x="0" y="21600"/>
                </a:cubicBezTo>
              </a:path>
            </a:pathLst>
          </a:custGeom>
          <a:solidFill>
            <a:sysClr val="window" lastClr="FFFFFF">
              <a:lumMod val="95000"/>
            </a:sysClr>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0" name="形状"/>
          <p:cNvSpPr/>
          <p:nvPr>
            <p:custDataLst>
              <p:tags r:id="rId9"/>
            </p:custDataLst>
          </p:nvPr>
        </p:nvSpPr>
        <p:spPr>
          <a:xfrm>
            <a:off x="5606072" y="3036671"/>
            <a:ext cx="861913" cy="140525"/>
          </a:xfrm>
          <a:custGeom>
            <a:avLst/>
            <a:gdLst/>
            <a:ahLst/>
            <a:cxnLst>
              <a:cxn ang="0">
                <a:pos x="wd2" y="hd2"/>
              </a:cxn>
              <a:cxn ang="5400000">
                <a:pos x="wd2" y="hd2"/>
              </a:cxn>
              <a:cxn ang="10800000">
                <a:pos x="wd2" y="hd2"/>
              </a:cxn>
              <a:cxn ang="16200000">
                <a:pos x="wd2" y="hd2"/>
              </a:cxn>
            </a:cxnLst>
            <a:rect l="0" t="0" r="r" b="b"/>
            <a:pathLst>
              <a:path w="21600" h="21600" extrusionOk="0">
                <a:moveTo>
                  <a:pt x="853" y="0"/>
                </a:moveTo>
                <a:cubicBezTo>
                  <a:pt x="20626" y="0"/>
                  <a:pt x="20626" y="0"/>
                  <a:pt x="20626" y="0"/>
                </a:cubicBezTo>
                <a:cubicBezTo>
                  <a:pt x="20868" y="5351"/>
                  <a:pt x="21079" y="10032"/>
                  <a:pt x="21263" y="14129"/>
                </a:cubicBezTo>
                <a:lnTo>
                  <a:pt x="21600" y="21600"/>
                </a:lnTo>
                <a:lnTo>
                  <a:pt x="0" y="21600"/>
                </a:lnTo>
                <a:lnTo>
                  <a:pt x="140" y="18058"/>
                </a:lnTo>
                <a:cubicBezTo>
                  <a:pt x="853" y="0"/>
                  <a:pt x="853" y="0"/>
                  <a:pt x="853" y="0"/>
                </a:cubicBezTo>
                <a:close/>
              </a:path>
            </a:pathLst>
          </a:custGeom>
          <a:solidFill>
            <a:sysClr val="window" lastClr="FFFFFF">
              <a:lumMod val="85000"/>
            </a:sysClr>
          </a:solidFill>
          <a:ln w="12700" cap="flat">
            <a:noFill/>
            <a:miter lim="400000"/>
          </a:ln>
          <a:effectLst/>
        </p:spPr>
        <p:txBody>
          <a:bodyPr wrap="square" lIns="34289" tIns="34289" rIns="34289" bIns="34289" numCol="1" anchor="ctr">
            <a:noAutofit/>
          </a:bodyPr>
          <a:lstStyle/>
          <a:p>
            <a:pPr marL="0" marR="0" lvl="0" indent="0" algn="ctr" defTabSz="914400" rtl="0" eaLnBrk="1" fontAlgn="auto" latinLnBrk="0" hangingPunct="1">
              <a:lnSpc>
                <a:spcPct val="120000"/>
              </a:lnSpc>
              <a:buClrTx/>
              <a:buSzTx/>
              <a:buFontTx/>
              <a:buNone/>
              <a:defRPr>
                <a:solidFill>
                  <a:srgbClr val="FFFFFF"/>
                </a:solidFill>
              </a:defRPr>
            </a:pPr>
            <a:endParaRPr kumimoji="0" sz="135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1" name="形状"/>
          <p:cNvSpPr/>
          <p:nvPr>
            <p:custDataLst>
              <p:tags r:id="rId10"/>
            </p:custDataLst>
          </p:nvPr>
        </p:nvSpPr>
        <p:spPr>
          <a:xfrm>
            <a:off x="3997554" y="317322"/>
            <a:ext cx="4013529" cy="243350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796"/>
                  <a:pt x="0" y="796"/>
                  <a:pt x="0" y="796"/>
                </a:cubicBezTo>
                <a:cubicBezTo>
                  <a:pt x="0" y="353"/>
                  <a:pt x="214" y="0"/>
                  <a:pt x="481" y="0"/>
                </a:cubicBezTo>
                <a:cubicBezTo>
                  <a:pt x="21119" y="0"/>
                  <a:pt x="21119" y="0"/>
                  <a:pt x="21119" y="0"/>
                </a:cubicBezTo>
                <a:cubicBezTo>
                  <a:pt x="21386" y="0"/>
                  <a:pt x="21600" y="353"/>
                  <a:pt x="21600" y="796"/>
                </a:cubicBezTo>
                <a:cubicBezTo>
                  <a:pt x="21600" y="21600"/>
                  <a:pt x="21600" y="21600"/>
                  <a:pt x="21600" y="21600"/>
                </a:cubicBezTo>
                <a:lnTo>
                  <a:pt x="0" y="21600"/>
                </a:lnTo>
              </a:path>
            </a:pathLst>
          </a:custGeom>
          <a:solidFill>
            <a:srgbClr val="262626"/>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2" name="形状"/>
          <p:cNvSpPr/>
          <p:nvPr>
            <p:custDataLst>
              <p:tags r:id="rId11"/>
            </p:custDataLst>
          </p:nvPr>
        </p:nvSpPr>
        <p:spPr>
          <a:xfrm>
            <a:off x="3997554" y="2751146"/>
            <a:ext cx="4013529" cy="367000"/>
          </a:xfrm>
          <a:custGeom>
            <a:avLst/>
            <a:gdLst/>
            <a:ahLst/>
            <a:cxnLst>
              <a:cxn ang="0">
                <a:pos x="wd2" y="hd2"/>
              </a:cxn>
              <a:cxn ang="5400000">
                <a:pos x="wd2" y="hd2"/>
              </a:cxn>
              <a:cxn ang="10800000">
                <a:pos x="wd2" y="hd2"/>
              </a:cxn>
              <a:cxn ang="16200000">
                <a:pos x="wd2" y="hd2"/>
              </a:cxn>
            </a:cxnLst>
            <a:rect l="0" t="0" r="r" b="b"/>
            <a:pathLst>
              <a:path w="21600" h="21600" extrusionOk="0">
                <a:moveTo>
                  <a:pt x="21119" y="21600"/>
                </a:moveTo>
                <a:cubicBezTo>
                  <a:pt x="481" y="21600"/>
                  <a:pt x="481" y="21600"/>
                  <a:pt x="481" y="21600"/>
                </a:cubicBezTo>
                <a:cubicBezTo>
                  <a:pt x="214" y="21600"/>
                  <a:pt x="0" y="18685"/>
                  <a:pt x="0" y="15752"/>
                </a:cubicBezTo>
                <a:cubicBezTo>
                  <a:pt x="0" y="0"/>
                  <a:pt x="0" y="0"/>
                  <a:pt x="0" y="0"/>
                </a:cubicBezTo>
                <a:cubicBezTo>
                  <a:pt x="21600" y="0"/>
                  <a:pt x="21600" y="0"/>
                  <a:pt x="21600" y="0"/>
                </a:cubicBezTo>
                <a:cubicBezTo>
                  <a:pt x="21600" y="15752"/>
                  <a:pt x="21600" y="15752"/>
                  <a:pt x="21600" y="15752"/>
                </a:cubicBezTo>
                <a:cubicBezTo>
                  <a:pt x="21600" y="18685"/>
                  <a:pt x="21386" y="21600"/>
                  <a:pt x="21119" y="21600"/>
                </a:cubicBezTo>
              </a:path>
            </a:pathLst>
          </a:custGeom>
          <a:solidFill>
            <a:sysClr val="window" lastClr="FFFFFF">
              <a:lumMod val="95000"/>
            </a:sysClr>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3" name="形状"/>
          <p:cNvSpPr/>
          <p:nvPr>
            <p:custDataLst>
              <p:tags r:id="rId12"/>
            </p:custDataLst>
          </p:nvPr>
        </p:nvSpPr>
        <p:spPr>
          <a:xfrm>
            <a:off x="6023403" y="377606"/>
            <a:ext cx="40336" cy="40335"/>
          </a:xfrm>
          <a:custGeom>
            <a:avLst/>
            <a:gdLst/>
            <a:ahLst/>
            <a:cxnLst>
              <a:cxn ang="0">
                <a:pos x="wd2" y="hd2"/>
              </a:cxn>
              <a:cxn ang="5400000">
                <a:pos x="wd2" y="hd2"/>
              </a:cxn>
              <a:cxn ang="10800000">
                <a:pos x="wd2" y="hd2"/>
              </a:cxn>
              <a:cxn ang="16200000">
                <a:pos x="wd2" y="hd2"/>
              </a:cxn>
            </a:cxnLst>
            <a:rect l="0" t="0" r="r" b="b"/>
            <a:pathLst>
              <a:path w="21600" h="21600" extrusionOk="0">
                <a:moveTo>
                  <a:pt x="10886" y="0"/>
                </a:moveTo>
                <a:cubicBezTo>
                  <a:pt x="16243" y="0"/>
                  <a:pt x="21600" y="5357"/>
                  <a:pt x="21600" y="10714"/>
                </a:cubicBezTo>
                <a:cubicBezTo>
                  <a:pt x="21600" y="16243"/>
                  <a:pt x="16243" y="21600"/>
                  <a:pt x="10886" y="21600"/>
                </a:cubicBezTo>
                <a:cubicBezTo>
                  <a:pt x="5357" y="21600"/>
                  <a:pt x="0" y="16243"/>
                  <a:pt x="0" y="10714"/>
                </a:cubicBezTo>
                <a:cubicBezTo>
                  <a:pt x="0" y="5357"/>
                  <a:pt x="5357" y="0"/>
                  <a:pt x="10886" y="0"/>
                </a:cubicBezTo>
              </a:path>
            </a:pathLst>
          </a:custGeom>
          <a:solidFill>
            <a:sysClr val="window" lastClr="FFFFFF">
              <a:lumMod val="75000"/>
            </a:sysClr>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4" name="矩形"/>
          <p:cNvSpPr/>
          <p:nvPr>
            <p:custDataLst>
              <p:tags r:id="rId13"/>
            </p:custDataLst>
          </p:nvPr>
        </p:nvSpPr>
        <p:spPr>
          <a:xfrm>
            <a:off x="4116721" y="477146"/>
            <a:ext cx="3775195" cy="2116661"/>
          </a:xfrm>
          <a:prstGeom prst="rect">
            <a:avLst/>
          </a:prstGeom>
          <a:solidFill>
            <a:srgbClr val="F2F2F2"/>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pic>
        <p:nvPicPr>
          <p:cNvPr id="7" name="图片 6" descr="C:\Users\18645\Desktop\图片1.png图片1"/>
          <p:cNvPicPr>
            <a:picLocks noChangeAspect="1"/>
          </p:cNvPicPr>
          <p:nvPr>
            <p:custDataLst>
              <p:tags r:id="rId14"/>
            </p:custDataLst>
          </p:nvPr>
        </p:nvPicPr>
        <p:blipFill rotWithShape="1">
          <a:blip r:embed="rId19"/>
          <a:srcRect t="902" b="299"/>
          <a:stretch>
            <a:fillRect/>
          </a:stretch>
        </p:blipFill>
        <p:spPr>
          <a:xfrm>
            <a:off x="4116721" y="465645"/>
            <a:ext cx="3782126" cy="2131552"/>
          </a:xfrm>
          <a:prstGeom prst="rect">
            <a:avLst/>
          </a:prstGeom>
        </p:spPr>
      </p:pic>
      <p:sp>
        <p:nvSpPr>
          <p:cNvPr id="28" name="任意多边形: 形状 27"/>
          <p:cNvSpPr>
            <a:spLocks noChangeAspect="1"/>
          </p:cNvSpPr>
          <p:nvPr>
            <p:custDataLst>
              <p:tags r:id="rId15"/>
            </p:custDataLst>
          </p:nvPr>
        </p:nvSpPr>
        <p:spPr>
          <a:xfrm>
            <a:off x="441960" y="1227455"/>
            <a:ext cx="212725" cy="327660"/>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wrap="square" rtlCol="0" anchor="ctr">
            <a:noAutofit/>
          </a:bodyP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任意多边形: 形状 28"/>
          <p:cNvSpPr>
            <a:spLocks noChangeAspect="1"/>
          </p:cNvSpPr>
          <p:nvPr>
            <p:custDataLst>
              <p:tags r:id="rId16"/>
            </p:custDataLst>
          </p:nvPr>
        </p:nvSpPr>
        <p:spPr>
          <a:xfrm>
            <a:off x="721360" y="1227455"/>
            <a:ext cx="212725" cy="327660"/>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wrap="square" rtlCol="0" anchor="ctr">
            <a:noAutofit/>
          </a:bodyP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 name="圆角矩形标注 3"/>
          <p:cNvSpPr/>
          <p:nvPr/>
        </p:nvSpPr>
        <p:spPr>
          <a:xfrm>
            <a:off x="5196840" y="2000250"/>
            <a:ext cx="933450" cy="381000"/>
          </a:xfrm>
          <a:prstGeom prst="wedgeRoundRectCallout">
            <a:avLst>
              <a:gd name="adj1" fmla="val -80544"/>
              <a:gd name="adj2" fmla="val 88333"/>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1200">
                <a:solidFill>
                  <a:schemeClr val="tx1"/>
                </a:solidFill>
              </a:rPr>
              <a:t>任务栏</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2"/>
            </p:custDataLst>
          </p:nvPr>
        </p:nvSpPr>
        <p:spPr>
          <a:xfrm>
            <a:off x="-1" y="0"/>
            <a:ext cx="2871646" cy="5143500"/>
          </a:xfrm>
          <a:prstGeom prst="rect">
            <a:avLst/>
          </a:prstGeom>
          <a:solidFill>
            <a:sysClr val="window" lastClr="FFFFFF">
              <a:lumMod val="95000"/>
            </a:sys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斜纹 19"/>
          <p:cNvSpPr/>
          <p:nvPr>
            <p:custDataLst>
              <p:tags r:id="rId3"/>
            </p:custDataLst>
          </p:nvPr>
        </p:nvSpPr>
        <p:spPr>
          <a:xfrm rot="10800000">
            <a:off x="8105064" y="4104564"/>
            <a:ext cx="1038936" cy="1038936"/>
          </a:xfrm>
          <a:prstGeom prst="diagStripe">
            <a:avLst/>
          </a:prstGeom>
          <a:solidFill>
            <a:srgbClr val="E34D4D">
              <a:lumMod val="20000"/>
              <a:lumOff val="80000"/>
              <a:alpha val="7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kumimoji="1" lang="zh-CN" altLang="en-US" sz="1200" b="1"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21" name="斜纹 20"/>
          <p:cNvSpPr/>
          <p:nvPr>
            <p:custDataLst>
              <p:tags r:id="rId4"/>
            </p:custDataLst>
          </p:nvPr>
        </p:nvSpPr>
        <p:spPr>
          <a:xfrm>
            <a:off x="0" y="0"/>
            <a:ext cx="970562" cy="970562"/>
          </a:xfrm>
          <a:prstGeom prst="diagStripe">
            <a:avLst/>
          </a:prstGeom>
          <a:solidFill>
            <a:srgbClr val="E34D4D">
              <a:lumMod val="20000"/>
              <a:lumOff val="80000"/>
              <a:alpha val="7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kumimoji="1" lang="zh-CN" altLang="en-US" sz="1200" b="1">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836" name="MONITOR…"/>
          <p:cNvSpPr txBox="1"/>
          <p:nvPr>
            <p:custDataLst>
              <p:tags r:id="rId5"/>
            </p:custDataLst>
          </p:nvPr>
        </p:nvSpPr>
        <p:spPr>
          <a:xfrm>
            <a:off x="357540" y="1811867"/>
            <a:ext cx="2140001" cy="1519766"/>
          </a:xfrm>
          <a:prstGeom prst="rect">
            <a:avLst/>
          </a:prstGeom>
          <a:ln w="12700">
            <a:miter lim="400000"/>
          </a:ln>
        </p:spPr>
        <p:txBody>
          <a:bodyPr wrap="square" lIns="34289" rIns="34289">
            <a:normAutofit/>
          </a:bodyPr>
          <a:lstStyle/>
          <a:p>
            <a:pPr marL="0" marR="0" lvl="0" indent="0" algn="ctr" defTabSz="914400" rtl="0" eaLnBrk="1" fontAlgn="auto" latinLnBrk="0" hangingPunct="1">
              <a:lnSpc>
                <a:spcPct val="120000"/>
              </a:lnSpc>
              <a:spcBef>
                <a:spcPts val="0"/>
              </a:spcBef>
              <a:spcAft>
                <a:spcPts val="0"/>
              </a:spcAft>
              <a:buSzPct val="100000"/>
              <a:buFontTx/>
              <a:buNone/>
              <a:defRPr/>
            </a:pPr>
            <a:r>
              <a:rPr kumimoji="0" lang="zh-CN" altLang="en-US" sz="3000" b="1" i="0" kern="1200" cap="none" spc="300" normalizeH="0" noProof="0" dirty="0">
                <a:ln>
                  <a:noFill/>
                </a:ln>
                <a:solidFill>
                  <a:srgbClr val="000000">
                    <a:lumMod val="75000"/>
                    <a:lumOff val="25000"/>
                  </a:srgbClr>
                </a:solidFill>
                <a:effectLst/>
                <a:latin typeface="Arial" panose="020B0604020202020204" pitchFamily="34" charset="0"/>
                <a:ea typeface="微软雅黑" panose="020B0503020204020204" charset="-122"/>
                <a:sym typeface="+mn-ea"/>
              </a:rPr>
              <a:t>驻留程序</a:t>
            </a:r>
          </a:p>
        </p:txBody>
      </p:sp>
      <p:sp>
        <p:nvSpPr>
          <p:cNvPr id="838" name="Far far away, behind the word mountains, far from the countries Vokalia and Consonantia, there live the blind texts. Separated they live in Bookmarksgrove right at the coast of the Semantics, a large language ocean.…"/>
          <p:cNvSpPr txBox="1"/>
          <p:nvPr>
            <p:custDataLst>
              <p:tags r:id="rId6"/>
            </p:custDataLst>
          </p:nvPr>
        </p:nvSpPr>
        <p:spPr>
          <a:xfrm>
            <a:off x="3327400" y="3658235"/>
            <a:ext cx="5354320" cy="1196975"/>
          </a:xfrm>
          <a:prstGeom prst="rect">
            <a:avLst/>
          </a:prstGeom>
          <a:ln w="12700">
            <a:miter lim="400000"/>
          </a:ln>
        </p:spPr>
        <p:txBody>
          <a:bodyPr wrap="square" lIns="67500" rIns="67500">
            <a:spAutoFit/>
          </a:bodyPr>
          <a:lstStyle/>
          <a:p>
            <a:pPr marL="0" marR="0" lvl="0" indent="342900" algn="just" defTabSz="914400" rtl="0" fontAlgn="auto">
              <a:lnSpc>
                <a:spcPct val="120000"/>
              </a:lnSpc>
              <a:spcBef>
                <a:spcPts val="0"/>
              </a:spcBef>
              <a:spcAft>
                <a:spcPts val="0"/>
              </a:spcAft>
              <a:buSzPct val="100000"/>
              <a:buFontTx/>
              <a:buNone/>
              <a:defRPr sz="1200" i="1">
                <a:solidFill>
                  <a:srgbClr val="1B1E22"/>
                </a:solidFill>
                <a:latin typeface="Roboto Medium"/>
                <a:ea typeface="Roboto Medium"/>
                <a:cs typeface="Roboto Medium"/>
                <a:sym typeface="Roboto Medium"/>
              </a:defRPr>
              <a:extLst>
                <a:ext uri="{35155182-B16C-46BC-9424-99874614C6A1}">
                  <wpsdc:indentchars xmlns:wpsdc="http://www.wps.cn/officeDocument/2017/drawingmlCustomData" xmlns="" val="200" checksum="758948160"/>
                </a:ext>
              </a:extLst>
            </a:pPr>
            <a:r>
              <a:rPr kumimoji="0" sz="1200" b="0" i="0" kern="1200" cap="none" spc="150" normalizeH="0" noProof="0" dirty="0">
                <a:ln>
                  <a:noFill/>
                </a:ln>
                <a:solidFill>
                  <a:srgbClr val="000000">
                    <a:lumMod val="85000"/>
                    <a:lumOff val="15000"/>
                  </a:srgbClr>
                </a:solidFill>
                <a:effectLst/>
                <a:latin typeface="Arial" panose="020B0604020202020204" pitchFamily="34" charset="0"/>
                <a:ea typeface="微软雅黑" panose="020B0503020204020204" charset="-122"/>
              </a:rPr>
              <a:t>在系统托盘（一般在任务栏最右面）中的一些小图标表示的是驻留内存中的一些程序，如系统的日期时钟、防火墙等。这些驻留程序一般是在计算机后台运行。</a:t>
            </a:r>
          </a:p>
          <a:p>
            <a:pPr marL="0" marR="0" lvl="0" indent="342900" algn="just" defTabSz="914400" rtl="0" fontAlgn="auto">
              <a:lnSpc>
                <a:spcPct val="120000"/>
              </a:lnSpc>
              <a:spcBef>
                <a:spcPts val="0"/>
              </a:spcBef>
              <a:spcAft>
                <a:spcPts val="0"/>
              </a:spcAft>
              <a:buSzPct val="100000"/>
              <a:buFontTx/>
              <a:buNone/>
              <a:defRPr sz="1200" i="1">
                <a:solidFill>
                  <a:srgbClr val="1B1E22"/>
                </a:solidFill>
                <a:latin typeface="Roboto Medium"/>
                <a:ea typeface="Roboto Medium"/>
                <a:cs typeface="Roboto Medium"/>
                <a:sym typeface="Roboto Medium"/>
              </a:defRPr>
              <a:extLst>
                <a:ext uri="{35155182-B16C-46BC-9424-99874614C6A1}">
                  <wpsdc:indentchars xmlns:wpsdc="http://www.wps.cn/officeDocument/2017/drawingmlCustomData" xmlns="" val="200" checksum="758948160"/>
                </a:ext>
              </a:extLst>
            </a:pPr>
            <a:r>
              <a:rPr kumimoji="0" sz="1200" b="0" i="0" kern="1200" cap="none" spc="150" normalizeH="0" noProof="0" dirty="0">
                <a:ln>
                  <a:noFill/>
                </a:ln>
                <a:solidFill>
                  <a:srgbClr val="000000">
                    <a:lumMod val="85000"/>
                    <a:lumOff val="15000"/>
                  </a:srgbClr>
                </a:solidFill>
                <a:effectLst/>
                <a:latin typeface="Arial" panose="020B0604020202020204" pitchFamily="34" charset="0"/>
                <a:ea typeface="微软雅黑" panose="020B0503020204020204" charset="-122"/>
              </a:rPr>
              <a:t>一般程序只在系统托盘中运行，比较节省资源，但是如果是不会用到的程序，最好还是将其关闭退出。</a:t>
            </a:r>
          </a:p>
        </p:txBody>
      </p:sp>
      <p:sp>
        <p:nvSpPr>
          <p:cNvPr id="839" name="加号"/>
          <p:cNvSpPr/>
          <p:nvPr>
            <p:custDataLst>
              <p:tags r:id="rId7"/>
            </p:custDataLst>
          </p:nvPr>
        </p:nvSpPr>
        <p:spPr>
          <a:xfrm>
            <a:off x="8611447" y="132329"/>
            <a:ext cx="390459" cy="390459"/>
          </a:xfrm>
          <a:prstGeom prst="plus">
            <a:avLst>
              <a:gd name="adj" fmla="val 41943"/>
            </a:avLst>
          </a:prstGeom>
          <a:solidFill>
            <a:srgbClr val="E34D4D">
              <a:lumMod val="20000"/>
              <a:lumOff val="80000"/>
            </a:srgbClr>
          </a:solidFill>
          <a:ln w="12700">
            <a:miter lim="400000"/>
          </a:ln>
        </p:spPr>
        <p:txBody>
          <a:bodyPr lIns="34289" rIns="34289" anchor="ctr"/>
          <a:lstStyle/>
          <a:p>
            <a:pPr marL="0" marR="0" lvl="0" indent="0" algn="l" defTabSz="914400" rtl="0" eaLnBrk="1" fontAlgn="auto" latinLnBrk="0" hangingPunct="1">
              <a:lnSpc>
                <a:spcPct val="120000"/>
              </a:lnSpc>
              <a:buClrTx/>
              <a:buSzTx/>
              <a:buFontTx/>
              <a:buNone/>
              <a:defRPr>
                <a:solidFill>
                  <a:srgbClr val="FFFFFF"/>
                </a:solidFill>
              </a:defRPr>
            </a:pPr>
            <a:endParaRPr kumimoji="0" sz="135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29" name="形状"/>
          <p:cNvSpPr/>
          <p:nvPr>
            <p:custDataLst>
              <p:tags r:id="rId8"/>
            </p:custDataLst>
          </p:nvPr>
        </p:nvSpPr>
        <p:spPr>
          <a:xfrm>
            <a:off x="5380178" y="3036671"/>
            <a:ext cx="1308575" cy="48756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19386"/>
                  <a:pt x="0" y="19386"/>
                  <a:pt x="0" y="19386"/>
                </a:cubicBezTo>
                <a:cubicBezTo>
                  <a:pt x="478" y="19386"/>
                  <a:pt x="478" y="19386"/>
                  <a:pt x="478" y="19386"/>
                </a:cubicBezTo>
                <a:cubicBezTo>
                  <a:pt x="1749" y="18949"/>
                  <a:pt x="2862" y="16313"/>
                  <a:pt x="3177" y="12337"/>
                </a:cubicBezTo>
                <a:cubicBezTo>
                  <a:pt x="4291" y="0"/>
                  <a:pt x="4291" y="0"/>
                  <a:pt x="4291" y="0"/>
                </a:cubicBezTo>
                <a:cubicBezTo>
                  <a:pt x="17315" y="0"/>
                  <a:pt x="17315" y="0"/>
                  <a:pt x="17315" y="0"/>
                </a:cubicBezTo>
                <a:cubicBezTo>
                  <a:pt x="18585" y="12337"/>
                  <a:pt x="18585" y="12337"/>
                  <a:pt x="18585" y="12337"/>
                </a:cubicBezTo>
                <a:cubicBezTo>
                  <a:pt x="18901" y="16313"/>
                  <a:pt x="20014" y="18949"/>
                  <a:pt x="21285" y="19386"/>
                </a:cubicBezTo>
                <a:cubicBezTo>
                  <a:pt x="21600" y="19386"/>
                  <a:pt x="21600" y="19386"/>
                  <a:pt x="21600" y="19386"/>
                </a:cubicBezTo>
                <a:cubicBezTo>
                  <a:pt x="21600" y="21600"/>
                  <a:pt x="21600" y="21600"/>
                  <a:pt x="21600" y="21600"/>
                </a:cubicBezTo>
                <a:cubicBezTo>
                  <a:pt x="0" y="21600"/>
                  <a:pt x="0" y="21600"/>
                  <a:pt x="0" y="21600"/>
                </a:cubicBezTo>
              </a:path>
            </a:pathLst>
          </a:custGeom>
          <a:solidFill>
            <a:sysClr val="window" lastClr="FFFFFF">
              <a:lumMod val="95000"/>
            </a:sysClr>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0" name="形状"/>
          <p:cNvSpPr/>
          <p:nvPr>
            <p:custDataLst>
              <p:tags r:id="rId9"/>
            </p:custDataLst>
          </p:nvPr>
        </p:nvSpPr>
        <p:spPr>
          <a:xfrm>
            <a:off x="5606072" y="3036671"/>
            <a:ext cx="861913" cy="140525"/>
          </a:xfrm>
          <a:custGeom>
            <a:avLst/>
            <a:gdLst/>
            <a:ahLst/>
            <a:cxnLst>
              <a:cxn ang="0">
                <a:pos x="wd2" y="hd2"/>
              </a:cxn>
              <a:cxn ang="5400000">
                <a:pos x="wd2" y="hd2"/>
              </a:cxn>
              <a:cxn ang="10800000">
                <a:pos x="wd2" y="hd2"/>
              </a:cxn>
              <a:cxn ang="16200000">
                <a:pos x="wd2" y="hd2"/>
              </a:cxn>
            </a:cxnLst>
            <a:rect l="0" t="0" r="r" b="b"/>
            <a:pathLst>
              <a:path w="21600" h="21600" extrusionOk="0">
                <a:moveTo>
                  <a:pt x="853" y="0"/>
                </a:moveTo>
                <a:cubicBezTo>
                  <a:pt x="20626" y="0"/>
                  <a:pt x="20626" y="0"/>
                  <a:pt x="20626" y="0"/>
                </a:cubicBezTo>
                <a:cubicBezTo>
                  <a:pt x="20868" y="5351"/>
                  <a:pt x="21079" y="10032"/>
                  <a:pt x="21263" y="14129"/>
                </a:cubicBezTo>
                <a:lnTo>
                  <a:pt x="21600" y="21600"/>
                </a:lnTo>
                <a:lnTo>
                  <a:pt x="0" y="21600"/>
                </a:lnTo>
                <a:lnTo>
                  <a:pt x="140" y="18058"/>
                </a:lnTo>
                <a:cubicBezTo>
                  <a:pt x="853" y="0"/>
                  <a:pt x="853" y="0"/>
                  <a:pt x="853" y="0"/>
                </a:cubicBezTo>
                <a:close/>
              </a:path>
            </a:pathLst>
          </a:custGeom>
          <a:solidFill>
            <a:sysClr val="window" lastClr="FFFFFF">
              <a:lumMod val="85000"/>
            </a:sysClr>
          </a:solidFill>
          <a:ln w="12700" cap="flat">
            <a:noFill/>
            <a:miter lim="400000"/>
          </a:ln>
          <a:effectLst/>
        </p:spPr>
        <p:txBody>
          <a:bodyPr wrap="square" lIns="34289" tIns="34289" rIns="34289" bIns="34289" numCol="1" anchor="ctr">
            <a:noAutofit/>
          </a:bodyPr>
          <a:lstStyle/>
          <a:p>
            <a:pPr marL="0" marR="0" lvl="0" indent="0" algn="ctr" defTabSz="914400" rtl="0" eaLnBrk="1" fontAlgn="auto" latinLnBrk="0" hangingPunct="1">
              <a:lnSpc>
                <a:spcPct val="120000"/>
              </a:lnSpc>
              <a:buClrTx/>
              <a:buSzTx/>
              <a:buFontTx/>
              <a:buNone/>
              <a:defRPr>
                <a:solidFill>
                  <a:srgbClr val="FFFFFF"/>
                </a:solidFill>
              </a:defRPr>
            </a:pPr>
            <a:endParaRPr kumimoji="0" sz="135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1" name="形状"/>
          <p:cNvSpPr/>
          <p:nvPr>
            <p:custDataLst>
              <p:tags r:id="rId10"/>
            </p:custDataLst>
          </p:nvPr>
        </p:nvSpPr>
        <p:spPr>
          <a:xfrm>
            <a:off x="3997554" y="317322"/>
            <a:ext cx="4013529" cy="243350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796"/>
                  <a:pt x="0" y="796"/>
                  <a:pt x="0" y="796"/>
                </a:cubicBezTo>
                <a:cubicBezTo>
                  <a:pt x="0" y="353"/>
                  <a:pt x="214" y="0"/>
                  <a:pt x="481" y="0"/>
                </a:cubicBezTo>
                <a:cubicBezTo>
                  <a:pt x="21119" y="0"/>
                  <a:pt x="21119" y="0"/>
                  <a:pt x="21119" y="0"/>
                </a:cubicBezTo>
                <a:cubicBezTo>
                  <a:pt x="21386" y="0"/>
                  <a:pt x="21600" y="353"/>
                  <a:pt x="21600" y="796"/>
                </a:cubicBezTo>
                <a:cubicBezTo>
                  <a:pt x="21600" y="21600"/>
                  <a:pt x="21600" y="21600"/>
                  <a:pt x="21600" y="21600"/>
                </a:cubicBezTo>
                <a:lnTo>
                  <a:pt x="0" y="21600"/>
                </a:lnTo>
              </a:path>
            </a:pathLst>
          </a:custGeom>
          <a:solidFill>
            <a:srgbClr val="262626"/>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2" name="形状"/>
          <p:cNvSpPr/>
          <p:nvPr>
            <p:custDataLst>
              <p:tags r:id="rId11"/>
            </p:custDataLst>
          </p:nvPr>
        </p:nvSpPr>
        <p:spPr>
          <a:xfrm>
            <a:off x="3997554" y="2751146"/>
            <a:ext cx="4013529" cy="367000"/>
          </a:xfrm>
          <a:custGeom>
            <a:avLst/>
            <a:gdLst/>
            <a:ahLst/>
            <a:cxnLst>
              <a:cxn ang="0">
                <a:pos x="wd2" y="hd2"/>
              </a:cxn>
              <a:cxn ang="5400000">
                <a:pos x="wd2" y="hd2"/>
              </a:cxn>
              <a:cxn ang="10800000">
                <a:pos x="wd2" y="hd2"/>
              </a:cxn>
              <a:cxn ang="16200000">
                <a:pos x="wd2" y="hd2"/>
              </a:cxn>
            </a:cxnLst>
            <a:rect l="0" t="0" r="r" b="b"/>
            <a:pathLst>
              <a:path w="21600" h="21600" extrusionOk="0">
                <a:moveTo>
                  <a:pt x="21119" y="21600"/>
                </a:moveTo>
                <a:cubicBezTo>
                  <a:pt x="481" y="21600"/>
                  <a:pt x="481" y="21600"/>
                  <a:pt x="481" y="21600"/>
                </a:cubicBezTo>
                <a:cubicBezTo>
                  <a:pt x="214" y="21600"/>
                  <a:pt x="0" y="18685"/>
                  <a:pt x="0" y="15752"/>
                </a:cubicBezTo>
                <a:cubicBezTo>
                  <a:pt x="0" y="0"/>
                  <a:pt x="0" y="0"/>
                  <a:pt x="0" y="0"/>
                </a:cubicBezTo>
                <a:cubicBezTo>
                  <a:pt x="21600" y="0"/>
                  <a:pt x="21600" y="0"/>
                  <a:pt x="21600" y="0"/>
                </a:cubicBezTo>
                <a:cubicBezTo>
                  <a:pt x="21600" y="15752"/>
                  <a:pt x="21600" y="15752"/>
                  <a:pt x="21600" y="15752"/>
                </a:cubicBezTo>
                <a:cubicBezTo>
                  <a:pt x="21600" y="18685"/>
                  <a:pt x="21386" y="21600"/>
                  <a:pt x="21119" y="21600"/>
                </a:cubicBezTo>
              </a:path>
            </a:pathLst>
          </a:custGeom>
          <a:solidFill>
            <a:sysClr val="window" lastClr="FFFFFF">
              <a:lumMod val="95000"/>
            </a:sysClr>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3" name="形状"/>
          <p:cNvSpPr/>
          <p:nvPr>
            <p:custDataLst>
              <p:tags r:id="rId12"/>
            </p:custDataLst>
          </p:nvPr>
        </p:nvSpPr>
        <p:spPr>
          <a:xfrm>
            <a:off x="6023403" y="377606"/>
            <a:ext cx="40336" cy="40335"/>
          </a:xfrm>
          <a:custGeom>
            <a:avLst/>
            <a:gdLst/>
            <a:ahLst/>
            <a:cxnLst>
              <a:cxn ang="0">
                <a:pos x="wd2" y="hd2"/>
              </a:cxn>
              <a:cxn ang="5400000">
                <a:pos x="wd2" y="hd2"/>
              </a:cxn>
              <a:cxn ang="10800000">
                <a:pos x="wd2" y="hd2"/>
              </a:cxn>
              <a:cxn ang="16200000">
                <a:pos x="wd2" y="hd2"/>
              </a:cxn>
            </a:cxnLst>
            <a:rect l="0" t="0" r="r" b="b"/>
            <a:pathLst>
              <a:path w="21600" h="21600" extrusionOk="0">
                <a:moveTo>
                  <a:pt x="10886" y="0"/>
                </a:moveTo>
                <a:cubicBezTo>
                  <a:pt x="16243" y="0"/>
                  <a:pt x="21600" y="5357"/>
                  <a:pt x="21600" y="10714"/>
                </a:cubicBezTo>
                <a:cubicBezTo>
                  <a:pt x="21600" y="16243"/>
                  <a:pt x="16243" y="21600"/>
                  <a:pt x="10886" y="21600"/>
                </a:cubicBezTo>
                <a:cubicBezTo>
                  <a:pt x="5357" y="21600"/>
                  <a:pt x="0" y="16243"/>
                  <a:pt x="0" y="10714"/>
                </a:cubicBezTo>
                <a:cubicBezTo>
                  <a:pt x="0" y="5357"/>
                  <a:pt x="5357" y="0"/>
                  <a:pt x="10886" y="0"/>
                </a:cubicBezTo>
              </a:path>
            </a:pathLst>
          </a:custGeom>
          <a:solidFill>
            <a:sysClr val="window" lastClr="FFFFFF">
              <a:lumMod val="75000"/>
            </a:sysClr>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834" name="矩形"/>
          <p:cNvSpPr/>
          <p:nvPr>
            <p:custDataLst>
              <p:tags r:id="rId13"/>
            </p:custDataLst>
          </p:nvPr>
        </p:nvSpPr>
        <p:spPr>
          <a:xfrm>
            <a:off x="4116721" y="477146"/>
            <a:ext cx="3775195" cy="2116661"/>
          </a:xfrm>
          <a:prstGeom prst="rect">
            <a:avLst/>
          </a:prstGeom>
          <a:solidFill>
            <a:srgbClr val="F2F2F2"/>
          </a:solidFill>
          <a:ln w="12700" cap="flat">
            <a:noFill/>
            <a:miter lim="400000"/>
          </a:ln>
          <a:effectLst/>
        </p:spPr>
        <p:txBody>
          <a:bodyPr wrap="square" lIns="34289" tIns="34289" rIns="34289" bIns="34289" numCol="1" anchor="ctr">
            <a:noAutofit/>
          </a:bodyPr>
          <a:lstStyle/>
          <a:p>
            <a:pPr marL="0" marR="0" lvl="0" indent="0" algn="l" defTabSz="914400" rtl="0" eaLnBrk="1" fontAlgn="auto" latinLnBrk="0" hangingPunct="1">
              <a:lnSpc>
                <a:spcPct val="120000"/>
              </a:lnSpc>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charset="-122"/>
              <a:sym typeface="Arial" panose="020B0604020202020204" pitchFamily="34" charset="0"/>
            </a:endParaRPr>
          </a:p>
        </p:txBody>
      </p:sp>
      <p:pic>
        <p:nvPicPr>
          <p:cNvPr id="7" name="图片 6" descr="C:\Users\18645\Desktop\图片1.png图片1"/>
          <p:cNvPicPr>
            <a:picLocks noChangeAspect="1"/>
          </p:cNvPicPr>
          <p:nvPr>
            <p:custDataLst>
              <p:tags r:id="rId14"/>
            </p:custDataLst>
          </p:nvPr>
        </p:nvPicPr>
        <p:blipFill rotWithShape="1">
          <a:blip r:embed="rId19"/>
          <a:srcRect t="902" b="299"/>
          <a:stretch>
            <a:fillRect/>
          </a:stretch>
        </p:blipFill>
        <p:spPr>
          <a:xfrm>
            <a:off x="4116721" y="465645"/>
            <a:ext cx="3782126" cy="2131552"/>
          </a:xfrm>
          <a:prstGeom prst="rect">
            <a:avLst/>
          </a:prstGeom>
        </p:spPr>
      </p:pic>
      <p:sp>
        <p:nvSpPr>
          <p:cNvPr id="28" name="任意多边形: 形状 27"/>
          <p:cNvSpPr>
            <a:spLocks noChangeAspect="1"/>
          </p:cNvSpPr>
          <p:nvPr>
            <p:custDataLst>
              <p:tags r:id="rId15"/>
            </p:custDataLst>
          </p:nvPr>
        </p:nvSpPr>
        <p:spPr>
          <a:xfrm>
            <a:off x="441960" y="1227455"/>
            <a:ext cx="212725" cy="327660"/>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wrap="square" rtlCol="0" anchor="ctr">
            <a:noAutofit/>
          </a:bodyP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任意多边形: 形状 28"/>
          <p:cNvSpPr>
            <a:spLocks noChangeAspect="1"/>
          </p:cNvSpPr>
          <p:nvPr>
            <p:custDataLst>
              <p:tags r:id="rId16"/>
            </p:custDataLst>
          </p:nvPr>
        </p:nvSpPr>
        <p:spPr>
          <a:xfrm>
            <a:off x="721360" y="1227455"/>
            <a:ext cx="212725" cy="327660"/>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wrap="square" rtlCol="0" anchor="ctr">
            <a:noAutofit/>
          </a:bodyPr>
          <a:lstStyle>
            <a:defPPr>
              <a:defRPr lang="en-US">
                <a:solidFill>
                  <a:sysClr val="window" lastClr="FFFFFF"/>
                </a:solidFill>
              </a:defRPr>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 name="圆角矩形标注 3"/>
          <p:cNvSpPr/>
          <p:nvPr/>
        </p:nvSpPr>
        <p:spPr>
          <a:xfrm>
            <a:off x="6562725" y="1955800"/>
            <a:ext cx="933450" cy="381000"/>
          </a:xfrm>
          <a:prstGeom prst="wedgeRoundRectCallout">
            <a:avLst>
              <a:gd name="adj1" fmla="val 40388"/>
              <a:gd name="adj2" fmla="val 91333"/>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1200">
                <a:solidFill>
                  <a:schemeClr val="tx1"/>
                </a:solidFill>
              </a:rPr>
              <a:t>驻留程序</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2"/>
            </p:custDataLst>
          </p:nvPr>
        </p:nvSpPr>
        <p:spPr>
          <a:xfrm>
            <a:off x="750094" y="1104397"/>
            <a:ext cx="6483256" cy="2926026"/>
          </a:xfrm>
          <a:prstGeom prst="rect">
            <a:avLst/>
          </a:prstGeom>
          <a:noFill/>
          <a:ln w="76200">
            <a:solidFill>
              <a:srgbClr val="21BACE"/>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880" name="Rectangle 1"/>
          <p:cNvSpPr/>
          <p:nvPr>
            <p:custDataLst>
              <p:tags r:id="rId3"/>
            </p:custDataLst>
          </p:nvPr>
        </p:nvSpPr>
        <p:spPr>
          <a:xfrm>
            <a:off x="923246" y="1274090"/>
            <a:ext cx="6282368" cy="2552731"/>
          </a:xfrm>
          <a:prstGeom prst="rect">
            <a:avLst/>
          </a:prstGeom>
          <a:solidFill>
            <a:srgbClr val="21BACE"/>
          </a:solidFill>
          <a:ln w="12700">
            <a:miter lim="400000"/>
          </a:ln>
        </p:spPr>
        <p:txBody>
          <a:bodyPr lIns="34289" rIns="34289" anchor="ctr"/>
          <a:lstStyle/>
          <a:p>
            <a:pPr algn="ctr">
              <a:defRPr>
                <a:solidFill>
                  <a:srgbClr val="FFFFFF"/>
                </a:solidFill>
              </a:defRPr>
            </a:pPr>
            <a:endParaRPr sz="1350">
              <a:latin typeface="Arial" panose="020B0604020202020204" pitchFamily="34" charset="0"/>
              <a:ea typeface="微软雅黑" panose="020B0503020204020204" charset="-122"/>
              <a:sym typeface="Arial" panose="020B0604020202020204" pitchFamily="34" charset="0"/>
            </a:endParaRPr>
          </a:p>
        </p:txBody>
      </p:sp>
      <p:sp>
        <p:nvSpPr>
          <p:cNvPr id="884" name="TextBox 5"/>
          <p:cNvSpPr txBox="1"/>
          <p:nvPr>
            <p:custDataLst>
              <p:tags r:id="rId4"/>
            </p:custDataLst>
          </p:nvPr>
        </p:nvSpPr>
        <p:spPr>
          <a:xfrm rot="5400000">
            <a:off x="7572342" y="2564130"/>
            <a:ext cx="2196362" cy="195580"/>
          </a:xfrm>
          <a:prstGeom prst="rect">
            <a:avLst/>
          </a:prstGeom>
          <a:ln w="12700">
            <a:miter lim="400000"/>
          </a:ln>
        </p:spPr>
        <p:txBody>
          <a:bodyPr lIns="34289" rIns="34289">
            <a:spAutoFit/>
          </a:bodyPr>
          <a:lstStyle>
            <a:lvl1pPr algn="ctr">
              <a:defRPr sz="900" spc="600">
                <a:solidFill>
                  <a:srgbClr val="70AD47">
                    <a:lumOff val="34931"/>
                  </a:srgbClr>
                </a:solidFill>
                <a:latin typeface="Arial" panose="020B0604020202020204" pitchFamily="34" charset="0"/>
                <a:ea typeface="微软雅黑" panose="020B0503020204020204" charset="-122"/>
                <a:cs typeface="+mn-ea"/>
                <a:sym typeface="Helvetica" panose="00000400000000000000"/>
              </a:defRPr>
            </a:lvl1pPr>
          </a:lstStyle>
          <a:p>
            <a:r>
              <a:rPr sz="675">
                <a:solidFill>
                  <a:sysClr val="window" lastClr="FFFFFF">
                    <a:lumMod val="50000"/>
                  </a:sysClr>
                </a:solidFill>
                <a:latin typeface="Arial" panose="020B0604020202020204" pitchFamily="34" charset="0"/>
                <a:ea typeface="微软雅黑" panose="020B0503020204020204" charset="-122"/>
                <a:sym typeface="Arial" panose="020B0604020202020204" pitchFamily="34" charset="0"/>
              </a:rPr>
              <a:t>WWW</a:t>
            </a:r>
            <a:r>
              <a:rPr lang="en-US" altLang="zh-CN" sz="675">
                <a:solidFill>
                  <a:sysClr val="window" lastClr="FFFFFF">
                    <a:lumMod val="50000"/>
                  </a:sysClr>
                </a:solidFill>
                <a:latin typeface="Arial" panose="020B0604020202020204" pitchFamily="34" charset="0"/>
                <a:ea typeface="微软雅黑" panose="020B0503020204020204" charset="-122"/>
                <a:sym typeface="Arial" panose="020B0604020202020204" pitchFamily="34" charset="0"/>
              </a:rPr>
              <a:t>.WPS.CN</a:t>
            </a:r>
            <a:endParaRPr sz="675">
              <a:solidFill>
                <a:sysClr val="window" lastClr="FFFFFF">
                  <a:lumMod val="50000"/>
                </a:sysClr>
              </a:solidFill>
              <a:latin typeface="Arial" panose="020B0604020202020204" pitchFamily="34" charset="0"/>
              <a:ea typeface="微软雅黑" panose="020B0503020204020204" charset="-122"/>
              <a:sym typeface="Arial" panose="020B0604020202020204" pitchFamily="34" charset="0"/>
            </a:endParaRPr>
          </a:p>
        </p:txBody>
      </p:sp>
      <p:sp>
        <p:nvSpPr>
          <p:cNvPr id="886" name="TextBox 9"/>
          <p:cNvSpPr txBox="1"/>
          <p:nvPr>
            <p:custDataLst>
              <p:tags r:id="rId5"/>
            </p:custDataLst>
          </p:nvPr>
        </p:nvSpPr>
        <p:spPr>
          <a:xfrm>
            <a:off x="1211452" y="1552627"/>
            <a:ext cx="2631303" cy="660971"/>
          </a:xfrm>
          <a:prstGeom prst="rect">
            <a:avLst/>
          </a:prstGeom>
          <a:noFill/>
          <a:ln w="12700" cap="flat">
            <a:noFill/>
            <a:miter lim="400000"/>
          </a:ln>
          <a:effectLst/>
        </p:spPr>
        <p:txBody>
          <a:bodyPr wrap="square" lIns="34289" tIns="34289" rIns="34289" bIns="34289" numCol="1" anchor="ctr" anchorCtr="0">
            <a:normAutofit fontScale="80000" lnSpcReduction="10000"/>
          </a:bodyPr>
          <a:lstStyle/>
          <a:p>
            <a:pPr marL="0" indent="0" algn="l">
              <a:lnSpc>
                <a:spcPct val="120000"/>
              </a:lnSpc>
              <a:spcBef>
                <a:spcPts val="0"/>
              </a:spcBef>
              <a:spcAft>
                <a:spcPts val="0"/>
              </a:spcAft>
              <a:buSzPct val="100000"/>
              <a:defRPr sz="4400" spc="300">
                <a:solidFill>
                  <a:srgbClr val="262626"/>
                </a:solidFill>
                <a:latin typeface="Arial" panose="020B0604020202020204" pitchFamily="34" charset="0"/>
                <a:ea typeface="微软雅黑" panose="020B0503020204020204" charset="-122"/>
                <a:cs typeface="+mn-ea"/>
                <a:sym typeface="Helvetica" panose="00000400000000000000"/>
              </a:defRPr>
            </a:pPr>
            <a:r>
              <a:rPr lang="zh-CN" altLang="en-US" sz="2700" b="1" spc="300" dirty="0">
                <a:solidFill>
                  <a:sysClr val="window" lastClr="FFFFFF"/>
                </a:solidFill>
                <a:latin typeface="Arial" panose="020B0604020202020204" pitchFamily="34" charset="0"/>
                <a:ea typeface="微软雅黑" panose="020B0503020204020204" charset="-122"/>
                <a:sym typeface="+mn-ea"/>
              </a:rPr>
              <a:t>睡眠、重启与关机</a:t>
            </a:r>
          </a:p>
        </p:txBody>
      </p:sp>
      <p:pic>
        <p:nvPicPr>
          <p:cNvPr id="885" name="Picture 6" descr="Picture 6"/>
          <p:cNvPicPr>
            <a:picLocks noChangeAspect="1"/>
          </p:cNvPicPr>
          <p:nvPr>
            <p:custDataLst>
              <p:tags r:id="rId6"/>
            </p:custDataLst>
          </p:nvPr>
        </p:nvPicPr>
        <p:blipFill>
          <a:blip r:embed="rId13"/>
          <a:stretch>
            <a:fillRect/>
          </a:stretch>
        </p:blipFill>
        <p:spPr>
          <a:xfrm>
            <a:off x="4083050" y="642620"/>
            <a:ext cx="4472305" cy="3850005"/>
          </a:xfrm>
          <a:prstGeom prst="rect">
            <a:avLst/>
          </a:prstGeom>
          <a:ln w="12700">
            <a:miter lim="400000"/>
            <a:headEnd/>
            <a:tailEnd/>
          </a:ln>
        </p:spPr>
      </p:pic>
      <p:sp>
        <p:nvSpPr>
          <p:cNvPr id="17" name="文本框 16"/>
          <p:cNvSpPr txBox="1"/>
          <p:nvPr>
            <p:custDataLst>
              <p:tags r:id="rId7"/>
            </p:custDataLst>
          </p:nvPr>
        </p:nvSpPr>
        <p:spPr>
          <a:xfrm>
            <a:off x="1211580" y="2488565"/>
            <a:ext cx="2952750" cy="904875"/>
          </a:xfrm>
          <a:prstGeom prst="rect">
            <a:avLst/>
          </a:prstGeom>
          <a:noFill/>
        </p:spPr>
        <p:txBody>
          <a:bodyPr wrap="square" rtlCol="0">
            <a:noAutofit/>
          </a:bodyPr>
          <a:lstStyle/>
          <a:p>
            <a:pPr marL="0" lvl="0" indent="0" algn="just">
              <a:lnSpc>
                <a:spcPct val="150000"/>
              </a:lnSpc>
              <a:spcBef>
                <a:spcPts val="0"/>
              </a:spcBef>
              <a:spcAft>
                <a:spcPts val="0"/>
              </a:spcAft>
              <a:buSzPct val="100000"/>
            </a:pPr>
            <a:r>
              <a:rPr sz="1200" spc="150" dirty="0">
                <a:solidFill>
                  <a:sysClr val="window" lastClr="FFFFFF"/>
                </a:solidFill>
                <a:latin typeface="Arial" panose="020B0604020202020204" pitchFamily="34" charset="0"/>
                <a:ea typeface="微软雅黑" panose="020B0503020204020204" charset="-122"/>
              </a:rPr>
              <a:t>在“开始”菜单的“电源”中，有三个选项：睡眠、关机与重启，如图所示。</a:t>
            </a:r>
          </a:p>
        </p:txBody>
      </p:sp>
      <p:cxnSp>
        <p:nvCxnSpPr>
          <p:cNvPr id="7" name="直接连接符 6"/>
          <p:cNvCxnSpPr/>
          <p:nvPr>
            <p:custDataLst>
              <p:tags r:id="rId8"/>
            </p:custDataLst>
          </p:nvPr>
        </p:nvCxnSpPr>
        <p:spPr>
          <a:xfrm>
            <a:off x="1289720" y="2289798"/>
            <a:ext cx="540000" cy="1"/>
          </a:xfrm>
          <a:prstGeom prst="line">
            <a:avLst/>
          </a:prstGeom>
          <a:ln w="38100">
            <a:solidFill>
              <a:sysClr val="window" lastClr="FFFFFF"/>
            </a:solidFill>
          </a:ln>
        </p:spPr>
        <p:style>
          <a:lnRef idx="1">
            <a:srgbClr val="4472C4"/>
          </a:lnRef>
          <a:fillRef idx="0">
            <a:srgbClr val="4472C4"/>
          </a:fillRef>
          <a:effectRef idx="0">
            <a:srgbClr val="4472C4"/>
          </a:effectRef>
          <a:fontRef idx="minor">
            <a:sysClr val="windowText" lastClr="000000"/>
          </a:fontRef>
        </p:style>
      </p:cxnSp>
      <p:sp>
        <p:nvSpPr>
          <p:cNvPr id="8" name="半闭框 7"/>
          <p:cNvSpPr/>
          <p:nvPr>
            <p:custDataLst>
              <p:tags r:id="rId9"/>
            </p:custDataLst>
          </p:nvPr>
        </p:nvSpPr>
        <p:spPr>
          <a:xfrm>
            <a:off x="157162" y="128587"/>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14" name="半闭框 13"/>
          <p:cNvSpPr/>
          <p:nvPr>
            <p:custDataLst>
              <p:tags r:id="rId10"/>
            </p:custDataLst>
          </p:nvPr>
        </p:nvSpPr>
        <p:spPr>
          <a:xfrm rot="10800000">
            <a:off x="8539316"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pic>
        <p:nvPicPr>
          <p:cNvPr id="3" name="图片 2"/>
          <p:cNvPicPr>
            <a:picLocks noChangeAspect="1"/>
          </p:cNvPicPr>
          <p:nvPr/>
        </p:nvPicPr>
        <p:blipFill>
          <a:blip r:embed="rId14"/>
          <a:srcRect r="3501"/>
          <a:stretch>
            <a:fillRect/>
          </a:stretch>
        </p:blipFill>
        <p:spPr>
          <a:xfrm>
            <a:off x="4569460" y="1118235"/>
            <a:ext cx="3676015" cy="2083435"/>
          </a:xfrm>
          <a:prstGeom prst="rect">
            <a:avLst/>
          </a:prstGeom>
          <a:ln>
            <a:solidFill>
              <a:schemeClr val="bg1">
                <a:lumMod val="50000"/>
              </a:schemeClr>
            </a:solid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custDataLst>
              <p:tags r:id="rId2"/>
            </p:custDataLst>
          </p:nvPr>
        </p:nvSpPr>
        <p:spPr>
          <a:xfrm rot="18199285">
            <a:off x="908000" y="1227665"/>
            <a:ext cx="2636051" cy="2651179"/>
          </a:xfrm>
          <a:prstGeom prst="ellipse">
            <a:avLst/>
          </a:prstGeom>
          <a:solidFill>
            <a:sysClr val="window" lastClr="FFFFFF">
              <a:lumMod val="95000"/>
            </a:sysClr>
          </a:solidFill>
          <a:ln w="53975" cmpd="dbl">
            <a:noFill/>
          </a:ln>
        </p:spPr>
        <p:style>
          <a:lnRef idx="2">
            <a:srgbClr val="9BBB59">
              <a:shade val="50000"/>
            </a:srgbClr>
          </a:lnRef>
          <a:fillRef idx="1">
            <a:srgbClr val="9BBB59"/>
          </a:fillRef>
          <a:effectRef idx="0">
            <a:srgbClr val="9BBB59"/>
          </a:effectRef>
          <a:fontRef idx="minor">
            <a:sysClr val="window" lastClr="FFFFFF"/>
          </a:fontRef>
        </p:style>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22" name="直接连接符 21"/>
          <p:cNvSpPr/>
          <p:nvPr>
            <p:custDataLst>
              <p:tags r:id="rId3"/>
            </p:custDataLst>
          </p:nvPr>
        </p:nvSpPr>
        <p:spPr bwMode="auto">
          <a:xfrm flipH="1" flipV="1">
            <a:off x="2172438" y="1116803"/>
            <a:ext cx="766684" cy="180902"/>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23" name="任意多边形 22"/>
          <p:cNvSpPr/>
          <p:nvPr>
            <p:custDataLst>
              <p:tags r:id="rId4"/>
            </p:custDataLst>
          </p:nvPr>
        </p:nvSpPr>
        <p:spPr bwMode="auto">
          <a:xfrm>
            <a:off x="2939121" y="1297706"/>
            <a:ext cx="720382" cy="1221092"/>
          </a:xfrm>
          <a:custGeom>
            <a:avLst/>
            <a:gdLst>
              <a:gd name="T0" fmla="*/ 669 w 669"/>
              <a:gd name="T1" fmla="*/ 1134 h 1134"/>
              <a:gd name="T2" fmla="*/ 591 w 669"/>
              <a:gd name="T3" fmla="*/ 550 h 1134"/>
              <a:gd name="T4" fmla="*/ 0 w 669"/>
              <a:gd name="T5" fmla="*/ 0 h 1134"/>
            </a:gdLst>
            <a:ahLst/>
            <a:cxnLst>
              <a:cxn ang="0">
                <a:pos x="T0" y="T1"/>
              </a:cxn>
              <a:cxn ang="0">
                <a:pos x="T2" y="T3"/>
              </a:cxn>
              <a:cxn ang="0">
                <a:pos x="T4" y="T5"/>
              </a:cxn>
            </a:cxnLst>
            <a:rect l="0" t="0" r="r" b="b"/>
            <a:pathLst>
              <a:path w="669" h="1134">
                <a:moveTo>
                  <a:pt x="669" y="1134"/>
                </a:moveTo>
                <a:lnTo>
                  <a:pt x="591" y="550"/>
                </a:lnTo>
                <a:lnTo>
                  <a:pt x="0"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24" name="任意多边形 23"/>
          <p:cNvSpPr/>
          <p:nvPr>
            <p:custDataLst>
              <p:tags r:id="rId5"/>
            </p:custDataLst>
          </p:nvPr>
        </p:nvSpPr>
        <p:spPr bwMode="auto">
          <a:xfrm>
            <a:off x="1565120" y="2518797"/>
            <a:ext cx="2094382" cy="1470908"/>
          </a:xfrm>
          <a:custGeom>
            <a:avLst/>
            <a:gdLst>
              <a:gd name="T0" fmla="*/ 0 w 1945"/>
              <a:gd name="T1" fmla="*/ 1276 h 1366"/>
              <a:gd name="T2" fmla="*/ 830 w 1945"/>
              <a:gd name="T3" fmla="*/ 1366 h 1366"/>
              <a:gd name="T4" fmla="*/ 1305 w 1945"/>
              <a:gd name="T5" fmla="*/ 1162 h 1366"/>
              <a:gd name="T6" fmla="*/ 1804 w 1945"/>
              <a:gd name="T7" fmla="*/ 737 h 1366"/>
              <a:gd name="T8" fmla="*/ 1945 w 1945"/>
              <a:gd name="T9" fmla="*/ 0 h 1366"/>
            </a:gdLst>
            <a:ahLst/>
            <a:cxnLst>
              <a:cxn ang="0">
                <a:pos x="T0" y="T1"/>
              </a:cxn>
              <a:cxn ang="0">
                <a:pos x="T2" y="T3"/>
              </a:cxn>
              <a:cxn ang="0">
                <a:pos x="T4" y="T5"/>
              </a:cxn>
              <a:cxn ang="0">
                <a:pos x="T6" y="T7"/>
              </a:cxn>
              <a:cxn ang="0">
                <a:pos x="T8" y="T9"/>
              </a:cxn>
            </a:cxnLst>
            <a:rect l="0" t="0" r="r" b="b"/>
            <a:pathLst>
              <a:path w="1945" h="1366">
                <a:moveTo>
                  <a:pt x="0" y="1276"/>
                </a:moveTo>
                <a:lnTo>
                  <a:pt x="830" y="1366"/>
                </a:lnTo>
                <a:lnTo>
                  <a:pt x="1305" y="1162"/>
                </a:lnTo>
                <a:lnTo>
                  <a:pt x="1804" y="737"/>
                </a:lnTo>
                <a:lnTo>
                  <a:pt x="1945"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25" name="直接连接符 24"/>
          <p:cNvSpPr/>
          <p:nvPr>
            <p:custDataLst>
              <p:tags r:id="rId6"/>
            </p:custDataLst>
          </p:nvPr>
        </p:nvSpPr>
        <p:spPr bwMode="auto">
          <a:xfrm>
            <a:off x="934115" y="3087347"/>
            <a:ext cx="631007" cy="805447"/>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26" name="任意多边形 25"/>
          <p:cNvSpPr/>
          <p:nvPr>
            <p:custDataLst>
              <p:tags r:id="rId7"/>
            </p:custDataLst>
          </p:nvPr>
        </p:nvSpPr>
        <p:spPr bwMode="auto">
          <a:xfrm>
            <a:off x="821049" y="1915724"/>
            <a:ext cx="113067" cy="1171626"/>
          </a:xfrm>
          <a:custGeom>
            <a:avLst/>
            <a:gdLst>
              <a:gd name="T0" fmla="*/ 609 w 609"/>
              <a:gd name="T1" fmla="*/ 0 h 1611"/>
              <a:gd name="T2" fmla="*/ 592 w 609"/>
              <a:gd name="T3" fmla="*/ 5 h 1611"/>
              <a:gd name="T4" fmla="*/ 313 w 609"/>
              <a:gd name="T5" fmla="*/ 392 h 1611"/>
              <a:gd name="T6" fmla="*/ 52 w 609"/>
              <a:gd name="T7" fmla="*/ 523 h 1611"/>
              <a:gd name="T8" fmla="*/ 0 w 609"/>
              <a:gd name="T9" fmla="*/ 1132 h 1611"/>
              <a:gd name="T10" fmla="*/ 105 w 609"/>
              <a:gd name="T11" fmla="*/ 1611 h 1611"/>
              <a:gd name="connsiteX0" fmla="*/ 10000 w 10018"/>
              <a:gd name="connsiteY0" fmla="*/ 0 h 10000"/>
              <a:gd name="connsiteX1" fmla="*/ 10018 w 10018"/>
              <a:gd name="connsiteY1" fmla="*/ 1358 h 10000"/>
              <a:gd name="connsiteX2" fmla="*/ 5140 w 10018"/>
              <a:gd name="connsiteY2" fmla="*/ 2433 h 10000"/>
              <a:gd name="connsiteX3" fmla="*/ 854 w 10018"/>
              <a:gd name="connsiteY3" fmla="*/ 3246 h 10000"/>
              <a:gd name="connsiteX4" fmla="*/ 0 w 10018"/>
              <a:gd name="connsiteY4" fmla="*/ 7027 h 10000"/>
              <a:gd name="connsiteX5" fmla="*/ 1724 w 10018"/>
              <a:gd name="connsiteY5" fmla="*/ 10000 h 10000"/>
              <a:gd name="connsiteX0-1" fmla="*/ 12868 w 12868"/>
              <a:gd name="connsiteY0-2" fmla="*/ 0 h 9028"/>
              <a:gd name="connsiteX1-3" fmla="*/ 10018 w 12868"/>
              <a:gd name="connsiteY1-4" fmla="*/ 386 h 9028"/>
              <a:gd name="connsiteX2-5" fmla="*/ 5140 w 12868"/>
              <a:gd name="connsiteY2-6" fmla="*/ 1461 h 9028"/>
              <a:gd name="connsiteX3-7" fmla="*/ 854 w 12868"/>
              <a:gd name="connsiteY3-8" fmla="*/ 2274 h 9028"/>
              <a:gd name="connsiteX4-9" fmla="*/ 0 w 12868"/>
              <a:gd name="connsiteY4-10" fmla="*/ 6055 h 9028"/>
              <a:gd name="connsiteX5-11" fmla="*/ 1724 w 12868"/>
              <a:gd name="connsiteY5-12" fmla="*/ 9028 h 9028"/>
              <a:gd name="connsiteX0-13" fmla="*/ 7785 w 7785"/>
              <a:gd name="connsiteY0-14" fmla="*/ 0 h 9572"/>
              <a:gd name="connsiteX1-15" fmla="*/ 3994 w 7785"/>
              <a:gd name="connsiteY1-16" fmla="*/ 1190 h 9572"/>
              <a:gd name="connsiteX2-17" fmla="*/ 664 w 7785"/>
              <a:gd name="connsiteY2-18" fmla="*/ 2091 h 9572"/>
              <a:gd name="connsiteX3-19" fmla="*/ 0 w 7785"/>
              <a:gd name="connsiteY3-20" fmla="*/ 6279 h 9572"/>
              <a:gd name="connsiteX4-21" fmla="*/ 1340 w 7785"/>
              <a:gd name="connsiteY4-22" fmla="*/ 9572 h 9572"/>
              <a:gd name="connsiteX0-23" fmla="*/ 5130 w 5130"/>
              <a:gd name="connsiteY0-24" fmla="*/ 0 h 8757"/>
              <a:gd name="connsiteX1-25" fmla="*/ 853 w 5130"/>
              <a:gd name="connsiteY1-26" fmla="*/ 941 h 8757"/>
              <a:gd name="connsiteX2-27" fmla="*/ 0 w 5130"/>
              <a:gd name="connsiteY2-28" fmla="*/ 5317 h 8757"/>
              <a:gd name="connsiteX3-29" fmla="*/ 1721 w 5130"/>
              <a:gd name="connsiteY3-30" fmla="*/ 8757 h 8757"/>
              <a:gd name="connsiteX0-31" fmla="*/ 1663 w 3355"/>
              <a:gd name="connsiteY0-32" fmla="*/ 0 h 8925"/>
              <a:gd name="connsiteX1-33" fmla="*/ 0 w 3355"/>
              <a:gd name="connsiteY1-34" fmla="*/ 4997 h 8925"/>
              <a:gd name="connsiteX2-35" fmla="*/ 3355 w 3355"/>
              <a:gd name="connsiteY2-36" fmla="*/ 8925 h 8925"/>
            </a:gdLst>
            <a:ahLst/>
            <a:cxnLst>
              <a:cxn ang="0">
                <a:pos x="connsiteX0-1" y="connsiteY0-2"/>
              </a:cxn>
              <a:cxn ang="0">
                <a:pos x="connsiteX1-3" y="connsiteY1-4"/>
              </a:cxn>
              <a:cxn ang="0">
                <a:pos x="connsiteX2-5" y="connsiteY2-6"/>
              </a:cxn>
            </a:cxnLst>
            <a:rect l="l" t="t" r="r" b="b"/>
            <a:pathLst>
              <a:path w="3355" h="8925">
                <a:moveTo>
                  <a:pt x="1663" y="0"/>
                </a:moveTo>
                <a:lnTo>
                  <a:pt x="0" y="4997"/>
                </a:lnTo>
                <a:lnTo>
                  <a:pt x="3355" y="8925"/>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27" name="直接连接符 26"/>
          <p:cNvSpPr/>
          <p:nvPr>
            <p:custDataLst>
              <p:tags r:id="rId8"/>
            </p:custDataLst>
          </p:nvPr>
        </p:nvSpPr>
        <p:spPr bwMode="auto">
          <a:xfrm flipH="1">
            <a:off x="1476823" y="1116803"/>
            <a:ext cx="695615" cy="23582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28" name="任意多边形 27"/>
          <p:cNvSpPr/>
          <p:nvPr>
            <p:custDataLst>
              <p:tags r:id="rId9"/>
            </p:custDataLst>
          </p:nvPr>
        </p:nvSpPr>
        <p:spPr bwMode="auto">
          <a:xfrm>
            <a:off x="1477837" y="1277270"/>
            <a:ext cx="1464895" cy="81773"/>
          </a:xfrm>
          <a:custGeom>
            <a:avLst/>
            <a:gdLst>
              <a:gd name="T0" fmla="*/ 0 w 1375"/>
              <a:gd name="T1" fmla="*/ 69 h 119"/>
              <a:gd name="T2" fmla="*/ 0 w 1375"/>
              <a:gd name="T3" fmla="*/ 69 h 119"/>
              <a:gd name="T4" fmla="*/ 681 w 1375"/>
              <a:gd name="T5" fmla="*/ 0 h 119"/>
              <a:gd name="T6" fmla="*/ 681 w 1375"/>
              <a:gd name="T7" fmla="*/ 0 h 119"/>
              <a:gd name="T8" fmla="*/ 1375 w 1375"/>
              <a:gd name="T9" fmla="*/ 13 h 119"/>
              <a:gd name="T10" fmla="*/ 1279 w 1375"/>
              <a:gd name="T11" fmla="*/ 119 h 119"/>
              <a:gd name="connsiteX0" fmla="*/ 0 w 10000"/>
              <a:gd name="connsiteY0" fmla="*/ 5798 h 12759"/>
              <a:gd name="connsiteX1" fmla="*/ 0 w 10000"/>
              <a:gd name="connsiteY1" fmla="*/ 5798 h 12759"/>
              <a:gd name="connsiteX2" fmla="*/ 4953 w 10000"/>
              <a:gd name="connsiteY2" fmla="*/ 0 h 12759"/>
              <a:gd name="connsiteX3" fmla="*/ 4953 w 10000"/>
              <a:gd name="connsiteY3" fmla="*/ 0 h 12759"/>
              <a:gd name="connsiteX4" fmla="*/ 10000 w 10000"/>
              <a:gd name="connsiteY4" fmla="*/ 1092 h 12759"/>
              <a:gd name="connsiteX5" fmla="*/ 9413 w 10000"/>
              <a:gd name="connsiteY5" fmla="*/ 12759 h 12759"/>
              <a:gd name="connsiteX0-1" fmla="*/ 0 w 10000"/>
              <a:gd name="connsiteY0-2" fmla="*/ 5798 h 5798"/>
              <a:gd name="connsiteX1-3" fmla="*/ 0 w 10000"/>
              <a:gd name="connsiteY1-4" fmla="*/ 5798 h 5798"/>
              <a:gd name="connsiteX2-5" fmla="*/ 4953 w 10000"/>
              <a:gd name="connsiteY2-6" fmla="*/ 0 h 5798"/>
              <a:gd name="connsiteX3-7" fmla="*/ 4953 w 10000"/>
              <a:gd name="connsiteY3-8" fmla="*/ 0 h 5798"/>
              <a:gd name="connsiteX4-9" fmla="*/ 10000 w 10000"/>
              <a:gd name="connsiteY4-10" fmla="*/ 1092 h 57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5798">
                <a:moveTo>
                  <a:pt x="0" y="5798"/>
                </a:moveTo>
                <a:lnTo>
                  <a:pt x="0" y="5798"/>
                </a:lnTo>
                <a:lnTo>
                  <a:pt x="4953" y="0"/>
                </a:lnTo>
                <a:lnTo>
                  <a:pt x="4953" y="0"/>
                </a:lnTo>
                <a:lnTo>
                  <a:pt x="10000" y="1092"/>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29" name="任意多边形 28"/>
          <p:cNvSpPr/>
          <p:nvPr>
            <p:custDataLst>
              <p:tags r:id="rId10"/>
            </p:custDataLst>
          </p:nvPr>
        </p:nvSpPr>
        <p:spPr bwMode="auto">
          <a:xfrm>
            <a:off x="1373450" y="2635091"/>
            <a:ext cx="191671" cy="1257703"/>
          </a:xfrm>
          <a:custGeom>
            <a:avLst/>
            <a:gdLst>
              <a:gd name="T0" fmla="*/ 0 w 178"/>
              <a:gd name="T1" fmla="*/ 0 h 1168"/>
              <a:gd name="T2" fmla="*/ 144 w 178"/>
              <a:gd name="T3" fmla="*/ 792 h 1168"/>
              <a:gd name="T4" fmla="*/ 178 w 178"/>
              <a:gd name="T5" fmla="*/ 1168 h 1168"/>
            </a:gdLst>
            <a:ahLst/>
            <a:cxnLst>
              <a:cxn ang="0">
                <a:pos x="T0" y="T1"/>
              </a:cxn>
              <a:cxn ang="0">
                <a:pos x="T2" y="T3"/>
              </a:cxn>
              <a:cxn ang="0">
                <a:pos x="T4" y="T5"/>
              </a:cxn>
            </a:cxnLst>
            <a:rect l="0" t="0" r="r" b="b"/>
            <a:pathLst>
              <a:path w="178" h="1168">
                <a:moveTo>
                  <a:pt x="0" y="0"/>
                </a:moveTo>
                <a:lnTo>
                  <a:pt x="144" y="792"/>
                </a:lnTo>
                <a:lnTo>
                  <a:pt x="178" y="1168"/>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0" name="任意多边形 29"/>
          <p:cNvSpPr/>
          <p:nvPr>
            <p:custDataLst>
              <p:tags r:id="rId11"/>
            </p:custDataLst>
          </p:nvPr>
        </p:nvSpPr>
        <p:spPr bwMode="auto">
          <a:xfrm>
            <a:off x="1373450" y="1358006"/>
            <a:ext cx="142138" cy="1277085"/>
          </a:xfrm>
          <a:custGeom>
            <a:avLst/>
            <a:gdLst>
              <a:gd name="T0" fmla="*/ 79 w 132"/>
              <a:gd name="T1" fmla="*/ 0 h 1186"/>
              <a:gd name="T2" fmla="*/ 132 w 132"/>
              <a:gd name="T3" fmla="*/ 368 h 1186"/>
              <a:gd name="T4" fmla="*/ 0 w 132"/>
              <a:gd name="T5" fmla="*/ 1186 h 1186"/>
            </a:gdLst>
            <a:ahLst/>
            <a:cxnLst>
              <a:cxn ang="0">
                <a:pos x="T0" y="T1"/>
              </a:cxn>
              <a:cxn ang="0">
                <a:pos x="T2" y="T3"/>
              </a:cxn>
              <a:cxn ang="0">
                <a:pos x="T4" y="T5"/>
              </a:cxn>
            </a:cxnLst>
            <a:rect l="0" t="0" r="r" b="b"/>
            <a:pathLst>
              <a:path w="132" h="1186">
                <a:moveTo>
                  <a:pt x="79" y="0"/>
                </a:moveTo>
                <a:lnTo>
                  <a:pt x="132" y="368"/>
                </a:lnTo>
                <a:lnTo>
                  <a:pt x="0" y="1186"/>
                </a:lnTo>
              </a:path>
            </a:pathLst>
          </a:custGeom>
          <a:noFill/>
          <a:ln w="12700">
            <a:solidFill>
              <a:sysClr val="window" lastClr="FFFFFF">
                <a:lumMod val="65000"/>
                <a:alpha val="54000"/>
              </a:sysClr>
            </a:solidFill>
            <a:prstDash val="solid"/>
            <a:round/>
            <a:headEnd type="none"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1" name="任意多边形 30"/>
          <p:cNvSpPr/>
          <p:nvPr>
            <p:custDataLst>
              <p:tags r:id="rId12"/>
            </p:custDataLst>
          </p:nvPr>
        </p:nvSpPr>
        <p:spPr bwMode="auto">
          <a:xfrm>
            <a:off x="2135826" y="3175644"/>
            <a:ext cx="323054" cy="814061"/>
          </a:xfrm>
          <a:custGeom>
            <a:avLst/>
            <a:gdLst>
              <a:gd name="T0" fmla="*/ 0 w 398"/>
              <a:gd name="T1" fmla="*/ 0 h 756"/>
              <a:gd name="T2" fmla="*/ 219 w 398"/>
              <a:gd name="T3" fmla="*/ 591 h 756"/>
              <a:gd name="T4" fmla="*/ 300 w 398"/>
              <a:gd name="T5" fmla="*/ 756 h 756"/>
              <a:gd name="T6" fmla="*/ 398 w 398"/>
              <a:gd name="T7" fmla="*/ 595 h 756"/>
              <a:gd name="connsiteX0" fmla="*/ 0 w 13102"/>
              <a:gd name="connsiteY0" fmla="*/ 0 h 10000"/>
              <a:gd name="connsiteX1" fmla="*/ 5503 w 13102"/>
              <a:gd name="connsiteY1" fmla="*/ 7817 h 10000"/>
              <a:gd name="connsiteX2" fmla="*/ 7538 w 13102"/>
              <a:gd name="connsiteY2" fmla="*/ 10000 h 10000"/>
              <a:gd name="connsiteX3" fmla="*/ 13102 w 13102"/>
              <a:gd name="connsiteY3" fmla="*/ 9384 h 10000"/>
              <a:gd name="connsiteX0-1" fmla="*/ 0 w 7538"/>
              <a:gd name="connsiteY0-2" fmla="*/ 0 h 10000"/>
              <a:gd name="connsiteX1-3" fmla="*/ 5503 w 7538"/>
              <a:gd name="connsiteY1-4" fmla="*/ 7817 h 10000"/>
              <a:gd name="connsiteX2-5" fmla="*/ 7538 w 7538"/>
              <a:gd name="connsiteY2-6" fmla="*/ 10000 h 10000"/>
            </a:gdLst>
            <a:ahLst/>
            <a:cxnLst>
              <a:cxn ang="0">
                <a:pos x="connsiteX0-1" y="connsiteY0-2"/>
              </a:cxn>
              <a:cxn ang="0">
                <a:pos x="connsiteX1-3" y="connsiteY1-4"/>
              </a:cxn>
              <a:cxn ang="0">
                <a:pos x="connsiteX2-5" y="connsiteY2-6"/>
              </a:cxn>
            </a:cxnLst>
            <a:rect l="l" t="t" r="r" b="b"/>
            <a:pathLst>
              <a:path w="7538" h="10000">
                <a:moveTo>
                  <a:pt x="0" y="0"/>
                </a:moveTo>
                <a:lnTo>
                  <a:pt x="5503" y="7817"/>
                </a:lnTo>
                <a:lnTo>
                  <a:pt x="7538" y="10000"/>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2" name="任意多边形 31"/>
          <p:cNvSpPr/>
          <p:nvPr>
            <p:custDataLst>
              <p:tags r:id="rId13"/>
            </p:custDataLst>
          </p:nvPr>
        </p:nvSpPr>
        <p:spPr bwMode="auto">
          <a:xfrm>
            <a:off x="2135826" y="1283708"/>
            <a:ext cx="355345" cy="1891938"/>
          </a:xfrm>
          <a:custGeom>
            <a:avLst/>
            <a:gdLst>
              <a:gd name="T0" fmla="*/ 52 w 330"/>
              <a:gd name="T1" fmla="*/ 0 h 1757"/>
              <a:gd name="T2" fmla="*/ 330 w 330"/>
              <a:gd name="T3" fmla="*/ 664 h 1757"/>
              <a:gd name="T4" fmla="*/ 0 w 330"/>
              <a:gd name="T5" fmla="*/ 1757 h 1757"/>
            </a:gdLst>
            <a:ahLst/>
            <a:cxnLst>
              <a:cxn ang="0">
                <a:pos x="T0" y="T1"/>
              </a:cxn>
              <a:cxn ang="0">
                <a:pos x="T2" y="T3"/>
              </a:cxn>
              <a:cxn ang="0">
                <a:pos x="T4" y="T5"/>
              </a:cxn>
            </a:cxnLst>
            <a:rect l="0" t="0" r="r" b="b"/>
            <a:pathLst>
              <a:path w="330" h="1757">
                <a:moveTo>
                  <a:pt x="52" y="0"/>
                </a:moveTo>
                <a:lnTo>
                  <a:pt x="330" y="664"/>
                </a:lnTo>
                <a:lnTo>
                  <a:pt x="0" y="175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3" name="直接连接符 32"/>
          <p:cNvSpPr/>
          <p:nvPr>
            <p:custDataLst>
              <p:tags r:id="rId14"/>
            </p:custDataLst>
          </p:nvPr>
        </p:nvSpPr>
        <p:spPr bwMode="auto">
          <a:xfrm>
            <a:off x="2172438" y="1116803"/>
            <a:ext cx="19382" cy="16690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4" name="直接连接符 33"/>
          <p:cNvSpPr/>
          <p:nvPr>
            <p:custDataLst>
              <p:tags r:id="rId15"/>
            </p:custDataLst>
          </p:nvPr>
        </p:nvSpPr>
        <p:spPr bwMode="auto">
          <a:xfrm flipH="1">
            <a:off x="877044" y="1351458"/>
            <a:ext cx="593330" cy="564331"/>
          </a:xfrm>
          <a:prstGeom prst="line">
            <a:avLst/>
          </a:pr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5" name="直接连接符 34"/>
          <p:cNvSpPr/>
          <p:nvPr>
            <p:custDataLst>
              <p:tags r:id="rId16"/>
            </p:custDataLst>
          </p:nvPr>
        </p:nvSpPr>
        <p:spPr bwMode="auto">
          <a:xfrm flipH="1" flipV="1">
            <a:off x="3491522" y="2442344"/>
            <a:ext cx="167981" cy="7645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6" name="直接连接符 35"/>
          <p:cNvSpPr/>
          <p:nvPr>
            <p:custDataLst>
              <p:tags r:id="rId17"/>
            </p:custDataLst>
          </p:nvPr>
        </p:nvSpPr>
        <p:spPr bwMode="auto">
          <a:xfrm flipH="1" flipV="1">
            <a:off x="2931941" y="1298681"/>
            <a:ext cx="191312" cy="49758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7" name="直接连接符 36"/>
          <p:cNvSpPr/>
          <p:nvPr>
            <p:custDataLst>
              <p:tags r:id="rId18"/>
            </p:custDataLst>
          </p:nvPr>
        </p:nvSpPr>
        <p:spPr bwMode="auto">
          <a:xfrm flipH="1" flipV="1">
            <a:off x="3123255" y="1796264"/>
            <a:ext cx="368267" cy="64608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8" name="直接连接符 37"/>
          <p:cNvSpPr/>
          <p:nvPr>
            <p:custDataLst>
              <p:tags r:id="rId19"/>
            </p:custDataLst>
          </p:nvPr>
        </p:nvSpPr>
        <p:spPr bwMode="auto">
          <a:xfrm flipH="1" flipV="1">
            <a:off x="3491522" y="2442344"/>
            <a:ext cx="16152" cy="870054"/>
          </a:xfrm>
          <a:prstGeom prst="line">
            <a:avLst/>
          </a:pr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39" name="任意多边形 38"/>
          <p:cNvSpPr/>
          <p:nvPr>
            <p:custDataLst>
              <p:tags r:id="rId20"/>
            </p:custDataLst>
          </p:nvPr>
        </p:nvSpPr>
        <p:spPr bwMode="auto">
          <a:xfrm>
            <a:off x="2135826" y="3175645"/>
            <a:ext cx="1371847" cy="259509"/>
          </a:xfrm>
          <a:custGeom>
            <a:avLst/>
            <a:gdLst>
              <a:gd name="T0" fmla="*/ 0 w 1274"/>
              <a:gd name="T1" fmla="*/ 0 h 241"/>
              <a:gd name="T2" fmla="*/ 909 w 1274"/>
              <a:gd name="T3" fmla="*/ 241 h 241"/>
              <a:gd name="T4" fmla="*/ 1274 w 1274"/>
              <a:gd name="T5" fmla="*/ 127 h 241"/>
            </a:gdLst>
            <a:ahLst/>
            <a:cxnLst>
              <a:cxn ang="0">
                <a:pos x="T0" y="T1"/>
              </a:cxn>
              <a:cxn ang="0">
                <a:pos x="T2" y="T3"/>
              </a:cxn>
              <a:cxn ang="0">
                <a:pos x="T4" y="T5"/>
              </a:cxn>
            </a:cxnLst>
            <a:rect l="0" t="0" r="r" b="b"/>
            <a:pathLst>
              <a:path w="1274" h="241">
                <a:moveTo>
                  <a:pt x="0" y="0"/>
                </a:moveTo>
                <a:lnTo>
                  <a:pt x="909" y="241"/>
                </a:lnTo>
                <a:lnTo>
                  <a:pt x="1274" y="12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0" name="直接连接符 39"/>
          <p:cNvSpPr/>
          <p:nvPr>
            <p:custDataLst>
              <p:tags r:id="rId21"/>
            </p:custDataLst>
          </p:nvPr>
        </p:nvSpPr>
        <p:spPr bwMode="auto">
          <a:xfrm>
            <a:off x="1373450" y="2635091"/>
            <a:ext cx="762377" cy="54055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1" name="直接连接符 40"/>
          <p:cNvSpPr/>
          <p:nvPr>
            <p:custDataLst>
              <p:tags r:id="rId22"/>
            </p:custDataLst>
          </p:nvPr>
        </p:nvSpPr>
        <p:spPr bwMode="auto">
          <a:xfrm>
            <a:off x="877044" y="1915789"/>
            <a:ext cx="496406" cy="71930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2" name="直接连接符 41"/>
          <p:cNvSpPr/>
          <p:nvPr>
            <p:custDataLst>
              <p:tags r:id="rId23"/>
            </p:custDataLst>
          </p:nvPr>
        </p:nvSpPr>
        <p:spPr bwMode="auto">
          <a:xfrm flipH="1">
            <a:off x="877044" y="1754269"/>
            <a:ext cx="638545" cy="16152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3" name="直接连接符 42"/>
          <p:cNvSpPr/>
          <p:nvPr>
            <p:custDataLst>
              <p:tags r:id="rId24"/>
            </p:custDataLst>
          </p:nvPr>
        </p:nvSpPr>
        <p:spPr bwMode="auto">
          <a:xfrm flipH="1">
            <a:off x="1515588" y="1283708"/>
            <a:ext cx="676232" cy="470562"/>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4" name="直接连接符 43"/>
          <p:cNvSpPr/>
          <p:nvPr>
            <p:custDataLst>
              <p:tags r:id="rId25"/>
            </p:custDataLst>
          </p:nvPr>
        </p:nvSpPr>
        <p:spPr bwMode="auto">
          <a:xfrm flipH="1" flipV="1">
            <a:off x="2191820" y="1283708"/>
            <a:ext cx="931435" cy="512557"/>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5" name="任意多边形 44"/>
          <p:cNvSpPr/>
          <p:nvPr>
            <p:custDataLst>
              <p:tags r:id="rId26"/>
            </p:custDataLst>
          </p:nvPr>
        </p:nvSpPr>
        <p:spPr bwMode="auto">
          <a:xfrm>
            <a:off x="3123255" y="1796264"/>
            <a:ext cx="452258" cy="629929"/>
          </a:xfrm>
          <a:custGeom>
            <a:avLst/>
            <a:gdLst>
              <a:gd name="T0" fmla="*/ 344 w 420"/>
              <a:gd name="T1" fmla="*/ 585 h 585"/>
              <a:gd name="T2" fmla="*/ 420 w 420"/>
              <a:gd name="T3" fmla="*/ 87 h 585"/>
              <a:gd name="T4" fmla="*/ 0 w 420"/>
              <a:gd name="T5" fmla="*/ 0 h 585"/>
            </a:gdLst>
            <a:ahLst/>
            <a:cxnLst>
              <a:cxn ang="0">
                <a:pos x="T0" y="T1"/>
              </a:cxn>
              <a:cxn ang="0">
                <a:pos x="T2" y="T3"/>
              </a:cxn>
              <a:cxn ang="0">
                <a:pos x="T4" y="T5"/>
              </a:cxn>
            </a:cxnLst>
            <a:rect l="0" t="0" r="r" b="b"/>
            <a:pathLst>
              <a:path w="420" h="585">
                <a:moveTo>
                  <a:pt x="344" y="585"/>
                </a:moveTo>
                <a:lnTo>
                  <a:pt x="420" y="87"/>
                </a:lnTo>
                <a:lnTo>
                  <a:pt x="0"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6" name="任意多边形 45"/>
          <p:cNvSpPr/>
          <p:nvPr>
            <p:custDataLst>
              <p:tags r:id="rId27"/>
            </p:custDataLst>
          </p:nvPr>
        </p:nvSpPr>
        <p:spPr bwMode="auto">
          <a:xfrm>
            <a:off x="3106026" y="1796264"/>
            <a:ext cx="387649" cy="1638890"/>
          </a:xfrm>
          <a:custGeom>
            <a:avLst/>
            <a:gdLst>
              <a:gd name="T0" fmla="*/ 16 w 360"/>
              <a:gd name="T1" fmla="*/ 0 h 1522"/>
              <a:gd name="T2" fmla="*/ 0 w 360"/>
              <a:gd name="T3" fmla="*/ 729 h 1522"/>
              <a:gd name="T4" fmla="*/ 8 w 360"/>
              <a:gd name="T5" fmla="*/ 1522 h 1522"/>
              <a:gd name="T6" fmla="*/ 358 w 360"/>
              <a:gd name="T7" fmla="*/ 600 h 1522"/>
              <a:gd name="T8" fmla="*/ 360 w 360"/>
              <a:gd name="T9" fmla="*/ 585 h 1522"/>
            </a:gdLst>
            <a:ahLst/>
            <a:cxnLst>
              <a:cxn ang="0">
                <a:pos x="T0" y="T1"/>
              </a:cxn>
              <a:cxn ang="0">
                <a:pos x="T2" y="T3"/>
              </a:cxn>
              <a:cxn ang="0">
                <a:pos x="T4" y="T5"/>
              </a:cxn>
              <a:cxn ang="0">
                <a:pos x="T6" y="T7"/>
              </a:cxn>
              <a:cxn ang="0">
                <a:pos x="T8" y="T9"/>
              </a:cxn>
            </a:cxnLst>
            <a:rect l="0" t="0" r="r" b="b"/>
            <a:pathLst>
              <a:path w="360" h="1522">
                <a:moveTo>
                  <a:pt x="16" y="0"/>
                </a:moveTo>
                <a:lnTo>
                  <a:pt x="0" y="729"/>
                </a:lnTo>
                <a:lnTo>
                  <a:pt x="8" y="1522"/>
                </a:lnTo>
                <a:lnTo>
                  <a:pt x="358" y="600"/>
                </a:lnTo>
                <a:lnTo>
                  <a:pt x="360" y="585"/>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7" name="直接连接符 46"/>
          <p:cNvSpPr/>
          <p:nvPr>
            <p:custDataLst>
              <p:tags r:id="rId28"/>
            </p:custDataLst>
          </p:nvPr>
        </p:nvSpPr>
        <p:spPr bwMode="auto">
          <a:xfrm flipV="1">
            <a:off x="2491172" y="1796264"/>
            <a:ext cx="632084" cy="202439"/>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8" name="直接连接符 47"/>
          <p:cNvSpPr/>
          <p:nvPr>
            <p:custDataLst>
              <p:tags r:id="rId29"/>
            </p:custDataLst>
          </p:nvPr>
        </p:nvSpPr>
        <p:spPr bwMode="auto">
          <a:xfrm flipV="1">
            <a:off x="1373450" y="1998703"/>
            <a:ext cx="1117721" cy="64500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49" name="任意多边形 48"/>
          <p:cNvSpPr/>
          <p:nvPr>
            <p:custDataLst>
              <p:tags r:id="rId30"/>
            </p:custDataLst>
          </p:nvPr>
        </p:nvSpPr>
        <p:spPr bwMode="auto">
          <a:xfrm>
            <a:off x="934115" y="2643706"/>
            <a:ext cx="594395" cy="844211"/>
          </a:xfrm>
          <a:custGeom>
            <a:avLst/>
            <a:gdLst>
              <a:gd name="T0" fmla="*/ 552 w 552"/>
              <a:gd name="T1" fmla="*/ 784 h 784"/>
              <a:gd name="T2" fmla="*/ 0 w 552"/>
              <a:gd name="T3" fmla="*/ 412 h 784"/>
              <a:gd name="T4" fmla="*/ 408 w 552"/>
              <a:gd name="T5" fmla="*/ 0 h 784"/>
            </a:gdLst>
            <a:ahLst/>
            <a:cxnLst>
              <a:cxn ang="0">
                <a:pos x="T0" y="T1"/>
              </a:cxn>
              <a:cxn ang="0">
                <a:pos x="T2" y="T3"/>
              </a:cxn>
              <a:cxn ang="0">
                <a:pos x="T4" y="T5"/>
              </a:cxn>
            </a:cxnLst>
            <a:rect l="0" t="0" r="r" b="b"/>
            <a:pathLst>
              <a:path w="552" h="784">
                <a:moveTo>
                  <a:pt x="552" y="784"/>
                </a:moveTo>
                <a:lnTo>
                  <a:pt x="0" y="412"/>
                </a:lnTo>
                <a:lnTo>
                  <a:pt x="408"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50" name="直接连接符 49"/>
          <p:cNvSpPr/>
          <p:nvPr>
            <p:custDataLst>
              <p:tags r:id="rId31"/>
            </p:custDataLst>
          </p:nvPr>
        </p:nvSpPr>
        <p:spPr bwMode="auto">
          <a:xfrm flipH="1">
            <a:off x="1528510" y="3175645"/>
            <a:ext cx="607317" cy="312272"/>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51" name="任意多边形 50"/>
          <p:cNvSpPr/>
          <p:nvPr>
            <p:custDataLst>
              <p:tags r:id="rId32"/>
            </p:custDataLst>
          </p:nvPr>
        </p:nvSpPr>
        <p:spPr bwMode="auto">
          <a:xfrm>
            <a:off x="2135826" y="2442344"/>
            <a:ext cx="1355696" cy="733301"/>
          </a:xfrm>
          <a:custGeom>
            <a:avLst/>
            <a:gdLst>
              <a:gd name="T0" fmla="*/ 1259 w 1259"/>
              <a:gd name="T1" fmla="*/ 0 h 681"/>
              <a:gd name="T2" fmla="*/ 902 w 1259"/>
              <a:gd name="T3" fmla="*/ 140 h 681"/>
              <a:gd name="T4" fmla="*/ 0 w 1259"/>
              <a:gd name="T5" fmla="*/ 681 h 681"/>
            </a:gdLst>
            <a:ahLst/>
            <a:cxnLst>
              <a:cxn ang="0">
                <a:pos x="T0" y="T1"/>
              </a:cxn>
              <a:cxn ang="0">
                <a:pos x="T2" y="T3"/>
              </a:cxn>
              <a:cxn ang="0">
                <a:pos x="T4" y="T5"/>
              </a:cxn>
            </a:cxnLst>
            <a:rect l="0" t="0" r="r" b="b"/>
            <a:pathLst>
              <a:path w="1259" h="681">
                <a:moveTo>
                  <a:pt x="1259" y="0"/>
                </a:moveTo>
                <a:lnTo>
                  <a:pt x="902" y="140"/>
                </a:lnTo>
                <a:lnTo>
                  <a:pt x="0" y="681"/>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52" name="任意多边形 51"/>
          <p:cNvSpPr/>
          <p:nvPr>
            <p:custDataLst>
              <p:tags r:id="rId33"/>
            </p:custDataLst>
          </p:nvPr>
        </p:nvSpPr>
        <p:spPr bwMode="auto">
          <a:xfrm>
            <a:off x="1575889" y="3771116"/>
            <a:ext cx="1385846" cy="124909"/>
          </a:xfrm>
          <a:custGeom>
            <a:avLst/>
            <a:gdLst>
              <a:gd name="T0" fmla="*/ 1287 w 1287"/>
              <a:gd name="T1" fmla="*/ 0 h 116"/>
              <a:gd name="T2" fmla="*/ 739 w 1287"/>
              <a:gd name="T3" fmla="*/ 38 h 116"/>
              <a:gd name="T4" fmla="*/ 0 w 1287"/>
              <a:gd name="T5" fmla="*/ 116 h 116"/>
            </a:gdLst>
            <a:ahLst/>
            <a:cxnLst>
              <a:cxn ang="0">
                <a:pos x="T0" y="T1"/>
              </a:cxn>
              <a:cxn ang="0">
                <a:pos x="T2" y="T3"/>
              </a:cxn>
              <a:cxn ang="0">
                <a:pos x="T4" y="T5"/>
              </a:cxn>
            </a:cxnLst>
            <a:rect l="0" t="0" r="r" b="b"/>
            <a:pathLst>
              <a:path w="1287" h="116">
                <a:moveTo>
                  <a:pt x="1287" y="0"/>
                </a:moveTo>
                <a:lnTo>
                  <a:pt x="739" y="38"/>
                </a:lnTo>
                <a:lnTo>
                  <a:pt x="0" y="116"/>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53" name="任意多边形 52"/>
          <p:cNvSpPr/>
          <p:nvPr>
            <p:custDataLst>
              <p:tags r:id="rId34"/>
            </p:custDataLst>
          </p:nvPr>
        </p:nvSpPr>
        <p:spPr bwMode="auto">
          <a:xfrm>
            <a:off x="1528509" y="3435153"/>
            <a:ext cx="1586131" cy="376880"/>
          </a:xfrm>
          <a:custGeom>
            <a:avLst/>
            <a:gdLst>
              <a:gd name="T0" fmla="*/ 0 w 1473"/>
              <a:gd name="T1" fmla="*/ 49 h 350"/>
              <a:gd name="T2" fmla="*/ 783 w 1473"/>
              <a:gd name="T3" fmla="*/ 350 h 350"/>
              <a:gd name="T4" fmla="*/ 1473 w 1473"/>
              <a:gd name="T5" fmla="*/ 0 h 350"/>
              <a:gd name="T6" fmla="*/ 1348 w 1473"/>
              <a:gd name="T7" fmla="*/ 303 h 350"/>
            </a:gdLst>
            <a:ahLst/>
            <a:cxnLst>
              <a:cxn ang="0">
                <a:pos x="T0" y="T1"/>
              </a:cxn>
              <a:cxn ang="0">
                <a:pos x="T2" y="T3"/>
              </a:cxn>
              <a:cxn ang="0">
                <a:pos x="T4" y="T5"/>
              </a:cxn>
              <a:cxn ang="0">
                <a:pos x="T6" y="T7"/>
              </a:cxn>
            </a:cxnLst>
            <a:rect l="0" t="0" r="r" b="b"/>
            <a:pathLst>
              <a:path w="1473" h="350">
                <a:moveTo>
                  <a:pt x="0" y="49"/>
                </a:moveTo>
                <a:lnTo>
                  <a:pt x="783" y="350"/>
                </a:lnTo>
                <a:lnTo>
                  <a:pt x="1473" y="0"/>
                </a:lnTo>
                <a:lnTo>
                  <a:pt x="1348" y="303"/>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54" name="直接连接符 53"/>
          <p:cNvSpPr/>
          <p:nvPr>
            <p:custDataLst>
              <p:tags r:id="rId35"/>
            </p:custDataLst>
          </p:nvPr>
        </p:nvSpPr>
        <p:spPr bwMode="auto">
          <a:xfrm>
            <a:off x="2491172" y="1998702"/>
            <a:ext cx="615932" cy="59439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55" name="直接连接符 54"/>
          <p:cNvSpPr/>
          <p:nvPr>
            <p:custDataLst>
              <p:tags r:id="rId36"/>
            </p:custDataLst>
          </p:nvPr>
        </p:nvSpPr>
        <p:spPr bwMode="auto">
          <a:xfrm>
            <a:off x="1515588" y="1754269"/>
            <a:ext cx="975584" cy="24443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19" name="椭圆 18"/>
          <p:cNvSpPr/>
          <p:nvPr>
            <p:custDataLst>
              <p:tags r:id="rId37"/>
            </p:custDataLst>
          </p:nvPr>
        </p:nvSpPr>
        <p:spPr>
          <a:xfrm>
            <a:off x="1280582" y="1592708"/>
            <a:ext cx="1911452" cy="1911448"/>
          </a:xfrm>
          <a:prstGeom prst="ellipse">
            <a:avLst/>
          </a:prstGeom>
          <a:solidFill>
            <a:srgbClr val="1F74AD">
              <a:alpha val="86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16" name="椭圆 15"/>
          <p:cNvSpPr/>
          <p:nvPr>
            <p:custDataLst>
              <p:tags r:id="rId38"/>
            </p:custDataLst>
          </p:nvPr>
        </p:nvSpPr>
        <p:spPr>
          <a:xfrm rot="18199285">
            <a:off x="1843088" y="555308"/>
            <a:ext cx="750570" cy="750570"/>
          </a:xfrm>
          <a:prstGeom prst="ellipse">
            <a:avLst/>
          </a:prstGeom>
          <a:solidFill>
            <a:srgbClr val="1F74AD"/>
          </a:solidFill>
          <a:ln w="12700" cap="flat">
            <a:noFill/>
            <a:miter lim="400000"/>
          </a:ln>
          <a:effectLst/>
        </p:spPr>
        <p:txBody>
          <a:bodyPr anchor="ctr"/>
          <a:lstStyle/>
          <a:p>
            <a:pPr algn="ctr">
              <a:lnSpc>
                <a:spcPct val="130000"/>
              </a:lnSpc>
            </a:pPr>
            <a:endParaRPr sz="1350">
              <a:solidFill>
                <a:srgbClr val="000000"/>
              </a:solidFill>
              <a:latin typeface="微软雅黑" panose="020B0503020204020204" charset="-122"/>
              <a:ea typeface="微软雅黑" panose="020B0503020204020204" charset="-122"/>
            </a:endParaRPr>
          </a:p>
        </p:txBody>
      </p:sp>
      <p:sp>
        <p:nvSpPr>
          <p:cNvPr id="17" name="任意多边形 16"/>
          <p:cNvSpPr/>
          <p:nvPr>
            <p:custDataLst>
              <p:tags r:id="rId39"/>
            </p:custDataLst>
          </p:nvPr>
        </p:nvSpPr>
        <p:spPr bwMode="auto">
          <a:xfrm>
            <a:off x="2023586" y="802958"/>
            <a:ext cx="400526" cy="311944"/>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ysClr val="window" lastClr="FFFFFF"/>
          </a:solidFill>
          <a:ln>
            <a:noFill/>
          </a:ln>
          <a:effec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14" name="椭圆 13"/>
          <p:cNvSpPr/>
          <p:nvPr>
            <p:custDataLst>
              <p:tags r:id="rId40"/>
            </p:custDataLst>
          </p:nvPr>
        </p:nvSpPr>
        <p:spPr>
          <a:xfrm rot="18199285">
            <a:off x="1861661" y="3819049"/>
            <a:ext cx="750570" cy="750570"/>
          </a:xfrm>
          <a:prstGeom prst="ellipse">
            <a:avLst/>
          </a:prstGeom>
          <a:solidFill>
            <a:srgbClr val="1AA3AA"/>
          </a:solidFill>
          <a:ln w="12700" cap="flat">
            <a:noFill/>
            <a:miter lim="400000"/>
          </a:ln>
          <a:effectLst/>
        </p:spPr>
        <p:txBody>
          <a:bodyPr anchor="ctr"/>
          <a:lstStyle/>
          <a:p>
            <a:pPr algn="ctr">
              <a:lnSpc>
                <a:spcPct val="130000"/>
              </a:lnSpc>
            </a:pPr>
            <a:endParaRPr sz="1350">
              <a:solidFill>
                <a:srgbClr val="000000"/>
              </a:solidFill>
              <a:latin typeface="微软雅黑" panose="020B0503020204020204" charset="-122"/>
              <a:ea typeface="微软雅黑" panose="020B0503020204020204" charset="-122"/>
            </a:endParaRPr>
          </a:p>
        </p:txBody>
      </p:sp>
      <p:sp>
        <p:nvSpPr>
          <p:cNvPr id="15" name="任意多边形 14"/>
          <p:cNvSpPr/>
          <p:nvPr>
            <p:custDataLst>
              <p:tags r:id="rId41"/>
            </p:custDataLst>
          </p:nvPr>
        </p:nvSpPr>
        <p:spPr bwMode="auto">
          <a:xfrm>
            <a:off x="2037398" y="4009549"/>
            <a:ext cx="399574" cy="369570"/>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ysClr val="window" lastClr="FFFFFF"/>
          </a:solidFill>
          <a:ln w="9525">
            <a:noFill/>
            <a:round/>
          </a:ln>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10" name="椭圆 9"/>
          <p:cNvSpPr/>
          <p:nvPr>
            <p:custDataLst>
              <p:tags r:id="rId42"/>
            </p:custDataLst>
          </p:nvPr>
        </p:nvSpPr>
        <p:spPr>
          <a:xfrm rot="18199285">
            <a:off x="3482340" y="2181701"/>
            <a:ext cx="750570" cy="750570"/>
          </a:xfrm>
          <a:prstGeom prst="ellipse">
            <a:avLst/>
          </a:prstGeom>
          <a:solidFill>
            <a:srgbClr val="3498DB"/>
          </a:solidFill>
          <a:ln w="12700" cap="flat">
            <a:noFill/>
            <a:miter lim="400000"/>
          </a:ln>
          <a:effectLst/>
        </p:spPr>
        <p:txBody>
          <a:bodyPr anchor="ctr"/>
          <a:lstStyle/>
          <a:p>
            <a:pPr algn="ctr">
              <a:lnSpc>
                <a:spcPct val="130000"/>
              </a:lnSpc>
            </a:pPr>
            <a:endParaRPr sz="1350">
              <a:solidFill>
                <a:srgbClr val="000000"/>
              </a:solidFill>
              <a:latin typeface="微软雅黑" panose="020B0503020204020204" charset="-122"/>
              <a:ea typeface="微软雅黑" panose="020B0503020204020204" charset="-122"/>
            </a:endParaRPr>
          </a:p>
        </p:txBody>
      </p:sp>
      <p:sp>
        <p:nvSpPr>
          <p:cNvPr id="11" name="任意多边形 10"/>
          <p:cNvSpPr/>
          <p:nvPr>
            <p:custDataLst>
              <p:tags r:id="rId43"/>
            </p:custDataLst>
          </p:nvPr>
        </p:nvSpPr>
        <p:spPr>
          <a:xfrm>
            <a:off x="3669983" y="2380774"/>
            <a:ext cx="375285" cy="351949"/>
          </a:xfrm>
          <a:custGeom>
            <a:avLst/>
            <a:gdLst/>
            <a:ahLst/>
            <a:cxnLst>
              <a:cxn ang="0">
                <a:pos x="wd2" y="hd2"/>
              </a:cxn>
              <a:cxn ang="5400000">
                <a:pos x="wd2" y="hd2"/>
              </a:cxn>
              <a:cxn ang="10800000">
                <a:pos x="wd2" y="hd2"/>
              </a:cxn>
              <a:cxn ang="16200000">
                <a:pos x="wd2" y="hd2"/>
              </a:cxn>
            </a:cxnLst>
            <a:rect l="0" t="0" r="r" b="b"/>
            <a:pathLst>
              <a:path w="20993" h="21440" extrusionOk="0">
                <a:moveTo>
                  <a:pt x="20097" y="14373"/>
                </a:moveTo>
                <a:lnTo>
                  <a:pt x="15990" y="12571"/>
                </a:lnTo>
                <a:lnTo>
                  <a:pt x="16463" y="14008"/>
                </a:lnTo>
                <a:cubicBezTo>
                  <a:pt x="16439" y="15532"/>
                  <a:pt x="13726" y="16745"/>
                  <a:pt x="10496" y="16745"/>
                </a:cubicBezTo>
                <a:cubicBezTo>
                  <a:pt x="7268" y="16745"/>
                  <a:pt x="4553" y="15532"/>
                  <a:pt x="4529" y="14008"/>
                </a:cubicBezTo>
                <a:lnTo>
                  <a:pt x="5002" y="12571"/>
                </a:lnTo>
                <a:lnTo>
                  <a:pt x="895" y="14373"/>
                </a:lnTo>
                <a:cubicBezTo>
                  <a:pt x="-255" y="14878"/>
                  <a:pt x="-304" y="15814"/>
                  <a:pt x="789" y="16451"/>
                </a:cubicBezTo>
                <a:lnTo>
                  <a:pt x="8511" y="20962"/>
                </a:lnTo>
                <a:cubicBezTo>
                  <a:pt x="9602" y="21600"/>
                  <a:pt x="11390" y="21600"/>
                  <a:pt x="12481" y="20962"/>
                </a:cubicBezTo>
                <a:lnTo>
                  <a:pt x="20205" y="16451"/>
                </a:lnTo>
                <a:cubicBezTo>
                  <a:pt x="21296" y="15814"/>
                  <a:pt x="21247" y="14878"/>
                  <a:pt x="20097" y="14373"/>
                </a:cubicBezTo>
                <a:close/>
                <a:moveTo>
                  <a:pt x="10496" y="5209"/>
                </a:moveTo>
                <a:cubicBezTo>
                  <a:pt x="11724" y="5209"/>
                  <a:pt x="12866" y="4796"/>
                  <a:pt x="13199" y="4152"/>
                </a:cubicBezTo>
                <a:cubicBezTo>
                  <a:pt x="12739" y="2744"/>
                  <a:pt x="12343" y="1535"/>
                  <a:pt x="12094" y="773"/>
                </a:cubicBezTo>
                <a:cubicBezTo>
                  <a:pt x="11927" y="264"/>
                  <a:pt x="11175" y="0"/>
                  <a:pt x="10496" y="0"/>
                </a:cubicBezTo>
                <a:cubicBezTo>
                  <a:pt x="9817" y="0"/>
                  <a:pt x="9065" y="264"/>
                  <a:pt x="8898" y="773"/>
                </a:cubicBezTo>
                <a:cubicBezTo>
                  <a:pt x="8649" y="1535"/>
                  <a:pt x="8253" y="2744"/>
                  <a:pt x="7792" y="4152"/>
                </a:cubicBezTo>
                <a:cubicBezTo>
                  <a:pt x="8126" y="4796"/>
                  <a:pt x="9268" y="5209"/>
                  <a:pt x="10496" y="5209"/>
                </a:cubicBezTo>
                <a:close/>
                <a:moveTo>
                  <a:pt x="10496" y="13197"/>
                </a:moveTo>
                <a:cubicBezTo>
                  <a:pt x="13109" y="13197"/>
                  <a:pt x="15296" y="12229"/>
                  <a:pt x="15429" y="10966"/>
                </a:cubicBezTo>
                <a:cubicBezTo>
                  <a:pt x="15041" y="9779"/>
                  <a:pt x="14617" y="8484"/>
                  <a:pt x="14201" y="7211"/>
                </a:cubicBezTo>
                <a:cubicBezTo>
                  <a:pt x="13911" y="8118"/>
                  <a:pt x="12316" y="8759"/>
                  <a:pt x="10496" y="8759"/>
                </a:cubicBezTo>
                <a:cubicBezTo>
                  <a:pt x="8678" y="8759"/>
                  <a:pt x="7081" y="8118"/>
                  <a:pt x="6791" y="7211"/>
                </a:cubicBezTo>
                <a:cubicBezTo>
                  <a:pt x="6375" y="8484"/>
                  <a:pt x="5951" y="9779"/>
                  <a:pt x="5563" y="10966"/>
                </a:cubicBezTo>
                <a:cubicBezTo>
                  <a:pt x="5696" y="12229"/>
                  <a:pt x="7883" y="13197"/>
                  <a:pt x="10496" y="13197"/>
                </a:cubicBezTo>
                <a:close/>
              </a:path>
            </a:pathLst>
          </a:custGeom>
          <a:solidFill>
            <a:sysClr val="window" lastClr="FFFFFF"/>
          </a:solidFill>
          <a:ln w="12700" cap="flat">
            <a:noFill/>
            <a:miter lim="400000"/>
          </a:ln>
          <a:effec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82" name="任意多边形 81"/>
          <p:cNvSpPr/>
          <p:nvPr>
            <p:custDataLst>
              <p:tags r:id="rId44"/>
            </p:custDataLst>
          </p:nvPr>
        </p:nvSpPr>
        <p:spPr>
          <a:xfrm>
            <a:off x="4399915" y="1520825"/>
            <a:ext cx="299085" cy="2997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1F74AD"/>
          </a:solidFill>
          <a:ln w="12700" cap="flat">
            <a:noFill/>
            <a:miter lim="400000"/>
          </a:ln>
          <a:effec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83" name="任意多边形 82"/>
          <p:cNvSpPr/>
          <p:nvPr>
            <p:custDataLst>
              <p:tags r:id="rId45"/>
            </p:custDataLst>
          </p:nvPr>
        </p:nvSpPr>
        <p:spPr>
          <a:xfrm>
            <a:off x="4491355" y="1609725"/>
            <a:ext cx="116205" cy="121920"/>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80" name="矩形 79"/>
          <p:cNvSpPr/>
          <p:nvPr>
            <p:custDataLst>
              <p:tags r:id="rId46"/>
            </p:custDataLst>
          </p:nvPr>
        </p:nvSpPr>
        <p:spPr>
          <a:xfrm>
            <a:off x="4756150" y="1367790"/>
            <a:ext cx="3558540" cy="277495"/>
          </a:xfrm>
          <a:prstGeom prst="rect">
            <a:avLst/>
          </a:prstGeom>
        </p:spPr>
        <p:txBody>
          <a:bodyPr wrap="square" lIns="67500" tIns="35100" rIns="67500" bIns="0" anchor="b" anchorCtr="0">
            <a:normAutofit/>
          </a:bodyPr>
          <a:lstStyle/>
          <a:p>
            <a:pPr>
              <a:lnSpc>
                <a:spcPct val="120000"/>
              </a:lnSpc>
            </a:pPr>
            <a:r>
              <a:rPr lang="zh-CN" altLang="en-US" sz="1350" b="1" spc="300">
                <a:solidFill>
                  <a:srgbClr val="1F74AD"/>
                </a:solidFill>
                <a:latin typeface="微软雅黑" panose="020B0503020204020204" charset="-122"/>
                <a:ea typeface="微软雅黑" panose="020B0503020204020204" charset="-122"/>
                <a:cs typeface="+mn-ea"/>
              </a:rPr>
              <a:t>睡眠</a:t>
            </a:r>
          </a:p>
        </p:txBody>
      </p:sp>
      <p:sp>
        <p:nvSpPr>
          <p:cNvPr id="81" name="矩形 80"/>
          <p:cNvSpPr/>
          <p:nvPr>
            <p:custDataLst>
              <p:tags r:id="rId47"/>
            </p:custDataLst>
          </p:nvPr>
        </p:nvSpPr>
        <p:spPr>
          <a:xfrm>
            <a:off x="4756785" y="1659890"/>
            <a:ext cx="3557905" cy="367030"/>
          </a:xfrm>
          <a:prstGeom prst="rect">
            <a:avLst/>
          </a:prstGeom>
        </p:spPr>
        <p:txBody>
          <a:bodyPr wrap="square" lIns="67500" tIns="0" rIns="67500" bIns="35100" anchor="t">
            <a:spAutoFit/>
          </a:bodyPr>
          <a:lstStyle/>
          <a:p>
            <a:pPr>
              <a:lnSpc>
                <a:spcPct val="120000"/>
              </a:lnSpc>
            </a:pPr>
            <a:r>
              <a:rPr lang="zh-CN" altLang="en-US" sz="900" spc="150">
                <a:solidFill>
                  <a:srgbClr val="000000"/>
                </a:solidFill>
                <a:latin typeface="微软雅黑" panose="020B0503020204020204" charset="-122"/>
                <a:ea typeface="微软雅黑" panose="020B0503020204020204" charset="-122"/>
              </a:rPr>
              <a:t>睡眠是计算机处于待机状态下的一种模式，可以节约电源，省去烦琐的开机过程，增加计算机的使用寿命。</a:t>
            </a:r>
          </a:p>
        </p:txBody>
      </p:sp>
      <p:sp>
        <p:nvSpPr>
          <p:cNvPr id="76" name="任意多边形 75"/>
          <p:cNvSpPr/>
          <p:nvPr>
            <p:custDataLst>
              <p:tags r:id="rId48"/>
            </p:custDataLst>
          </p:nvPr>
        </p:nvSpPr>
        <p:spPr>
          <a:xfrm>
            <a:off x="4399280" y="2427605"/>
            <a:ext cx="299720" cy="2997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3498DB"/>
          </a:solidFill>
          <a:ln w="12700" cap="flat">
            <a:noFill/>
            <a:miter lim="400000"/>
          </a:ln>
          <a:effec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77" name="任意多边形 76"/>
          <p:cNvSpPr/>
          <p:nvPr>
            <p:custDataLst>
              <p:tags r:id="rId49"/>
            </p:custDataLst>
          </p:nvPr>
        </p:nvSpPr>
        <p:spPr>
          <a:xfrm>
            <a:off x="4490720" y="2516505"/>
            <a:ext cx="116205" cy="121920"/>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74" name="矩形 73"/>
          <p:cNvSpPr/>
          <p:nvPr>
            <p:custDataLst>
              <p:tags r:id="rId50"/>
            </p:custDataLst>
          </p:nvPr>
        </p:nvSpPr>
        <p:spPr>
          <a:xfrm>
            <a:off x="4764405" y="2238375"/>
            <a:ext cx="3558540" cy="277495"/>
          </a:xfrm>
          <a:prstGeom prst="rect">
            <a:avLst/>
          </a:prstGeom>
        </p:spPr>
        <p:txBody>
          <a:bodyPr wrap="square" lIns="67500" tIns="35100" rIns="67500" bIns="0" anchor="b" anchorCtr="0">
            <a:normAutofit/>
          </a:bodyPr>
          <a:lstStyle/>
          <a:p>
            <a:pPr>
              <a:lnSpc>
                <a:spcPct val="120000"/>
              </a:lnSpc>
            </a:pPr>
            <a:r>
              <a:rPr lang="zh-CN" altLang="en-US" sz="1350" b="1" spc="300">
                <a:solidFill>
                  <a:srgbClr val="3498DB"/>
                </a:solidFill>
                <a:latin typeface="微软雅黑" panose="020B0503020204020204" charset="-122"/>
                <a:ea typeface="微软雅黑" panose="020B0503020204020204" charset="-122"/>
                <a:cs typeface="+mn-ea"/>
              </a:rPr>
              <a:t>重启</a:t>
            </a:r>
          </a:p>
        </p:txBody>
      </p:sp>
      <p:sp>
        <p:nvSpPr>
          <p:cNvPr id="75" name="矩形 74"/>
          <p:cNvSpPr/>
          <p:nvPr>
            <p:custDataLst>
              <p:tags r:id="rId51"/>
            </p:custDataLst>
          </p:nvPr>
        </p:nvSpPr>
        <p:spPr>
          <a:xfrm>
            <a:off x="4764405" y="2530475"/>
            <a:ext cx="3558540" cy="367030"/>
          </a:xfrm>
          <a:prstGeom prst="rect">
            <a:avLst/>
          </a:prstGeom>
        </p:spPr>
        <p:txBody>
          <a:bodyPr wrap="square" lIns="67500" tIns="0" rIns="67500" bIns="35100" anchor="t">
            <a:spAutoFit/>
          </a:bodyPr>
          <a:lstStyle/>
          <a:p>
            <a:pPr>
              <a:lnSpc>
                <a:spcPct val="120000"/>
              </a:lnSpc>
            </a:pPr>
            <a:r>
              <a:rPr lang="zh-CN" altLang="en-US" sz="900" spc="150">
                <a:solidFill>
                  <a:srgbClr val="000000"/>
                </a:solidFill>
                <a:latin typeface="微软雅黑" panose="020B0503020204020204" charset="-122"/>
                <a:ea typeface="微软雅黑" panose="020B0503020204020204" charset="-122"/>
              </a:rPr>
              <a:t>重启是指在计算机使用的过程中遇到某些故障、改动设置、安装更新等时，而重新引导操作系统的方法。</a:t>
            </a:r>
          </a:p>
        </p:txBody>
      </p:sp>
      <p:sp>
        <p:nvSpPr>
          <p:cNvPr id="70" name="任意多边形 69"/>
          <p:cNvSpPr/>
          <p:nvPr>
            <p:custDataLst>
              <p:tags r:id="rId52"/>
            </p:custDataLst>
          </p:nvPr>
        </p:nvSpPr>
        <p:spPr>
          <a:xfrm>
            <a:off x="4399280" y="3239135"/>
            <a:ext cx="299720" cy="2997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1AA3AA"/>
          </a:solidFill>
          <a:ln w="12700" cap="flat">
            <a:noFill/>
            <a:miter lim="400000"/>
          </a:ln>
          <a:effec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71" name="任意多边形 70"/>
          <p:cNvSpPr/>
          <p:nvPr>
            <p:custDataLst>
              <p:tags r:id="rId53"/>
            </p:custDataLst>
          </p:nvPr>
        </p:nvSpPr>
        <p:spPr>
          <a:xfrm>
            <a:off x="4490720" y="3327400"/>
            <a:ext cx="116205" cy="121920"/>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lnSpc>
                <a:spcPct val="130000"/>
              </a:lnSpc>
            </a:pPr>
            <a:endParaRPr sz="1350">
              <a:latin typeface="微软雅黑" panose="020B0503020204020204" charset="-122"/>
              <a:ea typeface="微软雅黑" panose="020B0503020204020204" charset="-122"/>
            </a:endParaRPr>
          </a:p>
        </p:txBody>
      </p:sp>
      <p:sp>
        <p:nvSpPr>
          <p:cNvPr id="68" name="矩形 67"/>
          <p:cNvSpPr/>
          <p:nvPr>
            <p:custDataLst>
              <p:tags r:id="rId54"/>
            </p:custDataLst>
          </p:nvPr>
        </p:nvSpPr>
        <p:spPr>
          <a:xfrm>
            <a:off x="4756150" y="3108960"/>
            <a:ext cx="3558540" cy="277495"/>
          </a:xfrm>
          <a:prstGeom prst="rect">
            <a:avLst/>
          </a:prstGeom>
        </p:spPr>
        <p:txBody>
          <a:bodyPr wrap="square" lIns="67500" tIns="35100" rIns="67500" bIns="0" anchor="b" anchorCtr="0">
            <a:normAutofit/>
          </a:bodyPr>
          <a:lstStyle/>
          <a:p>
            <a:pPr>
              <a:lnSpc>
                <a:spcPct val="120000"/>
              </a:lnSpc>
            </a:pPr>
            <a:r>
              <a:rPr lang="zh-CN" altLang="en-US" sz="1350" b="1" spc="300">
                <a:solidFill>
                  <a:srgbClr val="1AA3AA"/>
                </a:solidFill>
                <a:latin typeface="微软雅黑" panose="020B0503020204020204" charset="-122"/>
                <a:ea typeface="微软雅黑" panose="020B0503020204020204" charset="-122"/>
                <a:cs typeface="+mn-ea"/>
              </a:rPr>
              <a:t>关机</a:t>
            </a:r>
          </a:p>
        </p:txBody>
      </p:sp>
      <p:sp>
        <p:nvSpPr>
          <p:cNvPr id="69" name="矩形 68"/>
          <p:cNvSpPr/>
          <p:nvPr>
            <p:custDataLst>
              <p:tags r:id="rId55"/>
            </p:custDataLst>
          </p:nvPr>
        </p:nvSpPr>
        <p:spPr>
          <a:xfrm>
            <a:off x="4756150" y="3400425"/>
            <a:ext cx="3558540" cy="367030"/>
          </a:xfrm>
          <a:prstGeom prst="rect">
            <a:avLst/>
          </a:prstGeom>
        </p:spPr>
        <p:txBody>
          <a:bodyPr wrap="square" lIns="67500" tIns="0" rIns="67500" bIns="35100" anchor="t">
            <a:spAutoFit/>
          </a:bodyPr>
          <a:lstStyle/>
          <a:p>
            <a:pPr>
              <a:lnSpc>
                <a:spcPct val="120000"/>
              </a:lnSpc>
            </a:pPr>
            <a:r>
              <a:rPr lang="zh-CN" altLang="en-US" sz="900" spc="150">
                <a:solidFill>
                  <a:srgbClr val="000000"/>
                </a:solidFill>
                <a:latin typeface="微软雅黑" panose="020B0503020204020204" charset="-122"/>
                <a:ea typeface="微软雅黑" panose="020B0503020204020204" charset="-122"/>
              </a:rPr>
              <a:t>在使用计算机后，接下来长时间不使用电脑时，应该将计算机关掉，以节省电能，还能延长计算机硬件的寿命。</a:t>
            </a:r>
          </a:p>
        </p:txBody>
      </p:sp>
      <p:sp>
        <p:nvSpPr>
          <p:cNvPr id="61" name="文本框 60"/>
          <p:cNvSpPr txBox="1"/>
          <p:nvPr>
            <p:custDataLst>
              <p:tags r:id="rId56"/>
            </p:custDataLst>
          </p:nvPr>
        </p:nvSpPr>
        <p:spPr bwMode="auto">
          <a:xfrm>
            <a:off x="1554143" y="2282014"/>
            <a:ext cx="1344279" cy="532130"/>
          </a:xfrm>
          <a:prstGeom prst="rect">
            <a:avLst/>
          </a:prstGeom>
          <a:noFill/>
          <a:scene3d>
            <a:camera prst="orthographicFront">
              <a:rot lat="0" lon="0" rev="0"/>
            </a:camera>
            <a:lightRig rig="threePt" dir="t"/>
          </a:scene3d>
          <a:sp3d prstMaterial="matte">
            <a:bevelT w="1270" h="1270"/>
          </a:sp3d>
        </p:spPr>
        <p:txBody>
          <a:bodyPr wrap="square" lIns="67500" tIns="35100" rIns="67500" bIns="0" anchor="b" anchorCtr="0">
            <a:spAutoFit/>
          </a:bodyPr>
          <a:lstStyle/>
          <a:p>
            <a:pPr algn="ctr">
              <a:lnSpc>
                <a:spcPct val="120000"/>
              </a:lnSpc>
              <a:buClr>
                <a:prstClr val="white"/>
              </a:buClr>
              <a:defRPr/>
            </a:pPr>
            <a:r>
              <a:rPr lang="zh-CN" altLang="en-US" sz="1350" b="1" spc="300">
                <a:solidFill>
                  <a:sysClr val="window" lastClr="FFFFFF"/>
                </a:solidFill>
                <a:latin typeface="微软雅黑" panose="020B0503020204020204" charset="-122"/>
                <a:ea typeface="微软雅黑" panose="020B0503020204020204" charset="-122"/>
                <a:cs typeface="+mn-ea"/>
              </a:rPr>
              <a:t>睡眠、重启与关机</a:t>
            </a:r>
          </a:p>
        </p:txBody>
      </p:sp>
      <p:sp>
        <p:nvSpPr>
          <p:cNvPr id="6" name="圆角矩形标注 5"/>
          <p:cNvSpPr/>
          <p:nvPr/>
        </p:nvSpPr>
        <p:spPr>
          <a:xfrm>
            <a:off x="5051425" y="1915795"/>
            <a:ext cx="3904615" cy="3075940"/>
          </a:xfrm>
          <a:prstGeom prst="wedgeRoundRectCallout">
            <a:avLst>
              <a:gd name="adj1" fmla="val -43725"/>
              <a:gd name="adj2" fmla="val -59638"/>
              <a:gd name="adj3" fmla="val 16667"/>
            </a:avLst>
          </a:prstGeom>
          <a:solidFill>
            <a:srgbClr val="0070C0">
              <a:alpha val="9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4800" algn="just" fontAlgn="auto">
              <a:lnSpc>
                <a:spcPct val="130000"/>
              </a:lnSpc>
              <a:extLst>
                <a:ext uri="{35155182-B16C-46BC-9424-99874614C6A1}">
                  <wpsdc:indentchars xmlns:wpsdc="http://www.wps.cn/officeDocument/2017/drawingmlCustomData" xmlns="" val="200" checksum="1077528236"/>
                </a:ext>
              </a:extLst>
            </a:pPr>
            <a:r>
              <a:rPr lang="zh-CN" altLang="en-US" sz="1200"/>
              <a:t>在计算机进入睡眠状态时，显示器将关闭，通常计算机的风扇也会停转，计算机机箱外侧的一个指示灯将闪烁或变黄。因为Windows 将记住并保存正在进行的工作状态，因此，在睡眠前不需要关闭程序和文件。计算机处于睡眠状态时，耗电量极少，将自动切断除内存外其他配件的电源，工作状态的数据将保存在内存中。</a:t>
            </a:r>
          </a:p>
          <a:p>
            <a:pPr indent="304800" algn="just" fontAlgn="auto">
              <a:lnSpc>
                <a:spcPct val="130000"/>
              </a:lnSpc>
              <a:extLst>
                <a:ext uri="{35155182-B16C-46BC-9424-99874614C6A1}">
                  <wpsdc:indentchars xmlns:wpsdc="http://www.wps.cn/officeDocument/2017/drawingmlCustomData" xmlns="" val="200" checksum="1077528236"/>
                </a:ext>
              </a:extLst>
            </a:pPr>
            <a:r>
              <a:rPr lang="zh-CN" altLang="en-US" sz="1200"/>
              <a:t>若要唤醒计算机，可以通过按计算机电源按钮恢复工作状态。但是，并不是所有的计算机都一样。多数计算机可以通过按键盘上的任意键、单击鼠标按钮或打开便携式计算机的盖子来唤醒计算机。</a:t>
            </a:r>
          </a:p>
        </p:txBody>
      </p:sp>
      <p:sp>
        <p:nvSpPr>
          <p:cNvPr id="7" name="圆角矩形标注 6"/>
          <p:cNvSpPr/>
          <p:nvPr/>
        </p:nvSpPr>
        <p:spPr>
          <a:xfrm>
            <a:off x="5051425" y="2696845"/>
            <a:ext cx="3904615" cy="1270000"/>
          </a:xfrm>
          <a:prstGeom prst="wedgeRoundRectCallout">
            <a:avLst>
              <a:gd name="adj1" fmla="val -43868"/>
              <a:gd name="adj2" fmla="val -66300"/>
              <a:gd name="adj3" fmla="val 16667"/>
            </a:avLst>
          </a:prstGeom>
          <a:solidFill>
            <a:srgbClr val="0070C0">
              <a:alpha val="9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4800" algn="just" fontAlgn="auto">
              <a:lnSpc>
                <a:spcPct val="130000"/>
              </a:lnSpc>
              <a:extLst>
                <a:ext uri="{35155182-B16C-46BC-9424-99874614C6A1}">
                  <wpsdc:indentchars xmlns:wpsdc="http://www.wps.cn/officeDocument/2017/drawingmlCustomData" xmlns="" val="200" checksum="1077528236"/>
                </a:ext>
              </a:extLst>
            </a:pPr>
            <a:r>
              <a:rPr lang="zh-CN" altLang="en-US" sz="1200"/>
              <a:t>重新启动是在开机状态下进行的，方法是在Windows 的“开始”菜单的“电源”中，单击“重启”，则计算机会重新引导Windows 10 操作系统。</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left)">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7" presetClass="entr" presetSubtype="4" fill="hold" grpId="0" nodeType="clickEffect">
                                  <p:stCondLst>
                                    <p:cond delay="0"/>
                                  </p:stCondLst>
                                  <p:childTnLst>
                                    <p:set>
                                      <p:cBhvr>
                                        <p:cTn id="11" dur="2000" fill="hold">
                                          <p:stCondLst>
                                            <p:cond delay="0"/>
                                          </p:stCondLst>
                                        </p:cTn>
                                        <p:tgtEl>
                                          <p:spTgt spid="6"/>
                                        </p:tgtEl>
                                        <p:attrNameLst>
                                          <p:attrName>style.visibility</p:attrName>
                                        </p:attrNameLst>
                                      </p:cBhvr>
                                      <p:to>
                                        <p:strVal val="visible"/>
                                      </p:to>
                                    </p:set>
                                    <p:anim calcmode="lin" valueType="num">
                                      <p:cBhvr additive="base">
                                        <p:cTn id="12" dur="2000" fill="hold"/>
                                        <p:tgtEl>
                                          <p:spTgt spid="6"/>
                                        </p:tgtEl>
                                        <p:attrNameLst>
                                          <p:attrName>ppt_x</p:attrName>
                                        </p:attrNameLst>
                                      </p:cBhvr>
                                      <p:tavLst>
                                        <p:tav tm="0">
                                          <p:val>
                                            <p:strVal val="#ppt_x"/>
                                          </p:val>
                                        </p:tav>
                                        <p:tav tm="100000">
                                          <p:val>
                                            <p:strVal val="#ppt_x"/>
                                          </p:val>
                                        </p:tav>
                                      </p:tavLst>
                                    </p:anim>
                                    <p:anim calcmode="lin" valueType="num">
                                      <p:cBhvr additive="base">
                                        <p:cTn id="13" dur="2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xit" presetSubtype="4" fill="hold" grpId="1" nodeType="clickEffect">
                                  <p:stCondLst>
                                    <p:cond delay="0"/>
                                  </p:stCondLst>
                                  <p:childTnLst>
                                    <p:animEffect transition="out" filter="wipe(down)">
                                      <p:cBhvr>
                                        <p:cTn id="17" dur="500"/>
                                        <p:tgtEl>
                                          <p:spTgt spid="6"/>
                                        </p:tgtEl>
                                      </p:cBhvr>
                                    </p:animEffect>
                                    <p:set>
                                      <p:cBhvr>
                                        <p:cTn id="18" dur="1" fill="hold">
                                          <p:stCondLst>
                                            <p:cond delay="499"/>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animEffect transition="in" filter="wipe(left)">
                                      <p:cBhvr>
                                        <p:cTn id="23" dur="500"/>
                                        <p:tgtEl>
                                          <p:spTgt spid="75"/>
                                        </p:tgtEl>
                                      </p:cBhvr>
                                    </p:animEffect>
                                  </p:childTnLst>
                                </p:cTn>
                              </p:par>
                            </p:childTnLst>
                          </p:cTn>
                        </p:par>
                      </p:childTnLst>
                    </p:cTn>
                  </p:par>
                  <p:par>
                    <p:cTn id="24" fill="hold">
                      <p:stCondLst>
                        <p:cond delay="indefinite"/>
                      </p:stCondLst>
                      <p:childTnLst>
                        <p:par>
                          <p:cTn id="25" fill="hold">
                            <p:stCondLst>
                              <p:cond delay="0"/>
                            </p:stCondLst>
                            <p:childTnLst>
                              <p:par>
                                <p:cTn id="26" presetID="7" presetClass="entr" presetSubtype="4" fill="hold" grpId="0" nodeType="clickEffect">
                                  <p:stCondLst>
                                    <p:cond delay="0"/>
                                  </p:stCondLst>
                                  <p:childTnLst>
                                    <p:set>
                                      <p:cBhvr>
                                        <p:cTn id="27" dur="2000" fill="hold">
                                          <p:stCondLst>
                                            <p:cond delay="0"/>
                                          </p:stCondLst>
                                        </p:cTn>
                                        <p:tgtEl>
                                          <p:spTgt spid="7"/>
                                        </p:tgtEl>
                                        <p:attrNameLst>
                                          <p:attrName>style.visibility</p:attrName>
                                        </p:attrNameLst>
                                      </p:cBhvr>
                                      <p:to>
                                        <p:strVal val="visible"/>
                                      </p:to>
                                    </p:set>
                                    <p:anim calcmode="lin" valueType="num">
                                      <p:cBhvr additive="base">
                                        <p:cTn id="28" dur="2000" fill="hold"/>
                                        <p:tgtEl>
                                          <p:spTgt spid="7"/>
                                        </p:tgtEl>
                                        <p:attrNameLst>
                                          <p:attrName>ppt_x</p:attrName>
                                        </p:attrNameLst>
                                      </p:cBhvr>
                                      <p:tavLst>
                                        <p:tav tm="0">
                                          <p:val>
                                            <p:strVal val="#ppt_x"/>
                                          </p:val>
                                        </p:tav>
                                        <p:tav tm="100000">
                                          <p:val>
                                            <p:strVal val="#ppt_x"/>
                                          </p:val>
                                        </p:tav>
                                      </p:tavLst>
                                    </p:anim>
                                    <p:anim calcmode="lin" valueType="num">
                                      <p:cBhvr additive="base">
                                        <p:cTn id="29" dur="2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xit" presetSubtype="4" fill="hold" grpId="1" nodeType="clickEffect">
                                  <p:stCondLst>
                                    <p:cond delay="0"/>
                                  </p:stCondLst>
                                  <p:childTnLst>
                                    <p:animEffect transition="out" filter="wipe(down)">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9"/>
                                        </p:tgtEl>
                                        <p:attrNameLst>
                                          <p:attrName>style.visibility</p:attrName>
                                        </p:attrNameLst>
                                      </p:cBhvr>
                                      <p:to>
                                        <p:strVal val="visible"/>
                                      </p:to>
                                    </p:set>
                                    <p:animEffect transition="in" filter="wipe(left)">
                                      <p:cBhvr>
                                        <p:cTn id="39"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75" grpId="0"/>
      <p:bldP spid="69" grpId="0"/>
      <p:bldP spid="6" grpId="0" animBg="1"/>
      <p:bldP spid="6" grpId="1" animBg="1"/>
      <p:bldP spid="7" grpId="0" bldLvl="0" animBg="1"/>
      <p:bldP spid="7" grpId="1"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75">
            <a:hlinkClick r:id="rId3" action="ppaction://hlinksldjump"/>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9"/>
          <p:cNvGrpSpPr/>
          <p:nvPr/>
        </p:nvGrpSpPr>
        <p:grpSpPr>
          <a:xfrm>
            <a:off x="1022031" y="1648617"/>
            <a:ext cx="26994" cy="1773264"/>
            <a:chOff x="1331651" y="1597980"/>
            <a:chExt cx="36000" cy="2364481"/>
          </a:xfrm>
          <a:solidFill>
            <a:schemeClr val="accent1"/>
          </a:solidFill>
        </p:grpSpPr>
        <p:cxnSp>
          <p:nvCxnSpPr>
            <p:cNvPr id="13" name="直接连接符 12"/>
            <p:cNvCxnSpPr/>
            <p:nvPr/>
          </p:nvCxnSpPr>
          <p:spPr>
            <a:xfrm>
              <a:off x="1331651" y="1597980"/>
              <a:ext cx="0" cy="2364481"/>
            </a:xfrm>
            <a:prstGeom prst="line">
              <a:avLst/>
            </a:prstGeom>
            <a:grpFill/>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31651" y="1597980"/>
              <a:ext cx="36000" cy="108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3" name="组合 23"/>
          <p:cNvGrpSpPr/>
          <p:nvPr/>
        </p:nvGrpSpPr>
        <p:grpSpPr>
          <a:xfrm flipV="1">
            <a:off x="2829580" y="2666097"/>
            <a:ext cx="26994" cy="1792648"/>
            <a:chOff x="1331651" y="1572132"/>
            <a:chExt cx="36000" cy="2390327"/>
          </a:xfrm>
          <a:solidFill>
            <a:srgbClr val="008C8A"/>
          </a:solidFill>
        </p:grpSpPr>
        <p:cxnSp>
          <p:nvCxnSpPr>
            <p:cNvPr id="25" name="直接连接符 24"/>
            <p:cNvCxnSpPr/>
            <p:nvPr/>
          </p:nvCxnSpPr>
          <p:spPr>
            <a:xfrm>
              <a:off x="1331651" y="1576008"/>
              <a:ext cx="0" cy="2386451"/>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331651" y="1572132"/>
              <a:ext cx="36000" cy="1080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4" name="组合 28"/>
          <p:cNvGrpSpPr/>
          <p:nvPr/>
        </p:nvGrpSpPr>
        <p:grpSpPr>
          <a:xfrm>
            <a:off x="4637130" y="1648617"/>
            <a:ext cx="26994" cy="1773264"/>
            <a:chOff x="1331651" y="1597980"/>
            <a:chExt cx="36000" cy="2364481"/>
          </a:xfrm>
          <a:solidFill>
            <a:srgbClr val="F29548"/>
          </a:solidFill>
        </p:grpSpPr>
        <p:cxnSp>
          <p:nvCxnSpPr>
            <p:cNvPr id="30" name="直接连接符 29"/>
            <p:cNvCxnSpPr/>
            <p:nvPr/>
          </p:nvCxnSpPr>
          <p:spPr>
            <a:xfrm>
              <a:off x="1331651" y="1597980"/>
              <a:ext cx="0" cy="2364481"/>
            </a:xfrm>
            <a:prstGeom prst="line">
              <a:avLst/>
            </a:prstGeom>
            <a:grpFill/>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1331651" y="1597980"/>
              <a:ext cx="36000" cy="108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5" name="组合 33"/>
          <p:cNvGrpSpPr/>
          <p:nvPr/>
        </p:nvGrpSpPr>
        <p:grpSpPr>
          <a:xfrm flipV="1">
            <a:off x="6444677" y="2666095"/>
            <a:ext cx="26994" cy="1792649"/>
            <a:chOff x="1331651" y="1572132"/>
            <a:chExt cx="36000" cy="2390328"/>
          </a:xfrm>
          <a:solidFill>
            <a:schemeClr val="accent4"/>
          </a:solidFill>
        </p:grpSpPr>
        <p:cxnSp>
          <p:nvCxnSpPr>
            <p:cNvPr id="35" name="直接连接符 34"/>
            <p:cNvCxnSpPr/>
            <p:nvPr/>
          </p:nvCxnSpPr>
          <p:spPr>
            <a:xfrm>
              <a:off x="1331651" y="1576008"/>
              <a:ext cx="0" cy="2386452"/>
            </a:xfrm>
            <a:prstGeom prst="line">
              <a:avLst/>
            </a:prstGeom>
            <a:grpFill/>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331651" y="1572132"/>
              <a:ext cx="36000" cy="1080000"/>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6" name="组合 2"/>
          <p:cNvGrpSpPr/>
          <p:nvPr/>
        </p:nvGrpSpPr>
        <p:grpSpPr>
          <a:xfrm>
            <a:off x="1022031" y="2666097"/>
            <a:ext cx="1574556" cy="762929"/>
            <a:chOff x="1331651" y="2945166"/>
            <a:chExt cx="2099921" cy="1017295"/>
          </a:xfrm>
        </p:grpSpPr>
        <p:sp>
          <p:nvSpPr>
            <p:cNvPr id="7" name="矩形 6"/>
            <p:cNvSpPr/>
            <p:nvPr/>
          </p:nvSpPr>
          <p:spPr>
            <a:xfrm>
              <a:off x="1331651" y="2945166"/>
              <a:ext cx="2099921" cy="1017295"/>
            </a:xfrm>
            <a:prstGeom prst="rect">
              <a:avLst/>
            </a:prstGeom>
            <a:solidFill>
              <a:schemeClr val="accent1"/>
            </a:solid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p>
              <a:pPr algn="ctr">
                <a:lnSpc>
                  <a:spcPct val="130000"/>
                </a:lnSpc>
              </a:pPr>
              <a:endParaRPr lang="zh-CN" altLang="en-US" sz="1400" kern="0" dirty="0">
                <a:solidFill>
                  <a:sysClr val="window" lastClr="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8" name="文本框 67"/>
            <p:cNvSpPr txBox="1"/>
            <p:nvPr/>
          </p:nvSpPr>
          <p:spPr>
            <a:xfrm>
              <a:off x="1843808" y="3101808"/>
              <a:ext cx="1075605" cy="703016"/>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charset="-122"/>
                </a:defRPr>
              </a:lvl1pPr>
            </a:lstStyle>
            <a:p>
              <a:r>
                <a:rPr lang="en-US" altLang="zh-CN" sz="3000" dirty="0">
                  <a:latin typeface="微软雅黑" panose="020B0503020204020204" pitchFamily="34" charset="-122"/>
                  <a:ea typeface="微软雅黑" panose="020B0503020204020204" pitchFamily="34" charset="-122"/>
                  <a:sym typeface="Arial" panose="020B0604020202020204" pitchFamily="34" charset="0"/>
                </a:rPr>
                <a:t>1</a:t>
              </a:r>
              <a:endParaRPr lang="zh-CN" altLang="en-US" sz="30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8" name="组合 3"/>
          <p:cNvGrpSpPr/>
          <p:nvPr/>
        </p:nvGrpSpPr>
        <p:grpSpPr>
          <a:xfrm>
            <a:off x="2829580" y="2666094"/>
            <a:ext cx="1574556" cy="762929"/>
            <a:chOff x="3742306" y="2945166"/>
            <a:chExt cx="2099921" cy="1017295"/>
          </a:xfrm>
        </p:grpSpPr>
        <p:sp>
          <p:nvSpPr>
            <p:cNvPr id="23" name="矩形 22"/>
            <p:cNvSpPr/>
            <p:nvPr/>
          </p:nvSpPr>
          <p:spPr>
            <a:xfrm flipV="1">
              <a:off x="3742306" y="2945166"/>
              <a:ext cx="2099921" cy="10172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9" name="文本框 68"/>
            <p:cNvSpPr txBox="1"/>
            <p:nvPr/>
          </p:nvSpPr>
          <p:spPr>
            <a:xfrm>
              <a:off x="4270418" y="3085273"/>
              <a:ext cx="1075605" cy="738534"/>
            </a:xfrm>
            <a:prstGeom prst="rect">
              <a:avLst/>
            </a:prstGeom>
            <a:noFill/>
          </p:spPr>
          <p:txBody>
            <a:bodyPr wrap="square" rtlCol="0">
              <a:spAutoFit/>
            </a:bodyPr>
            <a:lstStyle/>
            <a:p>
              <a:pPr algn="ctr">
                <a:spcBef>
                  <a:spcPts val="750"/>
                </a:spcBef>
              </a:pPr>
              <a:r>
                <a:rPr lang="en-US" altLang="zh-CN"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2</a:t>
              </a:r>
              <a:endParaRPr lang="zh-CN" altLang="en-US"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 name="组合 4"/>
          <p:cNvGrpSpPr/>
          <p:nvPr/>
        </p:nvGrpSpPr>
        <p:grpSpPr>
          <a:xfrm>
            <a:off x="4637129" y="2666097"/>
            <a:ext cx="1574556" cy="762929"/>
            <a:chOff x="6152961" y="2945166"/>
            <a:chExt cx="2099921" cy="1017295"/>
          </a:xfrm>
        </p:grpSpPr>
        <p:sp>
          <p:nvSpPr>
            <p:cNvPr id="28" name="矩形 27"/>
            <p:cNvSpPr/>
            <p:nvPr/>
          </p:nvSpPr>
          <p:spPr>
            <a:xfrm>
              <a:off x="6152961" y="2945166"/>
              <a:ext cx="2099921" cy="1017295"/>
            </a:xfrm>
            <a:prstGeom prst="rect">
              <a:avLst/>
            </a:prstGeom>
            <a:solidFill>
              <a:schemeClr val="accent3"/>
            </a:solid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p>
              <a:pPr algn="ctr">
                <a:lnSpc>
                  <a:spcPct val="130000"/>
                </a:lnSpc>
              </a:pPr>
              <a:endParaRPr lang="zh-CN" altLang="en-US" sz="1400" kern="0" dirty="0">
                <a:solidFill>
                  <a:sysClr val="window" lastClr="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0" name="文本框 69"/>
            <p:cNvSpPr txBox="1"/>
            <p:nvPr/>
          </p:nvSpPr>
          <p:spPr>
            <a:xfrm>
              <a:off x="6665963" y="3103056"/>
              <a:ext cx="1075605" cy="703016"/>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charset="-122"/>
                </a:defRPr>
              </a:lvl1pPr>
            </a:lstStyle>
            <a:p>
              <a:r>
                <a:rPr lang="en-US" altLang="zh-CN" sz="3000" dirty="0">
                  <a:latin typeface="微软雅黑" panose="020B0503020204020204" pitchFamily="34" charset="-122"/>
                  <a:ea typeface="微软雅黑" panose="020B0503020204020204" pitchFamily="34" charset="-122"/>
                  <a:sym typeface="Arial" panose="020B0604020202020204" pitchFamily="34" charset="0"/>
                </a:rPr>
                <a:t>3</a:t>
              </a:r>
              <a:endParaRPr lang="zh-CN" altLang="en-US" sz="30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0" name="组合 5"/>
          <p:cNvGrpSpPr/>
          <p:nvPr/>
        </p:nvGrpSpPr>
        <p:grpSpPr>
          <a:xfrm>
            <a:off x="6444677" y="2666094"/>
            <a:ext cx="1574556" cy="762929"/>
            <a:chOff x="8563615" y="2945166"/>
            <a:chExt cx="2099921" cy="1017295"/>
          </a:xfrm>
        </p:grpSpPr>
        <p:sp>
          <p:nvSpPr>
            <p:cNvPr id="33" name="矩形 32"/>
            <p:cNvSpPr/>
            <p:nvPr/>
          </p:nvSpPr>
          <p:spPr>
            <a:xfrm flipV="1">
              <a:off x="8563615" y="2945166"/>
              <a:ext cx="2099921" cy="10172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1" name="文本框 70"/>
            <p:cNvSpPr txBox="1"/>
            <p:nvPr/>
          </p:nvSpPr>
          <p:spPr>
            <a:xfrm>
              <a:off x="9075794" y="3084427"/>
              <a:ext cx="1075605" cy="738534"/>
            </a:xfrm>
            <a:prstGeom prst="rect">
              <a:avLst/>
            </a:prstGeom>
            <a:noFill/>
          </p:spPr>
          <p:txBody>
            <a:bodyPr wrap="square" rtlCol="0">
              <a:spAutoFit/>
            </a:bodyPr>
            <a:lstStyle/>
            <a:p>
              <a:pPr algn="ctr">
                <a:spcBef>
                  <a:spcPts val="750"/>
                </a:spcBef>
              </a:pPr>
              <a:r>
                <a:rPr lang="en-US" altLang="zh-CN"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4</a:t>
              </a:r>
              <a:endParaRPr lang="zh-CN" altLang="en-US"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52" name="Text Placeholder 7"/>
          <p:cNvSpPr txBox="1"/>
          <p:nvPr/>
        </p:nvSpPr>
        <p:spPr>
          <a:xfrm>
            <a:off x="1209675" y="1943100"/>
            <a:ext cx="1760855" cy="516255"/>
          </a:xfrm>
          <a:prstGeom prst="rect">
            <a:avLst/>
          </a:prstGeom>
        </p:spPr>
        <p:txBody>
          <a:bodyPr vert="horz" wrap="square" lIns="0" tIns="73842" rIns="0" bIns="73842" anchor="t" anchorCtr="0">
            <a:spAutoFit/>
          </a:bodyP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采用下面任何一种方法关机，效果相同。</a:t>
            </a:r>
            <a:r>
              <a:rPr lang="zh-CN" altLang="en-US" sz="1400" u="sng" dirty="0">
                <a:solidFill>
                  <a:srgbClr val="0070C0"/>
                </a:solidFill>
                <a:latin typeface="微软雅黑 Light" panose="020B0502040204020203" pitchFamily="34" charset="-122"/>
                <a:ea typeface="微软雅黑 Light" panose="020B0502040204020203" pitchFamily="34" charset="-122"/>
                <a:hlinkClick r:id="rId4" action="ppaction://hlinksldjump"/>
              </a:rPr>
              <a:t>（单击查看）</a:t>
            </a:r>
            <a:endParaRPr lang="zh-CN" altLang="en-US" sz="1400" u="sng" dirty="0">
              <a:solidFill>
                <a:srgbClr val="0070C0"/>
              </a:solidFill>
              <a:latin typeface="微软雅黑 Light" panose="020B0502040204020203" pitchFamily="34" charset="-122"/>
              <a:ea typeface="微软雅黑 Light" panose="020B0502040204020203" pitchFamily="34" charset="-122"/>
            </a:endParaRPr>
          </a:p>
        </p:txBody>
      </p:sp>
      <p:sp>
        <p:nvSpPr>
          <p:cNvPr id="54" name="Text Placeholder 7"/>
          <p:cNvSpPr txBox="1"/>
          <p:nvPr/>
        </p:nvSpPr>
        <p:spPr>
          <a:xfrm>
            <a:off x="2969895" y="3719195"/>
            <a:ext cx="1743075" cy="454660"/>
          </a:xfrm>
          <a:prstGeom prst="rect">
            <a:avLst/>
          </a:prstGeom>
        </p:spPr>
        <p:txBody>
          <a:bodyPr vert="horz" wrap="square" lIns="0" tIns="73842" rIns="0" bIns="73842" anchor="t" anchorCtr="0">
            <a:spAutoFit/>
          </a:bodyP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屏幕显示提示“正在关机”，稍后自动关闭主机电源。</a:t>
            </a:r>
          </a:p>
        </p:txBody>
      </p:sp>
      <p:sp>
        <p:nvSpPr>
          <p:cNvPr id="56" name="Text Placeholder 7"/>
          <p:cNvSpPr txBox="1"/>
          <p:nvPr/>
        </p:nvSpPr>
        <p:spPr>
          <a:xfrm>
            <a:off x="4825669" y="1942996"/>
            <a:ext cx="1889396" cy="454660"/>
          </a:xfrm>
          <a:prstGeom prst="rect">
            <a:avLst/>
          </a:prstGeom>
        </p:spPr>
        <p:txBody>
          <a:bodyPr vert="horz" lIns="0" tIns="73842" rIns="0" bIns="73842" anchor="t" anchorCtr="0">
            <a:spAutoFit/>
          </a:bodyP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按下显示器上的电源开关按钮，关闭显示器。</a:t>
            </a:r>
          </a:p>
        </p:txBody>
      </p:sp>
      <p:sp>
        <p:nvSpPr>
          <p:cNvPr id="58" name="Text Placeholder 7"/>
          <p:cNvSpPr txBox="1"/>
          <p:nvPr/>
        </p:nvSpPr>
        <p:spPr>
          <a:xfrm>
            <a:off x="6599944" y="3719195"/>
            <a:ext cx="1889396" cy="762635"/>
          </a:xfrm>
          <a:prstGeom prst="rect">
            <a:avLst/>
          </a:prstGeom>
        </p:spPr>
        <p:txBody>
          <a:bodyPr vert="horz" lIns="0" tIns="73842" rIns="0" bIns="73842" anchor="t" anchorCtr="0">
            <a:spAutoFit/>
          </a:bodyP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关闭电源插座或插线板上的电源开关；或者将主机电源插头、显示器电源插头从插座或插线板上拔出。</a:t>
            </a:r>
          </a:p>
        </p:txBody>
      </p:sp>
      <p:sp>
        <p:nvSpPr>
          <p:cNvPr id="16" name="文本框 15"/>
          <p:cNvSpPr txBox="1"/>
          <p:nvPr/>
        </p:nvSpPr>
        <p:spPr>
          <a:xfrm>
            <a:off x="685800" y="229235"/>
            <a:ext cx="2540000" cy="368300"/>
          </a:xfrm>
          <a:prstGeom prst="rect">
            <a:avLst/>
          </a:prstGeom>
          <a:noFill/>
        </p:spPr>
        <p:txBody>
          <a:bodyPr wrap="square" rtlCol="0" anchor="t">
            <a:spAutoFit/>
          </a:bodyPr>
          <a:lstStyle/>
          <a:p>
            <a:r>
              <a:rPr lang="zh-CN" altLang="en-US" b="1">
                <a:latin typeface="微软雅黑" panose="020B0503020204020204" charset="-122"/>
                <a:ea typeface="微软雅黑" panose="020B0503020204020204" charset="-122"/>
              </a:rPr>
              <a:t>正常关闭电脑</a:t>
            </a:r>
          </a:p>
        </p:txBody>
      </p:sp>
      <p:sp>
        <p:nvSpPr>
          <p:cNvPr id="17" name="文本框 16"/>
          <p:cNvSpPr txBox="1"/>
          <p:nvPr/>
        </p:nvSpPr>
        <p:spPr>
          <a:xfrm>
            <a:off x="685800" y="714375"/>
            <a:ext cx="7802880" cy="460375"/>
          </a:xfrm>
          <a:prstGeom prst="rect">
            <a:avLst/>
          </a:prstGeom>
          <a:noFill/>
        </p:spPr>
        <p:txBody>
          <a:bodyPr wrap="square" rtlCol="0" anchor="t">
            <a:spAutoFit/>
          </a:bodyPr>
          <a:lstStyle/>
          <a:p>
            <a:r>
              <a:rPr lang="zh-CN" altLang="en-US" sz="1200"/>
              <a:t>关闭电脑前，最好先关闭Windows 桌面上打开的窗口，然后再执行关机操作。</a:t>
            </a:r>
          </a:p>
          <a:p>
            <a:r>
              <a:rPr lang="zh-CN" altLang="en-US" sz="1200"/>
              <a:t>Windows 10 的关机方法有下面几种。</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par>
                                <p:cTn id="21" presetID="22" presetClass="entr" presetSubtype="4" fill="hold" nodeType="withEffect">
                                  <p:stCondLst>
                                    <p:cond delay="50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250"/>
                                        <p:tgtEl>
                                          <p:spTgt spid="2"/>
                                        </p:tgtEl>
                                      </p:cBhvr>
                                    </p:animEffect>
                                  </p:childTnLst>
                                </p:cTn>
                              </p:par>
                              <p:par>
                                <p:cTn id="24" presetID="22" presetClass="entr" presetSubtype="1" fill="hold" nodeType="withEffect">
                                  <p:stCondLst>
                                    <p:cond delay="75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250"/>
                                        <p:tgtEl>
                                          <p:spTgt spid="3"/>
                                        </p:tgtEl>
                                      </p:cBhvr>
                                    </p:animEffect>
                                  </p:childTnLst>
                                </p:cTn>
                              </p:par>
                              <p:par>
                                <p:cTn id="27" presetID="22" presetClass="entr" presetSubtype="4" fill="hold" nodeType="withEffect">
                                  <p:stCondLst>
                                    <p:cond delay="100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250"/>
                                        <p:tgtEl>
                                          <p:spTgt spid="4"/>
                                        </p:tgtEl>
                                      </p:cBhvr>
                                    </p:animEffect>
                                  </p:childTnLst>
                                </p:cTn>
                              </p:par>
                              <p:par>
                                <p:cTn id="30" presetID="22" presetClass="entr" presetSubtype="1" fill="hold" nodeType="withEffect">
                                  <p:stCondLst>
                                    <p:cond delay="125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250"/>
                                        <p:tgtEl>
                                          <p:spTgt spid="5"/>
                                        </p:tgtEl>
                                      </p:cBhvr>
                                    </p:animEffect>
                                  </p:childTnLst>
                                </p:cTn>
                              </p:par>
                            </p:childTnLst>
                          </p:cTn>
                        </p:par>
                        <p:par>
                          <p:cTn id="33" fill="hold">
                            <p:stCondLst>
                              <p:cond delay="500"/>
                            </p:stCondLst>
                            <p:childTnLst>
                              <p:par>
                                <p:cTn id="34" presetID="53" presetClass="entr" presetSubtype="16" fill="hold" grpId="0" nodeType="afterEffect">
                                  <p:stCondLst>
                                    <p:cond delay="0"/>
                                  </p:stCondLst>
                                  <p:childTnLst>
                                    <p:set>
                                      <p:cBhvr>
                                        <p:cTn id="35" dur="1" fill="hold">
                                          <p:stCondLst>
                                            <p:cond delay="0"/>
                                          </p:stCondLst>
                                        </p:cTn>
                                        <p:tgtEl>
                                          <p:spTgt spid="52">
                                            <p:txEl>
                                              <p:pRg st="0" end="0"/>
                                            </p:txEl>
                                          </p:spTgt>
                                        </p:tgtEl>
                                        <p:attrNameLst>
                                          <p:attrName>style.visibility</p:attrName>
                                        </p:attrNameLst>
                                      </p:cBhvr>
                                      <p:to>
                                        <p:strVal val="visible"/>
                                      </p:to>
                                    </p:set>
                                    <p:anim calcmode="lin" valueType="num">
                                      <p:cBhvr>
                                        <p:cTn id="36" dur="400" fill="hold"/>
                                        <p:tgtEl>
                                          <p:spTgt spid="52">
                                            <p:txEl>
                                              <p:pRg st="0" end="0"/>
                                            </p:txEl>
                                          </p:spTgt>
                                        </p:tgtEl>
                                        <p:attrNameLst>
                                          <p:attrName>ppt_w</p:attrName>
                                        </p:attrNameLst>
                                      </p:cBhvr>
                                      <p:tavLst>
                                        <p:tav tm="0">
                                          <p:val>
                                            <p:fltVal val="0"/>
                                          </p:val>
                                        </p:tav>
                                        <p:tav tm="100000">
                                          <p:val>
                                            <p:strVal val="#ppt_w"/>
                                          </p:val>
                                        </p:tav>
                                      </p:tavLst>
                                    </p:anim>
                                    <p:anim calcmode="lin" valueType="num">
                                      <p:cBhvr>
                                        <p:cTn id="37" dur="400" fill="hold"/>
                                        <p:tgtEl>
                                          <p:spTgt spid="52">
                                            <p:txEl>
                                              <p:pRg st="0" end="0"/>
                                            </p:txEl>
                                          </p:spTgt>
                                        </p:tgtEl>
                                        <p:attrNameLst>
                                          <p:attrName>ppt_h</p:attrName>
                                        </p:attrNameLst>
                                      </p:cBhvr>
                                      <p:tavLst>
                                        <p:tav tm="0">
                                          <p:val>
                                            <p:fltVal val="0"/>
                                          </p:val>
                                        </p:tav>
                                        <p:tav tm="100000">
                                          <p:val>
                                            <p:strVal val="#ppt_h"/>
                                          </p:val>
                                        </p:tav>
                                      </p:tavLst>
                                    </p:anim>
                                    <p:animEffect transition="in" filter="fade">
                                      <p:cBhvr>
                                        <p:cTn id="38" dur="400"/>
                                        <p:tgtEl>
                                          <p:spTgt spid="52">
                                            <p:txEl>
                                              <p:pRg st="0" end="0"/>
                                            </p:txEl>
                                          </p:spTgt>
                                        </p:tgtEl>
                                      </p:cBhvr>
                                    </p:animEffect>
                                  </p:childTnLst>
                                </p:cTn>
                              </p:par>
                            </p:childTnLst>
                          </p:cTn>
                        </p:par>
                        <p:par>
                          <p:cTn id="39" fill="hold">
                            <p:stCondLst>
                              <p:cond delay="1000"/>
                            </p:stCondLst>
                            <p:childTnLst>
                              <p:par>
                                <p:cTn id="40" presetID="53" presetClass="entr" presetSubtype="16" fill="hold" grpId="0" nodeType="afterEffect">
                                  <p:stCondLst>
                                    <p:cond delay="0"/>
                                  </p:stCondLst>
                                  <p:childTnLst>
                                    <p:set>
                                      <p:cBhvr>
                                        <p:cTn id="41" dur="1" fill="hold">
                                          <p:stCondLst>
                                            <p:cond delay="0"/>
                                          </p:stCondLst>
                                        </p:cTn>
                                        <p:tgtEl>
                                          <p:spTgt spid="54">
                                            <p:txEl>
                                              <p:pRg st="0" end="0"/>
                                            </p:txEl>
                                          </p:spTgt>
                                        </p:tgtEl>
                                        <p:attrNameLst>
                                          <p:attrName>style.visibility</p:attrName>
                                        </p:attrNameLst>
                                      </p:cBhvr>
                                      <p:to>
                                        <p:strVal val="visible"/>
                                      </p:to>
                                    </p:set>
                                    <p:anim calcmode="lin" valueType="num">
                                      <p:cBhvr>
                                        <p:cTn id="42" dur="400" fill="hold"/>
                                        <p:tgtEl>
                                          <p:spTgt spid="54">
                                            <p:txEl>
                                              <p:pRg st="0" end="0"/>
                                            </p:txEl>
                                          </p:spTgt>
                                        </p:tgtEl>
                                        <p:attrNameLst>
                                          <p:attrName>ppt_w</p:attrName>
                                        </p:attrNameLst>
                                      </p:cBhvr>
                                      <p:tavLst>
                                        <p:tav tm="0">
                                          <p:val>
                                            <p:fltVal val="0"/>
                                          </p:val>
                                        </p:tav>
                                        <p:tav tm="100000">
                                          <p:val>
                                            <p:strVal val="#ppt_w"/>
                                          </p:val>
                                        </p:tav>
                                      </p:tavLst>
                                    </p:anim>
                                    <p:anim calcmode="lin" valueType="num">
                                      <p:cBhvr>
                                        <p:cTn id="43" dur="400" fill="hold"/>
                                        <p:tgtEl>
                                          <p:spTgt spid="54">
                                            <p:txEl>
                                              <p:pRg st="0" end="0"/>
                                            </p:txEl>
                                          </p:spTgt>
                                        </p:tgtEl>
                                        <p:attrNameLst>
                                          <p:attrName>ppt_h</p:attrName>
                                        </p:attrNameLst>
                                      </p:cBhvr>
                                      <p:tavLst>
                                        <p:tav tm="0">
                                          <p:val>
                                            <p:fltVal val="0"/>
                                          </p:val>
                                        </p:tav>
                                        <p:tav tm="100000">
                                          <p:val>
                                            <p:strVal val="#ppt_h"/>
                                          </p:val>
                                        </p:tav>
                                      </p:tavLst>
                                    </p:anim>
                                    <p:animEffect transition="in" filter="fade">
                                      <p:cBhvr>
                                        <p:cTn id="44" dur="400"/>
                                        <p:tgtEl>
                                          <p:spTgt spid="54">
                                            <p:txEl>
                                              <p:pRg st="0" end="0"/>
                                            </p:txEl>
                                          </p:spTgt>
                                        </p:tgtEl>
                                      </p:cBhvr>
                                    </p:animEffect>
                                  </p:childTnLst>
                                </p:cTn>
                              </p:par>
                            </p:childTnLst>
                          </p:cTn>
                        </p:par>
                        <p:par>
                          <p:cTn id="45" fill="hold">
                            <p:stCondLst>
                              <p:cond delay="1500"/>
                            </p:stCondLst>
                            <p:childTnLst>
                              <p:par>
                                <p:cTn id="46" presetID="53" presetClass="entr" presetSubtype="16" fill="hold" grpId="0" nodeType="afterEffect">
                                  <p:stCondLst>
                                    <p:cond delay="0"/>
                                  </p:stCondLst>
                                  <p:childTnLst>
                                    <p:set>
                                      <p:cBhvr>
                                        <p:cTn id="47" dur="1" fill="hold">
                                          <p:stCondLst>
                                            <p:cond delay="0"/>
                                          </p:stCondLst>
                                        </p:cTn>
                                        <p:tgtEl>
                                          <p:spTgt spid="56">
                                            <p:txEl>
                                              <p:pRg st="0" end="0"/>
                                            </p:txEl>
                                          </p:spTgt>
                                        </p:tgtEl>
                                        <p:attrNameLst>
                                          <p:attrName>style.visibility</p:attrName>
                                        </p:attrNameLst>
                                      </p:cBhvr>
                                      <p:to>
                                        <p:strVal val="visible"/>
                                      </p:to>
                                    </p:set>
                                    <p:anim calcmode="lin" valueType="num">
                                      <p:cBhvr>
                                        <p:cTn id="48" dur="400" fill="hold"/>
                                        <p:tgtEl>
                                          <p:spTgt spid="56">
                                            <p:txEl>
                                              <p:pRg st="0" end="0"/>
                                            </p:txEl>
                                          </p:spTgt>
                                        </p:tgtEl>
                                        <p:attrNameLst>
                                          <p:attrName>ppt_w</p:attrName>
                                        </p:attrNameLst>
                                      </p:cBhvr>
                                      <p:tavLst>
                                        <p:tav tm="0">
                                          <p:val>
                                            <p:fltVal val="0"/>
                                          </p:val>
                                        </p:tav>
                                        <p:tav tm="100000">
                                          <p:val>
                                            <p:strVal val="#ppt_w"/>
                                          </p:val>
                                        </p:tav>
                                      </p:tavLst>
                                    </p:anim>
                                    <p:anim calcmode="lin" valueType="num">
                                      <p:cBhvr>
                                        <p:cTn id="49" dur="400" fill="hold"/>
                                        <p:tgtEl>
                                          <p:spTgt spid="56">
                                            <p:txEl>
                                              <p:pRg st="0" end="0"/>
                                            </p:txEl>
                                          </p:spTgt>
                                        </p:tgtEl>
                                        <p:attrNameLst>
                                          <p:attrName>ppt_h</p:attrName>
                                        </p:attrNameLst>
                                      </p:cBhvr>
                                      <p:tavLst>
                                        <p:tav tm="0">
                                          <p:val>
                                            <p:fltVal val="0"/>
                                          </p:val>
                                        </p:tav>
                                        <p:tav tm="100000">
                                          <p:val>
                                            <p:strVal val="#ppt_h"/>
                                          </p:val>
                                        </p:tav>
                                      </p:tavLst>
                                    </p:anim>
                                    <p:animEffect transition="in" filter="fade">
                                      <p:cBhvr>
                                        <p:cTn id="50" dur="400"/>
                                        <p:tgtEl>
                                          <p:spTgt spid="56">
                                            <p:txEl>
                                              <p:pRg st="0" end="0"/>
                                            </p:txEl>
                                          </p:spTgt>
                                        </p:tgtEl>
                                      </p:cBhvr>
                                    </p:animEffect>
                                  </p:childTnLst>
                                </p:cTn>
                              </p:par>
                            </p:childTnLst>
                          </p:cTn>
                        </p:par>
                        <p:par>
                          <p:cTn id="51" fill="hold">
                            <p:stCondLst>
                              <p:cond delay="2000"/>
                            </p:stCondLst>
                            <p:childTnLst>
                              <p:par>
                                <p:cTn id="52" presetID="53" presetClass="entr" presetSubtype="16" fill="hold" grpId="0" nodeType="afterEffect">
                                  <p:stCondLst>
                                    <p:cond delay="0"/>
                                  </p:stCondLst>
                                  <p:childTnLst>
                                    <p:set>
                                      <p:cBhvr>
                                        <p:cTn id="53" dur="1" fill="hold">
                                          <p:stCondLst>
                                            <p:cond delay="0"/>
                                          </p:stCondLst>
                                        </p:cTn>
                                        <p:tgtEl>
                                          <p:spTgt spid="58">
                                            <p:txEl>
                                              <p:pRg st="0" end="0"/>
                                            </p:txEl>
                                          </p:spTgt>
                                        </p:tgtEl>
                                        <p:attrNameLst>
                                          <p:attrName>style.visibility</p:attrName>
                                        </p:attrNameLst>
                                      </p:cBhvr>
                                      <p:to>
                                        <p:strVal val="visible"/>
                                      </p:to>
                                    </p:set>
                                    <p:anim calcmode="lin" valueType="num">
                                      <p:cBhvr>
                                        <p:cTn id="54" dur="400" fill="hold"/>
                                        <p:tgtEl>
                                          <p:spTgt spid="58">
                                            <p:txEl>
                                              <p:pRg st="0" end="0"/>
                                            </p:txEl>
                                          </p:spTgt>
                                        </p:tgtEl>
                                        <p:attrNameLst>
                                          <p:attrName>ppt_w</p:attrName>
                                        </p:attrNameLst>
                                      </p:cBhvr>
                                      <p:tavLst>
                                        <p:tav tm="0">
                                          <p:val>
                                            <p:fltVal val="0"/>
                                          </p:val>
                                        </p:tav>
                                        <p:tav tm="100000">
                                          <p:val>
                                            <p:strVal val="#ppt_w"/>
                                          </p:val>
                                        </p:tav>
                                      </p:tavLst>
                                    </p:anim>
                                    <p:anim calcmode="lin" valueType="num">
                                      <p:cBhvr>
                                        <p:cTn id="55" dur="400" fill="hold"/>
                                        <p:tgtEl>
                                          <p:spTgt spid="58">
                                            <p:txEl>
                                              <p:pRg st="0" end="0"/>
                                            </p:txEl>
                                          </p:spTgt>
                                        </p:tgtEl>
                                        <p:attrNameLst>
                                          <p:attrName>ppt_h</p:attrName>
                                        </p:attrNameLst>
                                      </p:cBhvr>
                                      <p:tavLst>
                                        <p:tav tm="0">
                                          <p:val>
                                            <p:fltVal val="0"/>
                                          </p:val>
                                        </p:tav>
                                        <p:tav tm="100000">
                                          <p:val>
                                            <p:strVal val="#ppt_h"/>
                                          </p:val>
                                        </p:tav>
                                      </p:tavLst>
                                    </p:anim>
                                    <p:animEffect transition="in" filter="fade">
                                      <p:cBhvr>
                                        <p:cTn id="56" dur="400"/>
                                        <p:tgtEl>
                                          <p:spTgt spid="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uild="p">
        <p:tmplLst>
          <p:tmpl lvl="1">
            <p:tnLst>
              <p:par>
                <p:cTn presetID="53" presetClass="entr" presetSubtype="16" fill="hold" nodeType="after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p:cTn dur="400" fill="hold"/>
                        <p:tgtEl>
                          <p:spTgt spid="52"/>
                        </p:tgtEl>
                        <p:attrNameLst>
                          <p:attrName>ppt_w</p:attrName>
                        </p:attrNameLst>
                      </p:cBhvr>
                      <p:tavLst>
                        <p:tav tm="0">
                          <p:val>
                            <p:fltVal val="0"/>
                          </p:val>
                        </p:tav>
                        <p:tav tm="100000">
                          <p:val>
                            <p:strVal val="#ppt_w"/>
                          </p:val>
                        </p:tav>
                      </p:tavLst>
                    </p:anim>
                    <p:anim calcmode="lin" valueType="num">
                      <p:cBhvr>
                        <p:cTn dur="400" fill="hold"/>
                        <p:tgtEl>
                          <p:spTgt spid="52"/>
                        </p:tgtEl>
                        <p:attrNameLst>
                          <p:attrName>ppt_h</p:attrName>
                        </p:attrNameLst>
                      </p:cBhvr>
                      <p:tavLst>
                        <p:tav tm="0">
                          <p:val>
                            <p:fltVal val="0"/>
                          </p:val>
                        </p:tav>
                        <p:tav tm="100000">
                          <p:val>
                            <p:strVal val="#ppt_h"/>
                          </p:val>
                        </p:tav>
                      </p:tavLst>
                    </p:anim>
                    <p:animEffect transition="in" filter="fade">
                      <p:cBhvr>
                        <p:cTn dur="400"/>
                        <p:tgtEl>
                          <p:spTgt spid="52"/>
                        </p:tgtEl>
                      </p:cBhvr>
                    </p:animEffect>
                  </p:childTnLst>
                </p:cTn>
              </p:par>
            </p:tnLst>
          </p:tmpl>
        </p:tmplLst>
      </p:bldP>
      <p:bldP spid="54" grpId="0" build="p">
        <p:tmplLst>
          <p:tmpl lvl="1">
            <p:tnLst>
              <p:par>
                <p:cTn presetID="53" presetClass="entr" presetSubtype="16" fill="hold" nodeType="after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p:cTn dur="400" fill="hold"/>
                        <p:tgtEl>
                          <p:spTgt spid="54"/>
                        </p:tgtEl>
                        <p:attrNameLst>
                          <p:attrName>ppt_w</p:attrName>
                        </p:attrNameLst>
                      </p:cBhvr>
                      <p:tavLst>
                        <p:tav tm="0">
                          <p:val>
                            <p:fltVal val="0"/>
                          </p:val>
                        </p:tav>
                        <p:tav tm="100000">
                          <p:val>
                            <p:strVal val="#ppt_w"/>
                          </p:val>
                        </p:tav>
                      </p:tavLst>
                    </p:anim>
                    <p:anim calcmode="lin" valueType="num">
                      <p:cBhvr>
                        <p:cTn dur="400" fill="hold"/>
                        <p:tgtEl>
                          <p:spTgt spid="54"/>
                        </p:tgtEl>
                        <p:attrNameLst>
                          <p:attrName>ppt_h</p:attrName>
                        </p:attrNameLst>
                      </p:cBhvr>
                      <p:tavLst>
                        <p:tav tm="0">
                          <p:val>
                            <p:fltVal val="0"/>
                          </p:val>
                        </p:tav>
                        <p:tav tm="100000">
                          <p:val>
                            <p:strVal val="#ppt_h"/>
                          </p:val>
                        </p:tav>
                      </p:tavLst>
                    </p:anim>
                    <p:animEffect transition="in" filter="fade">
                      <p:cBhvr>
                        <p:cTn dur="400"/>
                        <p:tgtEl>
                          <p:spTgt spid="54"/>
                        </p:tgtEl>
                      </p:cBhvr>
                    </p:animEffect>
                  </p:childTnLst>
                </p:cTn>
              </p:par>
            </p:tnLst>
          </p:tmpl>
        </p:tmplLst>
      </p:bldP>
      <p:bldP spid="56" grpId="0" build="p">
        <p:tmplLst>
          <p:tmpl lvl="1">
            <p:tnLst>
              <p:par>
                <p:cTn presetID="53" presetClass="entr" presetSubtype="16"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p:cTn dur="400" fill="hold"/>
                        <p:tgtEl>
                          <p:spTgt spid="56"/>
                        </p:tgtEl>
                        <p:attrNameLst>
                          <p:attrName>ppt_w</p:attrName>
                        </p:attrNameLst>
                      </p:cBhvr>
                      <p:tavLst>
                        <p:tav tm="0">
                          <p:val>
                            <p:fltVal val="0"/>
                          </p:val>
                        </p:tav>
                        <p:tav tm="100000">
                          <p:val>
                            <p:strVal val="#ppt_w"/>
                          </p:val>
                        </p:tav>
                      </p:tavLst>
                    </p:anim>
                    <p:anim calcmode="lin" valueType="num">
                      <p:cBhvr>
                        <p:cTn dur="400" fill="hold"/>
                        <p:tgtEl>
                          <p:spTgt spid="56"/>
                        </p:tgtEl>
                        <p:attrNameLst>
                          <p:attrName>ppt_h</p:attrName>
                        </p:attrNameLst>
                      </p:cBhvr>
                      <p:tavLst>
                        <p:tav tm="0">
                          <p:val>
                            <p:fltVal val="0"/>
                          </p:val>
                        </p:tav>
                        <p:tav tm="100000">
                          <p:val>
                            <p:strVal val="#ppt_h"/>
                          </p:val>
                        </p:tav>
                      </p:tavLst>
                    </p:anim>
                    <p:animEffect transition="in" filter="fade">
                      <p:cBhvr>
                        <p:cTn dur="400"/>
                        <p:tgtEl>
                          <p:spTgt spid="56"/>
                        </p:tgtEl>
                      </p:cBhvr>
                    </p:animEffect>
                  </p:childTnLst>
                </p:cTn>
              </p:par>
            </p:tnLst>
          </p:tmpl>
        </p:tmplLst>
      </p:bldP>
      <p:bldP spid="58" grpId="0" build="p">
        <p:tmplLst>
          <p:tmpl lvl="1">
            <p:tnLst>
              <p:par>
                <p:cTn presetID="53" presetClass="entr" presetSubtype="16" fill="hold" nodeType="afterEffect">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p:cTn dur="400" fill="hold"/>
                        <p:tgtEl>
                          <p:spTgt spid="58"/>
                        </p:tgtEl>
                        <p:attrNameLst>
                          <p:attrName>ppt_w</p:attrName>
                        </p:attrNameLst>
                      </p:cBhvr>
                      <p:tavLst>
                        <p:tav tm="0">
                          <p:val>
                            <p:fltVal val="0"/>
                          </p:val>
                        </p:tav>
                        <p:tav tm="100000">
                          <p:val>
                            <p:strVal val="#ppt_w"/>
                          </p:val>
                        </p:tav>
                      </p:tavLst>
                    </p:anim>
                    <p:anim calcmode="lin" valueType="num">
                      <p:cBhvr>
                        <p:cTn dur="400" fill="hold"/>
                        <p:tgtEl>
                          <p:spTgt spid="58"/>
                        </p:tgtEl>
                        <p:attrNameLst>
                          <p:attrName>ppt_h</p:attrName>
                        </p:attrNameLst>
                      </p:cBhvr>
                      <p:tavLst>
                        <p:tav tm="0">
                          <p:val>
                            <p:fltVal val="0"/>
                          </p:val>
                        </p:tav>
                        <p:tav tm="100000">
                          <p:val>
                            <p:strVal val="#ppt_h"/>
                          </p:val>
                        </p:tav>
                      </p:tavLst>
                    </p:anim>
                    <p:animEffect transition="in" filter="fade">
                      <p:cBhvr>
                        <p:cTn dur="400"/>
                        <p:tgtEl>
                          <p:spTgt spid="58"/>
                        </p:tgtEl>
                      </p:cBhvr>
                    </p:animEffect>
                  </p:childTnLst>
                </p:cTn>
              </p:par>
            </p:tnLst>
          </p:tmpl>
        </p:tmplLst>
      </p:b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685800" y="229235"/>
            <a:ext cx="4801870" cy="368300"/>
          </a:xfrm>
          <a:prstGeom prst="rect">
            <a:avLst/>
          </a:prstGeom>
          <a:noFill/>
        </p:spPr>
        <p:txBody>
          <a:bodyPr wrap="square" rtlCol="0" anchor="t">
            <a:spAutoFit/>
          </a:bodyPr>
          <a:lstStyle/>
          <a:p>
            <a:r>
              <a:rPr lang="zh-CN" altLang="en-US" b="1">
                <a:latin typeface="微软雅黑" panose="020B0503020204020204" charset="-122"/>
                <a:ea typeface="微软雅黑" panose="020B0503020204020204" charset="-122"/>
              </a:rPr>
              <a:t>采用下面任何一种方法关机，效果相同。</a:t>
            </a:r>
          </a:p>
        </p:txBody>
      </p:sp>
      <p:grpSp>
        <p:nvGrpSpPr>
          <p:cNvPr id="19" name="组合 18"/>
          <p:cNvGrpSpPr/>
          <p:nvPr/>
        </p:nvGrpSpPr>
        <p:grpSpPr>
          <a:xfrm>
            <a:off x="457200" y="764540"/>
            <a:ext cx="8229600" cy="4038600"/>
            <a:chOff x="720" y="1204"/>
            <a:chExt cx="12960" cy="6360"/>
          </a:xfrm>
        </p:grpSpPr>
        <p:sp>
          <p:nvSpPr>
            <p:cNvPr id="18" name="矩形 17"/>
            <p:cNvSpPr/>
            <p:nvPr/>
          </p:nvSpPr>
          <p:spPr>
            <a:xfrm>
              <a:off x="720" y="1204"/>
              <a:ext cx="12960" cy="6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1162" y="2171"/>
              <a:ext cx="12075" cy="4425"/>
              <a:chOff x="1609" y="2596"/>
              <a:chExt cx="12075" cy="4425"/>
            </a:xfrm>
          </p:grpSpPr>
          <p:grpSp>
            <p:nvGrpSpPr>
              <p:cNvPr id="2" name="组合 19"/>
              <p:cNvGrpSpPr/>
              <p:nvPr/>
            </p:nvGrpSpPr>
            <p:grpSpPr>
              <a:xfrm>
                <a:off x="1609" y="2596"/>
                <a:ext cx="43" cy="2793"/>
                <a:chOff x="1331651" y="1597980"/>
                <a:chExt cx="36000" cy="2364481"/>
              </a:xfrm>
              <a:solidFill>
                <a:schemeClr val="accent1"/>
              </a:solidFill>
            </p:grpSpPr>
            <p:cxnSp>
              <p:nvCxnSpPr>
                <p:cNvPr id="13" name="直接连接符 12"/>
                <p:cNvCxnSpPr/>
                <p:nvPr/>
              </p:nvCxnSpPr>
              <p:spPr>
                <a:xfrm>
                  <a:off x="1331651" y="1597980"/>
                  <a:ext cx="0" cy="2364481"/>
                </a:xfrm>
                <a:prstGeom prst="line">
                  <a:avLst/>
                </a:prstGeom>
                <a:grpFill/>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31651" y="1597980"/>
                  <a:ext cx="36000" cy="108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3" name="组合 23"/>
              <p:cNvGrpSpPr/>
              <p:nvPr/>
            </p:nvGrpSpPr>
            <p:grpSpPr>
              <a:xfrm flipV="1">
                <a:off x="4456" y="4199"/>
                <a:ext cx="43" cy="2823"/>
                <a:chOff x="1331651" y="1572132"/>
                <a:chExt cx="36000" cy="2390327"/>
              </a:xfrm>
              <a:solidFill>
                <a:srgbClr val="008C8A"/>
              </a:solidFill>
            </p:grpSpPr>
            <p:cxnSp>
              <p:nvCxnSpPr>
                <p:cNvPr id="25" name="直接连接符 24"/>
                <p:cNvCxnSpPr/>
                <p:nvPr/>
              </p:nvCxnSpPr>
              <p:spPr>
                <a:xfrm>
                  <a:off x="1331651" y="1576008"/>
                  <a:ext cx="0" cy="2386451"/>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331651" y="1572132"/>
                  <a:ext cx="36000" cy="1080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4" name="组合 28"/>
              <p:cNvGrpSpPr/>
              <p:nvPr/>
            </p:nvGrpSpPr>
            <p:grpSpPr>
              <a:xfrm>
                <a:off x="7303" y="2596"/>
                <a:ext cx="43" cy="2793"/>
                <a:chOff x="1331651" y="1597980"/>
                <a:chExt cx="36000" cy="2364481"/>
              </a:xfrm>
              <a:solidFill>
                <a:srgbClr val="F29548"/>
              </a:solidFill>
            </p:grpSpPr>
            <p:cxnSp>
              <p:nvCxnSpPr>
                <p:cNvPr id="30" name="直接连接符 29"/>
                <p:cNvCxnSpPr/>
                <p:nvPr/>
              </p:nvCxnSpPr>
              <p:spPr>
                <a:xfrm>
                  <a:off x="1331651" y="1597980"/>
                  <a:ext cx="0" cy="2364481"/>
                </a:xfrm>
                <a:prstGeom prst="line">
                  <a:avLst/>
                </a:prstGeom>
                <a:grpFill/>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1331651" y="1597980"/>
                  <a:ext cx="36000" cy="108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5" name="组合 33"/>
              <p:cNvGrpSpPr/>
              <p:nvPr/>
            </p:nvGrpSpPr>
            <p:grpSpPr>
              <a:xfrm flipV="1">
                <a:off x="10149" y="4199"/>
                <a:ext cx="43" cy="2823"/>
                <a:chOff x="1331651" y="1572132"/>
                <a:chExt cx="36000" cy="2390328"/>
              </a:xfrm>
              <a:solidFill>
                <a:schemeClr val="accent4"/>
              </a:solidFill>
            </p:grpSpPr>
            <p:cxnSp>
              <p:nvCxnSpPr>
                <p:cNvPr id="35" name="直接连接符 34"/>
                <p:cNvCxnSpPr/>
                <p:nvPr/>
              </p:nvCxnSpPr>
              <p:spPr>
                <a:xfrm>
                  <a:off x="1331651" y="1576008"/>
                  <a:ext cx="0" cy="2386452"/>
                </a:xfrm>
                <a:prstGeom prst="line">
                  <a:avLst/>
                </a:prstGeom>
                <a:grpFill/>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331651" y="1572132"/>
                  <a:ext cx="36000" cy="1080000"/>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6" name="组合 2"/>
              <p:cNvGrpSpPr/>
              <p:nvPr/>
            </p:nvGrpSpPr>
            <p:grpSpPr>
              <a:xfrm>
                <a:off x="1609" y="4199"/>
                <a:ext cx="2480" cy="1201"/>
                <a:chOff x="1331651" y="2945166"/>
                <a:chExt cx="2099921" cy="1017295"/>
              </a:xfrm>
            </p:grpSpPr>
            <p:sp>
              <p:nvSpPr>
                <p:cNvPr id="7" name="矩形 6"/>
                <p:cNvSpPr/>
                <p:nvPr/>
              </p:nvSpPr>
              <p:spPr>
                <a:xfrm>
                  <a:off x="1331651" y="2945166"/>
                  <a:ext cx="2099921" cy="1017295"/>
                </a:xfrm>
                <a:prstGeom prst="rect">
                  <a:avLst/>
                </a:prstGeom>
                <a:solidFill>
                  <a:schemeClr val="accent1"/>
                </a:solid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p>
                  <a:pPr algn="ctr">
                    <a:lnSpc>
                      <a:spcPct val="130000"/>
                    </a:lnSpc>
                  </a:pPr>
                  <a:endParaRPr lang="zh-CN" altLang="en-US" sz="1400" kern="0" dirty="0">
                    <a:solidFill>
                      <a:sysClr val="window" lastClr="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8" name="文本框 67"/>
                <p:cNvSpPr txBox="1"/>
                <p:nvPr/>
              </p:nvSpPr>
              <p:spPr>
                <a:xfrm>
                  <a:off x="1843808" y="3101808"/>
                  <a:ext cx="1075605" cy="703016"/>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charset="-122"/>
                    </a:defRPr>
                  </a:lvl1pPr>
                </a:lstStyle>
                <a:p>
                  <a:r>
                    <a:rPr lang="en-US" altLang="zh-CN" sz="3000" dirty="0">
                      <a:latin typeface="微软雅黑" panose="020B0503020204020204" pitchFamily="34" charset="-122"/>
                      <a:ea typeface="微软雅黑" panose="020B0503020204020204" pitchFamily="34" charset="-122"/>
                      <a:sym typeface="Arial" panose="020B0604020202020204" pitchFamily="34" charset="0"/>
                    </a:rPr>
                    <a:t>1</a:t>
                  </a:r>
                  <a:endParaRPr lang="zh-CN" altLang="en-US" sz="30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8" name="组合 3"/>
              <p:cNvGrpSpPr/>
              <p:nvPr/>
            </p:nvGrpSpPr>
            <p:grpSpPr>
              <a:xfrm>
                <a:off x="4456" y="4199"/>
                <a:ext cx="2480" cy="1201"/>
                <a:chOff x="3742306" y="2945166"/>
                <a:chExt cx="2099921" cy="1017295"/>
              </a:xfrm>
            </p:grpSpPr>
            <p:sp>
              <p:nvSpPr>
                <p:cNvPr id="23" name="矩形 22"/>
                <p:cNvSpPr/>
                <p:nvPr/>
              </p:nvSpPr>
              <p:spPr>
                <a:xfrm flipV="1">
                  <a:off x="3742306" y="2945166"/>
                  <a:ext cx="2099921" cy="10172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9" name="文本框 68"/>
                <p:cNvSpPr txBox="1"/>
                <p:nvPr/>
              </p:nvSpPr>
              <p:spPr>
                <a:xfrm>
                  <a:off x="4270418" y="3085273"/>
                  <a:ext cx="1075605" cy="738534"/>
                </a:xfrm>
                <a:prstGeom prst="rect">
                  <a:avLst/>
                </a:prstGeom>
                <a:noFill/>
              </p:spPr>
              <p:txBody>
                <a:bodyPr wrap="square" rtlCol="0">
                  <a:spAutoFit/>
                </a:bodyPr>
                <a:lstStyle/>
                <a:p>
                  <a:pPr algn="ctr">
                    <a:spcBef>
                      <a:spcPts val="750"/>
                    </a:spcBef>
                  </a:pPr>
                  <a:r>
                    <a:rPr lang="en-US" altLang="zh-CN"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2</a:t>
                  </a:r>
                  <a:endParaRPr lang="zh-CN" altLang="en-US"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 name="组合 4"/>
              <p:cNvGrpSpPr/>
              <p:nvPr/>
            </p:nvGrpSpPr>
            <p:grpSpPr>
              <a:xfrm>
                <a:off x="7303" y="4199"/>
                <a:ext cx="2480" cy="1201"/>
                <a:chOff x="6152961" y="2945166"/>
                <a:chExt cx="2099921" cy="1017295"/>
              </a:xfrm>
            </p:grpSpPr>
            <p:sp>
              <p:nvSpPr>
                <p:cNvPr id="28" name="矩形 27"/>
                <p:cNvSpPr/>
                <p:nvPr/>
              </p:nvSpPr>
              <p:spPr>
                <a:xfrm>
                  <a:off x="6152961" y="2945166"/>
                  <a:ext cx="2099921" cy="1017295"/>
                </a:xfrm>
                <a:prstGeom prst="rect">
                  <a:avLst/>
                </a:prstGeom>
                <a:solidFill>
                  <a:schemeClr val="accent3"/>
                </a:solid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p>
                  <a:pPr algn="ctr">
                    <a:lnSpc>
                      <a:spcPct val="130000"/>
                    </a:lnSpc>
                  </a:pPr>
                  <a:endParaRPr lang="zh-CN" altLang="en-US" sz="1400" kern="0" dirty="0">
                    <a:solidFill>
                      <a:sysClr val="window" lastClr="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0" name="文本框 69"/>
                <p:cNvSpPr txBox="1"/>
                <p:nvPr/>
              </p:nvSpPr>
              <p:spPr>
                <a:xfrm>
                  <a:off x="6665963" y="3103056"/>
                  <a:ext cx="1075605" cy="703016"/>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charset="-122"/>
                    </a:defRPr>
                  </a:lvl1pPr>
                </a:lstStyle>
                <a:p>
                  <a:r>
                    <a:rPr lang="en-US" altLang="zh-CN" sz="3000" dirty="0">
                      <a:latin typeface="微软雅黑" panose="020B0503020204020204" pitchFamily="34" charset="-122"/>
                      <a:ea typeface="微软雅黑" panose="020B0503020204020204" pitchFamily="34" charset="-122"/>
                      <a:sym typeface="Arial" panose="020B0604020202020204" pitchFamily="34" charset="0"/>
                    </a:rPr>
                    <a:t>3</a:t>
                  </a:r>
                  <a:endParaRPr lang="zh-CN" altLang="en-US" sz="30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0" name="组合 5"/>
              <p:cNvGrpSpPr/>
              <p:nvPr/>
            </p:nvGrpSpPr>
            <p:grpSpPr>
              <a:xfrm>
                <a:off x="10149" y="4199"/>
                <a:ext cx="2480" cy="1201"/>
                <a:chOff x="8563615" y="2945166"/>
                <a:chExt cx="2099921" cy="1017295"/>
              </a:xfrm>
            </p:grpSpPr>
            <p:sp>
              <p:nvSpPr>
                <p:cNvPr id="33" name="矩形 32"/>
                <p:cNvSpPr/>
                <p:nvPr/>
              </p:nvSpPr>
              <p:spPr>
                <a:xfrm flipV="1">
                  <a:off x="8563615" y="2945166"/>
                  <a:ext cx="2099921" cy="10172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1" name="文本框 70"/>
                <p:cNvSpPr txBox="1"/>
                <p:nvPr/>
              </p:nvSpPr>
              <p:spPr>
                <a:xfrm>
                  <a:off x="9075794" y="3084427"/>
                  <a:ext cx="1075605" cy="738534"/>
                </a:xfrm>
                <a:prstGeom prst="rect">
                  <a:avLst/>
                </a:prstGeom>
                <a:noFill/>
              </p:spPr>
              <p:txBody>
                <a:bodyPr wrap="square" rtlCol="0">
                  <a:spAutoFit/>
                </a:bodyPr>
                <a:lstStyle/>
                <a:p>
                  <a:pPr algn="ctr">
                    <a:spcBef>
                      <a:spcPts val="750"/>
                    </a:spcBef>
                  </a:pPr>
                  <a:r>
                    <a:rPr lang="en-US" altLang="zh-CN"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4</a:t>
                  </a:r>
                  <a:endParaRPr lang="zh-CN" altLang="en-US"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52" name="Text Placeholder 7"/>
              <p:cNvSpPr txBox="1"/>
              <p:nvPr/>
            </p:nvSpPr>
            <p:spPr>
              <a:xfrm>
                <a:off x="1890" y="2817"/>
                <a:ext cx="3553" cy="959"/>
              </a:xfrm>
              <a:prstGeom prst="rect">
                <a:avLst/>
              </a:prstGeom>
            </p:spPr>
            <p:txBody>
              <a:bodyPr vert="horz" wrap="square" lIns="0" tIns="73842" rIns="0" bIns="73842" anchor="t" anchorCtr="0">
                <a:spAutoFit/>
              </a:bodyP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just"/>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使用“开始”菜单关机。单击“开始”按钮，单击“电源”按钮，在电源选项中单击“关机”。</a:t>
                </a:r>
              </a:p>
            </p:txBody>
          </p:sp>
          <p:sp>
            <p:nvSpPr>
              <p:cNvPr id="54" name="Text Placeholder 7"/>
              <p:cNvSpPr txBox="1"/>
              <p:nvPr/>
            </p:nvSpPr>
            <p:spPr>
              <a:xfrm>
                <a:off x="4677" y="5857"/>
                <a:ext cx="3879" cy="959"/>
              </a:xfrm>
              <a:prstGeom prst="rect">
                <a:avLst/>
              </a:prstGeom>
            </p:spPr>
            <p:txBody>
              <a:bodyPr vert="horz" wrap="square" lIns="0" tIns="73842" rIns="0" bIns="73842" anchor="t" anchorCtr="0">
                <a:spAutoFit/>
              </a:bodyP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just"/>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sym typeface="+mn-ea"/>
                  </a:rPr>
                  <a:t>使用计算机电源开关关机。在Windows 10的电源管理中，默认设置按下计算机电源按钮（Power按钮）即可自动关闭计算机。</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6" name="Text Placeholder 7"/>
              <p:cNvSpPr txBox="1"/>
              <p:nvPr/>
            </p:nvSpPr>
            <p:spPr>
              <a:xfrm>
                <a:off x="7592" y="2817"/>
                <a:ext cx="3966" cy="959"/>
              </a:xfrm>
              <a:prstGeom prst="rect">
                <a:avLst/>
              </a:prstGeom>
            </p:spPr>
            <p:txBody>
              <a:bodyPr vert="horz" wrap="square" lIns="0" tIns="73842" rIns="0" bIns="73842" anchor="t" anchorCtr="0">
                <a:spAutoFit/>
              </a:bodyP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just"/>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使用Windows键    +X组合键关机。在打开的快捷菜单中单击“关机或注销”，在子菜单中选择“关机”项。</a:t>
                </a:r>
              </a:p>
            </p:txBody>
          </p:sp>
          <p:sp>
            <p:nvSpPr>
              <p:cNvPr id="58" name="Text Placeholder 7"/>
              <p:cNvSpPr txBox="1"/>
              <p:nvPr/>
            </p:nvSpPr>
            <p:spPr>
              <a:xfrm>
                <a:off x="10394" y="5857"/>
                <a:ext cx="3291" cy="959"/>
              </a:xfrm>
              <a:prstGeom prst="rect">
                <a:avLst/>
              </a:prstGeom>
            </p:spPr>
            <p:txBody>
              <a:bodyPr vert="horz" wrap="square" lIns="0" tIns="73842" rIns="0" bIns="73842" anchor="t" anchorCtr="0">
                <a:spAutoFit/>
              </a:bodyP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just"/>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按快捷键Ctrl+Alt+Delete 显示功能界面，单击右下角的电源按钮    ，在弹出选项中单击“关机”。</a:t>
                </a:r>
              </a:p>
            </p:txBody>
          </p:sp>
          <p:pic>
            <p:nvPicPr>
              <p:cNvPr id="11" name="图片 10"/>
              <p:cNvPicPr>
                <a:picLocks noChangeAspect="1"/>
              </p:cNvPicPr>
              <p:nvPr/>
            </p:nvPicPr>
            <p:blipFill>
              <a:blip r:embed="rId3"/>
              <a:stretch>
                <a:fillRect/>
              </a:stretch>
            </p:blipFill>
            <p:spPr>
              <a:xfrm>
                <a:off x="9018" y="2932"/>
                <a:ext cx="233" cy="227"/>
              </a:xfrm>
              <a:prstGeom prst="rect">
                <a:avLst/>
              </a:prstGeom>
            </p:spPr>
          </p:pic>
          <p:pic>
            <p:nvPicPr>
              <p:cNvPr id="12" name="图片 11"/>
              <p:cNvPicPr>
                <a:picLocks noChangeAspect="1"/>
              </p:cNvPicPr>
              <p:nvPr/>
            </p:nvPicPr>
            <p:blipFill>
              <a:blip r:embed="rId4"/>
              <a:stretch>
                <a:fillRect/>
              </a:stretch>
            </p:blipFill>
            <p:spPr>
              <a:xfrm>
                <a:off x="13182" y="6238"/>
                <a:ext cx="203" cy="197"/>
              </a:xfrm>
              <a:prstGeom prst="rect">
                <a:avLst/>
              </a:prstGeom>
            </p:spPr>
          </p:pic>
        </p:grpSp>
      </p:grpSp>
      <p:sp>
        <p:nvSpPr>
          <p:cNvPr id="21" name="文本框 20">
            <a:hlinkClick r:id="" action="ppaction://hlinkshowjump?jump=previousslide"/>
          </p:cNvPr>
          <p:cNvSpPr txBox="1"/>
          <p:nvPr/>
        </p:nvSpPr>
        <p:spPr>
          <a:xfrm>
            <a:off x="7421245" y="4496435"/>
            <a:ext cx="984885" cy="306705"/>
          </a:xfrm>
          <a:prstGeom prst="rect">
            <a:avLst/>
          </a:prstGeom>
          <a:solidFill>
            <a:srgbClr val="415163"/>
          </a:solidFill>
        </p:spPr>
        <p:txBody>
          <a:bodyPr wrap="square" rtlCol="0">
            <a:spAutoFit/>
          </a:bodyPr>
          <a:lstStyle/>
          <a:p>
            <a:pPr algn="ctr"/>
            <a:r>
              <a:rPr lang="zh-CN" altLang="en-US" sz="1400" b="1">
                <a:solidFill>
                  <a:schemeClr val="bg1"/>
                </a:solidFill>
                <a:latin typeface="微软雅黑" panose="020B0503020204020204" charset="-122"/>
                <a:ea typeface="微软雅黑" panose="020B0503020204020204" charset="-122"/>
              </a:rPr>
              <a:t>返回</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2"/>
            </p:custDataLst>
          </p:nvPr>
        </p:nvSpPr>
        <p:spPr>
          <a:xfrm>
            <a:off x="588532" y="1098515"/>
            <a:ext cx="3020939" cy="807914"/>
          </a:xfrm>
          <a:prstGeom prst="rect">
            <a:avLst/>
          </a:prstGeom>
          <a:noFill/>
        </p:spPr>
        <p:txBody>
          <a:bodyPr wrap="square" lIns="67500" tIns="35100" rIns="67500" bIns="35100" rtlCol="0" anchor="b" anchorCtr="0">
            <a:normAutofit/>
          </a:bodyPr>
          <a:lstStyle/>
          <a:p>
            <a:pPr marL="0" indent="0" algn="l" defTabSz="685800">
              <a:lnSpc>
                <a:spcPct val="100000"/>
              </a:lnSpc>
              <a:spcBef>
                <a:spcPts val="0"/>
              </a:spcBef>
              <a:spcAft>
                <a:spcPts val="0"/>
              </a:spcAft>
              <a:buSzPct val="100000"/>
            </a:pPr>
            <a:r>
              <a:rPr lang="zh-CN" altLang="en-US" sz="2400" b="1" spc="300" dirty="0">
                <a:solidFill>
                  <a:srgbClr val="000000"/>
                </a:solidFill>
                <a:latin typeface="Arial" panose="020B0604020202020204" pitchFamily="34" charset="0"/>
                <a:ea typeface="微软雅黑" panose="020B0503020204020204" charset="-122"/>
                <a:cs typeface="+mn-ea"/>
                <a:sym typeface="+mn-ea"/>
              </a:rPr>
              <a:t>提示</a:t>
            </a:r>
          </a:p>
        </p:txBody>
      </p:sp>
      <p:cxnSp>
        <p:nvCxnSpPr>
          <p:cNvPr id="5" name="直接连接符 4"/>
          <p:cNvCxnSpPr/>
          <p:nvPr>
            <p:custDataLst>
              <p:tags r:id="rId3"/>
            </p:custDataLst>
          </p:nvPr>
        </p:nvCxnSpPr>
        <p:spPr>
          <a:xfrm>
            <a:off x="667114" y="2021723"/>
            <a:ext cx="813522" cy="0"/>
          </a:xfrm>
          <a:prstGeom prst="line">
            <a:avLst/>
          </a:prstGeom>
          <a:ln>
            <a:solidFill>
              <a:srgbClr val="159F18"/>
            </a:solidFill>
          </a:ln>
        </p:spPr>
        <p:style>
          <a:lnRef idx="3">
            <a:srgbClr val="8ABC1B"/>
          </a:lnRef>
          <a:fillRef idx="0">
            <a:srgbClr val="8ABC1B"/>
          </a:fillRef>
          <a:effectRef idx="2">
            <a:srgbClr val="8ABC1B"/>
          </a:effectRef>
          <a:fontRef idx="minor">
            <a:srgbClr val="000000"/>
          </a:fontRef>
        </p:style>
      </p:cxnSp>
      <p:sp>
        <p:nvSpPr>
          <p:cNvPr id="16" name="矩形 23"/>
          <p:cNvSpPr/>
          <p:nvPr>
            <p:custDataLst>
              <p:tags r:id="rId4"/>
            </p:custDataLst>
          </p:nvPr>
        </p:nvSpPr>
        <p:spPr>
          <a:xfrm>
            <a:off x="0" y="4391025"/>
            <a:ext cx="588645" cy="622935"/>
          </a:xfrm>
          <a:custGeom>
            <a:avLst/>
            <a:gdLst>
              <a:gd name="connsiteX0" fmla="*/ 0 w 270142"/>
              <a:gd name="connsiteY0" fmla="*/ 0 h 1190625"/>
              <a:gd name="connsiteX1" fmla="*/ 270142 w 270142"/>
              <a:gd name="connsiteY1" fmla="*/ 0 h 1190625"/>
              <a:gd name="connsiteX2" fmla="*/ 270142 w 270142"/>
              <a:gd name="connsiteY2" fmla="*/ 1190625 h 1190625"/>
              <a:gd name="connsiteX3" fmla="*/ 0 w 270142"/>
              <a:gd name="connsiteY3" fmla="*/ 1190625 h 1190625"/>
              <a:gd name="connsiteX4" fmla="*/ 0 w 270142"/>
              <a:gd name="connsiteY4" fmla="*/ 0 h 1190625"/>
              <a:gd name="connsiteX0-1" fmla="*/ 0 w 546367"/>
              <a:gd name="connsiteY0-2" fmla="*/ 1003300 h 1190625"/>
              <a:gd name="connsiteX1-3" fmla="*/ 546367 w 546367"/>
              <a:gd name="connsiteY1-4" fmla="*/ 0 h 1190625"/>
              <a:gd name="connsiteX2-5" fmla="*/ 546367 w 546367"/>
              <a:gd name="connsiteY2-6" fmla="*/ 1190625 h 1190625"/>
              <a:gd name="connsiteX3-7" fmla="*/ 276225 w 546367"/>
              <a:gd name="connsiteY3-8" fmla="*/ 1190625 h 1190625"/>
              <a:gd name="connsiteX4-9" fmla="*/ 0 w 546367"/>
              <a:gd name="connsiteY4-10" fmla="*/ 1003300 h 1190625"/>
              <a:gd name="connsiteX0-11" fmla="*/ 0 w 546367"/>
              <a:gd name="connsiteY0-12" fmla="*/ 390525 h 577850"/>
              <a:gd name="connsiteX1-13" fmla="*/ 267 w 546367"/>
              <a:gd name="connsiteY1-14" fmla="*/ 0 h 577850"/>
              <a:gd name="connsiteX2-15" fmla="*/ 546367 w 546367"/>
              <a:gd name="connsiteY2-16" fmla="*/ 577850 h 577850"/>
              <a:gd name="connsiteX3-17" fmla="*/ 276225 w 546367"/>
              <a:gd name="connsiteY3-18" fmla="*/ 577850 h 577850"/>
              <a:gd name="connsiteX4-19" fmla="*/ 0 w 546367"/>
              <a:gd name="connsiteY4-20" fmla="*/ 390525 h 577850"/>
              <a:gd name="connsiteX0-21" fmla="*/ 0 w 784492"/>
              <a:gd name="connsiteY0-22" fmla="*/ 390525 h 806450"/>
              <a:gd name="connsiteX1-23" fmla="*/ 267 w 784492"/>
              <a:gd name="connsiteY1-24" fmla="*/ 0 h 806450"/>
              <a:gd name="connsiteX2-25" fmla="*/ 784492 w 784492"/>
              <a:gd name="connsiteY2-26" fmla="*/ 806450 h 806450"/>
              <a:gd name="connsiteX3-27" fmla="*/ 276225 w 784492"/>
              <a:gd name="connsiteY3-28" fmla="*/ 577850 h 806450"/>
              <a:gd name="connsiteX4-29" fmla="*/ 0 w 784492"/>
              <a:gd name="connsiteY4-30" fmla="*/ 390525 h 806450"/>
              <a:gd name="connsiteX0-31" fmla="*/ 0 w 784492"/>
              <a:gd name="connsiteY0-32" fmla="*/ 390525 h 809625"/>
              <a:gd name="connsiteX1-33" fmla="*/ 267 w 784492"/>
              <a:gd name="connsiteY1-34" fmla="*/ 0 h 809625"/>
              <a:gd name="connsiteX2-35" fmla="*/ 784492 w 784492"/>
              <a:gd name="connsiteY2-36" fmla="*/ 806450 h 809625"/>
              <a:gd name="connsiteX3-37" fmla="*/ 469900 w 784492"/>
              <a:gd name="connsiteY3-38" fmla="*/ 809625 h 809625"/>
              <a:gd name="connsiteX4-39" fmla="*/ 0 w 784492"/>
              <a:gd name="connsiteY4-40" fmla="*/ 390525 h 809625"/>
              <a:gd name="connsiteX0-41" fmla="*/ 0 w 784492"/>
              <a:gd name="connsiteY0-42" fmla="*/ 365125 h 809625"/>
              <a:gd name="connsiteX1-43" fmla="*/ 267 w 784492"/>
              <a:gd name="connsiteY1-44" fmla="*/ 0 h 809625"/>
              <a:gd name="connsiteX2-45" fmla="*/ 784492 w 784492"/>
              <a:gd name="connsiteY2-46" fmla="*/ 806450 h 809625"/>
              <a:gd name="connsiteX3-47" fmla="*/ 469900 w 784492"/>
              <a:gd name="connsiteY3-48" fmla="*/ 809625 h 809625"/>
              <a:gd name="connsiteX4-49" fmla="*/ 0 w 784492"/>
              <a:gd name="connsiteY4-50" fmla="*/ 365125 h 809625"/>
              <a:gd name="connsiteX0-51" fmla="*/ 0 w 784492"/>
              <a:gd name="connsiteY0-52" fmla="*/ 365125 h 835025"/>
              <a:gd name="connsiteX1-53" fmla="*/ 267 w 784492"/>
              <a:gd name="connsiteY1-54" fmla="*/ 0 h 835025"/>
              <a:gd name="connsiteX2-55" fmla="*/ 784492 w 784492"/>
              <a:gd name="connsiteY2-56" fmla="*/ 806450 h 835025"/>
              <a:gd name="connsiteX3-57" fmla="*/ 473075 w 784492"/>
              <a:gd name="connsiteY3-58" fmla="*/ 835025 h 835025"/>
              <a:gd name="connsiteX4-59" fmla="*/ 0 w 784492"/>
              <a:gd name="connsiteY4-60" fmla="*/ 365125 h 835025"/>
              <a:gd name="connsiteX0-61" fmla="*/ 0 w 791636"/>
              <a:gd name="connsiteY0-62" fmla="*/ 365125 h 835025"/>
              <a:gd name="connsiteX1-63" fmla="*/ 7411 w 791636"/>
              <a:gd name="connsiteY1-64" fmla="*/ 0 h 835025"/>
              <a:gd name="connsiteX2-65" fmla="*/ 791636 w 791636"/>
              <a:gd name="connsiteY2-66" fmla="*/ 806450 h 835025"/>
              <a:gd name="connsiteX3-67" fmla="*/ 480219 w 791636"/>
              <a:gd name="connsiteY3-68" fmla="*/ 835025 h 835025"/>
              <a:gd name="connsiteX4-69" fmla="*/ 0 w 791636"/>
              <a:gd name="connsiteY4-70" fmla="*/ 365125 h 835025"/>
              <a:gd name="connsiteX0-71" fmla="*/ 4495 w 784225"/>
              <a:gd name="connsiteY0-72" fmla="*/ 369887 h 835025"/>
              <a:gd name="connsiteX1-73" fmla="*/ 0 w 784225"/>
              <a:gd name="connsiteY1-74" fmla="*/ 0 h 835025"/>
              <a:gd name="connsiteX2-75" fmla="*/ 784225 w 784225"/>
              <a:gd name="connsiteY2-76" fmla="*/ 806450 h 835025"/>
              <a:gd name="connsiteX3-77" fmla="*/ 472808 w 784225"/>
              <a:gd name="connsiteY3-78" fmla="*/ 835025 h 835025"/>
              <a:gd name="connsiteX4-79" fmla="*/ 4495 w 784225"/>
              <a:gd name="connsiteY4-80" fmla="*/ 369887 h 835025"/>
              <a:gd name="connsiteX0-81" fmla="*/ 403 w 784896"/>
              <a:gd name="connsiteY0-82" fmla="*/ 384175 h 835025"/>
              <a:gd name="connsiteX1-83" fmla="*/ 671 w 784896"/>
              <a:gd name="connsiteY1-84" fmla="*/ 0 h 835025"/>
              <a:gd name="connsiteX2-85" fmla="*/ 784896 w 784896"/>
              <a:gd name="connsiteY2-86" fmla="*/ 806450 h 835025"/>
              <a:gd name="connsiteX3-87" fmla="*/ 473479 w 784896"/>
              <a:gd name="connsiteY3-88" fmla="*/ 835025 h 835025"/>
              <a:gd name="connsiteX4-89" fmla="*/ 403 w 784896"/>
              <a:gd name="connsiteY4-90" fmla="*/ 384175 h 835025"/>
              <a:gd name="connsiteX0-91" fmla="*/ 2113 w 784225"/>
              <a:gd name="connsiteY0-92" fmla="*/ 362744 h 835025"/>
              <a:gd name="connsiteX1-93" fmla="*/ 0 w 784225"/>
              <a:gd name="connsiteY1-94" fmla="*/ 0 h 835025"/>
              <a:gd name="connsiteX2-95" fmla="*/ 784225 w 784225"/>
              <a:gd name="connsiteY2-96" fmla="*/ 806450 h 835025"/>
              <a:gd name="connsiteX3-97" fmla="*/ 472808 w 784225"/>
              <a:gd name="connsiteY3-98" fmla="*/ 835025 h 835025"/>
              <a:gd name="connsiteX4-99" fmla="*/ 2113 w 784225"/>
              <a:gd name="connsiteY4-100" fmla="*/ 362744 h 835025"/>
              <a:gd name="connsiteX0-101" fmla="*/ 2113 w 784225"/>
              <a:gd name="connsiteY0-102" fmla="*/ 362744 h 830263"/>
              <a:gd name="connsiteX1-103" fmla="*/ 0 w 784225"/>
              <a:gd name="connsiteY1-104" fmla="*/ 0 h 830263"/>
              <a:gd name="connsiteX2-105" fmla="*/ 784225 w 784225"/>
              <a:gd name="connsiteY2-106" fmla="*/ 806450 h 830263"/>
              <a:gd name="connsiteX3-107" fmla="*/ 460902 w 784225"/>
              <a:gd name="connsiteY3-108" fmla="*/ 830263 h 830263"/>
              <a:gd name="connsiteX4-109" fmla="*/ 2113 w 784225"/>
              <a:gd name="connsiteY4-110" fmla="*/ 362744 h 830263"/>
              <a:gd name="connsiteX0-111" fmla="*/ 403 w 784897"/>
              <a:gd name="connsiteY0-112" fmla="*/ 360363 h 830263"/>
              <a:gd name="connsiteX1-113" fmla="*/ 672 w 784897"/>
              <a:gd name="connsiteY1-114" fmla="*/ 0 h 830263"/>
              <a:gd name="connsiteX2-115" fmla="*/ 784897 w 784897"/>
              <a:gd name="connsiteY2-116" fmla="*/ 806450 h 830263"/>
              <a:gd name="connsiteX3-117" fmla="*/ 461574 w 784897"/>
              <a:gd name="connsiteY3-118" fmla="*/ 830263 h 830263"/>
              <a:gd name="connsiteX4-119" fmla="*/ 403 w 784897"/>
              <a:gd name="connsiteY4-120" fmla="*/ 360363 h 830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4897" h="830263">
                <a:moveTo>
                  <a:pt x="403" y="360363"/>
                </a:moveTo>
                <a:cubicBezTo>
                  <a:pt x="-1095" y="237067"/>
                  <a:pt x="2170" y="123296"/>
                  <a:pt x="672" y="0"/>
                </a:cubicBezTo>
                <a:lnTo>
                  <a:pt x="784897" y="806450"/>
                </a:lnTo>
                <a:lnTo>
                  <a:pt x="461574" y="830263"/>
                </a:lnTo>
                <a:lnTo>
                  <a:pt x="403" y="360363"/>
                </a:lnTo>
                <a:close/>
              </a:path>
            </a:pathLst>
          </a:custGeom>
          <a:solidFill>
            <a:srgbClr val="D0EDD1">
              <a:lumMod val="9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a:solidFill>
                <a:srgbClr val="FFFFFF"/>
              </a:solidFill>
            </a:endParaRPr>
          </a:p>
        </p:txBody>
      </p:sp>
      <p:sp>
        <p:nvSpPr>
          <p:cNvPr id="17" name="矩形 24"/>
          <p:cNvSpPr/>
          <p:nvPr>
            <p:custDataLst>
              <p:tags r:id="rId5"/>
            </p:custDataLst>
          </p:nvPr>
        </p:nvSpPr>
        <p:spPr>
          <a:xfrm>
            <a:off x="8564880" y="4557395"/>
            <a:ext cx="580390" cy="586105"/>
          </a:xfrm>
          <a:custGeom>
            <a:avLst/>
            <a:gdLst>
              <a:gd name="connsiteX0" fmla="*/ 0 w 217743"/>
              <a:gd name="connsiteY0" fmla="*/ 0 h 657729"/>
              <a:gd name="connsiteX1" fmla="*/ 217743 w 217743"/>
              <a:gd name="connsiteY1" fmla="*/ 0 h 657729"/>
              <a:gd name="connsiteX2" fmla="*/ 217743 w 217743"/>
              <a:gd name="connsiteY2" fmla="*/ 657729 h 657729"/>
              <a:gd name="connsiteX3" fmla="*/ 0 w 217743"/>
              <a:gd name="connsiteY3" fmla="*/ 657729 h 657729"/>
              <a:gd name="connsiteX4" fmla="*/ 0 w 217743"/>
              <a:gd name="connsiteY4" fmla="*/ 0 h 657729"/>
              <a:gd name="connsiteX0-1" fmla="*/ 0 w 686849"/>
              <a:gd name="connsiteY0-2" fmla="*/ 0 h 678656"/>
              <a:gd name="connsiteX1-3" fmla="*/ 686849 w 686849"/>
              <a:gd name="connsiteY1-4" fmla="*/ 678656 h 678656"/>
              <a:gd name="connsiteX2-5" fmla="*/ 217743 w 686849"/>
              <a:gd name="connsiteY2-6" fmla="*/ 657729 h 678656"/>
              <a:gd name="connsiteX3-7" fmla="*/ 0 w 686849"/>
              <a:gd name="connsiteY3-8" fmla="*/ 657729 h 678656"/>
              <a:gd name="connsiteX4-9" fmla="*/ 0 w 686849"/>
              <a:gd name="connsiteY4-10" fmla="*/ 0 h 678656"/>
              <a:gd name="connsiteX0-11" fmla="*/ 676275 w 686849"/>
              <a:gd name="connsiteY0-12" fmla="*/ 0 h 450056"/>
              <a:gd name="connsiteX1-13" fmla="*/ 686849 w 686849"/>
              <a:gd name="connsiteY1-14" fmla="*/ 450056 h 450056"/>
              <a:gd name="connsiteX2-15" fmla="*/ 217743 w 686849"/>
              <a:gd name="connsiteY2-16" fmla="*/ 429129 h 450056"/>
              <a:gd name="connsiteX3-17" fmla="*/ 0 w 686849"/>
              <a:gd name="connsiteY3-18" fmla="*/ 429129 h 450056"/>
              <a:gd name="connsiteX4-19" fmla="*/ 676275 w 686849"/>
              <a:gd name="connsiteY4-20" fmla="*/ 0 h 450056"/>
              <a:gd name="connsiteX0-21" fmla="*/ 676275 w 686849"/>
              <a:gd name="connsiteY0-22" fmla="*/ 0 h 769648"/>
              <a:gd name="connsiteX1-23" fmla="*/ 686849 w 686849"/>
              <a:gd name="connsiteY1-24" fmla="*/ 450056 h 769648"/>
              <a:gd name="connsiteX2-25" fmla="*/ 351093 w 686849"/>
              <a:gd name="connsiteY2-26" fmla="*/ 769648 h 769648"/>
              <a:gd name="connsiteX3-27" fmla="*/ 0 w 686849"/>
              <a:gd name="connsiteY3-28" fmla="*/ 429129 h 769648"/>
              <a:gd name="connsiteX4-29" fmla="*/ 676275 w 686849"/>
              <a:gd name="connsiteY4-30" fmla="*/ 0 h 769648"/>
              <a:gd name="connsiteX0-31" fmla="*/ 762000 w 772574"/>
              <a:gd name="connsiteY0-32" fmla="*/ 0 h 779173"/>
              <a:gd name="connsiteX1-33" fmla="*/ 772574 w 772574"/>
              <a:gd name="connsiteY1-34" fmla="*/ 450056 h 779173"/>
              <a:gd name="connsiteX2-35" fmla="*/ 436818 w 772574"/>
              <a:gd name="connsiteY2-36" fmla="*/ 769648 h 779173"/>
              <a:gd name="connsiteX3-37" fmla="*/ 0 w 772574"/>
              <a:gd name="connsiteY3-38" fmla="*/ 779173 h 779173"/>
              <a:gd name="connsiteX4-39" fmla="*/ 762000 w 772574"/>
              <a:gd name="connsiteY4-40" fmla="*/ 0 h 779173"/>
              <a:gd name="connsiteX0-41" fmla="*/ 762000 w 772574"/>
              <a:gd name="connsiteY0-42" fmla="*/ 0 h 779173"/>
              <a:gd name="connsiteX1-43" fmla="*/ 772574 w 772574"/>
              <a:gd name="connsiteY1-44" fmla="*/ 450056 h 779173"/>
              <a:gd name="connsiteX2-45" fmla="*/ 453487 w 772574"/>
              <a:gd name="connsiteY2-46" fmla="*/ 776792 h 779173"/>
              <a:gd name="connsiteX3-47" fmla="*/ 0 w 772574"/>
              <a:gd name="connsiteY3-48" fmla="*/ 779173 h 779173"/>
              <a:gd name="connsiteX4-49" fmla="*/ 762000 w 772574"/>
              <a:gd name="connsiteY4-50" fmla="*/ 0 h 779173"/>
              <a:gd name="connsiteX0-51" fmla="*/ 773906 w 773906"/>
              <a:gd name="connsiteY0-52" fmla="*/ 0 h 781554"/>
              <a:gd name="connsiteX1-53" fmla="*/ 772574 w 773906"/>
              <a:gd name="connsiteY1-54" fmla="*/ 452437 h 781554"/>
              <a:gd name="connsiteX2-55" fmla="*/ 453487 w 773906"/>
              <a:gd name="connsiteY2-56" fmla="*/ 779173 h 781554"/>
              <a:gd name="connsiteX3-57" fmla="*/ 0 w 773906"/>
              <a:gd name="connsiteY3-58" fmla="*/ 781554 h 781554"/>
              <a:gd name="connsiteX4-59" fmla="*/ 773906 w 773906"/>
              <a:gd name="connsiteY4-60" fmla="*/ 0 h 781554"/>
              <a:gd name="connsiteX0-61" fmla="*/ 773906 w 773906"/>
              <a:gd name="connsiteY0-62" fmla="*/ 0 h 781554"/>
              <a:gd name="connsiteX1-63" fmla="*/ 772574 w 773906"/>
              <a:gd name="connsiteY1-64" fmla="*/ 452437 h 781554"/>
              <a:gd name="connsiteX2-65" fmla="*/ 453487 w 773906"/>
              <a:gd name="connsiteY2-66" fmla="*/ 779173 h 781554"/>
              <a:gd name="connsiteX3-67" fmla="*/ 0 w 773906"/>
              <a:gd name="connsiteY3-68" fmla="*/ 781554 h 781554"/>
              <a:gd name="connsiteX4-69" fmla="*/ 773906 w 773906"/>
              <a:gd name="connsiteY4-70" fmla="*/ 0 h 781554"/>
              <a:gd name="connsiteX0-71" fmla="*/ 773906 w 773906"/>
              <a:gd name="connsiteY0-72" fmla="*/ 0 h 781555"/>
              <a:gd name="connsiteX1-73" fmla="*/ 772574 w 773906"/>
              <a:gd name="connsiteY1-74" fmla="*/ 452437 h 781555"/>
              <a:gd name="connsiteX2-75" fmla="*/ 451105 w 773906"/>
              <a:gd name="connsiteY2-76" fmla="*/ 781555 h 781555"/>
              <a:gd name="connsiteX3-77" fmla="*/ 0 w 773906"/>
              <a:gd name="connsiteY3-78" fmla="*/ 781554 h 781555"/>
              <a:gd name="connsiteX4-79" fmla="*/ 773906 w 773906"/>
              <a:gd name="connsiteY4-80" fmla="*/ 0 h 7815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3906" h="781555">
                <a:moveTo>
                  <a:pt x="773906" y="0"/>
                </a:moveTo>
                <a:lnTo>
                  <a:pt x="772574" y="452437"/>
                </a:lnTo>
                <a:lnTo>
                  <a:pt x="451105" y="781555"/>
                </a:lnTo>
                <a:lnTo>
                  <a:pt x="0" y="781554"/>
                </a:lnTo>
                <a:lnTo>
                  <a:pt x="773906" y="0"/>
                </a:lnTo>
                <a:close/>
              </a:path>
            </a:pathLst>
          </a:custGeom>
          <a:solidFill>
            <a:srgbClr val="D0EDD1">
              <a:lumMod val="5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sp>
        <p:nvSpPr>
          <p:cNvPr id="18" name="矩形 25"/>
          <p:cNvSpPr/>
          <p:nvPr>
            <p:custDataLst>
              <p:tags r:id="rId6"/>
            </p:custDataLst>
          </p:nvPr>
        </p:nvSpPr>
        <p:spPr>
          <a:xfrm>
            <a:off x="440690" y="4702175"/>
            <a:ext cx="842010" cy="441325"/>
          </a:xfrm>
          <a:custGeom>
            <a:avLst/>
            <a:gdLst>
              <a:gd name="connsiteX0" fmla="*/ 0 w 250825"/>
              <a:gd name="connsiteY0" fmla="*/ 0 h 723900"/>
              <a:gd name="connsiteX1" fmla="*/ 250825 w 250825"/>
              <a:gd name="connsiteY1" fmla="*/ 0 h 723900"/>
              <a:gd name="connsiteX2" fmla="*/ 250825 w 250825"/>
              <a:gd name="connsiteY2" fmla="*/ 723900 h 723900"/>
              <a:gd name="connsiteX3" fmla="*/ 0 w 250825"/>
              <a:gd name="connsiteY3" fmla="*/ 723900 h 723900"/>
              <a:gd name="connsiteX4" fmla="*/ 0 w 250825"/>
              <a:gd name="connsiteY4" fmla="*/ 0 h 723900"/>
              <a:gd name="connsiteX0-1" fmla="*/ 0 w 1031875"/>
              <a:gd name="connsiteY0-2" fmla="*/ 152400 h 723900"/>
              <a:gd name="connsiteX1-3" fmla="*/ 1031875 w 1031875"/>
              <a:gd name="connsiteY1-4" fmla="*/ 0 h 723900"/>
              <a:gd name="connsiteX2-5" fmla="*/ 1031875 w 1031875"/>
              <a:gd name="connsiteY2-6" fmla="*/ 723900 h 723900"/>
              <a:gd name="connsiteX3-7" fmla="*/ 781050 w 1031875"/>
              <a:gd name="connsiteY3-8" fmla="*/ 723900 h 723900"/>
              <a:gd name="connsiteX4-9" fmla="*/ 0 w 1031875"/>
              <a:gd name="connsiteY4-10" fmla="*/ 152400 h 723900"/>
              <a:gd name="connsiteX0-11" fmla="*/ 0 w 1031875"/>
              <a:gd name="connsiteY0-12" fmla="*/ 0 h 571500"/>
              <a:gd name="connsiteX1-13" fmla="*/ 569912 w 1031875"/>
              <a:gd name="connsiteY1-14" fmla="*/ 50007 h 571500"/>
              <a:gd name="connsiteX2-15" fmla="*/ 1031875 w 1031875"/>
              <a:gd name="connsiteY2-16" fmla="*/ 571500 h 571500"/>
              <a:gd name="connsiteX3-17" fmla="*/ 781050 w 1031875"/>
              <a:gd name="connsiteY3-18" fmla="*/ 571500 h 571500"/>
              <a:gd name="connsiteX4-19" fmla="*/ 0 w 1031875"/>
              <a:gd name="connsiteY4-20" fmla="*/ 0 h 571500"/>
              <a:gd name="connsiteX0-21" fmla="*/ 0 w 1031875"/>
              <a:gd name="connsiteY0-22" fmla="*/ 0 h 571500"/>
              <a:gd name="connsiteX1-23" fmla="*/ 508000 w 1031875"/>
              <a:gd name="connsiteY1-24" fmla="*/ 7144 h 571500"/>
              <a:gd name="connsiteX2-25" fmla="*/ 1031875 w 1031875"/>
              <a:gd name="connsiteY2-26" fmla="*/ 571500 h 571500"/>
              <a:gd name="connsiteX3-27" fmla="*/ 781050 w 1031875"/>
              <a:gd name="connsiteY3-28" fmla="*/ 571500 h 571500"/>
              <a:gd name="connsiteX4-29" fmla="*/ 0 w 1031875"/>
              <a:gd name="connsiteY4-30" fmla="*/ 0 h 571500"/>
              <a:gd name="connsiteX0-31" fmla="*/ 0 w 1031875"/>
              <a:gd name="connsiteY0-32" fmla="*/ 0 h 578644"/>
              <a:gd name="connsiteX1-33" fmla="*/ 508000 w 1031875"/>
              <a:gd name="connsiteY1-34" fmla="*/ 7144 h 578644"/>
              <a:gd name="connsiteX2-35" fmla="*/ 1031875 w 1031875"/>
              <a:gd name="connsiteY2-36" fmla="*/ 571500 h 578644"/>
              <a:gd name="connsiteX3-37" fmla="*/ 573881 w 1031875"/>
              <a:gd name="connsiteY3-38" fmla="*/ 578644 h 578644"/>
              <a:gd name="connsiteX4-39" fmla="*/ 0 w 1031875"/>
              <a:gd name="connsiteY4-40" fmla="*/ 0 h 578644"/>
              <a:gd name="connsiteX0-41" fmla="*/ 0 w 1031875"/>
              <a:gd name="connsiteY0-42" fmla="*/ 0 h 573882"/>
              <a:gd name="connsiteX1-43" fmla="*/ 508000 w 1031875"/>
              <a:gd name="connsiteY1-44" fmla="*/ 7144 h 573882"/>
              <a:gd name="connsiteX2-45" fmla="*/ 1031875 w 1031875"/>
              <a:gd name="connsiteY2-46" fmla="*/ 571500 h 573882"/>
              <a:gd name="connsiteX3-47" fmla="*/ 585788 w 1031875"/>
              <a:gd name="connsiteY3-48" fmla="*/ 573882 h 573882"/>
              <a:gd name="connsiteX4-49" fmla="*/ 0 w 1031875"/>
              <a:gd name="connsiteY4-50" fmla="*/ 0 h 573882"/>
              <a:gd name="connsiteX0-51" fmla="*/ 0 w 1031875"/>
              <a:gd name="connsiteY0-52" fmla="*/ 0 h 581025"/>
              <a:gd name="connsiteX1-53" fmla="*/ 508000 w 1031875"/>
              <a:gd name="connsiteY1-54" fmla="*/ 7144 h 581025"/>
              <a:gd name="connsiteX2-55" fmla="*/ 1031875 w 1031875"/>
              <a:gd name="connsiteY2-56" fmla="*/ 571500 h 581025"/>
              <a:gd name="connsiteX3-57" fmla="*/ 573881 w 1031875"/>
              <a:gd name="connsiteY3-58" fmla="*/ 581025 h 581025"/>
              <a:gd name="connsiteX4-59" fmla="*/ 0 w 1031875"/>
              <a:gd name="connsiteY4-60" fmla="*/ 0 h 581025"/>
              <a:gd name="connsiteX0-61" fmla="*/ 0 w 889000"/>
              <a:gd name="connsiteY0-62" fmla="*/ 0 h 581025"/>
              <a:gd name="connsiteX1-63" fmla="*/ 508000 w 889000"/>
              <a:gd name="connsiteY1-64" fmla="*/ 7144 h 581025"/>
              <a:gd name="connsiteX2-65" fmla="*/ 889000 w 889000"/>
              <a:gd name="connsiteY2-66" fmla="*/ 578643 h 581025"/>
              <a:gd name="connsiteX3-67" fmla="*/ 573881 w 889000"/>
              <a:gd name="connsiteY3-68" fmla="*/ 581025 h 581025"/>
              <a:gd name="connsiteX4-69" fmla="*/ 0 w 889000"/>
              <a:gd name="connsiteY4-70" fmla="*/ 0 h 581025"/>
              <a:gd name="connsiteX0-71" fmla="*/ 0 w 1122362"/>
              <a:gd name="connsiteY0-72" fmla="*/ 0 h 588168"/>
              <a:gd name="connsiteX1-73" fmla="*/ 508000 w 1122362"/>
              <a:gd name="connsiteY1-74" fmla="*/ 7144 h 588168"/>
              <a:gd name="connsiteX2-75" fmla="*/ 1122362 w 1122362"/>
              <a:gd name="connsiteY2-76" fmla="*/ 588168 h 588168"/>
              <a:gd name="connsiteX3-77" fmla="*/ 573881 w 1122362"/>
              <a:gd name="connsiteY3-78" fmla="*/ 581025 h 588168"/>
              <a:gd name="connsiteX4-79" fmla="*/ 0 w 1122362"/>
              <a:gd name="connsiteY4-80" fmla="*/ 0 h 588168"/>
              <a:gd name="connsiteX0-81" fmla="*/ 0 w 1122362"/>
              <a:gd name="connsiteY0-82" fmla="*/ 0 h 588168"/>
              <a:gd name="connsiteX1-83" fmla="*/ 510381 w 1122362"/>
              <a:gd name="connsiteY1-84" fmla="*/ 0 h 588168"/>
              <a:gd name="connsiteX2-85" fmla="*/ 1122362 w 1122362"/>
              <a:gd name="connsiteY2-86" fmla="*/ 588168 h 588168"/>
              <a:gd name="connsiteX3-87" fmla="*/ 573881 w 1122362"/>
              <a:gd name="connsiteY3-88" fmla="*/ 581025 h 588168"/>
              <a:gd name="connsiteX4-89" fmla="*/ 0 w 1122362"/>
              <a:gd name="connsiteY4-90" fmla="*/ 0 h 588168"/>
              <a:gd name="connsiteX0-91" fmla="*/ 0 w 1122362"/>
              <a:gd name="connsiteY0-92" fmla="*/ 0 h 588169"/>
              <a:gd name="connsiteX1-93" fmla="*/ 510381 w 1122362"/>
              <a:gd name="connsiteY1-94" fmla="*/ 0 h 588169"/>
              <a:gd name="connsiteX2-95" fmla="*/ 1122362 w 1122362"/>
              <a:gd name="connsiteY2-96" fmla="*/ 588168 h 588169"/>
              <a:gd name="connsiteX3-97" fmla="*/ 578644 w 1122362"/>
              <a:gd name="connsiteY3-98" fmla="*/ 588169 h 588169"/>
              <a:gd name="connsiteX4-99" fmla="*/ 0 w 1122362"/>
              <a:gd name="connsiteY4-100" fmla="*/ 0 h 58816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22362" h="588169">
                <a:moveTo>
                  <a:pt x="0" y="0"/>
                </a:moveTo>
                <a:lnTo>
                  <a:pt x="510381" y="0"/>
                </a:lnTo>
                <a:lnTo>
                  <a:pt x="1122362" y="588168"/>
                </a:lnTo>
                <a:lnTo>
                  <a:pt x="578644" y="588169"/>
                </a:lnTo>
                <a:lnTo>
                  <a:pt x="0" y="0"/>
                </a:lnTo>
                <a:close/>
              </a:path>
            </a:pathLst>
          </a:custGeom>
          <a:solidFill>
            <a:srgbClr val="D0EDD1"/>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pic>
        <p:nvPicPr>
          <p:cNvPr id="6" name="图片 5" descr="图片1"/>
          <p:cNvPicPr>
            <a:picLocks noChangeAspect="1"/>
          </p:cNvPicPr>
          <p:nvPr>
            <p:custDataLst>
              <p:tags r:id="rId7"/>
            </p:custDataLst>
          </p:nvPr>
        </p:nvPicPr>
        <p:blipFill>
          <a:blip r:embed="rId11"/>
          <a:stretch>
            <a:fillRect/>
          </a:stretch>
        </p:blipFill>
        <p:spPr>
          <a:xfrm>
            <a:off x="3206115" y="1905"/>
            <a:ext cx="5929789" cy="5120640"/>
          </a:xfrm>
          <a:prstGeom prst="rect">
            <a:avLst/>
          </a:prstGeom>
        </p:spPr>
      </p:pic>
      <p:sp>
        <p:nvSpPr>
          <p:cNvPr id="8" name="文本框 17"/>
          <p:cNvSpPr txBox="1"/>
          <p:nvPr>
            <p:custDataLst>
              <p:tags r:id="rId8"/>
            </p:custDataLst>
          </p:nvPr>
        </p:nvSpPr>
        <p:spPr>
          <a:xfrm>
            <a:off x="588645" y="2155825"/>
            <a:ext cx="3110230" cy="1454785"/>
          </a:xfrm>
          <a:prstGeom prst="rect">
            <a:avLst/>
          </a:prstGeom>
        </p:spPr>
        <p:txBody>
          <a:bodyPr vert="horz"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0" lvl="0" indent="0" algn="just" defTabSz="685165" fontAlgn="auto">
              <a:lnSpc>
                <a:spcPct val="150000"/>
              </a:lnSpc>
              <a:spcBef>
                <a:spcPts val="800"/>
              </a:spcBef>
              <a:spcAft>
                <a:spcPts val="0"/>
              </a:spcAft>
              <a:buSzPct val="100000"/>
            </a:pPr>
            <a:r>
              <a:rPr sz="1200" spc="150" dirty="0">
                <a:solidFill>
                  <a:srgbClr val="000000"/>
                </a:solidFill>
                <a:latin typeface="Arial" panose="020B0604020202020204" pitchFamily="34" charset="0"/>
                <a:ea typeface="微软雅黑" panose="020B0503020204020204" charset="-122"/>
                <a:sym typeface="+mn-ea"/>
              </a:rPr>
              <a:t>如果打开的窗口比较多，设置的操作环境比较复杂，在离开一段时间时，建议采用“睡眠”代替“关机”，这样可以快速恢复到睡眠前的状态，避免一系列的打开程序、设置工作环境的操作。</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75668" y="1518633"/>
            <a:ext cx="704912" cy="704912"/>
            <a:chOff x="767557" y="2024844"/>
            <a:chExt cx="939882" cy="939882"/>
          </a:xfrm>
        </p:grpSpPr>
        <p:sp>
          <p:nvSpPr>
            <p:cNvPr id="16" name="Rectangle 15"/>
            <p:cNvSpPr/>
            <p:nvPr/>
          </p:nvSpPr>
          <p:spPr>
            <a:xfrm>
              <a:off x="767557" y="2024844"/>
              <a:ext cx="939882" cy="9398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latin typeface="微软雅黑" panose="020B0503020204020204" pitchFamily="34" charset="-122"/>
              </a:endParaRPr>
            </a:p>
          </p:txBody>
        </p:sp>
        <p:grpSp>
          <p:nvGrpSpPr>
            <p:cNvPr id="31" name="Group 30"/>
            <p:cNvGrpSpPr/>
            <p:nvPr/>
          </p:nvGrpSpPr>
          <p:grpSpPr>
            <a:xfrm>
              <a:off x="990821" y="2301144"/>
              <a:ext cx="493352" cy="387281"/>
              <a:chOff x="5348288" y="5818188"/>
              <a:chExt cx="1587500" cy="1246187"/>
            </a:xfrm>
          </p:grpSpPr>
          <p:sp>
            <p:nvSpPr>
              <p:cNvPr id="32" name="Freeform 31"/>
              <p:cNvSpPr>
                <a:spLocks noEditPoints="1"/>
              </p:cNvSpPr>
              <p:nvPr/>
            </p:nvSpPr>
            <p:spPr bwMode="auto">
              <a:xfrm>
                <a:off x="5348288" y="5818188"/>
                <a:ext cx="1587500" cy="263525"/>
              </a:xfrm>
              <a:custGeom>
                <a:avLst/>
                <a:gdLst>
                  <a:gd name="T0" fmla="*/ 471 w 507"/>
                  <a:gd name="T1" fmla="*/ 0 h 84"/>
                  <a:gd name="T2" fmla="*/ 37 w 507"/>
                  <a:gd name="T3" fmla="*/ 0 h 84"/>
                  <a:gd name="T4" fmla="*/ 0 w 507"/>
                  <a:gd name="T5" fmla="*/ 37 h 84"/>
                  <a:gd name="T6" fmla="*/ 0 w 507"/>
                  <a:gd name="T7" fmla="*/ 84 h 84"/>
                  <a:gd name="T8" fmla="*/ 507 w 507"/>
                  <a:gd name="T9" fmla="*/ 84 h 84"/>
                  <a:gd name="T10" fmla="*/ 507 w 507"/>
                  <a:gd name="T11" fmla="*/ 37 h 84"/>
                  <a:gd name="T12" fmla="*/ 471 w 507"/>
                  <a:gd name="T13" fmla="*/ 0 h 84"/>
                  <a:gd name="T14" fmla="*/ 49 w 507"/>
                  <a:gd name="T15" fmla="*/ 59 h 84"/>
                  <a:gd name="T16" fmla="*/ 36 w 507"/>
                  <a:gd name="T17" fmla="*/ 46 h 84"/>
                  <a:gd name="T18" fmla="*/ 49 w 507"/>
                  <a:gd name="T19" fmla="*/ 33 h 84"/>
                  <a:gd name="T20" fmla="*/ 62 w 507"/>
                  <a:gd name="T21" fmla="*/ 46 h 84"/>
                  <a:gd name="T22" fmla="*/ 49 w 507"/>
                  <a:gd name="T23" fmla="*/ 59 h 84"/>
                  <a:gd name="T24" fmla="*/ 100 w 507"/>
                  <a:gd name="T25" fmla="*/ 59 h 84"/>
                  <a:gd name="T26" fmla="*/ 87 w 507"/>
                  <a:gd name="T27" fmla="*/ 46 h 84"/>
                  <a:gd name="T28" fmla="*/ 100 w 507"/>
                  <a:gd name="T29" fmla="*/ 33 h 84"/>
                  <a:gd name="T30" fmla="*/ 113 w 507"/>
                  <a:gd name="T31" fmla="*/ 46 h 84"/>
                  <a:gd name="T32" fmla="*/ 100 w 507"/>
                  <a:gd name="T33" fmla="*/ 59 h 84"/>
                  <a:gd name="T34" fmla="*/ 151 w 507"/>
                  <a:gd name="T35" fmla="*/ 59 h 84"/>
                  <a:gd name="T36" fmla="*/ 138 w 507"/>
                  <a:gd name="T37" fmla="*/ 46 h 84"/>
                  <a:gd name="T38" fmla="*/ 151 w 507"/>
                  <a:gd name="T39" fmla="*/ 33 h 84"/>
                  <a:gd name="T40" fmla="*/ 163 w 507"/>
                  <a:gd name="T41" fmla="*/ 46 h 84"/>
                  <a:gd name="T42" fmla="*/ 151 w 507"/>
                  <a:gd name="T43"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7" h="84">
                    <a:moveTo>
                      <a:pt x="471" y="0"/>
                    </a:moveTo>
                    <a:cubicBezTo>
                      <a:pt x="37" y="0"/>
                      <a:pt x="37" y="0"/>
                      <a:pt x="37" y="0"/>
                    </a:cubicBezTo>
                    <a:cubicBezTo>
                      <a:pt x="17" y="0"/>
                      <a:pt x="0" y="17"/>
                      <a:pt x="0" y="37"/>
                    </a:cubicBezTo>
                    <a:cubicBezTo>
                      <a:pt x="0" y="84"/>
                      <a:pt x="0" y="84"/>
                      <a:pt x="0" y="84"/>
                    </a:cubicBezTo>
                    <a:cubicBezTo>
                      <a:pt x="507" y="84"/>
                      <a:pt x="507" y="84"/>
                      <a:pt x="507" y="84"/>
                    </a:cubicBezTo>
                    <a:cubicBezTo>
                      <a:pt x="507" y="37"/>
                      <a:pt x="507" y="37"/>
                      <a:pt x="507" y="37"/>
                    </a:cubicBezTo>
                    <a:cubicBezTo>
                      <a:pt x="507" y="17"/>
                      <a:pt x="491" y="0"/>
                      <a:pt x="471" y="0"/>
                    </a:cubicBezTo>
                    <a:close/>
                    <a:moveTo>
                      <a:pt x="49" y="59"/>
                    </a:moveTo>
                    <a:cubicBezTo>
                      <a:pt x="42" y="59"/>
                      <a:pt x="36" y="53"/>
                      <a:pt x="36" y="46"/>
                    </a:cubicBezTo>
                    <a:cubicBezTo>
                      <a:pt x="36" y="39"/>
                      <a:pt x="42" y="33"/>
                      <a:pt x="49" y="33"/>
                    </a:cubicBezTo>
                    <a:cubicBezTo>
                      <a:pt x="56" y="33"/>
                      <a:pt x="62" y="39"/>
                      <a:pt x="62" y="46"/>
                    </a:cubicBezTo>
                    <a:cubicBezTo>
                      <a:pt x="62" y="53"/>
                      <a:pt x="56" y="59"/>
                      <a:pt x="49" y="59"/>
                    </a:cubicBezTo>
                    <a:close/>
                    <a:moveTo>
                      <a:pt x="100" y="59"/>
                    </a:moveTo>
                    <a:cubicBezTo>
                      <a:pt x="93" y="59"/>
                      <a:pt x="87" y="53"/>
                      <a:pt x="87" y="46"/>
                    </a:cubicBezTo>
                    <a:cubicBezTo>
                      <a:pt x="87" y="39"/>
                      <a:pt x="93" y="33"/>
                      <a:pt x="100" y="33"/>
                    </a:cubicBezTo>
                    <a:cubicBezTo>
                      <a:pt x="107" y="33"/>
                      <a:pt x="113" y="39"/>
                      <a:pt x="113" y="46"/>
                    </a:cubicBezTo>
                    <a:cubicBezTo>
                      <a:pt x="113" y="53"/>
                      <a:pt x="107" y="59"/>
                      <a:pt x="100" y="59"/>
                    </a:cubicBezTo>
                    <a:close/>
                    <a:moveTo>
                      <a:pt x="151" y="59"/>
                    </a:moveTo>
                    <a:cubicBezTo>
                      <a:pt x="144" y="59"/>
                      <a:pt x="138" y="53"/>
                      <a:pt x="138" y="46"/>
                    </a:cubicBezTo>
                    <a:cubicBezTo>
                      <a:pt x="138" y="39"/>
                      <a:pt x="144" y="33"/>
                      <a:pt x="151" y="33"/>
                    </a:cubicBezTo>
                    <a:cubicBezTo>
                      <a:pt x="158" y="33"/>
                      <a:pt x="163" y="39"/>
                      <a:pt x="163" y="46"/>
                    </a:cubicBezTo>
                    <a:cubicBezTo>
                      <a:pt x="163" y="53"/>
                      <a:pt x="158" y="59"/>
                      <a:pt x="151" y="5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33" name="Freeform 32"/>
              <p:cNvSpPr>
                <a:spLocks noEditPoints="1"/>
              </p:cNvSpPr>
              <p:nvPr/>
            </p:nvSpPr>
            <p:spPr bwMode="auto">
              <a:xfrm>
                <a:off x="5348288" y="6111875"/>
                <a:ext cx="1587500" cy="952500"/>
              </a:xfrm>
              <a:custGeom>
                <a:avLst/>
                <a:gdLst>
                  <a:gd name="T0" fmla="*/ 0 w 507"/>
                  <a:gd name="T1" fmla="*/ 268 h 304"/>
                  <a:gd name="T2" fmla="*/ 37 w 507"/>
                  <a:gd name="T3" fmla="*/ 304 h 304"/>
                  <a:gd name="T4" fmla="*/ 471 w 507"/>
                  <a:gd name="T5" fmla="*/ 304 h 304"/>
                  <a:gd name="T6" fmla="*/ 507 w 507"/>
                  <a:gd name="T7" fmla="*/ 268 h 304"/>
                  <a:gd name="T8" fmla="*/ 507 w 507"/>
                  <a:gd name="T9" fmla="*/ 0 h 304"/>
                  <a:gd name="T10" fmla="*/ 0 w 507"/>
                  <a:gd name="T11" fmla="*/ 0 h 304"/>
                  <a:gd name="T12" fmla="*/ 0 w 507"/>
                  <a:gd name="T13" fmla="*/ 268 h 304"/>
                  <a:gd name="T14" fmla="*/ 181 w 507"/>
                  <a:gd name="T15" fmla="*/ 200 h 304"/>
                  <a:gd name="T16" fmla="*/ 212 w 507"/>
                  <a:gd name="T17" fmla="*/ 169 h 304"/>
                  <a:gd name="T18" fmla="*/ 221 w 507"/>
                  <a:gd name="T19" fmla="*/ 89 h 304"/>
                  <a:gd name="T20" fmla="*/ 266 w 507"/>
                  <a:gd name="T21" fmla="*/ 70 h 304"/>
                  <a:gd name="T22" fmla="*/ 312 w 507"/>
                  <a:gd name="T23" fmla="*/ 89 h 304"/>
                  <a:gd name="T24" fmla="*/ 312 w 507"/>
                  <a:gd name="T25" fmla="*/ 180 h 304"/>
                  <a:gd name="T26" fmla="*/ 266 w 507"/>
                  <a:gd name="T27" fmla="*/ 199 h 304"/>
                  <a:gd name="T28" fmla="*/ 232 w 507"/>
                  <a:gd name="T29" fmla="*/ 188 h 304"/>
                  <a:gd name="T30" fmla="*/ 201 w 507"/>
                  <a:gd name="T31" fmla="*/ 220 h 304"/>
                  <a:gd name="T32" fmla="*/ 191 w 507"/>
                  <a:gd name="T33" fmla="*/ 224 h 304"/>
                  <a:gd name="T34" fmla="*/ 181 w 507"/>
                  <a:gd name="T35" fmla="*/ 220 h 304"/>
                  <a:gd name="T36" fmla="*/ 181 w 507"/>
                  <a:gd name="T37" fmla="*/ 20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7" h="304">
                    <a:moveTo>
                      <a:pt x="0" y="268"/>
                    </a:moveTo>
                    <a:cubicBezTo>
                      <a:pt x="0" y="288"/>
                      <a:pt x="17" y="304"/>
                      <a:pt x="37" y="304"/>
                    </a:cubicBezTo>
                    <a:cubicBezTo>
                      <a:pt x="471" y="304"/>
                      <a:pt x="471" y="304"/>
                      <a:pt x="471" y="304"/>
                    </a:cubicBezTo>
                    <a:cubicBezTo>
                      <a:pt x="491" y="304"/>
                      <a:pt x="507" y="288"/>
                      <a:pt x="507" y="268"/>
                    </a:cubicBezTo>
                    <a:cubicBezTo>
                      <a:pt x="507" y="0"/>
                      <a:pt x="507" y="0"/>
                      <a:pt x="507" y="0"/>
                    </a:cubicBezTo>
                    <a:cubicBezTo>
                      <a:pt x="0" y="0"/>
                      <a:pt x="0" y="0"/>
                      <a:pt x="0" y="0"/>
                    </a:cubicBezTo>
                    <a:lnTo>
                      <a:pt x="0" y="268"/>
                    </a:lnTo>
                    <a:close/>
                    <a:moveTo>
                      <a:pt x="181" y="200"/>
                    </a:moveTo>
                    <a:cubicBezTo>
                      <a:pt x="212" y="169"/>
                      <a:pt x="212" y="169"/>
                      <a:pt x="212" y="169"/>
                    </a:cubicBezTo>
                    <a:cubicBezTo>
                      <a:pt x="196" y="144"/>
                      <a:pt x="199" y="110"/>
                      <a:pt x="221" y="89"/>
                    </a:cubicBezTo>
                    <a:cubicBezTo>
                      <a:pt x="233" y="77"/>
                      <a:pt x="249" y="70"/>
                      <a:pt x="266" y="70"/>
                    </a:cubicBezTo>
                    <a:cubicBezTo>
                      <a:pt x="283" y="70"/>
                      <a:pt x="300" y="77"/>
                      <a:pt x="312" y="89"/>
                    </a:cubicBezTo>
                    <a:cubicBezTo>
                      <a:pt x="337" y="114"/>
                      <a:pt x="337" y="155"/>
                      <a:pt x="312" y="180"/>
                    </a:cubicBezTo>
                    <a:cubicBezTo>
                      <a:pt x="300" y="192"/>
                      <a:pt x="284" y="199"/>
                      <a:pt x="266" y="199"/>
                    </a:cubicBezTo>
                    <a:cubicBezTo>
                      <a:pt x="254" y="199"/>
                      <a:pt x="242" y="195"/>
                      <a:pt x="232" y="188"/>
                    </a:cubicBezTo>
                    <a:cubicBezTo>
                      <a:pt x="201" y="220"/>
                      <a:pt x="201" y="220"/>
                      <a:pt x="201" y="220"/>
                    </a:cubicBezTo>
                    <a:cubicBezTo>
                      <a:pt x="198" y="222"/>
                      <a:pt x="194" y="224"/>
                      <a:pt x="191" y="224"/>
                    </a:cubicBezTo>
                    <a:cubicBezTo>
                      <a:pt x="187" y="224"/>
                      <a:pt x="184" y="222"/>
                      <a:pt x="181" y="220"/>
                    </a:cubicBezTo>
                    <a:cubicBezTo>
                      <a:pt x="176" y="214"/>
                      <a:pt x="176" y="205"/>
                      <a:pt x="181" y="20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34" name="Freeform 33"/>
              <p:cNvSpPr/>
              <p:nvPr/>
            </p:nvSpPr>
            <p:spPr bwMode="auto">
              <a:xfrm>
                <a:off x="6040438" y="6403975"/>
                <a:ext cx="280987" cy="255587"/>
              </a:xfrm>
              <a:custGeom>
                <a:avLst/>
                <a:gdLst>
                  <a:gd name="T0" fmla="*/ 45 w 90"/>
                  <a:gd name="T1" fmla="*/ 82 h 82"/>
                  <a:gd name="T2" fmla="*/ 74 w 90"/>
                  <a:gd name="T3" fmla="*/ 70 h 82"/>
                  <a:gd name="T4" fmla="*/ 74 w 90"/>
                  <a:gd name="T5" fmla="*/ 12 h 82"/>
                  <a:gd name="T6" fmla="*/ 45 w 90"/>
                  <a:gd name="T7" fmla="*/ 0 h 82"/>
                  <a:gd name="T8" fmla="*/ 16 w 90"/>
                  <a:gd name="T9" fmla="*/ 12 h 82"/>
                  <a:gd name="T10" fmla="*/ 16 w 90"/>
                  <a:gd name="T11" fmla="*/ 70 h 82"/>
                  <a:gd name="T12" fmla="*/ 45 w 90"/>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45" y="82"/>
                    </a:moveTo>
                    <a:cubicBezTo>
                      <a:pt x="56" y="82"/>
                      <a:pt x="67" y="78"/>
                      <a:pt x="74" y="70"/>
                    </a:cubicBezTo>
                    <a:cubicBezTo>
                      <a:pt x="90" y="54"/>
                      <a:pt x="90" y="28"/>
                      <a:pt x="74" y="12"/>
                    </a:cubicBezTo>
                    <a:cubicBezTo>
                      <a:pt x="67" y="5"/>
                      <a:pt x="56" y="0"/>
                      <a:pt x="45" y="0"/>
                    </a:cubicBezTo>
                    <a:cubicBezTo>
                      <a:pt x="34" y="0"/>
                      <a:pt x="24" y="5"/>
                      <a:pt x="16" y="12"/>
                    </a:cubicBezTo>
                    <a:cubicBezTo>
                      <a:pt x="0" y="28"/>
                      <a:pt x="0" y="54"/>
                      <a:pt x="16" y="70"/>
                    </a:cubicBezTo>
                    <a:cubicBezTo>
                      <a:pt x="24" y="78"/>
                      <a:pt x="34" y="82"/>
                      <a:pt x="45"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grpSp>
      </p:grpSp>
      <p:grpSp>
        <p:nvGrpSpPr>
          <p:cNvPr id="7" name="组合 6"/>
          <p:cNvGrpSpPr/>
          <p:nvPr/>
        </p:nvGrpSpPr>
        <p:grpSpPr>
          <a:xfrm>
            <a:off x="575668" y="3138813"/>
            <a:ext cx="704912" cy="704912"/>
            <a:chOff x="767557" y="4185084"/>
            <a:chExt cx="939882" cy="939882"/>
          </a:xfrm>
        </p:grpSpPr>
        <p:sp>
          <p:nvSpPr>
            <p:cNvPr id="11" name="Rectangle 10"/>
            <p:cNvSpPr/>
            <p:nvPr/>
          </p:nvSpPr>
          <p:spPr>
            <a:xfrm>
              <a:off x="767557" y="4185084"/>
              <a:ext cx="939882" cy="9398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latin typeface="微软雅黑" panose="020B0503020204020204" pitchFamily="34" charset="-122"/>
              </a:endParaRPr>
            </a:p>
          </p:txBody>
        </p:sp>
        <p:grpSp>
          <p:nvGrpSpPr>
            <p:cNvPr id="35" name="Group 34"/>
            <p:cNvGrpSpPr/>
            <p:nvPr/>
          </p:nvGrpSpPr>
          <p:grpSpPr>
            <a:xfrm>
              <a:off x="990821" y="4461384"/>
              <a:ext cx="493352" cy="387281"/>
              <a:chOff x="8366125" y="5818188"/>
              <a:chExt cx="1587500" cy="1246187"/>
            </a:xfrm>
          </p:grpSpPr>
          <p:sp>
            <p:nvSpPr>
              <p:cNvPr id="36" name="Freeform 35"/>
              <p:cNvSpPr>
                <a:spLocks noEditPoints="1"/>
              </p:cNvSpPr>
              <p:nvPr/>
            </p:nvSpPr>
            <p:spPr bwMode="auto">
              <a:xfrm>
                <a:off x="8366125" y="5818188"/>
                <a:ext cx="1587500" cy="263525"/>
              </a:xfrm>
              <a:custGeom>
                <a:avLst/>
                <a:gdLst>
                  <a:gd name="T0" fmla="*/ 471 w 507"/>
                  <a:gd name="T1" fmla="*/ 0 h 84"/>
                  <a:gd name="T2" fmla="*/ 36 w 507"/>
                  <a:gd name="T3" fmla="*/ 0 h 84"/>
                  <a:gd name="T4" fmla="*/ 0 w 507"/>
                  <a:gd name="T5" fmla="*/ 37 h 84"/>
                  <a:gd name="T6" fmla="*/ 0 w 507"/>
                  <a:gd name="T7" fmla="*/ 84 h 84"/>
                  <a:gd name="T8" fmla="*/ 507 w 507"/>
                  <a:gd name="T9" fmla="*/ 84 h 84"/>
                  <a:gd name="T10" fmla="*/ 507 w 507"/>
                  <a:gd name="T11" fmla="*/ 37 h 84"/>
                  <a:gd name="T12" fmla="*/ 471 w 507"/>
                  <a:gd name="T13" fmla="*/ 0 h 84"/>
                  <a:gd name="T14" fmla="*/ 49 w 507"/>
                  <a:gd name="T15" fmla="*/ 59 h 84"/>
                  <a:gd name="T16" fmla="*/ 36 w 507"/>
                  <a:gd name="T17" fmla="*/ 46 h 84"/>
                  <a:gd name="T18" fmla="*/ 49 w 507"/>
                  <a:gd name="T19" fmla="*/ 33 h 84"/>
                  <a:gd name="T20" fmla="*/ 62 w 507"/>
                  <a:gd name="T21" fmla="*/ 46 h 84"/>
                  <a:gd name="T22" fmla="*/ 49 w 507"/>
                  <a:gd name="T23" fmla="*/ 59 h 84"/>
                  <a:gd name="T24" fmla="*/ 100 w 507"/>
                  <a:gd name="T25" fmla="*/ 59 h 84"/>
                  <a:gd name="T26" fmla="*/ 87 w 507"/>
                  <a:gd name="T27" fmla="*/ 46 h 84"/>
                  <a:gd name="T28" fmla="*/ 100 w 507"/>
                  <a:gd name="T29" fmla="*/ 33 h 84"/>
                  <a:gd name="T30" fmla="*/ 112 w 507"/>
                  <a:gd name="T31" fmla="*/ 46 h 84"/>
                  <a:gd name="T32" fmla="*/ 100 w 507"/>
                  <a:gd name="T33" fmla="*/ 59 h 84"/>
                  <a:gd name="T34" fmla="*/ 150 w 507"/>
                  <a:gd name="T35" fmla="*/ 59 h 84"/>
                  <a:gd name="T36" fmla="*/ 138 w 507"/>
                  <a:gd name="T37" fmla="*/ 46 h 84"/>
                  <a:gd name="T38" fmla="*/ 150 w 507"/>
                  <a:gd name="T39" fmla="*/ 33 h 84"/>
                  <a:gd name="T40" fmla="*/ 163 w 507"/>
                  <a:gd name="T41" fmla="*/ 46 h 84"/>
                  <a:gd name="T42" fmla="*/ 150 w 507"/>
                  <a:gd name="T43"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7" h="84">
                    <a:moveTo>
                      <a:pt x="471" y="0"/>
                    </a:moveTo>
                    <a:cubicBezTo>
                      <a:pt x="36" y="0"/>
                      <a:pt x="36" y="0"/>
                      <a:pt x="36" y="0"/>
                    </a:cubicBezTo>
                    <a:cubicBezTo>
                      <a:pt x="16" y="0"/>
                      <a:pt x="0" y="17"/>
                      <a:pt x="0" y="37"/>
                    </a:cubicBezTo>
                    <a:cubicBezTo>
                      <a:pt x="0" y="84"/>
                      <a:pt x="0" y="84"/>
                      <a:pt x="0" y="84"/>
                    </a:cubicBezTo>
                    <a:cubicBezTo>
                      <a:pt x="507" y="84"/>
                      <a:pt x="507" y="84"/>
                      <a:pt x="507" y="84"/>
                    </a:cubicBezTo>
                    <a:cubicBezTo>
                      <a:pt x="507" y="37"/>
                      <a:pt x="507" y="37"/>
                      <a:pt x="507" y="37"/>
                    </a:cubicBezTo>
                    <a:cubicBezTo>
                      <a:pt x="507" y="17"/>
                      <a:pt x="491" y="0"/>
                      <a:pt x="471" y="0"/>
                    </a:cubicBezTo>
                    <a:close/>
                    <a:moveTo>
                      <a:pt x="49" y="59"/>
                    </a:moveTo>
                    <a:cubicBezTo>
                      <a:pt x="42" y="59"/>
                      <a:pt x="36" y="53"/>
                      <a:pt x="36" y="46"/>
                    </a:cubicBezTo>
                    <a:cubicBezTo>
                      <a:pt x="36" y="39"/>
                      <a:pt x="42" y="33"/>
                      <a:pt x="49" y="33"/>
                    </a:cubicBezTo>
                    <a:cubicBezTo>
                      <a:pt x="56" y="33"/>
                      <a:pt x="62" y="39"/>
                      <a:pt x="62" y="46"/>
                    </a:cubicBezTo>
                    <a:cubicBezTo>
                      <a:pt x="62" y="53"/>
                      <a:pt x="56" y="59"/>
                      <a:pt x="49" y="59"/>
                    </a:cubicBezTo>
                    <a:close/>
                    <a:moveTo>
                      <a:pt x="100" y="59"/>
                    </a:moveTo>
                    <a:cubicBezTo>
                      <a:pt x="93" y="59"/>
                      <a:pt x="87" y="53"/>
                      <a:pt x="87" y="46"/>
                    </a:cubicBezTo>
                    <a:cubicBezTo>
                      <a:pt x="87" y="39"/>
                      <a:pt x="93" y="33"/>
                      <a:pt x="100" y="33"/>
                    </a:cubicBezTo>
                    <a:cubicBezTo>
                      <a:pt x="107" y="33"/>
                      <a:pt x="112" y="39"/>
                      <a:pt x="112" y="46"/>
                    </a:cubicBezTo>
                    <a:cubicBezTo>
                      <a:pt x="112" y="53"/>
                      <a:pt x="107" y="59"/>
                      <a:pt x="100" y="59"/>
                    </a:cubicBezTo>
                    <a:close/>
                    <a:moveTo>
                      <a:pt x="150" y="59"/>
                    </a:moveTo>
                    <a:cubicBezTo>
                      <a:pt x="143" y="59"/>
                      <a:pt x="138" y="53"/>
                      <a:pt x="138" y="46"/>
                    </a:cubicBezTo>
                    <a:cubicBezTo>
                      <a:pt x="138" y="39"/>
                      <a:pt x="143" y="33"/>
                      <a:pt x="150" y="33"/>
                    </a:cubicBezTo>
                    <a:cubicBezTo>
                      <a:pt x="157" y="33"/>
                      <a:pt x="163" y="39"/>
                      <a:pt x="163" y="46"/>
                    </a:cubicBezTo>
                    <a:cubicBezTo>
                      <a:pt x="163" y="53"/>
                      <a:pt x="157" y="59"/>
                      <a:pt x="150" y="5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37" name="Freeform 14"/>
              <p:cNvSpPr>
                <a:spLocks noEditPoints="1"/>
              </p:cNvSpPr>
              <p:nvPr/>
            </p:nvSpPr>
            <p:spPr bwMode="auto">
              <a:xfrm>
                <a:off x="8366125" y="6111875"/>
                <a:ext cx="1587500" cy="952500"/>
              </a:xfrm>
              <a:custGeom>
                <a:avLst/>
                <a:gdLst>
                  <a:gd name="T0" fmla="*/ 0 w 507"/>
                  <a:gd name="T1" fmla="*/ 268 h 304"/>
                  <a:gd name="T2" fmla="*/ 36 w 507"/>
                  <a:gd name="T3" fmla="*/ 304 h 304"/>
                  <a:gd name="T4" fmla="*/ 471 w 507"/>
                  <a:gd name="T5" fmla="*/ 304 h 304"/>
                  <a:gd name="T6" fmla="*/ 507 w 507"/>
                  <a:gd name="T7" fmla="*/ 268 h 304"/>
                  <a:gd name="T8" fmla="*/ 507 w 507"/>
                  <a:gd name="T9" fmla="*/ 0 h 304"/>
                  <a:gd name="T10" fmla="*/ 0 w 507"/>
                  <a:gd name="T11" fmla="*/ 0 h 304"/>
                  <a:gd name="T12" fmla="*/ 0 w 507"/>
                  <a:gd name="T13" fmla="*/ 268 h 304"/>
                  <a:gd name="T14" fmla="*/ 299 w 507"/>
                  <a:gd name="T15" fmla="*/ 54 h 304"/>
                  <a:gd name="T16" fmla="*/ 432 w 507"/>
                  <a:gd name="T17" fmla="*/ 54 h 304"/>
                  <a:gd name="T18" fmla="*/ 432 w 507"/>
                  <a:gd name="T19" fmla="*/ 184 h 304"/>
                  <a:gd name="T20" fmla="*/ 299 w 507"/>
                  <a:gd name="T21" fmla="*/ 184 h 304"/>
                  <a:gd name="T22" fmla="*/ 299 w 507"/>
                  <a:gd name="T23" fmla="*/ 54 h 304"/>
                  <a:gd name="T24" fmla="*/ 75 w 507"/>
                  <a:gd name="T25" fmla="*/ 54 h 304"/>
                  <a:gd name="T26" fmla="*/ 259 w 507"/>
                  <a:gd name="T27" fmla="*/ 54 h 304"/>
                  <a:gd name="T28" fmla="*/ 259 w 507"/>
                  <a:gd name="T29" fmla="*/ 75 h 304"/>
                  <a:gd name="T30" fmla="*/ 75 w 507"/>
                  <a:gd name="T31" fmla="*/ 75 h 304"/>
                  <a:gd name="T32" fmla="*/ 75 w 507"/>
                  <a:gd name="T33" fmla="*/ 54 h 304"/>
                  <a:gd name="T34" fmla="*/ 75 w 507"/>
                  <a:gd name="T35" fmla="*/ 109 h 304"/>
                  <a:gd name="T36" fmla="*/ 259 w 507"/>
                  <a:gd name="T37" fmla="*/ 109 h 304"/>
                  <a:gd name="T38" fmla="*/ 259 w 507"/>
                  <a:gd name="T39" fmla="*/ 130 h 304"/>
                  <a:gd name="T40" fmla="*/ 75 w 507"/>
                  <a:gd name="T41" fmla="*/ 130 h 304"/>
                  <a:gd name="T42" fmla="*/ 75 w 507"/>
                  <a:gd name="T43" fmla="*/ 109 h 304"/>
                  <a:gd name="T44" fmla="*/ 75 w 507"/>
                  <a:gd name="T45" fmla="*/ 163 h 304"/>
                  <a:gd name="T46" fmla="*/ 259 w 507"/>
                  <a:gd name="T47" fmla="*/ 163 h 304"/>
                  <a:gd name="T48" fmla="*/ 259 w 507"/>
                  <a:gd name="T49" fmla="*/ 184 h 304"/>
                  <a:gd name="T50" fmla="*/ 75 w 507"/>
                  <a:gd name="T51" fmla="*/ 184 h 304"/>
                  <a:gd name="T52" fmla="*/ 75 w 507"/>
                  <a:gd name="T53" fmla="*/ 163 h 304"/>
                  <a:gd name="T54" fmla="*/ 75 w 507"/>
                  <a:gd name="T55" fmla="*/ 217 h 304"/>
                  <a:gd name="T56" fmla="*/ 432 w 507"/>
                  <a:gd name="T57" fmla="*/ 217 h 304"/>
                  <a:gd name="T58" fmla="*/ 432 w 507"/>
                  <a:gd name="T59" fmla="*/ 238 h 304"/>
                  <a:gd name="T60" fmla="*/ 75 w 507"/>
                  <a:gd name="T61" fmla="*/ 238 h 304"/>
                  <a:gd name="T62" fmla="*/ 75 w 507"/>
                  <a:gd name="T63" fmla="*/ 217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7" h="304">
                    <a:moveTo>
                      <a:pt x="0" y="268"/>
                    </a:moveTo>
                    <a:cubicBezTo>
                      <a:pt x="0" y="288"/>
                      <a:pt x="16" y="304"/>
                      <a:pt x="36" y="304"/>
                    </a:cubicBezTo>
                    <a:cubicBezTo>
                      <a:pt x="471" y="304"/>
                      <a:pt x="471" y="304"/>
                      <a:pt x="471" y="304"/>
                    </a:cubicBezTo>
                    <a:cubicBezTo>
                      <a:pt x="491" y="304"/>
                      <a:pt x="507" y="288"/>
                      <a:pt x="507" y="268"/>
                    </a:cubicBezTo>
                    <a:cubicBezTo>
                      <a:pt x="507" y="0"/>
                      <a:pt x="507" y="0"/>
                      <a:pt x="507" y="0"/>
                    </a:cubicBezTo>
                    <a:cubicBezTo>
                      <a:pt x="0" y="0"/>
                      <a:pt x="0" y="0"/>
                      <a:pt x="0" y="0"/>
                    </a:cubicBezTo>
                    <a:lnTo>
                      <a:pt x="0" y="268"/>
                    </a:lnTo>
                    <a:close/>
                    <a:moveTo>
                      <a:pt x="299" y="54"/>
                    </a:moveTo>
                    <a:cubicBezTo>
                      <a:pt x="432" y="54"/>
                      <a:pt x="432" y="54"/>
                      <a:pt x="432" y="54"/>
                    </a:cubicBezTo>
                    <a:cubicBezTo>
                      <a:pt x="432" y="184"/>
                      <a:pt x="432" y="184"/>
                      <a:pt x="432" y="184"/>
                    </a:cubicBezTo>
                    <a:cubicBezTo>
                      <a:pt x="299" y="184"/>
                      <a:pt x="299" y="184"/>
                      <a:pt x="299" y="184"/>
                    </a:cubicBezTo>
                    <a:lnTo>
                      <a:pt x="299" y="54"/>
                    </a:lnTo>
                    <a:close/>
                    <a:moveTo>
                      <a:pt x="75" y="54"/>
                    </a:moveTo>
                    <a:cubicBezTo>
                      <a:pt x="259" y="54"/>
                      <a:pt x="259" y="54"/>
                      <a:pt x="259" y="54"/>
                    </a:cubicBezTo>
                    <a:cubicBezTo>
                      <a:pt x="259" y="75"/>
                      <a:pt x="259" y="75"/>
                      <a:pt x="259" y="75"/>
                    </a:cubicBezTo>
                    <a:cubicBezTo>
                      <a:pt x="75" y="75"/>
                      <a:pt x="75" y="75"/>
                      <a:pt x="75" y="75"/>
                    </a:cubicBezTo>
                    <a:lnTo>
                      <a:pt x="75" y="54"/>
                    </a:lnTo>
                    <a:close/>
                    <a:moveTo>
                      <a:pt x="75" y="109"/>
                    </a:moveTo>
                    <a:cubicBezTo>
                      <a:pt x="259" y="109"/>
                      <a:pt x="259" y="109"/>
                      <a:pt x="259" y="109"/>
                    </a:cubicBezTo>
                    <a:cubicBezTo>
                      <a:pt x="259" y="130"/>
                      <a:pt x="259" y="130"/>
                      <a:pt x="259" y="130"/>
                    </a:cubicBezTo>
                    <a:cubicBezTo>
                      <a:pt x="75" y="130"/>
                      <a:pt x="75" y="130"/>
                      <a:pt x="75" y="130"/>
                    </a:cubicBezTo>
                    <a:lnTo>
                      <a:pt x="75" y="109"/>
                    </a:lnTo>
                    <a:close/>
                    <a:moveTo>
                      <a:pt x="75" y="163"/>
                    </a:moveTo>
                    <a:cubicBezTo>
                      <a:pt x="259" y="163"/>
                      <a:pt x="259" y="163"/>
                      <a:pt x="259" y="163"/>
                    </a:cubicBezTo>
                    <a:cubicBezTo>
                      <a:pt x="259" y="184"/>
                      <a:pt x="259" y="184"/>
                      <a:pt x="259" y="184"/>
                    </a:cubicBezTo>
                    <a:cubicBezTo>
                      <a:pt x="75" y="184"/>
                      <a:pt x="75" y="184"/>
                      <a:pt x="75" y="184"/>
                    </a:cubicBezTo>
                    <a:lnTo>
                      <a:pt x="75" y="163"/>
                    </a:lnTo>
                    <a:close/>
                    <a:moveTo>
                      <a:pt x="75" y="217"/>
                    </a:moveTo>
                    <a:cubicBezTo>
                      <a:pt x="432" y="217"/>
                      <a:pt x="432" y="217"/>
                      <a:pt x="432" y="217"/>
                    </a:cubicBezTo>
                    <a:cubicBezTo>
                      <a:pt x="432" y="238"/>
                      <a:pt x="432" y="238"/>
                      <a:pt x="432" y="238"/>
                    </a:cubicBezTo>
                    <a:cubicBezTo>
                      <a:pt x="75" y="238"/>
                      <a:pt x="75" y="238"/>
                      <a:pt x="75" y="238"/>
                    </a:cubicBezTo>
                    <a:lnTo>
                      <a:pt x="75" y="2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grpSp>
      </p:grpSp>
      <p:grpSp>
        <p:nvGrpSpPr>
          <p:cNvPr id="3" name="组合 2"/>
          <p:cNvGrpSpPr/>
          <p:nvPr/>
        </p:nvGrpSpPr>
        <p:grpSpPr>
          <a:xfrm>
            <a:off x="3437874" y="1518633"/>
            <a:ext cx="704912" cy="704912"/>
            <a:chOff x="4583832" y="2024844"/>
            <a:chExt cx="939882" cy="939882"/>
          </a:xfrm>
        </p:grpSpPr>
        <p:sp>
          <p:nvSpPr>
            <p:cNvPr id="14" name="Rectangle 13"/>
            <p:cNvSpPr/>
            <p:nvPr/>
          </p:nvSpPr>
          <p:spPr>
            <a:xfrm>
              <a:off x="4583832" y="2024844"/>
              <a:ext cx="939882" cy="9398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latin typeface="微软雅黑" panose="020B0503020204020204" pitchFamily="34" charset="-122"/>
              </a:endParaRPr>
            </a:p>
          </p:txBody>
        </p:sp>
        <p:grpSp>
          <p:nvGrpSpPr>
            <p:cNvPr id="38" name="Group 37"/>
            <p:cNvGrpSpPr/>
            <p:nvPr/>
          </p:nvGrpSpPr>
          <p:grpSpPr>
            <a:xfrm>
              <a:off x="4807097" y="2301144"/>
              <a:ext cx="493352" cy="387281"/>
              <a:chOff x="11385550" y="5818188"/>
              <a:chExt cx="1587500" cy="1246187"/>
            </a:xfrm>
          </p:grpSpPr>
          <p:sp>
            <p:nvSpPr>
              <p:cNvPr id="39" name="Freeform 15"/>
              <p:cNvSpPr>
                <a:spLocks noEditPoints="1"/>
              </p:cNvSpPr>
              <p:nvPr/>
            </p:nvSpPr>
            <p:spPr bwMode="auto">
              <a:xfrm>
                <a:off x="11385550" y="5818188"/>
                <a:ext cx="1587500" cy="263525"/>
              </a:xfrm>
              <a:custGeom>
                <a:avLst/>
                <a:gdLst>
                  <a:gd name="T0" fmla="*/ 470 w 507"/>
                  <a:gd name="T1" fmla="*/ 0 h 84"/>
                  <a:gd name="T2" fmla="*/ 36 w 507"/>
                  <a:gd name="T3" fmla="*/ 0 h 84"/>
                  <a:gd name="T4" fmla="*/ 0 w 507"/>
                  <a:gd name="T5" fmla="*/ 37 h 84"/>
                  <a:gd name="T6" fmla="*/ 0 w 507"/>
                  <a:gd name="T7" fmla="*/ 84 h 84"/>
                  <a:gd name="T8" fmla="*/ 507 w 507"/>
                  <a:gd name="T9" fmla="*/ 84 h 84"/>
                  <a:gd name="T10" fmla="*/ 507 w 507"/>
                  <a:gd name="T11" fmla="*/ 37 h 84"/>
                  <a:gd name="T12" fmla="*/ 470 w 507"/>
                  <a:gd name="T13" fmla="*/ 0 h 84"/>
                  <a:gd name="T14" fmla="*/ 49 w 507"/>
                  <a:gd name="T15" fmla="*/ 59 h 84"/>
                  <a:gd name="T16" fmla="*/ 36 w 507"/>
                  <a:gd name="T17" fmla="*/ 46 h 84"/>
                  <a:gd name="T18" fmla="*/ 49 w 507"/>
                  <a:gd name="T19" fmla="*/ 33 h 84"/>
                  <a:gd name="T20" fmla="*/ 61 w 507"/>
                  <a:gd name="T21" fmla="*/ 46 h 84"/>
                  <a:gd name="T22" fmla="*/ 49 w 507"/>
                  <a:gd name="T23" fmla="*/ 59 h 84"/>
                  <a:gd name="T24" fmla="*/ 99 w 507"/>
                  <a:gd name="T25" fmla="*/ 59 h 84"/>
                  <a:gd name="T26" fmla="*/ 87 w 507"/>
                  <a:gd name="T27" fmla="*/ 46 h 84"/>
                  <a:gd name="T28" fmla="*/ 99 w 507"/>
                  <a:gd name="T29" fmla="*/ 33 h 84"/>
                  <a:gd name="T30" fmla="*/ 112 w 507"/>
                  <a:gd name="T31" fmla="*/ 46 h 84"/>
                  <a:gd name="T32" fmla="*/ 99 w 507"/>
                  <a:gd name="T33" fmla="*/ 59 h 84"/>
                  <a:gd name="T34" fmla="*/ 150 w 507"/>
                  <a:gd name="T35" fmla="*/ 59 h 84"/>
                  <a:gd name="T36" fmla="*/ 137 w 507"/>
                  <a:gd name="T37" fmla="*/ 46 h 84"/>
                  <a:gd name="T38" fmla="*/ 150 w 507"/>
                  <a:gd name="T39" fmla="*/ 33 h 84"/>
                  <a:gd name="T40" fmla="*/ 163 w 507"/>
                  <a:gd name="T41" fmla="*/ 46 h 84"/>
                  <a:gd name="T42" fmla="*/ 150 w 507"/>
                  <a:gd name="T43"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7" h="84">
                    <a:moveTo>
                      <a:pt x="470" y="0"/>
                    </a:moveTo>
                    <a:cubicBezTo>
                      <a:pt x="36" y="0"/>
                      <a:pt x="36" y="0"/>
                      <a:pt x="36" y="0"/>
                    </a:cubicBezTo>
                    <a:cubicBezTo>
                      <a:pt x="16" y="0"/>
                      <a:pt x="0" y="17"/>
                      <a:pt x="0" y="37"/>
                    </a:cubicBezTo>
                    <a:cubicBezTo>
                      <a:pt x="0" y="84"/>
                      <a:pt x="0" y="84"/>
                      <a:pt x="0" y="84"/>
                    </a:cubicBezTo>
                    <a:cubicBezTo>
                      <a:pt x="507" y="84"/>
                      <a:pt x="507" y="84"/>
                      <a:pt x="507" y="84"/>
                    </a:cubicBezTo>
                    <a:cubicBezTo>
                      <a:pt x="507" y="37"/>
                      <a:pt x="507" y="37"/>
                      <a:pt x="507" y="37"/>
                    </a:cubicBezTo>
                    <a:cubicBezTo>
                      <a:pt x="507" y="17"/>
                      <a:pt x="490" y="0"/>
                      <a:pt x="470" y="0"/>
                    </a:cubicBezTo>
                    <a:close/>
                    <a:moveTo>
                      <a:pt x="49" y="59"/>
                    </a:moveTo>
                    <a:cubicBezTo>
                      <a:pt x="42" y="59"/>
                      <a:pt x="36" y="53"/>
                      <a:pt x="36" y="46"/>
                    </a:cubicBezTo>
                    <a:cubicBezTo>
                      <a:pt x="36" y="39"/>
                      <a:pt x="42" y="33"/>
                      <a:pt x="49" y="33"/>
                    </a:cubicBezTo>
                    <a:cubicBezTo>
                      <a:pt x="56" y="33"/>
                      <a:pt x="61" y="39"/>
                      <a:pt x="61" y="46"/>
                    </a:cubicBezTo>
                    <a:cubicBezTo>
                      <a:pt x="61" y="53"/>
                      <a:pt x="56" y="59"/>
                      <a:pt x="49" y="59"/>
                    </a:cubicBezTo>
                    <a:close/>
                    <a:moveTo>
                      <a:pt x="99" y="59"/>
                    </a:moveTo>
                    <a:cubicBezTo>
                      <a:pt x="92" y="59"/>
                      <a:pt x="87" y="53"/>
                      <a:pt x="87" y="46"/>
                    </a:cubicBezTo>
                    <a:cubicBezTo>
                      <a:pt x="87" y="39"/>
                      <a:pt x="92" y="33"/>
                      <a:pt x="99" y="33"/>
                    </a:cubicBezTo>
                    <a:cubicBezTo>
                      <a:pt x="106" y="33"/>
                      <a:pt x="112" y="39"/>
                      <a:pt x="112" y="46"/>
                    </a:cubicBezTo>
                    <a:cubicBezTo>
                      <a:pt x="112" y="53"/>
                      <a:pt x="106" y="59"/>
                      <a:pt x="99" y="59"/>
                    </a:cubicBezTo>
                    <a:close/>
                    <a:moveTo>
                      <a:pt x="150" y="59"/>
                    </a:moveTo>
                    <a:cubicBezTo>
                      <a:pt x="143" y="59"/>
                      <a:pt x="137" y="53"/>
                      <a:pt x="137" y="46"/>
                    </a:cubicBezTo>
                    <a:cubicBezTo>
                      <a:pt x="137" y="39"/>
                      <a:pt x="143" y="33"/>
                      <a:pt x="150" y="33"/>
                    </a:cubicBezTo>
                    <a:cubicBezTo>
                      <a:pt x="157" y="33"/>
                      <a:pt x="163" y="39"/>
                      <a:pt x="163" y="46"/>
                    </a:cubicBezTo>
                    <a:cubicBezTo>
                      <a:pt x="163" y="53"/>
                      <a:pt x="157" y="59"/>
                      <a:pt x="150" y="5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40" name="Freeform 16"/>
              <p:cNvSpPr>
                <a:spLocks noEditPoints="1"/>
              </p:cNvSpPr>
              <p:nvPr/>
            </p:nvSpPr>
            <p:spPr bwMode="auto">
              <a:xfrm>
                <a:off x="11385550" y="6111875"/>
                <a:ext cx="1587500" cy="952500"/>
              </a:xfrm>
              <a:custGeom>
                <a:avLst/>
                <a:gdLst>
                  <a:gd name="T0" fmla="*/ 0 w 507"/>
                  <a:gd name="T1" fmla="*/ 268 h 304"/>
                  <a:gd name="T2" fmla="*/ 36 w 507"/>
                  <a:gd name="T3" fmla="*/ 304 h 304"/>
                  <a:gd name="T4" fmla="*/ 470 w 507"/>
                  <a:gd name="T5" fmla="*/ 304 h 304"/>
                  <a:gd name="T6" fmla="*/ 507 w 507"/>
                  <a:gd name="T7" fmla="*/ 268 h 304"/>
                  <a:gd name="T8" fmla="*/ 507 w 507"/>
                  <a:gd name="T9" fmla="*/ 0 h 304"/>
                  <a:gd name="T10" fmla="*/ 0 w 507"/>
                  <a:gd name="T11" fmla="*/ 0 h 304"/>
                  <a:gd name="T12" fmla="*/ 0 w 507"/>
                  <a:gd name="T13" fmla="*/ 268 h 304"/>
                  <a:gd name="T14" fmla="*/ 161 w 507"/>
                  <a:gd name="T15" fmla="*/ 136 h 304"/>
                  <a:gd name="T16" fmla="*/ 166 w 507"/>
                  <a:gd name="T17" fmla="*/ 131 h 304"/>
                  <a:gd name="T18" fmla="*/ 169 w 507"/>
                  <a:gd name="T19" fmla="*/ 131 h 304"/>
                  <a:gd name="T20" fmla="*/ 179 w 507"/>
                  <a:gd name="T21" fmla="*/ 108 h 304"/>
                  <a:gd name="T22" fmla="*/ 177 w 507"/>
                  <a:gd name="T23" fmla="*/ 106 h 304"/>
                  <a:gd name="T24" fmla="*/ 177 w 507"/>
                  <a:gd name="T25" fmla="*/ 98 h 304"/>
                  <a:gd name="T26" fmla="*/ 200 w 507"/>
                  <a:gd name="T27" fmla="*/ 75 h 304"/>
                  <a:gd name="T28" fmla="*/ 207 w 507"/>
                  <a:gd name="T29" fmla="*/ 75 h 304"/>
                  <a:gd name="T30" fmla="*/ 209 w 507"/>
                  <a:gd name="T31" fmla="*/ 77 h 304"/>
                  <a:gd name="T32" fmla="*/ 232 w 507"/>
                  <a:gd name="T33" fmla="*/ 68 h 304"/>
                  <a:gd name="T34" fmla="*/ 232 w 507"/>
                  <a:gd name="T35" fmla="*/ 65 h 304"/>
                  <a:gd name="T36" fmla="*/ 237 w 507"/>
                  <a:gd name="T37" fmla="*/ 60 h 304"/>
                  <a:gd name="T38" fmla="*/ 269 w 507"/>
                  <a:gd name="T39" fmla="*/ 60 h 304"/>
                  <a:gd name="T40" fmla="*/ 275 w 507"/>
                  <a:gd name="T41" fmla="*/ 65 h 304"/>
                  <a:gd name="T42" fmla="*/ 275 w 507"/>
                  <a:gd name="T43" fmla="*/ 68 h 304"/>
                  <a:gd name="T44" fmla="*/ 297 w 507"/>
                  <a:gd name="T45" fmla="*/ 77 h 304"/>
                  <a:gd name="T46" fmla="*/ 299 w 507"/>
                  <a:gd name="T47" fmla="*/ 75 h 304"/>
                  <a:gd name="T48" fmla="*/ 307 w 507"/>
                  <a:gd name="T49" fmla="*/ 75 h 304"/>
                  <a:gd name="T50" fmla="*/ 330 w 507"/>
                  <a:gd name="T51" fmla="*/ 98 h 304"/>
                  <a:gd name="T52" fmla="*/ 330 w 507"/>
                  <a:gd name="T53" fmla="*/ 106 h 304"/>
                  <a:gd name="T54" fmla="*/ 328 w 507"/>
                  <a:gd name="T55" fmla="*/ 108 h 304"/>
                  <a:gd name="T56" fmla="*/ 337 w 507"/>
                  <a:gd name="T57" fmla="*/ 131 h 304"/>
                  <a:gd name="T58" fmla="*/ 340 w 507"/>
                  <a:gd name="T59" fmla="*/ 131 h 304"/>
                  <a:gd name="T60" fmla="*/ 345 w 507"/>
                  <a:gd name="T61" fmla="*/ 136 h 304"/>
                  <a:gd name="T62" fmla="*/ 345 w 507"/>
                  <a:gd name="T63" fmla="*/ 168 h 304"/>
                  <a:gd name="T64" fmla="*/ 340 w 507"/>
                  <a:gd name="T65" fmla="*/ 173 h 304"/>
                  <a:gd name="T66" fmla="*/ 337 w 507"/>
                  <a:gd name="T67" fmla="*/ 173 h 304"/>
                  <a:gd name="T68" fmla="*/ 328 w 507"/>
                  <a:gd name="T69" fmla="*/ 196 h 304"/>
                  <a:gd name="T70" fmla="*/ 330 w 507"/>
                  <a:gd name="T71" fmla="*/ 198 h 304"/>
                  <a:gd name="T72" fmla="*/ 330 w 507"/>
                  <a:gd name="T73" fmla="*/ 206 h 304"/>
                  <a:gd name="T74" fmla="*/ 307 w 507"/>
                  <a:gd name="T75" fmla="*/ 229 h 304"/>
                  <a:gd name="T76" fmla="*/ 299 w 507"/>
                  <a:gd name="T77" fmla="*/ 229 h 304"/>
                  <a:gd name="T78" fmla="*/ 297 w 507"/>
                  <a:gd name="T79" fmla="*/ 226 h 304"/>
                  <a:gd name="T80" fmla="*/ 275 w 507"/>
                  <a:gd name="T81" fmla="*/ 236 h 304"/>
                  <a:gd name="T82" fmla="*/ 275 w 507"/>
                  <a:gd name="T83" fmla="*/ 239 h 304"/>
                  <a:gd name="T84" fmla="*/ 269 w 507"/>
                  <a:gd name="T85" fmla="*/ 244 h 304"/>
                  <a:gd name="T86" fmla="*/ 237 w 507"/>
                  <a:gd name="T87" fmla="*/ 244 h 304"/>
                  <a:gd name="T88" fmla="*/ 232 w 507"/>
                  <a:gd name="T89" fmla="*/ 239 h 304"/>
                  <a:gd name="T90" fmla="*/ 232 w 507"/>
                  <a:gd name="T91" fmla="*/ 236 h 304"/>
                  <a:gd name="T92" fmla="*/ 209 w 507"/>
                  <a:gd name="T93" fmla="*/ 226 h 304"/>
                  <a:gd name="T94" fmla="*/ 207 w 507"/>
                  <a:gd name="T95" fmla="*/ 229 h 304"/>
                  <a:gd name="T96" fmla="*/ 200 w 507"/>
                  <a:gd name="T97" fmla="*/ 229 h 304"/>
                  <a:gd name="T98" fmla="*/ 177 w 507"/>
                  <a:gd name="T99" fmla="*/ 206 h 304"/>
                  <a:gd name="T100" fmla="*/ 177 w 507"/>
                  <a:gd name="T101" fmla="*/ 198 h 304"/>
                  <a:gd name="T102" fmla="*/ 179 w 507"/>
                  <a:gd name="T103" fmla="*/ 196 h 304"/>
                  <a:gd name="T104" fmla="*/ 169 w 507"/>
                  <a:gd name="T105" fmla="*/ 173 h 304"/>
                  <a:gd name="T106" fmla="*/ 166 w 507"/>
                  <a:gd name="T107" fmla="*/ 173 h 304"/>
                  <a:gd name="T108" fmla="*/ 161 w 507"/>
                  <a:gd name="T109" fmla="*/ 168 h 304"/>
                  <a:gd name="T110" fmla="*/ 161 w 507"/>
                  <a:gd name="T111" fmla="*/ 136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7" h="304">
                    <a:moveTo>
                      <a:pt x="0" y="268"/>
                    </a:moveTo>
                    <a:cubicBezTo>
                      <a:pt x="0" y="288"/>
                      <a:pt x="16" y="304"/>
                      <a:pt x="36" y="304"/>
                    </a:cubicBezTo>
                    <a:cubicBezTo>
                      <a:pt x="470" y="304"/>
                      <a:pt x="470" y="304"/>
                      <a:pt x="470" y="304"/>
                    </a:cubicBezTo>
                    <a:cubicBezTo>
                      <a:pt x="490" y="304"/>
                      <a:pt x="507" y="288"/>
                      <a:pt x="507" y="268"/>
                    </a:cubicBezTo>
                    <a:cubicBezTo>
                      <a:pt x="507" y="0"/>
                      <a:pt x="507" y="0"/>
                      <a:pt x="507" y="0"/>
                    </a:cubicBezTo>
                    <a:cubicBezTo>
                      <a:pt x="0" y="0"/>
                      <a:pt x="0" y="0"/>
                      <a:pt x="0" y="0"/>
                    </a:cubicBezTo>
                    <a:lnTo>
                      <a:pt x="0" y="268"/>
                    </a:lnTo>
                    <a:close/>
                    <a:moveTo>
                      <a:pt x="161" y="136"/>
                    </a:moveTo>
                    <a:cubicBezTo>
                      <a:pt x="161" y="133"/>
                      <a:pt x="163" y="131"/>
                      <a:pt x="166" y="131"/>
                    </a:cubicBezTo>
                    <a:cubicBezTo>
                      <a:pt x="169" y="131"/>
                      <a:pt x="169" y="131"/>
                      <a:pt x="169" y="131"/>
                    </a:cubicBezTo>
                    <a:cubicBezTo>
                      <a:pt x="171" y="122"/>
                      <a:pt x="175" y="115"/>
                      <a:pt x="179" y="108"/>
                    </a:cubicBezTo>
                    <a:cubicBezTo>
                      <a:pt x="177" y="106"/>
                      <a:pt x="177" y="106"/>
                      <a:pt x="177" y="106"/>
                    </a:cubicBezTo>
                    <a:cubicBezTo>
                      <a:pt x="175" y="104"/>
                      <a:pt x="175" y="100"/>
                      <a:pt x="177" y="98"/>
                    </a:cubicBezTo>
                    <a:cubicBezTo>
                      <a:pt x="200" y="75"/>
                      <a:pt x="200" y="75"/>
                      <a:pt x="200" y="75"/>
                    </a:cubicBezTo>
                    <a:cubicBezTo>
                      <a:pt x="202" y="73"/>
                      <a:pt x="205" y="73"/>
                      <a:pt x="207" y="75"/>
                    </a:cubicBezTo>
                    <a:cubicBezTo>
                      <a:pt x="209" y="77"/>
                      <a:pt x="209" y="77"/>
                      <a:pt x="209" y="77"/>
                    </a:cubicBezTo>
                    <a:cubicBezTo>
                      <a:pt x="216" y="73"/>
                      <a:pt x="224" y="70"/>
                      <a:pt x="232" y="68"/>
                    </a:cubicBezTo>
                    <a:cubicBezTo>
                      <a:pt x="232" y="65"/>
                      <a:pt x="232" y="65"/>
                      <a:pt x="232" y="65"/>
                    </a:cubicBezTo>
                    <a:cubicBezTo>
                      <a:pt x="232" y="62"/>
                      <a:pt x="234" y="60"/>
                      <a:pt x="237" y="60"/>
                    </a:cubicBezTo>
                    <a:cubicBezTo>
                      <a:pt x="269" y="60"/>
                      <a:pt x="269" y="60"/>
                      <a:pt x="269" y="60"/>
                    </a:cubicBezTo>
                    <a:cubicBezTo>
                      <a:pt x="272" y="60"/>
                      <a:pt x="275" y="62"/>
                      <a:pt x="275" y="65"/>
                    </a:cubicBezTo>
                    <a:cubicBezTo>
                      <a:pt x="275" y="68"/>
                      <a:pt x="275" y="68"/>
                      <a:pt x="275" y="68"/>
                    </a:cubicBezTo>
                    <a:cubicBezTo>
                      <a:pt x="283" y="70"/>
                      <a:pt x="290" y="73"/>
                      <a:pt x="297" y="77"/>
                    </a:cubicBezTo>
                    <a:cubicBezTo>
                      <a:pt x="299" y="75"/>
                      <a:pt x="299" y="75"/>
                      <a:pt x="299" y="75"/>
                    </a:cubicBezTo>
                    <a:cubicBezTo>
                      <a:pt x="301" y="73"/>
                      <a:pt x="305" y="73"/>
                      <a:pt x="307" y="75"/>
                    </a:cubicBezTo>
                    <a:cubicBezTo>
                      <a:pt x="330" y="98"/>
                      <a:pt x="330" y="98"/>
                      <a:pt x="330" y="98"/>
                    </a:cubicBezTo>
                    <a:cubicBezTo>
                      <a:pt x="332" y="100"/>
                      <a:pt x="332" y="104"/>
                      <a:pt x="330" y="106"/>
                    </a:cubicBezTo>
                    <a:cubicBezTo>
                      <a:pt x="328" y="108"/>
                      <a:pt x="328" y="108"/>
                      <a:pt x="328" y="108"/>
                    </a:cubicBezTo>
                    <a:cubicBezTo>
                      <a:pt x="332" y="115"/>
                      <a:pt x="335" y="122"/>
                      <a:pt x="337" y="131"/>
                    </a:cubicBezTo>
                    <a:cubicBezTo>
                      <a:pt x="340" y="131"/>
                      <a:pt x="340" y="131"/>
                      <a:pt x="340" y="131"/>
                    </a:cubicBezTo>
                    <a:cubicBezTo>
                      <a:pt x="343" y="131"/>
                      <a:pt x="345" y="133"/>
                      <a:pt x="345" y="136"/>
                    </a:cubicBezTo>
                    <a:cubicBezTo>
                      <a:pt x="345" y="168"/>
                      <a:pt x="345" y="168"/>
                      <a:pt x="345" y="168"/>
                    </a:cubicBezTo>
                    <a:cubicBezTo>
                      <a:pt x="345" y="171"/>
                      <a:pt x="343" y="173"/>
                      <a:pt x="340" y="173"/>
                    </a:cubicBezTo>
                    <a:cubicBezTo>
                      <a:pt x="337" y="173"/>
                      <a:pt x="337" y="173"/>
                      <a:pt x="337" y="173"/>
                    </a:cubicBezTo>
                    <a:cubicBezTo>
                      <a:pt x="335" y="182"/>
                      <a:pt x="332" y="189"/>
                      <a:pt x="328" y="196"/>
                    </a:cubicBezTo>
                    <a:cubicBezTo>
                      <a:pt x="330" y="198"/>
                      <a:pt x="330" y="198"/>
                      <a:pt x="330" y="198"/>
                    </a:cubicBezTo>
                    <a:cubicBezTo>
                      <a:pt x="332" y="200"/>
                      <a:pt x="332" y="204"/>
                      <a:pt x="330" y="206"/>
                    </a:cubicBezTo>
                    <a:cubicBezTo>
                      <a:pt x="307" y="229"/>
                      <a:pt x="307" y="229"/>
                      <a:pt x="307" y="229"/>
                    </a:cubicBezTo>
                    <a:cubicBezTo>
                      <a:pt x="305" y="231"/>
                      <a:pt x="301" y="231"/>
                      <a:pt x="299" y="229"/>
                    </a:cubicBezTo>
                    <a:cubicBezTo>
                      <a:pt x="297" y="226"/>
                      <a:pt x="297" y="226"/>
                      <a:pt x="297" y="226"/>
                    </a:cubicBezTo>
                    <a:cubicBezTo>
                      <a:pt x="290" y="231"/>
                      <a:pt x="283" y="234"/>
                      <a:pt x="275" y="236"/>
                    </a:cubicBezTo>
                    <a:cubicBezTo>
                      <a:pt x="275" y="239"/>
                      <a:pt x="275" y="239"/>
                      <a:pt x="275" y="239"/>
                    </a:cubicBezTo>
                    <a:cubicBezTo>
                      <a:pt x="275" y="242"/>
                      <a:pt x="272" y="244"/>
                      <a:pt x="269" y="244"/>
                    </a:cubicBezTo>
                    <a:cubicBezTo>
                      <a:pt x="237" y="244"/>
                      <a:pt x="237" y="244"/>
                      <a:pt x="237" y="244"/>
                    </a:cubicBezTo>
                    <a:cubicBezTo>
                      <a:pt x="234" y="244"/>
                      <a:pt x="232" y="242"/>
                      <a:pt x="232" y="239"/>
                    </a:cubicBezTo>
                    <a:cubicBezTo>
                      <a:pt x="232" y="236"/>
                      <a:pt x="232" y="236"/>
                      <a:pt x="232" y="236"/>
                    </a:cubicBezTo>
                    <a:cubicBezTo>
                      <a:pt x="224" y="234"/>
                      <a:pt x="216" y="231"/>
                      <a:pt x="209" y="226"/>
                    </a:cubicBezTo>
                    <a:cubicBezTo>
                      <a:pt x="207" y="229"/>
                      <a:pt x="207" y="229"/>
                      <a:pt x="207" y="229"/>
                    </a:cubicBezTo>
                    <a:cubicBezTo>
                      <a:pt x="205" y="231"/>
                      <a:pt x="202" y="231"/>
                      <a:pt x="200" y="229"/>
                    </a:cubicBezTo>
                    <a:cubicBezTo>
                      <a:pt x="177" y="206"/>
                      <a:pt x="177" y="206"/>
                      <a:pt x="177" y="206"/>
                    </a:cubicBezTo>
                    <a:cubicBezTo>
                      <a:pt x="175" y="204"/>
                      <a:pt x="175" y="200"/>
                      <a:pt x="177" y="198"/>
                    </a:cubicBezTo>
                    <a:cubicBezTo>
                      <a:pt x="179" y="196"/>
                      <a:pt x="179" y="196"/>
                      <a:pt x="179" y="196"/>
                    </a:cubicBezTo>
                    <a:cubicBezTo>
                      <a:pt x="175" y="189"/>
                      <a:pt x="171" y="182"/>
                      <a:pt x="169" y="173"/>
                    </a:cubicBezTo>
                    <a:cubicBezTo>
                      <a:pt x="166" y="173"/>
                      <a:pt x="166" y="173"/>
                      <a:pt x="166" y="173"/>
                    </a:cubicBezTo>
                    <a:cubicBezTo>
                      <a:pt x="163" y="173"/>
                      <a:pt x="161" y="171"/>
                      <a:pt x="161" y="168"/>
                    </a:cubicBezTo>
                    <a:lnTo>
                      <a:pt x="161" y="13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41" name="Freeform 17"/>
              <p:cNvSpPr>
                <a:spLocks noEditPoints="1"/>
              </p:cNvSpPr>
              <p:nvPr/>
            </p:nvSpPr>
            <p:spPr bwMode="auto">
              <a:xfrm>
                <a:off x="12049125" y="6453188"/>
                <a:ext cx="261937" cy="260350"/>
              </a:xfrm>
              <a:custGeom>
                <a:avLst/>
                <a:gdLst>
                  <a:gd name="T0" fmla="*/ 42 w 84"/>
                  <a:gd name="T1" fmla="*/ 83 h 83"/>
                  <a:gd name="T2" fmla="*/ 84 w 84"/>
                  <a:gd name="T3" fmla="*/ 42 h 83"/>
                  <a:gd name="T4" fmla="*/ 42 w 84"/>
                  <a:gd name="T5" fmla="*/ 0 h 83"/>
                  <a:gd name="T6" fmla="*/ 0 w 84"/>
                  <a:gd name="T7" fmla="*/ 42 h 83"/>
                  <a:gd name="T8" fmla="*/ 42 w 84"/>
                  <a:gd name="T9" fmla="*/ 83 h 83"/>
                  <a:gd name="T10" fmla="*/ 42 w 84"/>
                  <a:gd name="T11" fmla="*/ 31 h 83"/>
                  <a:gd name="T12" fmla="*/ 53 w 84"/>
                  <a:gd name="T13" fmla="*/ 42 h 83"/>
                  <a:gd name="T14" fmla="*/ 42 w 84"/>
                  <a:gd name="T15" fmla="*/ 53 h 83"/>
                  <a:gd name="T16" fmla="*/ 31 w 84"/>
                  <a:gd name="T17" fmla="*/ 42 h 83"/>
                  <a:gd name="T18" fmla="*/ 42 w 84"/>
                  <a:gd name="T19" fmla="*/ 3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3">
                    <a:moveTo>
                      <a:pt x="42" y="83"/>
                    </a:moveTo>
                    <a:cubicBezTo>
                      <a:pt x="65" y="83"/>
                      <a:pt x="84" y="65"/>
                      <a:pt x="84" y="42"/>
                    </a:cubicBezTo>
                    <a:cubicBezTo>
                      <a:pt x="84" y="19"/>
                      <a:pt x="65" y="0"/>
                      <a:pt x="42" y="0"/>
                    </a:cubicBezTo>
                    <a:cubicBezTo>
                      <a:pt x="19" y="0"/>
                      <a:pt x="0" y="19"/>
                      <a:pt x="0" y="42"/>
                    </a:cubicBezTo>
                    <a:cubicBezTo>
                      <a:pt x="0" y="65"/>
                      <a:pt x="19" y="83"/>
                      <a:pt x="42" y="83"/>
                    </a:cubicBezTo>
                    <a:close/>
                    <a:moveTo>
                      <a:pt x="42" y="31"/>
                    </a:moveTo>
                    <a:cubicBezTo>
                      <a:pt x="48" y="31"/>
                      <a:pt x="53" y="36"/>
                      <a:pt x="53" y="42"/>
                    </a:cubicBezTo>
                    <a:cubicBezTo>
                      <a:pt x="53" y="48"/>
                      <a:pt x="48" y="53"/>
                      <a:pt x="42" y="53"/>
                    </a:cubicBezTo>
                    <a:cubicBezTo>
                      <a:pt x="36" y="53"/>
                      <a:pt x="31" y="48"/>
                      <a:pt x="31" y="42"/>
                    </a:cubicBezTo>
                    <a:cubicBezTo>
                      <a:pt x="31" y="36"/>
                      <a:pt x="36" y="31"/>
                      <a:pt x="42" y="3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grpSp>
      </p:grpSp>
      <p:grpSp>
        <p:nvGrpSpPr>
          <p:cNvPr id="6" name="组合 5"/>
          <p:cNvGrpSpPr/>
          <p:nvPr/>
        </p:nvGrpSpPr>
        <p:grpSpPr>
          <a:xfrm>
            <a:off x="3437874" y="3138813"/>
            <a:ext cx="704912" cy="704912"/>
            <a:chOff x="4583832" y="4185084"/>
            <a:chExt cx="939882" cy="939882"/>
          </a:xfrm>
        </p:grpSpPr>
        <p:sp>
          <p:nvSpPr>
            <p:cNvPr id="19" name="Rectangle 18"/>
            <p:cNvSpPr/>
            <p:nvPr/>
          </p:nvSpPr>
          <p:spPr>
            <a:xfrm>
              <a:off x="4583832" y="4185084"/>
              <a:ext cx="939882" cy="9398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latin typeface="微软雅黑" panose="020B0503020204020204" pitchFamily="34" charset="-122"/>
              </a:endParaRPr>
            </a:p>
          </p:txBody>
        </p:sp>
        <p:grpSp>
          <p:nvGrpSpPr>
            <p:cNvPr id="42" name="Group 41"/>
            <p:cNvGrpSpPr/>
            <p:nvPr/>
          </p:nvGrpSpPr>
          <p:grpSpPr>
            <a:xfrm>
              <a:off x="4807097" y="4461384"/>
              <a:ext cx="493352" cy="387281"/>
              <a:chOff x="14400213" y="5818188"/>
              <a:chExt cx="1587500" cy="1246187"/>
            </a:xfrm>
          </p:grpSpPr>
          <p:sp>
            <p:nvSpPr>
              <p:cNvPr id="43" name="Freeform 18"/>
              <p:cNvSpPr>
                <a:spLocks noEditPoints="1"/>
              </p:cNvSpPr>
              <p:nvPr/>
            </p:nvSpPr>
            <p:spPr bwMode="auto">
              <a:xfrm>
                <a:off x="14400213" y="5818188"/>
                <a:ext cx="1587500" cy="263525"/>
              </a:xfrm>
              <a:custGeom>
                <a:avLst/>
                <a:gdLst>
                  <a:gd name="T0" fmla="*/ 471 w 507"/>
                  <a:gd name="T1" fmla="*/ 0 h 84"/>
                  <a:gd name="T2" fmla="*/ 37 w 507"/>
                  <a:gd name="T3" fmla="*/ 0 h 84"/>
                  <a:gd name="T4" fmla="*/ 0 w 507"/>
                  <a:gd name="T5" fmla="*/ 37 h 84"/>
                  <a:gd name="T6" fmla="*/ 0 w 507"/>
                  <a:gd name="T7" fmla="*/ 84 h 84"/>
                  <a:gd name="T8" fmla="*/ 507 w 507"/>
                  <a:gd name="T9" fmla="*/ 84 h 84"/>
                  <a:gd name="T10" fmla="*/ 507 w 507"/>
                  <a:gd name="T11" fmla="*/ 37 h 84"/>
                  <a:gd name="T12" fmla="*/ 471 w 507"/>
                  <a:gd name="T13" fmla="*/ 0 h 84"/>
                  <a:gd name="T14" fmla="*/ 49 w 507"/>
                  <a:gd name="T15" fmla="*/ 59 h 84"/>
                  <a:gd name="T16" fmla="*/ 37 w 507"/>
                  <a:gd name="T17" fmla="*/ 46 h 84"/>
                  <a:gd name="T18" fmla="*/ 49 w 507"/>
                  <a:gd name="T19" fmla="*/ 33 h 84"/>
                  <a:gd name="T20" fmla="*/ 62 w 507"/>
                  <a:gd name="T21" fmla="*/ 46 h 84"/>
                  <a:gd name="T22" fmla="*/ 49 w 507"/>
                  <a:gd name="T23" fmla="*/ 59 h 84"/>
                  <a:gd name="T24" fmla="*/ 100 w 507"/>
                  <a:gd name="T25" fmla="*/ 59 h 84"/>
                  <a:gd name="T26" fmla="*/ 87 w 507"/>
                  <a:gd name="T27" fmla="*/ 46 h 84"/>
                  <a:gd name="T28" fmla="*/ 100 w 507"/>
                  <a:gd name="T29" fmla="*/ 33 h 84"/>
                  <a:gd name="T30" fmla="*/ 113 w 507"/>
                  <a:gd name="T31" fmla="*/ 46 h 84"/>
                  <a:gd name="T32" fmla="*/ 100 w 507"/>
                  <a:gd name="T33" fmla="*/ 59 h 84"/>
                  <a:gd name="T34" fmla="*/ 151 w 507"/>
                  <a:gd name="T35" fmla="*/ 59 h 84"/>
                  <a:gd name="T36" fmla="*/ 138 w 507"/>
                  <a:gd name="T37" fmla="*/ 46 h 84"/>
                  <a:gd name="T38" fmla="*/ 151 w 507"/>
                  <a:gd name="T39" fmla="*/ 33 h 84"/>
                  <a:gd name="T40" fmla="*/ 163 w 507"/>
                  <a:gd name="T41" fmla="*/ 46 h 84"/>
                  <a:gd name="T42" fmla="*/ 151 w 507"/>
                  <a:gd name="T43"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7" h="84">
                    <a:moveTo>
                      <a:pt x="471" y="0"/>
                    </a:moveTo>
                    <a:cubicBezTo>
                      <a:pt x="37" y="0"/>
                      <a:pt x="37" y="0"/>
                      <a:pt x="37" y="0"/>
                    </a:cubicBezTo>
                    <a:cubicBezTo>
                      <a:pt x="17" y="0"/>
                      <a:pt x="0" y="17"/>
                      <a:pt x="0" y="37"/>
                    </a:cubicBezTo>
                    <a:cubicBezTo>
                      <a:pt x="0" y="84"/>
                      <a:pt x="0" y="84"/>
                      <a:pt x="0" y="84"/>
                    </a:cubicBezTo>
                    <a:cubicBezTo>
                      <a:pt x="507" y="84"/>
                      <a:pt x="507" y="84"/>
                      <a:pt x="507" y="84"/>
                    </a:cubicBezTo>
                    <a:cubicBezTo>
                      <a:pt x="507" y="37"/>
                      <a:pt x="507" y="37"/>
                      <a:pt x="507" y="37"/>
                    </a:cubicBezTo>
                    <a:cubicBezTo>
                      <a:pt x="507" y="17"/>
                      <a:pt x="491" y="0"/>
                      <a:pt x="471" y="0"/>
                    </a:cubicBezTo>
                    <a:close/>
                    <a:moveTo>
                      <a:pt x="49" y="59"/>
                    </a:moveTo>
                    <a:cubicBezTo>
                      <a:pt x="42" y="59"/>
                      <a:pt x="37" y="53"/>
                      <a:pt x="37" y="46"/>
                    </a:cubicBezTo>
                    <a:cubicBezTo>
                      <a:pt x="37" y="39"/>
                      <a:pt x="42" y="33"/>
                      <a:pt x="49" y="33"/>
                    </a:cubicBezTo>
                    <a:cubicBezTo>
                      <a:pt x="56" y="33"/>
                      <a:pt x="62" y="39"/>
                      <a:pt x="62" y="46"/>
                    </a:cubicBezTo>
                    <a:cubicBezTo>
                      <a:pt x="62" y="53"/>
                      <a:pt x="56" y="59"/>
                      <a:pt x="49" y="59"/>
                    </a:cubicBezTo>
                    <a:close/>
                    <a:moveTo>
                      <a:pt x="100" y="59"/>
                    </a:moveTo>
                    <a:cubicBezTo>
                      <a:pt x="93" y="59"/>
                      <a:pt x="87" y="53"/>
                      <a:pt x="87" y="46"/>
                    </a:cubicBezTo>
                    <a:cubicBezTo>
                      <a:pt x="87" y="39"/>
                      <a:pt x="93" y="33"/>
                      <a:pt x="100" y="33"/>
                    </a:cubicBezTo>
                    <a:cubicBezTo>
                      <a:pt x="107" y="33"/>
                      <a:pt x="113" y="39"/>
                      <a:pt x="113" y="46"/>
                    </a:cubicBezTo>
                    <a:cubicBezTo>
                      <a:pt x="113" y="53"/>
                      <a:pt x="107" y="59"/>
                      <a:pt x="100" y="59"/>
                    </a:cubicBezTo>
                    <a:close/>
                    <a:moveTo>
                      <a:pt x="151" y="59"/>
                    </a:moveTo>
                    <a:cubicBezTo>
                      <a:pt x="144" y="59"/>
                      <a:pt x="138" y="53"/>
                      <a:pt x="138" y="46"/>
                    </a:cubicBezTo>
                    <a:cubicBezTo>
                      <a:pt x="138" y="39"/>
                      <a:pt x="144" y="33"/>
                      <a:pt x="151" y="33"/>
                    </a:cubicBezTo>
                    <a:cubicBezTo>
                      <a:pt x="158" y="33"/>
                      <a:pt x="163" y="39"/>
                      <a:pt x="163" y="46"/>
                    </a:cubicBezTo>
                    <a:cubicBezTo>
                      <a:pt x="163" y="53"/>
                      <a:pt x="158" y="59"/>
                      <a:pt x="151" y="5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44" name="Freeform 19"/>
              <p:cNvSpPr>
                <a:spLocks noEditPoints="1"/>
              </p:cNvSpPr>
              <p:nvPr/>
            </p:nvSpPr>
            <p:spPr bwMode="auto">
              <a:xfrm>
                <a:off x="14400213" y="6111875"/>
                <a:ext cx="1587500" cy="952500"/>
              </a:xfrm>
              <a:custGeom>
                <a:avLst/>
                <a:gdLst>
                  <a:gd name="T0" fmla="*/ 0 w 507"/>
                  <a:gd name="T1" fmla="*/ 268 h 304"/>
                  <a:gd name="T2" fmla="*/ 37 w 507"/>
                  <a:gd name="T3" fmla="*/ 304 h 304"/>
                  <a:gd name="T4" fmla="*/ 471 w 507"/>
                  <a:gd name="T5" fmla="*/ 304 h 304"/>
                  <a:gd name="T6" fmla="*/ 507 w 507"/>
                  <a:gd name="T7" fmla="*/ 268 h 304"/>
                  <a:gd name="T8" fmla="*/ 507 w 507"/>
                  <a:gd name="T9" fmla="*/ 0 h 304"/>
                  <a:gd name="T10" fmla="*/ 0 w 507"/>
                  <a:gd name="T11" fmla="*/ 0 h 304"/>
                  <a:gd name="T12" fmla="*/ 0 w 507"/>
                  <a:gd name="T13" fmla="*/ 268 h 304"/>
                  <a:gd name="T14" fmla="*/ 315 w 507"/>
                  <a:gd name="T15" fmla="*/ 163 h 304"/>
                  <a:gd name="T16" fmla="*/ 374 w 507"/>
                  <a:gd name="T17" fmla="*/ 163 h 304"/>
                  <a:gd name="T18" fmla="*/ 374 w 507"/>
                  <a:gd name="T19" fmla="*/ 257 h 304"/>
                  <a:gd name="T20" fmla="*/ 315 w 507"/>
                  <a:gd name="T21" fmla="*/ 257 h 304"/>
                  <a:gd name="T22" fmla="*/ 315 w 507"/>
                  <a:gd name="T23" fmla="*/ 163 h 304"/>
                  <a:gd name="T24" fmla="*/ 224 w 507"/>
                  <a:gd name="T25" fmla="*/ 122 h 304"/>
                  <a:gd name="T26" fmla="*/ 283 w 507"/>
                  <a:gd name="T27" fmla="*/ 122 h 304"/>
                  <a:gd name="T28" fmla="*/ 283 w 507"/>
                  <a:gd name="T29" fmla="*/ 257 h 304"/>
                  <a:gd name="T30" fmla="*/ 224 w 507"/>
                  <a:gd name="T31" fmla="*/ 257 h 304"/>
                  <a:gd name="T32" fmla="*/ 224 w 507"/>
                  <a:gd name="T33" fmla="*/ 122 h 304"/>
                  <a:gd name="T34" fmla="*/ 133 w 507"/>
                  <a:gd name="T35" fmla="*/ 62 h 304"/>
                  <a:gd name="T36" fmla="*/ 192 w 507"/>
                  <a:gd name="T37" fmla="*/ 62 h 304"/>
                  <a:gd name="T38" fmla="*/ 192 w 507"/>
                  <a:gd name="T39" fmla="*/ 257 h 304"/>
                  <a:gd name="T40" fmla="*/ 133 w 507"/>
                  <a:gd name="T41" fmla="*/ 257 h 304"/>
                  <a:gd name="T42" fmla="*/ 133 w 507"/>
                  <a:gd name="T43" fmla="*/ 62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7" h="304">
                    <a:moveTo>
                      <a:pt x="0" y="268"/>
                    </a:moveTo>
                    <a:cubicBezTo>
                      <a:pt x="0" y="288"/>
                      <a:pt x="17" y="304"/>
                      <a:pt x="37" y="304"/>
                    </a:cubicBezTo>
                    <a:cubicBezTo>
                      <a:pt x="471" y="304"/>
                      <a:pt x="471" y="304"/>
                      <a:pt x="471" y="304"/>
                    </a:cubicBezTo>
                    <a:cubicBezTo>
                      <a:pt x="491" y="304"/>
                      <a:pt x="507" y="288"/>
                      <a:pt x="507" y="268"/>
                    </a:cubicBezTo>
                    <a:cubicBezTo>
                      <a:pt x="507" y="0"/>
                      <a:pt x="507" y="0"/>
                      <a:pt x="507" y="0"/>
                    </a:cubicBezTo>
                    <a:cubicBezTo>
                      <a:pt x="0" y="0"/>
                      <a:pt x="0" y="0"/>
                      <a:pt x="0" y="0"/>
                    </a:cubicBezTo>
                    <a:lnTo>
                      <a:pt x="0" y="268"/>
                    </a:lnTo>
                    <a:close/>
                    <a:moveTo>
                      <a:pt x="315" y="163"/>
                    </a:moveTo>
                    <a:cubicBezTo>
                      <a:pt x="374" y="163"/>
                      <a:pt x="374" y="163"/>
                      <a:pt x="374" y="163"/>
                    </a:cubicBezTo>
                    <a:cubicBezTo>
                      <a:pt x="374" y="257"/>
                      <a:pt x="374" y="257"/>
                      <a:pt x="374" y="257"/>
                    </a:cubicBezTo>
                    <a:cubicBezTo>
                      <a:pt x="315" y="257"/>
                      <a:pt x="315" y="257"/>
                      <a:pt x="315" y="257"/>
                    </a:cubicBezTo>
                    <a:lnTo>
                      <a:pt x="315" y="163"/>
                    </a:lnTo>
                    <a:close/>
                    <a:moveTo>
                      <a:pt x="224" y="122"/>
                    </a:moveTo>
                    <a:cubicBezTo>
                      <a:pt x="283" y="122"/>
                      <a:pt x="283" y="122"/>
                      <a:pt x="283" y="122"/>
                    </a:cubicBezTo>
                    <a:cubicBezTo>
                      <a:pt x="283" y="257"/>
                      <a:pt x="283" y="257"/>
                      <a:pt x="283" y="257"/>
                    </a:cubicBezTo>
                    <a:cubicBezTo>
                      <a:pt x="224" y="257"/>
                      <a:pt x="224" y="257"/>
                      <a:pt x="224" y="257"/>
                    </a:cubicBezTo>
                    <a:lnTo>
                      <a:pt x="224" y="122"/>
                    </a:lnTo>
                    <a:close/>
                    <a:moveTo>
                      <a:pt x="133" y="62"/>
                    </a:moveTo>
                    <a:cubicBezTo>
                      <a:pt x="192" y="62"/>
                      <a:pt x="192" y="62"/>
                      <a:pt x="192" y="62"/>
                    </a:cubicBezTo>
                    <a:cubicBezTo>
                      <a:pt x="192" y="257"/>
                      <a:pt x="192" y="257"/>
                      <a:pt x="192" y="257"/>
                    </a:cubicBezTo>
                    <a:cubicBezTo>
                      <a:pt x="133" y="257"/>
                      <a:pt x="133" y="257"/>
                      <a:pt x="133" y="257"/>
                    </a:cubicBezTo>
                    <a:lnTo>
                      <a:pt x="133" y="6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grpSp>
      </p:grpSp>
      <p:grpSp>
        <p:nvGrpSpPr>
          <p:cNvPr id="4" name="组合 3"/>
          <p:cNvGrpSpPr/>
          <p:nvPr/>
        </p:nvGrpSpPr>
        <p:grpSpPr>
          <a:xfrm>
            <a:off x="6300304" y="1518633"/>
            <a:ext cx="704912" cy="704912"/>
            <a:chOff x="8400405" y="2024844"/>
            <a:chExt cx="939882" cy="939882"/>
          </a:xfrm>
        </p:grpSpPr>
        <p:sp>
          <p:nvSpPr>
            <p:cNvPr id="25" name="Rectangle 24"/>
            <p:cNvSpPr/>
            <p:nvPr/>
          </p:nvSpPr>
          <p:spPr>
            <a:xfrm>
              <a:off x="8400405" y="2024844"/>
              <a:ext cx="939882" cy="93988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latin typeface="微软雅黑" panose="020B0503020204020204" pitchFamily="34" charset="-122"/>
              </a:endParaRPr>
            </a:p>
          </p:txBody>
        </p:sp>
        <p:grpSp>
          <p:nvGrpSpPr>
            <p:cNvPr id="45" name="Group 44"/>
            <p:cNvGrpSpPr/>
            <p:nvPr/>
          </p:nvGrpSpPr>
          <p:grpSpPr>
            <a:xfrm>
              <a:off x="8623669" y="2301144"/>
              <a:ext cx="493352" cy="387281"/>
              <a:chOff x="17418050" y="5818188"/>
              <a:chExt cx="1587500" cy="1246187"/>
            </a:xfrm>
          </p:grpSpPr>
          <p:sp>
            <p:nvSpPr>
              <p:cNvPr id="46" name="Freeform 20"/>
              <p:cNvSpPr>
                <a:spLocks noEditPoints="1"/>
              </p:cNvSpPr>
              <p:nvPr/>
            </p:nvSpPr>
            <p:spPr bwMode="auto">
              <a:xfrm>
                <a:off x="17418050" y="5818188"/>
                <a:ext cx="1587500" cy="263525"/>
              </a:xfrm>
              <a:custGeom>
                <a:avLst/>
                <a:gdLst>
                  <a:gd name="T0" fmla="*/ 471 w 507"/>
                  <a:gd name="T1" fmla="*/ 0 h 84"/>
                  <a:gd name="T2" fmla="*/ 37 w 507"/>
                  <a:gd name="T3" fmla="*/ 0 h 84"/>
                  <a:gd name="T4" fmla="*/ 0 w 507"/>
                  <a:gd name="T5" fmla="*/ 37 h 84"/>
                  <a:gd name="T6" fmla="*/ 0 w 507"/>
                  <a:gd name="T7" fmla="*/ 84 h 84"/>
                  <a:gd name="T8" fmla="*/ 507 w 507"/>
                  <a:gd name="T9" fmla="*/ 84 h 84"/>
                  <a:gd name="T10" fmla="*/ 507 w 507"/>
                  <a:gd name="T11" fmla="*/ 37 h 84"/>
                  <a:gd name="T12" fmla="*/ 471 w 507"/>
                  <a:gd name="T13" fmla="*/ 0 h 84"/>
                  <a:gd name="T14" fmla="*/ 49 w 507"/>
                  <a:gd name="T15" fmla="*/ 59 h 84"/>
                  <a:gd name="T16" fmla="*/ 36 w 507"/>
                  <a:gd name="T17" fmla="*/ 46 h 84"/>
                  <a:gd name="T18" fmla="*/ 49 w 507"/>
                  <a:gd name="T19" fmla="*/ 33 h 84"/>
                  <a:gd name="T20" fmla="*/ 62 w 507"/>
                  <a:gd name="T21" fmla="*/ 46 h 84"/>
                  <a:gd name="T22" fmla="*/ 49 w 507"/>
                  <a:gd name="T23" fmla="*/ 59 h 84"/>
                  <a:gd name="T24" fmla="*/ 100 w 507"/>
                  <a:gd name="T25" fmla="*/ 59 h 84"/>
                  <a:gd name="T26" fmla="*/ 87 w 507"/>
                  <a:gd name="T27" fmla="*/ 46 h 84"/>
                  <a:gd name="T28" fmla="*/ 100 w 507"/>
                  <a:gd name="T29" fmla="*/ 33 h 84"/>
                  <a:gd name="T30" fmla="*/ 112 w 507"/>
                  <a:gd name="T31" fmla="*/ 46 h 84"/>
                  <a:gd name="T32" fmla="*/ 100 w 507"/>
                  <a:gd name="T33" fmla="*/ 59 h 84"/>
                  <a:gd name="T34" fmla="*/ 150 w 507"/>
                  <a:gd name="T35" fmla="*/ 59 h 84"/>
                  <a:gd name="T36" fmla="*/ 138 w 507"/>
                  <a:gd name="T37" fmla="*/ 46 h 84"/>
                  <a:gd name="T38" fmla="*/ 150 w 507"/>
                  <a:gd name="T39" fmla="*/ 33 h 84"/>
                  <a:gd name="T40" fmla="*/ 163 w 507"/>
                  <a:gd name="T41" fmla="*/ 46 h 84"/>
                  <a:gd name="T42" fmla="*/ 150 w 507"/>
                  <a:gd name="T43"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7" h="84">
                    <a:moveTo>
                      <a:pt x="471" y="0"/>
                    </a:moveTo>
                    <a:cubicBezTo>
                      <a:pt x="37" y="0"/>
                      <a:pt x="37" y="0"/>
                      <a:pt x="37" y="0"/>
                    </a:cubicBezTo>
                    <a:cubicBezTo>
                      <a:pt x="17" y="0"/>
                      <a:pt x="0" y="17"/>
                      <a:pt x="0" y="37"/>
                    </a:cubicBezTo>
                    <a:cubicBezTo>
                      <a:pt x="0" y="84"/>
                      <a:pt x="0" y="84"/>
                      <a:pt x="0" y="84"/>
                    </a:cubicBezTo>
                    <a:cubicBezTo>
                      <a:pt x="507" y="84"/>
                      <a:pt x="507" y="84"/>
                      <a:pt x="507" y="84"/>
                    </a:cubicBezTo>
                    <a:cubicBezTo>
                      <a:pt x="507" y="37"/>
                      <a:pt x="507" y="37"/>
                      <a:pt x="507" y="37"/>
                    </a:cubicBezTo>
                    <a:cubicBezTo>
                      <a:pt x="507" y="17"/>
                      <a:pt x="491" y="0"/>
                      <a:pt x="471" y="0"/>
                    </a:cubicBezTo>
                    <a:close/>
                    <a:moveTo>
                      <a:pt x="49" y="59"/>
                    </a:moveTo>
                    <a:cubicBezTo>
                      <a:pt x="42" y="59"/>
                      <a:pt x="36" y="53"/>
                      <a:pt x="36" y="46"/>
                    </a:cubicBezTo>
                    <a:cubicBezTo>
                      <a:pt x="36" y="39"/>
                      <a:pt x="42" y="33"/>
                      <a:pt x="49" y="33"/>
                    </a:cubicBezTo>
                    <a:cubicBezTo>
                      <a:pt x="56" y="33"/>
                      <a:pt x="62" y="39"/>
                      <a:pt x="62" y="46"/>
                    </a:cubicBezTo>
                    <a:cubicBezTo>
                      <a:pt x="62" y="53"/>
                      <a:pt x="56" y="59"/>
                      <a:pt x="49" y="59"/>
                    </a:cubicBezTo>
                    <a:close/>
                    <a:moveTo>
                      <a:pt x="100" y="59"/>
                    </a:moveTo>
                    <a:cubicBezTo>
                      <a:pt x="93" y="59"/>
                      <a:pt x="87" y="53"/>
                      <a:pt x="87" y="46"/>
                    </a:cubicBezTo>
                    <a:cubicBezTo>
                      <a:pt x="87" y="39"/>
                      <a:pt x="93" y="33"/>
                      <a:pt x="100" y="33"/>
                    </a:cubicBezTo>
                    <a:cubicBezTo>
                      <a:pt x="107" y="33"/>
                      <a:pt x="112" y="39"/>
                      <a:pt x="112" y="46"/>
                    </a:cubicBezTo>
                    <a:cubicBezTo>
                      <a:pt x="112" y="53"/>
                      <a:pt x="107" y="59"/>
                      <a:pt x="100" y="59"/>
                    </a:cubicBezTo>
                    <a:close/>
                    <a:moveTo>
                      <a:pt x="150" y="59"/>
                    </a:moveTo>
                    <a:cubicBezTo>
                      <a:pt x="143" y="59"/>
                      <a:pt x="138" y="53"/>
                      <a:pt x="138" y="46"/>
                    </a:cubicBezTo>
                    <a:cubicBezTo>
                      <a:pt x="138" y="39"/>
                      <a:pt x="143" y="33"/>
                      <a:pt x="150" y="33"/>
                    </a:cubicBezTo>
                    <a:cubicBezTo>
                      <a:pt x="157" y="33"/>
                      <a:pt x="163" y="39"/>
                      <a:pt x="163" y="46"/>
                    </a:cubicBezTo>
                    <a:cubicBezTo>
                      <a:pt x="163" y="53"/>
                      <a:pt x="157" y="59"/>
                      <a:pt x="150" y="5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47" name="Oval 21"/>
              <p:cNvSpPr>
                <a:spLocks noChangeArrowheads="1"/>
              </p:cNvSpPr>
              <p:nvPr/>
            </p:nvSpPr>
            <p:spPr bwMode="auto">
              <a:xfrm>
                <a:off x="18113375" y="6623050"/>
                <a:ext cx="198437" cy="2000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48" name="Oval 22"/>
              <p:cNvSpPr>
                <a:spLocks noChangeArrowheads="1"/>
              </p:cNvSpPr>
              <p:nvPr/>
            </p:nvSpPr>
            <p:spPr bwMode="auto">
              <a:xfrm>
                <a:off x="18383250" y="6384925"/>
                <a:ext cx="160337" cy="15875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49" name="Freeform 23"/>
              <p:cNvSpPr>
                <a:spLocks noEditPoints="1"/>
              </p:cNvSpPr>
              <p:nvPr/>
            </p:nvSpPr>
            <p:spPr bwMode="auto">
              <a:xfrm>
                <a:off x="17418050" y="6111875"/>
                <a:ext cx="1587500" cy="952500"/>
              </a:xfrm>
              <a:custGeom>
                <a:avLst/>
                <a:gdLst>
                  <a:gd name="T0" fmla="*/ 0 w 507"/>
                  <a:gd name="T1" fmla="*/ 268 h 304"/>
                  <a:gd name="T2" fmla="*/ 37 w 507"/>
                  <a:gd name="T3" fmla="*/ 304 h 304"/>
                  <a:gd name="T4" fmla="*/ 471 w 507"/>
                  <a:gd name="T5" fmla="*/ 304 h 304"/>
                  <a:gd name="T6" fmla="*/ 507 w 507"/>
                  <a:gd name="T7" fmla="*/ 268 h 304"/>
                  <a:gd name="T8" fmla="*/ 507 w 507"/>
                  <a:gd name="T9" fmla="*/ 0 h 304"/>
                  <a:gd name="T10" fmla="*/ 0 w 507"/>
                  <a:gd name="T11" fmla="*/ 0 h 304"/>
                  <a:gd name="T12" fmla="*/ 0 w 507"/>
                  <a:gd name="T13" fmla="*/ 268 h 304"/>
                  <a:gd name="T14" fmla="*/ 155 w 507"/>
                  <a:gd name="T15" fmla="*/ 52 h 304"/>
                  <a:gd name="T16" fmla="*/ 199 w 507"/>
                  <a:gd name="T17" fmla="*/ 96 h 304"/>
                  <a:gd name="T18" fmla="*/ 193 w 507"/>
                  <a:gd name="T19" fmla="*/ 119 h 304"/>
                  <a:gd name="T20" fmla="*/ 224 w 507"/>
                  <a:gd name="T21" fmla="*/ 151 h 304"/>
                  <a:gd name="T22" fmla="*/ 253 w 507"/>
                  <a:gd name="T23" fmla="*/ 142 h 304"/>
                  <a:gd name="T24" fmla="*/ 283 w 507"/>
                  <a:gd name="T25" fmla="*/ 151 h 304"/>
                  <a:gd name="T26" fmla="*/ 295 w 507"/>
                  <a:gd name="T27" fmla="*/ 139 h 304"/>
                  <a:gd name="T28" fmla="*/ 287 w 507"/>
                  <a:gd name="T29" fmla="*/ 112 h 304"/>
                  <a:gd name="T30" fmla="*/ 333 w 507"/>
                  <a:gd name="T31" fmla="*/ 66 h 304"/>
                  <a:gd name="T32" fmla="*/ 379 w 507"/>
                  <a:gd name="T33" fmla="*/ 112 h 304"/>
                  <a:gd name="T34" fmla="*/ 333 w 507"/>
                  <a:gd name="T35" fmla="*/ 158 h 304"/>
                  <a:gd name="T36" fmla="*/ 311 w 507"/>
                  <a:gd name="T37" fmla="*/ 153 h 304"/>
                  <a:gd name="T38" fmla="*/ 297 w 507"/>
                  <a:gd name="T39" fmla="*/ 166 h 304"/>
                  <a:gd name="T40" fmla="*/ 306 w 507"/>
                  <a:gd name="T41" fmla="*/ 195 h 304"/>
                  <a:gd name="T42" fmla="*/ 253 w 507"/>
                  <a:gd name="T43" fmla="*/ 247 h 304"/>
                  <a:gd name="T44" fmla="*/ 201 w 507"/>
                  <a:gd name="T45" fmla="*/ 195 h 304"/>
                  <a:gd name="T46" fmla="*/ 210 w 507"/>
                  <a:gd name="T47" fmla="*/ 166 h 304"/>
                  <a:gd name="T48" fmla="*/ 178 w 507"/>
                  <a:gd name="T49" fmla="*/ 134 h 304"/>
                  <a:gd name="T50" fmla="*/ 155 w 507"/>
                  <a:gd name="T51" fmla="*/ 141 h 304"/>
                  <a:gd name="T52" fmla="*/ 110 w 507"/>
                  <a:gd name="T53" fmla="*/ 96 h 304"/>
                  <a:gd name="T54" fmla="*/ 155 w 507"/>
                  <a:gd name="T55" fmla="*/ 52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07" h="304">
                    <a:moveTo>
                      <a:pt x="0" y="268"/>
                    </a:moveTo>
                    <a:cubicBezTo>
                      <a:pt x="0" y="288"/>
                      <a:pt x="17" y="304"/>
                      <a:pt x="37" y="304"/>
                    </a:cubicBezTo>
                    <a:cubicBezTo>
                      <a:pt x="471" y="304"/>
                      <a:pt x="471" y="304"/>
                      <a:pt x="471" y="304"/>
                    </a:cubicBezTo>
                    <a:cubicBezTo>
                      <a:pt x="491" y="304"/>
                      <a:pt x="507" y="288"/>
                      <a:pt x="507" y="268"/>
                    </a:cubicBezTo>
                    <a:cubicBezTo>
                      <a:pt x="507" y="0"/>
                      <a:pt x="507" y="0"/>
                      <a:pt x="507" y="0"/>
                    </a:cubicBezTo>
                    <a:cubicBezTo>
                      <a:pt x="0" y="0"/>
                      <a:pt x="0" y="0"/>
                      <a:pt x="0" y="0"/>
                    </a:cubicBezTo>
                    <a:lnTo>
                      <a:pt x="0" y="268"/>
                    </a:lnTo>
                    <a:close/>
                    <a:moveTo>
                      <a:pt x="155" y="52"/>
                    </a:moveTo>
                    <a:cubicBezTo>
                      <a:pt x="179" y="52"/>
                      <a:pt x="199" y="72"/>
                      <a:pt x="199" y="96"/>
                    </a:cubicBezTo>
                    <a:cubicBezTo>
                      <a:pt x="199" y="105"/>
                      <a:pt x="197" y="113"/>
                      <a:pt x="193" y="119"/>
                    </a:cubicBezTo>
                    <a:cubicBezTo>
                      <a:pt x="224" y="151"/>
                      <a:pt x="224" y="151"/>
                      <a:pt x="224" y="151"/>
                    </a:cubicBezTo>
                    <a:cubicBezTo>
                      <a:pt x="233" y="146"/>
                      <a:pt x="243" y="142"/>
                      <a:pt x="253" y="142"/>
                    </a:cubicBezTo>
                    <a:cubicBezTo>
                      <a:pt x="264" y="142"/>
                      <a:pt x="274" y="146"/>
                      <a:pt x="283" y="151"/>
                    </a:cubicBezTo>
                    <a:cubicBezTo>
                      <a:pt x="295" y="139"/>
                      <a:pt x="295" y="139"/>
                      <a:pt x="295" y="139"/>
                    </a:cubicBezTo>
                    <a:cubicBezTo>
                      <a:pt x="290" y="131"/>
                      <a:pt x="287" y="122"/>
                      <a:pt x="287" y="112"/>
                    </a:cubicBezTo>
                    <a:cubicBezTo>
                      <a:pt x="287" y="87"/>
                      <a:pt x="308" y="66"/>
                      <a:pt x="333" y="66"/>
                    </a:cubicBezTo>
                    <a:cubicBezTo>
                      <a:pt x="359" y="66"/>
                      <a:pt x="379" y="87"/>
                      <a:pt x="379" y="112"/>
                    </a:cubicBezTo>
                    <a:cubicBezTo>
                      <a:pt x="379" y="138"/>
                      <a:pt x="359" y="158"/>
                      <a:pt x="333" y="158"/>
                    </a:cubicBezTo>
                    <a:cubicBezTo>
                      <a:pt x="325" y="158"/>
                      <a:pt x="317" y="156"/>
                      <a:pt x="311" y="153"/>
                    </a:cubicBezTo>
                    <a:cubicBezTo>
                      <a:pt x="297" y="166"/>
                      <a:pt x="297" y="166"/>
                      <a:pt x="297" y="166"/>
                    </a:cubicBezTo>
                    <a:cubicBezTo>
                      <a:pt x="303" y="174"/>
                      <a:pt x="306" y="184"/>
                      <a:pt x="306" y="195"/>
                    </a:cubicBezTo>
                    <a:cubicBezTo>
                      <a:pt x="306" y="224"/>
                      <a:pt x="282" y="247"/>
                      <a:pt x="253" y="247"/>
                    </a:cubicBezTo>
                    <a:cubicBezTo>
                      <a:pt x="225" y="247"/>
                      <a:pt x="201" y="224"/>
                      <a:pt x="201" y="195"/>
                    </a:cubicBezTo>
                    <a:cubicBezTo>
                      <a:pt x="201" y="184"/>
                      <a:pt x="204" y="174"/>
                      <a:pt x="210" y="166"/>
                    </a:cubicBezTo>
                    <a:cubicBezTo>
                      <a:pt x="178" y="134"/>
                      <a:pt x="178" y="134"/>
                      <a:pt x="178" y="134"/>
                    </a:cubicBezTo>
                    <a:cubicBezTo>
                      <a:pt x="171" y="138"/>
                      <a:pt x="163" y="141"/>
                      <a:pt x="155" y="141"/>
                    </a:cubicBezTo>
                    <a:cubicBezTo>
                      <a:pt x="130" y="141"/>
                      <a:pt x="110" y="121"/>
                      <a:pt x="110" y="96"/>
                    </a:cubicBezTo>
                    <a:cubicBezTo>
                      <a:pt x="110" y="72"/>
                      <a:pt x="130" y="52"/>
                      <a:pt x="155" y="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50" name="Oval 24"/>
              <p:cNvSpPr>
                <a:spLocks noChangeArrowheads="1"/>
              </p:cNvSpPr>
              <p:nvPr/>
            </p:nvSpPr>
            <p:spPr bwMode="auto">
              <a:xfrm>
                <a:off x="17829213" y="6337300"/>
                <a:ext cx="147637" cy="15081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grpSp>
      </p:grpSp>
      <p:grpSp>
        <p:nvGrpSpPr>
          <p:cNvPr id="5" name="组合 4"/>
          <p:cNvGrpSpPr/>
          <p:nvPr/>
        </p:nvGrpSpPr>
        <p:grpSpPr>
          <a:xfrm>
            <a:off x="6300304" y="3138813"/>
            <a:ext cx="704912" cy="704912"/>
            <a:chOff x="8400405" y="4185084"/>
            <a:chExt cx="939882" cy="939882"/>
          </a:xfrm>
        </p:grpSpPr>
        <p:sp>
          <p:nvSpPr>
            <p:cNvPr id="28" name="Rectangle 27"/>
            <p:cNvSpPr/>
            <p:nvPr/>
          </p:nvSpPr>
          <p:spPr>
            <a:xfrm>
              <a:off x="8400405" y="4185084"/>
              <a:ext cx="939882" cy="9398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latin typeface="微软雅黑" panose="020B0503020204020204" pitchFamily="34" charset="-122"/>
              </a:endParaRPr>
            </a:p>
          </p:txBody>
        </p:sp>
        <p:grpSp>
          <p:nvGrpSpPr>
            <p:cNvPr id="51" name="Group 50"/>
            <p:cNvGrpSpPr/>
            <p:nvPr/>
          </p:nvGrpSpPr>
          <p:grpSpPr>
            <a:xfrm>
              <a:off x="8635807" y="4461384"/>
              <a:ext cx="493352" cy="387281"/>
              <a:chOff x="5348288" y="5818188"/>
              <a:chExt cx="1587500" cy="1246187"/>
            </a:xfrm>
          </p:grpSpPr>
          <p:sp>
            <p:nvSpPr>
              <p:cNvPr id="52" name="Freeform 51"/>
              <p:cNvSpPr>
                <a:spLocks noEditPoints="1"/>
              </p:cNvSpPr>
              <p:nvPr/>
            </p:nvSpPr>
            <p:spPr bwMode="auto">
              <a:xfrm>
                <a:off x="5348288" y="5818188"/>
                <a:ext cx="1587500" cy="263525"/>
              </a:xfrm>
              <a:custGeom>
                <a:avLst/>
                <a:gdLst>
                  <a:gd name="T0" fmla="*/ 471 w 507"/>
                  <a:gd name="T1" fmla="*/ 0 h 84"/>
                  <a:gd name="T2" fmla="*/ 37 w 507"/>
                  <a:gd name="T3" fmla="*/ 0 h 84"/>
                  <a:gd name="T4" fmla="*/ 0 w 507"/>
                  <a:gd name="T5" fmla="*/ 37 h 84"/>
                  <a:gd name="T6" fmla="*/ 0 w 507"/>
                  <a:gd name="T7" fmla="*/ 84 h 84"/>
                  <a:gd name="T8" fmla="*/ 507 w 507"/>
                  <a:gd name="T9" fmla="*/ 84 h 84"/>
                  <a:gd name="T10" fmla="*/ 507 w 507"/>
                  <a:gd name="T11" fmla="*/ 37 h 84"/>
                  <a:gd name="T12" fmla="*/ 471 w 507"/>
                  <a:gd name="T13" fmla="*/ 0 h 84"/>
                  <a:gd name="T14" fmla="*/ 49 w 507"/>
                  <a:gd name="T15" fmla="*/ 59 h 84"/>
                  <a:gd name="T16" fmla="*/ 36 w 507"/>
                  <a:gd name="T17" fmla="*/ 46 h 84"/>
                  <a:gd name="T18" fmla="*/ 49 w 507"/>
                  <a:gd name="T19" fmla="*/ 33 h 84"/>
                  <a:gd name="T20" fmla="*/ 62 w 507"/>
                  <a:gd name="T21" fmla="*/ 46 h 84"/>
                  <a:gd name="T22" fmla="*/ 49 w 507"/>
                  <a:gd name="T23" fmla="*/ 59 h 84"/>
                  <a:gd name="T24" fmla="*/ 100 w 507"/>
                  <a:gd name="T25" fmla="*/ 59 h 84"/>
                  <a:gd name="T26" fmla="*/ 87 w 507"/>
                  <a:gd name="T27" fmla="*/ 46 h 84"/>
                  <a:gd name="T28" fmla="*/ 100 w 507"/>
                  <a:gd name="T29" fmla="*/ 33 h 84"/>
                  <a:gd name="T30" fmla="*/ 113 w 507"/>
                  <a:gd name="T31" fmla="*/ 46 h 84"/>
                  <a:gd name="T32" fmla="*/ 100 w 507"/>
                  <a:gd name="T33" fmla="*/ 59 h 84"/>
                  <a:gd name="T34" fmla="*/ 151 w 507"/>
                  <a:gd name="T35" fmla="*/ 59 h 84"/>
                  <a:gd name="T36" fmla="*/ 138 w 507"/>
                  <a:gd name="T37" fmla="*/ 46 h 84"/>
                  <a:gd name="T38" fmla="*/ 151 w 507"/>
                  <a:gd name="T39" fmla="*/ 33 h 84"/>
                  <a:gd name="T40" fmla="*/ 163 w 507"/>
                  <a:gd name="T41" fmla="*/ 46 h 84"/>
                  <a:gd name="T42" fmla="*/ 151 w 507"/>
                  <a:gd name="T43"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7" h="84">
                    <a:moveTo>
                      <a:pt x="471" y="0"/>
                    </a:moveTo>
                    <a:cubicBezTo>
                      <a:pt x="37" y="0"/>
                      <a:pt x="37" y="0"/>
                      <a:pt x="37" y="0"/>
                    </a:cubicBezTo>
                    <a:cubicBezTo>
                      <a:pt x="17" y="0"/>
                      <a:pt x="0" y="17"/>
                      <a:pt x="0" y="37"/>
                    </a:cubicBezTo>
                    <a:cubicBezTo>
                      <a:pt x="0" y="84"/>
                      <a:pt x="0" y="84"/>
                      <a:pt x="0" y="84"/>
                    </a:cubicBezTo>
                    <a:cubicBezTo>
                      <a:pt x="507" y="84"/>
                      <a:pt x="507" y="84"/>
                      <a:pt x="507" y="84"/>
                    </a:cubicBezTo>
                    <a:cubicBezTo>
                      <a:pt x="507" y="37"/>
                      <a:pt x="507" y="37"/>
                      <a:pt x="507" y="37"/>
                    </a:cubicBezTo>
                    <a:cubicBezTo>
                      <a:pt x="507" y="17"/>
                      <a:pt x="491" y="0"/>
                      <a:pt x="471" y="0"/>
                    </a:cubicBezTo>
                    <a:close/>
                    <a:moveTo>
                      <a:pt x="49" y="59"/>
                    </a:moveTo>
                    <a:cubicBezTo>
                      <a:pt x="42" y="59"/>
                      <a:pt x="36" y="53"/>
                      <a:pt x="36" y="46"/>
                    </a:cubicBezTo>
                    <a:cubicBezTo>
                      <a:pt x="36" y="39"/>
                      <a:pt x="42" y="33"/>
                      <a:pt x="49" y="33"/>
                    </a:cubicBezTo>
                    <a:cubicBezTo>
                      <a:pt x="56" y="33"/>
                      <a:pt x="62" y="39"/>
                      <a:pt x="62" y="46"/>
                    </a:cubicBezTo>
                    <a:cubicBezTo>
                      <a:pt x="62" y="53"/>
                      <a:pt x="56" y="59"/>
                      <a:pt x="49" y="59"/>
                    </a:cubicBezTo>
                    <a:close/>
                    <a:moveTo>
                      <a:pt x="100" y="59"/>
                    </a:moveTo>
                    <a:cubicBezTo>
                      <a:pt x="93" y="59"/>
                      <a:pt x="87" y="53"/>
                      <a:pt x="87" y="46"/>
                    </a:cubicBezTo>
                    <a:cubicBezTo>
                      <a:pt x="87" y="39"/>
                      <a:pt x="93" y="33"/>
                      <a:pt x="100" y="33"/>
                    </a:cubicBezTo>
                    <a:cubicBezTo>
                      <a:pt x="107" y="33"/>
                      <a:pt x="113" y="39"/>
                      <a:pt x="113" y="46"/>
                    </a:cubicBezTo>
                    <a:cubicBezTo>
                      <a:pt x="113" y="53"/>
                      <a:pt x="107" y="59"/>
                      <a:pt x="100" y="59"/>
                    </a:cubicBezTo>
                    <a:close/>
                    <a:moveTo>
                      <a:pt x="151" y="59"/>
                    </a:moveTo>
                    <a:cubicBezTo>
                      <a:pt x="144" y="59"/>
                      <a:pt x="138" y="53"/>
                      <a:pt x="138" y="46"/>
                    </a:cubicBezTo>
                    <a:cubicBezTo>
                      <a:pt x="138" y="39"/>
                      <a:pt x="144" y="33"/>
                      <a:pt x="151" y="33"/>
                    </a:cubicBezTo>
                    <a:cubicBezTo>
                      <a:pt x="158" y="33"/>
                      <a:pt x="163" y="39"/>
                      <a:pt x="163" y="46"/>
                    </a:cubicBezTo>
                    <a:cubicBezTo>
                      <a:pt x="163" y="53"/>
                      <a:pt x="158" y="59"/>
                      <a:pt x="151" y="5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53" name="Freeform 52"/>
              <p:cNvSpPr>
                <a:spLocks noEditPoints="1"/>
              </p:cNvSpPr>
              <p:nvPr/>
            </p:nvSpPr>
            <p:spPr bwMode="auto">
              <a:xfrm>
                <a:off x="5348288" y="6111875"/>
                <a:ext cx="1587500" cy="952500"/>
              </a:xfrm>
              <a:custGeom>
                <a:avLst/>
                <a:gdLst>
                  <a:gd name="T0" fmla="*/ 0 w 507"/>
                  <a:gd name="T1" fmla="*/ 268 h 304"/>
                  <a:gd name="T2" fmla="*/ 37 w 507"/>
                  <a:gd name="T3" fmla="*/ 304 h 304"/>
                  <a:gd name="T4" fmla="*/ 471 w 507"/>
                  <a:gd name="T5" fmla="*/ 304 h 304"/>
                  <a:gd name="T6" fmla="*/ 507 w 507"/>
                  <a:gd name="T7" fmla="*/ 268 h 304"/>
                  <a:gd name="T8" fmla="*/ 507 w 507"/>
                  <a:gd name="T9" fmla="*/ 0 h 304"/>
                  <a:gd name="T10" fmla="*/ 0 w 507"/>
                  <a:gd name="T11" fmla="*/ 0 h 304"/>
                  <a:gd name="T12" fmla="*/ 0 w 507"/>
                  <a:gd name="T13" fmla="*/ 268 h 304"/>
                  <a:gd name="T14" fmla="*/ 181 w 507"/>
                  <a:gd name="T15" fmla="*/ 200 h 304"/>
                  <a:gd name="T16" fmla="*/ 212 w 507"/>
                  <a:gd name="T17" fmla="*/ 169 h 304"/>
                  <a:gd name="T18" fmla="*/ 221 w 507"/>
                  <a:gd name="T19" fmla="*/ 89 h 304"/>
                  <a:gd name="T20" fmla="*/ 266 w 507"/>
                  <a:gd name="T21" fmla="*/ 70 h 304"/>
                  <a:gd name="T22" fmla="*/ 312 w 507"/>
                  <a:gd name="T23" fmla="*/ 89 h 304"/>
                  <a:gd name="T24" fmla="*/ 312 w 507"/>
                  <a:gd name="T25" fmla="*/ 180 h 304"/>
                  <a:gd name="T26" fmla="*/ 266 w 507"/>
                  <a:gd name="T27" fmla="*/ 199 h 304"/>
                  <a:gd name="T28" fmla="*/ 232 w 507"/>
                  <a:gd name="T29" fmla="*/ 188 h 304"/>
                  <a:gd name="T30" fmla="*/ 201 w 507"/>
                  <a:gd name="T31" fmla="*/ 220 h 304"/>
                  <a:gd name="T32" fmla="*/ 191 w 507"/>
                  <a:gd name="T33" fmla="*/ 224 h 304"/>
                  <a:gd name="T34" fmla="*/ 181 w 507"/>
                  <a:gd name="T35" fmla="*/ 220 h 304"/>
                  <a:gd name="T36" fmla="*/ 181 w 507"/>
                  <a:gd name="T37" fmla="*/ 20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7" h="304">
                    <a:moveTo>
                      <a:pt x="0" y="268"/>
                    </a:moveTo>
                    <a:cubicBezTo>
                      <a:pt x="0" y="288"/>
                      <a:pt x="17" y="304"/>
                      <a:pt x="37" y="304"/>
                    </a:cubicBezTo>
                    <a:cubicBezTo>
                      <a:pt x="471" y="304"/>
                      <a:pt x="471" y="304"/>
                      <a:pt x="471" y="304"/>
                    </a:cubicBezTo>
                    <a:cubicBezTo>
                      <a:pt x="491" y="304"/>
                      <a:pt x="507" y="288"/>
                      <a:pt x="507" y="268"/>
                    </a:cubicBezTo>
                    <a:cubicBezTo>
                      <a:pt x="507" y="0"/>
                      <a:pt x="507" y="0"/>
                      <a:pt x="507" y="0"/>
                    </a:cubicBezTo>
                    <a:cubicBezTo>
                      <a:pt x="0" y="0"/>
                      <a:pt x="0" y="0"/>
                      <a:pt x="0" y="0"/>
                    </a:cubicBezTo>
                    <a:lnTo>
                      <a:pt x="0" y="268"/>
                    </a:lnTo>
                    <a:close/>
                    <a:moveTo>
                      <a:pt x="181" y="200"/>
                    </a:moveTo>
                    <a:cubicBezTo>
                      <a:pt x="212" y="169"/>
                      <a:pt x="212" y="169"/>
                      <a:pt x="212" y="169"/>
                    </a:cubicBezTo>
                    <a:cubicBezTo>
                      <a:pt x="196" y="144"/>
                      <a:pt x="199" y="110"/>
                      <a:pt x="221" y="89"/>
                    </a:cubicBezTo>
                    <a:cubicBezTo>
                      <a:pt x="233" y="77"/>
                      <a:pt x="249" y="70"/>
                      <a:pt x="266" y="70"/>
                    </a:cubicBezTo>
                    <a:cubicBezTo>
                      <a:pt x="283" y="70"/>
                      <a:pt x="300" y="77"/>
                      <a:pt x="312" y="89"/>
                    </a:cubicBezTo>
                    <a:cubicBezTo>
                      <a:pt x="337" y="114"/>
                      <a:pt x="337" y="155"/>
                      <a:pt x="312" y="180"/>
                    </a:cubicBezTo>
                    <a:cubicBezTo>
                      <a:pt x="300" y="192"/>
                      <a:pt x="284" y="199"/>
                      <a:pt x="266" y="199"/>
                    </a:cubicBezTo>
                    <a:cubicBezTo>
                      <a:pt x="254" y="199"/>
                      <a:pt x="242" y="195"/>
                      <a:pt x="232" y="188"/>
                    </a:cubicBezTo>
                    <a:cubicBezTo>
                      <a:pt x="201" y="220"/>
                      <a:pt x="201" y="220"/>
                      <a:pt x="201" y="220"/>
                    </a:cubicBezTo>
                    <a:cubicBezTo>
                      <a:pt x="198" y="222"/>
                      <a:pt x="194" y="224"/>
                      <a:pt x="191" y="224"/>
                    </a:cubicBezTo>
                    <a:cubicBezTo>
                      <a:pt x="187" y="224"/>
                      <a:pt x="184" y="222"/>
                      <a:pt x="181" y="220"/>
                    </a:cubicBezTo>
                    <a:cubicBezTo>
                      <a:pt x="176" y="214"/>
                      <a:pt x="176" y="205"/>
                      <a:pt x="181" y="20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sp>
            <p:nvSpPr>
              <p:cNvPr id="54" name="Freeform 53"/>
              <p:cNvSpPr/>
              <p:nvPr/>
            </p:nvSpPr>
            <p:spPr bwMode="auto">
              <a:xfrm>
                <a:off x="6040438" y="6403975"/>
                <a:ext cx="280987" cy="255587"/>
              </a:xfrm>
              <a:custGeom>
                <a:avLst/>
                <a:gdLst>
                  <a:gd name="T0" fmla="*/ 45 w 90"/>
                  <a:gd name="T1" fmla="*/ 82 h 82"/>
                  <a:gd name="T2" fmla="*/ 74 w 90"/>
                  <a:gd name="T3" fmla="*/ 70 h 82"/>
                  <a:gd name="T4" fmla="*/ 74 w 90"/>
                  <a:gd name="T5" fmla="*/ 12 h 82"/>
                  <a:gd name="T6" fmla="*/ 45 w 90"/>
                  <a:gd name="T7" fmla="*/ 0 h 82"/>
                  <a:gd name="T8" fmla="*/ 16 w 90"/>
                  <a:gd name="T9" fmla="*/ 12 h 82"/>
                  <a:gd name="T10" fmla="*/ 16 w 90"/>
                  <a:gd name="T11" fmla="*/ 70 h 82"/>
                  <a:gd name="T12" fmla="*/ 45 w 90"/>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45" y="82"/>
                    </a:moveTo>
                    <a:cubicBezTo>
                      <a:pt x="56" y="82"/>
                      <a:pt x="67" y="78"/>
                      <a:pt x="74" y="70"/>
                    </a:cubicBezTo>
                    <a:cubicBezTo>
                      <a:pt x="90" y="54"/>
                      <a:pt x="90" y="28"/>
                      <a:pt x="74" y="12"/>
                    </a:cubicBezTo>
                    <a:cubicBezTo>
                      <a:pt x="67" y="5"/>
                      <a:pt x="56" y="0"/>
                      <a:pt x="45" y="0"/>
                    </a:cubicBezTo>
                    <a:cubicBezTo>
                      <a:pt x="34" y="0"/>
                      <a:pt x="24" y="5"/>
                      <a:pt x="16" y="12"/>
                    </a:cubicBezTo>
                    <a:cubicBezTo>
                      <a:pt x="0" y="28"/>
                      <a:pt x="0" y="54"/>
                      <a:pt x="16" y="70"/>
                    </a:cubicBezTo>
                    <a:cubicBezTo>
                      <a:pt x="24" y="78"/>
                      <a:pt x="34" y="82"/>
                      <a:pt x="45"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34290" tIns="17145" rIns="34290" bIns="17145" numCol="1" anchor="t" anchorCtr="0" compatLnSpc="1"/>
              <a:lstStyle/>
              <a:p>
                <a:endParaRPr lang="en-US" sz="675" dirty="0">
                  <a:latin typeface="微软雅黑" panose="020B0503020204020204" pitchFamily="34" charset="-122"/>
                </a:endParaRPr>
              </a:p>
            </p:txBody>
          </p:sp>
        </p:grpSp>
      </p:grpSp>
      <p:grpSp>
        <p:nvGrpSpPr>
          <p:cNvPr id="65" name="组合 64"/>
          <p:cNvGrpSpPr/>
          <p:nvPr/>
        </p:nvGrpSpPr>
        <p:grpSpPr>
          <a:xfrm>
            <a:off x="7075735" y="1432907"/>
            <a:ext cx="1836000" cy="1533525"/>
            <a:chOff x="7483989" y="3236385"/>
            <a:chExt cx="2447999" cy="2044701"/>
          </a:xfrm>
        </p:grpSpPr>
        <p:sp>
          <p:nvSpPr>
            <p:cNvPr id="66" name="矩形 65"/>
            <p:cNvSpPr/>
            <p:nvPr/>
          </p:nvSpPr>
          <p:spPr>
            <a:xfrm>
              <a:off x="7483989" y="3615692"/>
              <a:ext cx="2447999" cy="1665394"/>
            </a:xfrm>
            <a:prstGeom prst="rect">
              <a:avLst/>
            </a:prstGeom>
          </p:spPr>
          <p:txBody>
            <a:bodyPr wrap="square">
              <a:spAutoFit/>
              <a:scene3d>
                <a:camera prst="orthographicFront"/>
                <a:lightRig rig="threePt" dir="t"/>
              </a:scene3d>
              <a:sp3d contourW="12700"/>
            </a:bodyPr>
            <a:lstStyle/>
            <a:p>
              <a:pPr algn="just">
                <a:lnSpc>
                  <a:spcPct val="130000"/>
                </a:lnSpc>
              </a:pPr>
              <a:r>
                <a:rPr lang="zh-CN" altLang="en-US" sz="825" dirty="0">
                  <a:solidFill>
                    <a:schemeClr val="tx1">
                      <a:lumMod val="75000"/>
                      <a:lumOff val="25000"/>
                    </a:schemeClr>
                  </a:solidFill>
                  <a:latin typeface="+mn-ea"/>
                </a:rPr>
                <a:t>主板是微机系统中最重要的部件。主板也称为主机板、系统板、母板。它是一块多层印刷电路板，主板上有控制芯片组、CPU插座、BIOS芯片、内存条插槽、PCI局部总线扩展槽、AGP显示卡接口插槽、键盘和鼠标接口以及一些外围接口与控制开关等。</a:t>
              </a:r>
            </a:p>
          </p:txBody>
        </p:sp>
        <p:sp>
          <p:nvSpPr>
            <p:cNvPr id="67" name="矩形 66"/>
            <p:cNvSpPr/>
            <p:nvPr/>
          </p:nvSpPr>
          <p:spPr>
            <a:xfrm>
              <a:off x="7483989" y="3236385"/>
              <a:ext cx="2050551" cy="4910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500" b="1" dirty="0">
                  <a:latin typeface="+mn-ea"/>
                </a:rPr>
                <a:t>主板</a:t>
              </a:r>
            </a:p>
          </p:txBody>
        </p:sp>
      </p:grpSp>
      <p:grpSp>
        <p:nvGrpSpPr>
          <p:cNvPr id="68" name="组合 67"/>
          <p:cNvGrpSpPr/>
          <p:nvPr/>
        </p:nvGrpSpPr>
        <p:grpSpPr>
          <a:xfrm>
            <a:off x="7075735" y="3087899"/>
            <a:ext cx="1836000" cy="558389"/>
            <a:chOff x="7483989" y="3236385"/>
            <a:chExt cx="2447999" cy="744519"/>
          </a:xfrm>
        </p:grpSpPr>
        <p:sp>
          <p:nvSpPr>
            <p:cNvPr id="69" name="矩形 68"/>
            <p:cNvSpPr/>
            <p:nvPr/>
          </p:nvSpPr>
          <p:spPr>
            <a:xfrm>
              <a:off x="7483989" y="3615760"/>
              <a:ext cx="2447999" cy="365144"/>
            </a:xfrm>
            <a:prstGeom prst="rect">
              <a:avLst/>
            </a:prstGeom>
          </p:spPr>
          <p:txBody>
            <a:bodyPr wrap="square">
              <a:spAutoFit/>
              <a:scene3d>
                <a:camera prst="orthographicFront"/>
                <a:lightRig rig="threePt" dir="t"/>
              </a:scene3d>
              <a:sp3d contourW="12700"/>
            </a:bodyPr>
            <a:lstStyle/>
            <a:p>
              <a:pPr algn="just">
                <a:lnSpc>
                  <a:spcPct val="130000"/>
                </a:lnSpc>
              </a:pPr>
              <a:r>
                <a:rPr lang="zh-CN" altLang="en-US" sz="1000" b="1" dirty="0">
                  <a:solidFill>
                    <a:schemeClr val="accent6"/>
                  </a:solidFill>
                  <a:latin typeface="微软雅黑 Light" panose="020B0502040204020203" pitchFamily="34" charset="-122"/>
                  <a:ea typeface="微软雅黑 Light" panose="020B0502040204020203" pitchFamily="34" charset="-122"/>
                </a:rPr>
                <a:t>详情见下一页</a:t>
              </a:r>
            </a:p>
          </p:txBody>
        </p:sp>
        <p:sp>
          <p:nvSpPr>
            <p:cNvPr id="70" name="矩形 69"/>
            <p:cNvSpPr/>
            <p:nvPr/>
          </p:nvSpPr>
          <p:spPr>
            <a:xfrm>
              <a:off x="7483989" y="3236385"/>
              <a:ext cx="2050551" cy="4910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500" b="1" dirty="0">
                  <a:latin typeface="+mn-ea"/>
                </a:rPr>
                <a:t>机箱和电源</a:t>
              </a:r>
            </a:p>
          </p:txBody>
        </p:sp>
      </p:grpSp>
      <p:grpSp>
        <p:nvGrpSpPr>
          <p:cNvPr id="71" name="组合 70"/>
          <p:cNvGrpSpPr/>
          <p:nvPr/>
        </p:nvGrpSpPr>
        <p:grpSpPr>
          <a:xfrm>
            <a:off x="4218985" y="1432907"/>
            <a:ext cx="1836000" cy="871855"/>
            <a:chOff x="7483989" y="3236385"/>
            <a:chExt cx="2447999" cy="1162474"/>
          </a:xfrm>
        </p:grpSpPr>
        <p:sp>
          <p:nvSpPr>
            <p:cNvPr id="72" name="矩形 71"/>
            <p:cNvSpPr/>
            <p:nvPr/>
          </p:nvSpPr>
          <p:spPr>
            <a:xfrm>
              <a:off x="7483989" y="3615692"/>
              <a:ext cx="2447999" cy="783167"/>
            </a:xfrm>
            <a:prstGeom prst="rect">
              <a:avLst/>
            </a:prstGeom>
          </p:spPr>
          <p:txBody>
            <a:bodyPr wrap="square">
              <a:spAutoFit/>
              <a:scene3d>
                <a:camera prst="orthographicFront"/>
                <a:lightRig rig="threePt" dir="t"/>
              </a:scene3d>
              <a:sp3d contourW="12700"/>
            </a:bodyPr>
            <a:lstStyle/>
            <a:p>
              <a:pPr algn="just">
                <a:lnSpc>
                  <a:spcPct val="130000"/>
                </a:lnSpc>
              </a:pPr>
              <a:r>
                <a:rPr lang="zh-CN" altLang="en-US" sz="825" dirty="0">
                  <a:solidFill>
                    <a:schemeClr val="tx1">
                      <a:lumMod val="75000"/>
                      <a:lumOff val="25000"/>
                    </a:schemeClr>
                  </a:solidFill>
                  <a:latin typeface="+mn-ea"/>
                </a:rPr>
                <a:t>内存储器简称内存，是计算机的记忆中心，用来存放当前计算机运行所需要的程序和数据。</a:t>
              </a:r>
            </a:p>
          </p:txBody>
        </p:sp>
        <p:sp>
          <p:nvSpPr>
            <p:cNvPr id="73" name="矩形 72"/>
            <p:cNvSpPr/>
            <p:nvPr/>
          </p:nvSpPr>
          <p:spPr>
            <a:xfrm>
              <a:off x="7483989" y="3236385"/>
              <a:ext cx="2050551" cy="4910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500" b="1" dirty="0">
                  <a:latin typeface="+mn-ea"/>
                </a:rPr>
                <a:t>内存</a:t>
              </a:r>
            </a:p>
          </p:txBody>
        </p:sp>
      </p:grpSp>
      <p:grpSp>
        <p:nvGrpSpPr>
          <p:cNvPr id="74" name="组合 73"/>
          <p:cNvGrpSpPr/>
          <p:nvPr/>
        </p:nvGrpSpPr>
        <p:grpSpPr>
          <a:xfrm>
            <a:off x="4218985" y="3087899"/>
            <a:ext cx="1836000" cy="1368425"/>
            <a:chOff x="7483989" y="3236385"/>
            <a:chExt cx="2447999" cy="1824567"/>
          </a:xfrm>
        </p:grpSpPr>
        <p:sp>
          <p:nvSpPr>
            <p:cNvPr id="75" name="矩形 74"/>
            <p:cNvSpPr/>
            <p:nvPr/>
          </p:nvSpPr>
          <p:spPr>
            <a:xfrm>
              <a:off x="7483989" y="3615692"/>
              <a:ext cx="2447999" cy="1445260"/>
            </a:xfrm>
            <a:prstGeom prst="rect">
              <a:avLst/>
            </a:prstGeom>
          </p:spPr>
          <p:txBody>
            <a:bodyPr wrap="square">
              <a:spAutoFit/>
              <a:scene3d>
                <a:camera prst="orthographicFront"/>
                <a:lightRig rig="threePt" dir="t"/>
              </a:scene3d>
              <a:sp3d contourW="12700"/>
            </a:bodyPr>
            <a:lstStyle/>
            <a:p>
              <a:pPr algn="just">
                <a:lnSpc>
                  <a:spcPct val="130000"/>
                </a:lnSpc>
              </a:pPr>
              <a:r>
                <a:rPr lang="zh-CN" altLang="en-US" sz="825" dirty="0">
                  <a:solidFill>
                    <a:schemeClr val="tx1">
                      <a:lumMod val="75000"/>
                      <a:lumOff val="25000"/>
                    </a:schemeClr>
                  </a:solidFill>
                  <a:latin typeface="+mn-ea"/>
                </a:rPr>
                <a:t>各种接口适配器是主板与各种外围设备之间的联系渠道。通常安装的适配器有显示卡、声卡、网卡等。由于这些适配器都具有标准的电气接口和机械尺寸，因此用户可以根据需要进行选配和扩充。</a:t>
              </a:r>
            </a:p>
          </p:txBody>
        </p:sp>
        <p:sp>
          <p:nvSpPr>
            <p:cNvPr id="76" name="矩形 75"/>
            <p:cNvSpPr/>
            <p:nvPr/>
          </p:nvSpPr>
          <p:spPr>
            <a:xfrm>
              <a:off x="7483989" y="3236385"/>
              <a:ext cx="2050551" cy="4910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500" b="1" dirty="0">
                  <a:latin typeface="+mn-ea"/>
                </a:rPr>
                <a:t>各种接口适配器</a:t>
              </a:r>
            </a:p>
          </p:txBody>
        </p:sp>
      </p:grpSp>
      <p:grpSp>
        <p:nvGrpSpPr>
          <p:cNvPr id="77" name="组合 76"/>
          <p:cNvGrpSpPr/>
          <p:nvPr/>
        </p:nvGrpSpPr>
        <p:grpSpPr>
          <a:xfrm>
            <a:off x="1354453" y="1432907"/>
            <a:ext cx="1842135" cy="1533525"/>
            <a:chOff x="7483989" y="3236385"/>
            <a:chExt cx="2456179" cy="2044701"/>
          </a:xfrm>
        </p:grpSpPr>
        <p:sp>
          <p:nvSpPr>
            <p:cNvPr id="78" name="矩形 77"/>
            <p:cNvSpPr/>
            <p:nvPr/>
          </p:nvSpPr>
          <p:spPr>
            <a:xfrm>
              <a:off x="7483989" y="3615692"/>
              <a:ext cx="2456179" cy="1665394"/>
            </a:xfrm>
            <a:prstGeom prst="rect">
              <a:avLst/>
            </a:prstGeom>
          </p:spPr>
          <p:txBody>
            <a:bodyPr wrap="square">
              <a:spAutoFit/>
              <a:scene3d>
                <a:camera prst="orthographicFront"/>
                <a:lightRig rig="threePt" dir="t"/>
              </a:scene3d>
              <a:sp3d contourW="12700"/>
            </a:bodyPr>
            <a:lstStyle/>
            <a:p>
              <a:pPr algn="just">
                <a:lnSpc>
                  <a:spcPct val="130000"/>
                </a:lnSpc>
              </a:pPr>
              <a:r>
                <a:rPr lang="zh-CN" altLang="en-US" sz="825" dirty="0">
                  <a:solidFill>
                    <a:schemeClr val="tx1">
                      <a:lumMod val="75000"/>
                      <a:lumOff val="25000"/>
                    </a:schemeClr>
                  </a:solidFill>
                  <a:latin typeface="+mn-ea"/>
                </a:rPr>
                <a:t>中央处理器是计算机的“心脏”，英文缩写为CPU。中央处理器由控制器和运算器构成。控制器是计算机的指挥控制中心，负责对程序所规定的指令进行分析，并协调计算机各个部件的工作；运算器负责对数据进行各种运算。</a:t>
              </a:r>
            </a:p>
          </p:txBody>
        </p:sp>
        <p:sp>
          <p:nvSpPr>
            <p:cNvPr id="81" name="矩形 80"/>
            <p:cNvSpPr/>
            <p:nvPr/>
          </p:nvSpPr>
          <p:spPr>
            <a:xfrm>
              <a:off x="7483989" y="3236385"/>
              <a:ext cx="2050551" cy="4910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500" b="1" dirty="0">
                  <a:latin typeface="+mn-ea"/>
                </a:rPr>
                <a:t>中央处理器CPU</a:t>
              </a:r>
            </a:p>
          </p:txBody>
        </p:sp>
      </p:grpSp>
      <p:grpSp>
        <p:nvGrpSpPr>
          <p:cNvPr id="82" name="组合 81"/>
          <p:cNvGrpSpPr/>
          <p:nvPr/>
        </p:nvGrpSpPr>
        <p:grpSpPr>
          <a:xfrm>
            <a:off x="1354453" y="3087899"/>
            <a:ext cx="1836000" cy="1037590"/>
            <a:chOff x="7483989" y="3236385"/>
            <a:chExt cx="2447999" cy="1383454"/>
          </a:xfrm>
        </p:grpSpPr>
        <p:sp>
          <p:nvSpPr>
            <p:cNvPr id="83" name="矩形 82"/>
            <p:cNvSpPr/>
            <p:nvPr/>
          </p:nvSpPr>
          <p:spPr>
            <a:xfrm>
              <a:off x="7483989" y="3615692"/>
              <a:ext cx="2447999" cy="1004147"/>
            </a:xfrm>
            <a:prstGeom prst="rect">
              <a:avLst/>
            </a:prstGeom>
          </p:spPr>
          <p:txBody>
            <a:bodyPr wrap="square">
              <a:spAutoFit/>
              <a:scene3d>
                <a:camera prst="orthographicFront"/>
                <a:lightRig rig="threePt" dir="t"/>
              </a:scene3d>
              <a:sp3d contourW="12700"/>
            </a:bodyPr>
            <a:lstStyle/>
            <a:p>
              <a:pPr algn="just">
                <a:lnSpc>
                  <a:spcPct val="130000"/>
                </a:lnSpc>
              </a:pPr>
              <a:r>
                <a:rPr lang="zh-CN" altLang="en-US" sz="825" dirty="0">
                  <a:solidFill>
                    <a:schemeClr val="tx1">
                      <a:lumMod val="75000"/>
                      <a:lumOff val="25000"/>
                    </a:schemeClr>
                  </a:solidFill>
                  <a:latin typeface="+mn-ea"/>
                </a:rPr>
                <a:t>硬盘是微机系统中最主要的外部存储设备，是系统装置中重要的组成部分，通过主板上的适配器与主板相连接。</a:t>
              </a:r>
            </a:p>
          </p:txBody>
        </p:sp>
        <p:sp>
          <p:nvSpPr>
            <p:cNvPr id="84" name="矩形 83"/>
            <p:cNvSpPr/>
            <p:nvPr/>
          </p:nvSpPr>
          <p:spPr>
            <a:xfrm>
              <a:off x="7483989" y="3236385"/>
              <a:ext cx="2050551" cy="4910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500" b="1" dirty="0">
                  <a:latin typeface="+mn-ea"/>
                </a:rPr>
                <a:t>硬盘驱动器</a:t>
              </a:r>
            </a:p>
          </p:txBody>
        </p:sp>
      </p:grpSp>
      <p:sp>
        <p:nvSpPr>
          <p:cNvPr id="8" name="文本框 7"/>
          <p:cNvSpPr txBox="1"/>
          <p:nvPr/>
        </p:nvSpPr>
        <p:spPr>
          <a:xfrm>
            <a:off x="575945" y="220345"/>
            <a:ext cx="2540000" cy="368300"/>
          </a:xfrm>
          <a:prstGeom prst="rect">
            <a:avLst/>
          </a:prstGeom>
          <a:noFill/>
        </p:spPr>
        <p:txBody>
          <a:bodyPr wrap="square" rtlCol="0" anchor="t">
            <a:spAutoFit/>
          </a:bodyPr>
          <a:lstStyle/>
          <a:p>
            <a:r>
              <a:rPr lang="zh-CN" altLang="en-US"/>
              <a:t>主机中主要包含什么</a:t>
            </a: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12"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par>
                                <p:cTn id="25" presetID="2" presetClass="entr" presetSubtype="12"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0-#ppt_w/2"/>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12" presetClass="entr" presetSubtype="8" fill="hold" nodeType="afterEffect">
                                  <p:stCondLst>
                                    <p:cond delay="0"/>
                                  </p:stCondLst>
                                  <p:childTnLst>
                                    <p:set>
                                      <p:cBhvr>
                                        <p:cTn id="31" dur="1" fill="hold">
                                          <p:stCondLst>
                                            <p:cond delay="0"/>
                                          </p:stCondLst>
                                        </p:cTn>
                                        <p:tgtEl>
                                          <p:spTgt spid="77"/>
                                        </p:tgtEl>
                                        <p:attrNameLst>
                                          <p:attrName>style.visibility</p:attrName>
                                        </p:attrNameLst>
                                      </p:cBhvr>
                                      <p:to>
                                        <p:strVal val="visible"/>
                                      </p:to>
                                    </p:set>
                                    <p:anim calcmode="lin" valueType="num">
                                      <p:cBhvr additive="base">
                                        <p:cTn id="32" dur="500"/>
                                        <p:tgtEl>
                                          <p:spTgt spid="77"/>
                                        </p:tgtEl>
                                        <p:attrNameLst>
                                          <p:attrName>ppt_x</p:attrName>
                                        </p:attrNameLst>
                                      </p:cBhvr>
                                      <p:tavLst>
                                        <p:tav tm="0">
                                          <p:val>
                                            <p:strVal val="#ppt_x-#ppt_w*1.125000"/>
                                          </p:val>
                                        </p:tav>
                                        <p:tav tm="100000">
                                          <p:val>
                                            <p:strVal val="#ppt_x"/>
                                          </p:val>
                                        </p:tav>
                                      </p:tavLst>
                                    </p:anim>
                                    <p:animEffect transition="in" filter="wipe(right)">
                                      <p:cBhvr>
                                        <p:cTn id="33" dur="500"/>
                                        <p:tgtEl>
                                          <p:spTgt spid="77"/>
                                        </p:tgtEl>
                                      </p:cBhvr>
                                    </p:animEffect>
                                  </p:childTnLst>
                                </p:cTn>
                              </p:par>
                              <p:par>
                                <p:cTn id="34" presetID="12" presetClass="entr" presetSubtype="8" fill="hold" nodeType="withEffect">
                                  <p:stCondLst>
                                    <p:cond delay="0"/>
                                  </p:stCondLst>
                                  <p:childTnLst>
                                    <p:set>
                                      <p:cBhvr>
                                        <p:cTn id="35" dur="1" fill="hold">
                                          <p:stCondLst>
                                            <p:cond delay="0"/>
                                          </p:stCondLst>
                                        </p:cTn>
                                        <p:tgtEl>
                                          <p:spTgt spid="82"/>
                                        </p:tgtEl>
                                        <p:attrNameLst>
                                          <p:attrName>style.visibility</p:attrName>
                                        </p:attrNameLst>
                                      </p:cBhvr>
                                      <p:to>
                                        <p:strVal val="visible"/>
                                      </p:to>
                                    </p:set>
                                    <p:anim calcmode="lin" valueType="num">
                                      <p:cBhvr additive="base">
                                        <p:cTn id="36" dur="500"/>
                                        <p:tgtEl>
                                          <p:spTgt spid="82"/>
                                        </p:tgtEl>
                                        <p:attrNameLst>
                                          <p:attrName>ppt_x</p:attrName>
                                        </p:attrNameLst>
                                      </p:cBhvr>
                                      <p:tavLst>
                                        <p:tav tm="0">
                                          <p:val>
                                            <p:strVal val="#ppt_x-#ppt_w*1.125000"/>
                                          </p:val>
                                        </p:tav>
                                        <p:tav tm="100000">
                                          <p:val>
                                            <p:strVal val="#ppt_x"/>
                                          </p:val>
                                        </p:tav>
                                      </p:tavLst>
                                    </p:anim>
                                    <p:animEffect transition="in" filter="wipe(right)">
                                      <p:cBhvr>
                                        <p:cTn id="37" dur="500"/>
                                        <p:tgtEl>
                                          <p:spTgt spid="82"/>
                                        </p:tgtEl>
                                      </p:cBhvr>
                                    </p:animEffect>
                                  </p:childTnLst>
                                </p:cTn>
                              </p:par>
                              <p:par>
                                <p:cTn id="38" presetID="12" presetClass="entr" presetSubtype="8" fill="hold" nodeType="withEffect">
                                  <p:stCondLst>
                                    <p:cond delay="0"/>
                                  </p:stCondLst>
                                  <p:childTnLst>
                                    <p:set>
                                      <p:cBhvr>
                                        <p:cTn id="39" dur="1" fill="hold">
                                          <p:stCondLst>
                                            <p:cond delay="0"/>
                                          </p:stCondLst>
                                        </p:cTn>
                                        <p:tgtEl>
                                          <p:spTgt spid="71"/>
                                        </p:tgtEl>
                                        <p:attrNameLst>
                                          <p:attrName>style.visibility</p:attrName>
                                        </p:attrNameLst>
                                      </p:cBhvr>
                                      <p:to>
                                        <p:strVal val="visible"/>
                                      </p:to>
                                    </p:set>
                                    <p:anim calcmode="lin" valueType="num">
                                      <p:cBhvr additive="base">
                                        <p:cTn id="40" dur="500"/>
                                        <p:tgtEl>
                                          <p:spTgt spid="71"/>
                                        </p:tgtEl>
                                        <p:attrNameLst>
                                          <p:attrName>ppt_x</p:attrName>
                                        </p:attrNameLst>
                                      </p:cBhvr>
                                      <p:tavLst>
                                        <p:tav tm="0">
                                          <p:val>
                                            <p:strVal val="#ppt_x-#ppt_w*1.125000"/>
                                          </p:val>
                                        </p:tav>
                                        <p:tav tm="100000">
                                          <p:val>
                                            <p:strVal val="#ppt_x"/>
                                          </p:val>
                                        </p:tav>
                                      </p:tavLst>
                                    </p:anim>
                                    <p:animEffect transition="in" filter="wipe(right)">
                                      <p:cBhvr>
                                        <p:cTn id="41" dur="500"/>
                                        <p:tgtEl>
                                          <p:spTgt spid="71"/>
                                        </p:tgtEl>
                                      </p:cBhvr>
                                    </p:animEffect>
                                  </p:childTnLst>
                                </p:cTn>
                              </p:par>
                              <p:par>
                                <p:cTn id="42" presetID="12" presetClass="entr" presetSubtype="8" fill="hold" nodeType="withEffect">
                                  <p:stCondLst>
                                    <p:cond delay="0"/>
                                  </p:stCondLst>
                                  <p:childTnLst>
                                    <p:set>
                                      <p:cBhvr>
                                        <p:cTn id="43" dur="1" fill="hold">
                                          <p:stCondLst>
                                            <p:cond delay="0"/>
                                          </p:stCondLst>
                                        </p:cTn>
                                        <p:tgtEl>
                                          <p:spTgt spid="74"/>
                                        </p:tgtEl>
                                        <p:attrNameLst>
                                          <p:attrName>style.visibility</p:attrName>
                                        </p:attrNameLst>
                                      </p:cBhvr>
                                      <p:to>
                                        <p:strVal val="visible"/>
                                      </p:to>
                                    </p:set>
                                    <p:anim calcmode="lin" valueType="num">
                                      <p:cBhvr additive="base">
                                        <p:cTn id="44" dur="500"/>
                                        <p:tgtEl>
                                          <p:spTgt spid="74"/>
                                        </p:tgtEl>
                                        <p:attrNameLst>
                                          <p:attrName>ppt_x</p:attrName>
                                        </p:attrNameLst>
                                      </p:cBhvr>
                                      <p:tavLst>
                                        <p:tav tm="0">
                                          <p:val>
                                            <p:strVal val="#ppt_x-#ppt_w*1.125000"/>
                                          </p:val>
                                        </p:tav>
                                        <p:tav tm="100000">
                                          <p:val>
                                            <p:strVal val="#ppt_x"/>
                                          </p:val>
                                        </p:tav>
                                      </p:tavLst>
                                    </p:anim>
                                    <p:animEffect transition="in" filter="wipe(right)">
                                      <p:cBhvr>
                                        <p:cTn id="45" dur="500"/>
                                        <p:tgtEl>
                                          <p:spTgt spid="74"/>
                                        </p:tgtEl>
                                      </p:cBhvr>
                                    </p:animEffect>
                                  </p:childTnLst>
                                </p:cTn>
                              </p:par>
                              <p:par>
                                <p:cTn id="46" presetID="12" presetClass="entr" presetSubtype="8" fill="hold" nodeType="withEffect">
                                  <p:stCondLst>
                                    <p:cond delay="0"/>
                                  </p:stCondLst>
                                  <p:childTnLst>
                                    <p:set>
                                      <p:cBhvr>
                                        <p:cTn id="47" dur="1" fill="hold">
                                          <p:stCondLst>
                                            <p:cond delay="0"/>
                                          </p:stCondLst>
                                        </p:cTn>
                                        <p:tgtEl>
                                          <p:spTgt spid="65"/>
                                        </p:tgtEl>
                                        <p:attrNameLst>
                                          <p:attrName>style.visibility</p:attrName>
                                        </p:attrNameLst>
                                      </p:cBhvr>
                                      <p:to>
                                        <p:strVal val="visible"/>
                                      </p:to>
                                    </p:set>
                                    <p:anim calcmode="lin" valueType="num">
                                      <p:cBhvr additive="base">
                                        <p:cTn id="48" dur="500"/>
                                        <p:tgtEl>
                                          <p:spTgt spid="65"/>
                                        </p:tgtEl>
                                        <p:attrNameLst>
                                          <p:attrName>ppt_x</p:attrName>
                                        </p:attrNameLst>
                                      </p:cBhvr>
                                      <p:tavLst>
                                        <p:tav tm="0">
                                          <p:val>
                                            <p:strVal val="#ppt_x-#ppt_w*1.125000"/>
                                          </p:val>
                                        </p:tav>
                                        <p:tav tm="100000">
                                          <p:val>
                                            <p:strVal val="#ppt_x"/>
                                          </p:val>
                                        </p:tav>
                                      </p:tavLst>
                                    </p:anim>
                                    <p:animEffect transition="in" filter="wipe(right)">
                                      <p:cBhvr>
                                        <p:cTn id="49" dur="500"/>
                                        <p:tgtEl>
                                          <p:spTgt spid="65"/>
                                        </p:tgtEl>
                                      </p:cBhvr>
                                    </p:animEffect>
                                  </p:childTnLst>
                                </p:cTn>
                              </p:par>
                              <p:par>
                                <p:cTn id="50" presetID="12" presetClass="entr" presetSubtype="8" fill="hold" nodeType="withEffect">
                                  <p:stCondLst>
                                    <p:cond delay="0"/>
                                  </p:stCondLst>
                                  <p:childTnLst>
                                    <p:set>
                                      <p:cBhvr>
                                        <p:cTn id="51" dur="1" fill="hold">
                                          <p:stCondLst>
                                            <p:cond delay="0"/>
                                          </p:stCondLst>
                                        </p:cTn>
                                        <p:tgtEl>
                                          <p:spTgt spid="68"/>
                                        </p:tgtEl>
                                        <p:attrNameLst>
                                          <p:attrName>style.visibility</p:attrName>
                                        </p:attrNameLst>
                                      </p:cBhvr>
                                      <p:to>
                                        <p:strVal val="visible"/>
                                      </p:to>
                                    </p:set>
                                    <p:anim calcmode="lin" valueType="num">
                                      <p:cBhvr additive="base">
                                        <p:cTn id="52" dur="500"/>
                                        <p:tgtEl>
                                          <p:spTgt spid="68"/>
                                        </p:tgtEl>
                                        <p:attrNameLst>
                                          <p:attrName>ppt_x</p:attrName>
                                        </p:attrNameLst>
                                      </p:cBhvr>
                                      <p:tavLst>
                                        <p:tav tm="0">
                                          <p:val>
                                            <p:strVal val="#ppt_x-#ppt_w*1.125000"/>
                                          </p:val>
                                        </p:tav>
                                        <p:tav tm="100000">
                                          <p:val>
                                            <p:strVal val="#ppt_x"/>
                                          </p:val>
                                        </p:tav>
                                      </p:tavLst>
                                    </p:anim>
                                    <p:animEffect transition="in" filter="wipe(right)">
                                      <p:cBhvr>
                                        <p:cTn id="53"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等腰三角形 35"/>
          <p:cNvSpPr/>
          <p:nvPr>
            <p:custDataLst>
              <p:tags r:id="rId2"/>
            </p:custDataLst>
          </p:nvPr>
        </p:nvSpPr>
        <p:spPr>
          <a:xfrm rot="16200000">
            <a:off x="7695323" y="3083241"/>
            <a:ext cx="932627" cy="763396"/>
          </a:xfrm>
          <a:prstGeom prst="triangle">
            <a:avLst/>
          </a:prstGeom>
          <a:pattFill prst="dashDnDiag">
            <a:fgClr>
              <a:srgbClr val="FFFFFF">
                <a:lumMod val="85000"/>
              </a:srgbClr>
            </a:fgClr>
            <a:bgClr>
              <a:srgbClr val="FFFFFF"/>
            </a:bgClr>
          </a:pattFill>
          <a:ln>
            <a:noFill/>
          </a:ln>
        </p:spPr>
        <p:style>
          <a:lnRef idx="2">
            <a:srgbClr val="FAC302">
              <a:shade val="50000"/>
            </a:srgbClr>
          </a:lnRef>
          <a:fillRef idx="1">
            <a:srgbClr val="FAC302"/>
          </a:fillRef>
          <a:effectRef idx="0">
            <a:srgbClr val="FAC302"/>
          </a:effectRef>
          <a:fontRef idx="minor">
            <a:srgbClr val="FFFFFF"/>
          </a:fontRef>
        </p:style>
        <p:txBody>
          <a:bodyPr rtlCol="0" anchor="ctr"/>
          <a:lstStyle/>
          <a:p>
            <a:pPr algn="ctr"/>
            <a:endParaRPr kumimoji="1" lang="zh-CN" altLang="en-US" sz="1200" b="1" dirty="0">
              <a:solidFill>
                <a:srgbClr val="FFFFFF"/>
              </a:solidFill>
              <a:latin typeface="微软雅黑" panose="020B0503020204020204" charset="-122"/>
            </a:endParaRPr>
          </a:p>
        </p:txBody>
      </p:sp>
      <p:cxnSp>
        <p:nvCxnSpPr>
          <p:cNvPr id="39" name="直接连接符 38"/>
          <p:cNvCxnSpPr/>
          <p:nvPr>
            <p:custDataLst>
              <p:tags r:id="rId3"/>
            </p:custDataLst>
          </p:nvPr>
        </p:nvCxnSpPr>
        <p:spPr>
          <a:xfrm flipV="1">
            <a:off x="160894" y="4197431"/>
            <a:ext cx="970275" cy="950676"/>
          </a:xfrm>
          <a:prstGeom prst="line">
            <a:avLst/>
          </a:prstGeom>
          <a:ln w="1270">
            <a:solidFill>
              <a:srgbClr val="1E6BC5"/>
            </a:solidFill>
            <a:prstDash val="dash"/>
          </a:ln>
        </p:spPr>
        <p:style>
          <a:lnRef idx="1">
            <a:srgbClr val="FAC302"/>
          </a:lnRef>
          <a:fillRef idx="0">
            <a:srgbClr val="FAC302"/>
          </a:fillRef>
          <a:effectRef idx="0">
            <a:srgbClr val="FAC302"/>
          </a:effectRef>
          <a:fontRef idx="minor">
            <a:srgbClr val="000000"/>
          </a:fontRef>
        </p:style>
      </p:cxnSp>
      <p:sp>
        <p:nvSpPr>
          <p:cNvPr id="34" name="任意多边形: 形状 33"/>
          <p:cNvSpPr/>
          <p:nvPr>
            <p:custDataLst>
              <p:tags r:id="rId4"/>
            </p:custDataLst>
          </p:nvPr>
        </p:nvSpPr>
        <p:spPr>
          <a:xfrm rot="11683168">
            <a:off x="-245065" y="3281783"/>
            <a:ext cx="1805276" cy="1688706"/>
          </a:xfrm>
          <a:custGeom>
            <a:avLst/>
            <a:gdLst>
              <a:gd name="connsiteX0" fmla="*/ 2407035 w 2407035"/>
              <a:gd name="connsiteY0" fmla="*/ 2251608 h 2251608"/>
              <a:gd name="connsiteX1" fmla="*/ 0 w 2407035"/>
              <a:gd name="connsiteY1" fmla="*/ 2251608 h 2251608"/>
              <a:gd name="connsiteX2" fmla="*/ 1513618 w 2407035"/>
              <a:gd name="connsiteY2" fmla="*/ 0 h 2251608"/>
              <a:gd name="connsiteX3" fmla="*/ 2009185 w 2407035"/>
              <a:gd name="connsiteY3" fmla="*/ 737190 h 2251608"/>
            </a:gdLst>
            <a:ahLst/>
            <a:cxnLst>
              <a:cxn ang="0">
                <a:pos x="connsiteX0" y="connsiteY0"/>
              </a:cxn>
              <a:cxn ang="0">
                <a:pos x="connsiteX1" y="connsiteY1"/>
              </a:cxn>
              <a:cxn ang="0">
                <a:pos x="connsiteX2" y="connsiteY2"/>
              </a:cxn>
              <a:cxn ang="0">
                <a:pos x="connsiteX3" y="connsiteY3"/>
              </a:cxn>
            </a:cxnLst>
            <a:rect l="l" t="t" r="r" b="b"/>
            <a:pathLst>
              <a:path w="2407035" h="2251608">
                <a:moveTo>
                  <a:pt x="2407035" y="2251608"/>
                </a:moveTo>
                <a:lnTo>
                  <a:pt x="0" y="2251608"/>
                </a:lnTo>
                <a:lnTo>
                  <a:pt x="1513618" y="0"/>
                </a:lnTo>
                <a:lnTo>
                  <a:pt x="2009185" y="737190"/>
                </a:lnTo>
                <a:close/>
              </a:path>
            </a:pathLst>
          </a:custGeom>
          <a:pattFill prst="dashUpDiag">
            <a:fgClr>
              <a:srgbClr val="FFFFFF">
                <a:lumMod val="75000"/>
              </a:srgbClr>
            </a:fgClr>
            <a:bgClr>
              <a:srgbClr val="FFFFFF"/>
            </a:bgClr>
          </a:pattFill>
          <a:ln>
            <a:noFill/>
          </a:ln>
        </p:spPr>
        <p:style>
          <a:lnRef idx="2">
            <a:srgbClr val="FAC302">
              <a:shade val="50000"/>
            </a:srgbClr>
          </a:lnRef>
          <a:fillRef idx="1">
            <a:srgbClr val="FAC302"/>
          </a:fillRef>
          <a:effectRef idx="0">
            <a:srgbClr val="FAC302"/>
          </a:effectRef>
          <a:fontRef idx="minor">
            <a:srgbClr val="FFFFFF"/>
          </a:fontRef>
        </p:style>
        <p:txBody>
          <a:bodyPr rtlCol="0" anchor="ctr"/>
          <a:lstStyle/>
          <a:p>
            <a:pPr algn="ctr"/>
            <a:endParaRPr kumimoji="1" lang="zh-CN" altLang="en-US" sz="1200" b="1" dirty="0">
              <a:solidFill>
                <a:srgbClr val="FFFFFF"/>
              </a:solidFill>
              <a:latin typeface="微软雅黑" panose="020B0503020204020204" charset="-122"/>
            </a:endParaRPr>
          </a:p>
        </p:txBody>
      </p:sp>
      <p:sp>
        <p:nvSpPr>
          <p:cNvPr id="27" name="文本框 26"/>
          <p:cNvSpPr txBox="1"/>
          <p:nvPr>
            <p:custDataLst>
              <p:tags r:id="rId5"/>
            </p:custDataLst>
          </p:nvPr>
        </p:nvSpPr>
        <p:spPr>
          <a:xfrm>
            <a:off x="1427339" y="544222"/>
            <a:ext cx="5324475" cy="472440"/>
          </a:xfrm>
          <a:prstGeom prst="rect">
            <a:avLst/>
          </a:prstGeom>
          <a:noFill/>
        </p:spPr>
        <p:txBody>
          <a:bodyPr wrap="square" lIns="67500" tIns="35100" rIns="67500" bIns="35100" rtlCol="0">
            <a:noAutofit/>
          </a:bodyPr>
          <a:lstStyle/>
          <a:p>
            <a:pPr marL="0" indent="0" algn="l">
              <a:lnSpc>
                <a:spcPct val="100000"/>
              </a:lnSpc>
              <a:spcBef>
                <a:spcPts val="0"/>
              </a:spcBef>
              <a:spcAft>
                <a:spcPts val="0"/>
              </a:spcAft>
              <a:buSzPct val="100000"/>
            </a:pPr>
            <a:r>
              <a:rPr lang="zh-CN" altLang="en-US" sz="2700" b="1" spc="300" dirty="0">
                <a:solidFill>
                  <a:srgbClr val="000000">
                    <a:lumMod val="75000"/>
                    <a:lumOff val="25000"/>
                  </a:srgbClr>
                </a:solidFill>
                <a:latin typeface="Arial" panose="020B0604020202020204" pitchFamily="34" charset="0"/>
                <a:ea typeface="微软雅黑" panose="020B0503020204020204" charset="-122"/>
                <a:sym typeface="+mn-ea"/>
              </a:rPr>
              <a:t>机箱和电源</a:t>
            </a:r>
          </a:p>
        </p:txBody>
      </p:sp>
      <p:sp>
        <p:nvSpPr>
          <p:cNvPr id="44" name="椭圆 43"/>
          <p:cNvSpPr/>
          <p:nvPr>
            <p:custDataLst>
              <p:tags r:id="rId6"/>
            </p:custDataLst>
          </p:nvPr>
        </p:nvSpPr>
        <p:spPr>
          <a:xfrm>
            <a:off x="8669751" y="3080145"/>
            <a:ext cx="353224" cy="353224"/>
          </a:xfrm>
          <a:prstGeom prst="ellipse">
            <a:avLst/>
          </a:prstGeom>
          <a:solidFill>
            <a:srgbClr val="3531D0"/>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lstStyle/>
          <a:p>
            <a:pPr algn="ctr"/>
            <a:endParaRPr kumimoji="1" lang="zh-CN" altLang="en-US" sz="1200" b="1" dirty="0">
              <a:solidFill>
                <a:srgbClr val="FFFFFF"/>
              </a:solidFill>
              <a:latin typeface="微软雅黑" panose="020B0503020204020204" charset="-122"/>
            </a:endParaRPr>
          </a:p>
        </p:txBody>
      </p:sp>
      <p:sp>
        <p:nvSpPr>
          <p:cNvPr id="45" name="椭圆 44"/>
          <p:cNvSpPr/>
          <p:nvPr>
            <p:custDataLst>
              <p:tags r:id="rId7"/>
            </p:custDataLst>
          </p:nvPr>
        </p:nvSpPr>
        <p:spPr>
          <a:xfrm>
            <a:off x="8352129" y="2754443"/>
            <a:ext cx="127319" cy="127319"/>
          </a:xfrm>
          <a:prstGeom prst="ellipse">
            <a:avLst/>
          </a:prstGeom>
          <a:solidFill>
            <a:srgbClr val="FAC302"/>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lstStyle/>
          <a:p>
            <a:pPr algn="ctr"/>
            <a:endParaRPr kumimoji="1" lang="zh-CN" altLang="en-US" sz="1200" b="1" dirty="0">
              <a:solidFill>
                <a:srgbClr val="FFFFFF"/>
              </a:solidFill>
              <a:latin typeface="微软雅黑" panose="020B0503020204020204" charset="-122"/>
            </a:endParaRPr>
          </a:p>
        </p:txBody>
      </p:sp>
      <p:sp>
        <p:nvSpPr>
          <p:cNvPr id="33" name="矩形 32"/>
          <p:cNvSpPr/>
          <p:nvPr>
            <p:custDataLst>
              <p:tags r:id="rId8"/>
            </p:custDataLst>
          </p:nvPr>
        </p:nvSpPr>
        <p:spPr>
          <a:xfrm>
            <a:off x="1253435" y="1431149"/>
            <a:ext cx="6847342" cy="3344686"/>
          </a:xfrm>
          <a:prstGeom prst="rect">
            <a:avLst/>
          </a:prstGeom>
          <a:solidFill>
            <a:srgbClr val="FAC302"/>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6" name="矩形 5"/>
          <p:cNvSpPr/>
          <p:nvPr>
            <p:custDataLst>
              <p:tags r:id="rId9"/>
            </p:custDataLst>
          </p:nvPr>
        </p:nvSpPr>
        <p:spPr>
          <a:xfrm>
            <a:off x="826058" y="1092233"/>
            <a:ext cx="7191375" cy="3598165"/>
          </a:xfrm>
          <a:prstGeom prst="rect">
            <a:avLst/>
          </a:prstGeom>
          <a:solidFill>
            <a:srgbClr val="FFFFFF">
              <a:lumMod val="95000"/>
            </a:srgbClr>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cxnSp>
        <p:nvCxnSpPr>
          <p:cNvPr id="32" name="直接连接符 31"/>
          <p:cNvCxnSpPr/>
          <p:nvPr>
            <p:custDataLst>
              <p:tags r:id="rId10"/>
            </p:custDataLst>
          </p:nvPr>
        </p:nvCxnSpPr>
        <p:spPr>
          <a:xfrm>
            <a:off x="1553570" y="3026903"/>
            <a:ext cx="5743575" cy="0"/>
          </a:xfrm>
          <a:prstGeom prst="line">
            <a:avLst/>
          </a:prstGeom>
          <a:ln w="1270">
            <a:solidFill>
              <a:srgbClr val="1E6BC5"/>
            </a:solidFill>
            <a:prstDash val="dash"/>
          </a:ln>
        </p:spPr>
        <p:style>
          <a:lnRef idx="1">
            <a:srgbClr val="FAC302"/>
          </a:lnRef>
          <a:fillRef idx="0">
            <a:srgbClr val="FAC302"/>
          </a:fillRef>
          <a:effectRef idx="0">
            <a:srgbClr val="FAC302"/>
          </a:effectRef>
          <a:fontRef idx="minor">
            <a:srgbClr val="000000"/>
          </a:fontRef>
        </p:style>
      </p:cxnSp>
      <p:sp>
        <p:nvSpPr>
          <p:cNvPr id="26" name="文本框 25"/>
          <p:cNvSpPr txBox="1"/>
          <p:nvPr>
            <p:custDataLst>
              <p:tags r:id="rId11"/>
            </p:custDataLst>
          </p:nvPr>
        </p:nvSpPr>
        <p:spPr>
          <a:xfrm>
            <a:off x="1427339" y="1934235"/>
            <a:ext cx="6138911" cy="958052"/>
          </a:xfrm>
          <a:prstGeom prst="rect">
            <a:avLst/>
          </a:prstGeom>
          <a:noFill/>
        </p:spPr>
        <p:txBody>
          <a:bodyPr wrap="square" lIns="67500" tIns="35100" rIns="67500" bIns="35100" rtlCol="0">
            <a:noAutofit/>
          </a:bodyPr>
          <a:lstStyle>
            <a:defPPr>
              <a:defRPr lang="zh-CN"/>
            </a:defPPr>
            <a:lvl1pPr fontAlgn="auto">
              <a:lnSpc>
                <a:spcPct val="130000"/>
              </a:lnSpc>
              <a:spcAft>
                <a:spcPts val="1000"/>
              </a:spcAft>
              <a:defRPr sz="1600" spc="150"/>
            </a:lvl1pPr>
          </a:lstStyle>
          <a:p>
            <a:pPr marL="285750" lvl="0" indent="-285750" algn="l" fontAlgn="ctr">
              <a:lnSpc>
                <a:spcPct val="130000"/>
              </a:lnSpc>
              <a:spcBef>
                <a:spcPts val="1000"/>
              </a:spcBef>
              <a:spcAft>
                <a:spcPts val="0"/>
              </a:spcAft>
              <a:buClr>
                <a:srgbClr val="B5715B"/>
              </a:buClr>
              <a:buSzPct val="80000"/>
              <a:buFont typeface="WPS-Bullets" pitchFamily="2" charset="0"/>
              <a:buChar char=""/>
            </a:pPr>
            <a:r>
              <a:rPr sz="1200" dirty="0">
                <a:solidFill>
                  <a:srgbClr val="000000">
                    <a:lumMod val="75000"/>
                    <a:lumOff val="25000"/>
                  </a:srgbClr>
                </a:solidFill>
                <a:latin typeface="Arial" panose="020B0604020202020204" pitchFamily="34" charset="0"/>
                <a:ea typeface="微软雅黑" panose="020B0503020204020204" charset="-122"/>
                <a:sym typeface="+mn-ea"/>
              </a:rPr>
              <a:t>主机箱由金属箱体和塑料面板组成。上述所有系统装置的部件均安装在主机箱内部；面板上一般配有各种工作状态指示灯和控制开关；机箱后面预留有电源插口、键盘、鼠标插口以及连接显示器、打印机、USB 等插口。</a:t>
            </a:r>
          </a:p>
        </p:txBody>
      </p:sp>
      <p:sp>
        <p:nvSpPr>
          <p:cNvPr id="38" name="文本框 37"/>
          <p:cNvSpPr txBox="1"/>
          <p:nvPr>
            <p:custDataLst>
              <p:tags r:id="rId12"/>
            </p:custDataLst>
          </p:nvPr>
        </p:nvSpPr>
        <p:spPr>
          <a:xfrm>
            <a:off x="1427339" y="1431149"/>
            <a:ext cx="6138911" cy="287655"/>
          </a:xfrm>
          <a:prstGeom prst="rect">
            <a:avLst/>
          </a:prstGeom>
          <a:noFill/>
        </p:spPr>
        <p:txBody>
          <a:bodyPr wrap="square" lIns="67500" tIns="35100" rIns="67500" bIns="35100" rtlCol="0">
            <a:noAutofit/>
          </a:bodyPr>
          <a:lstStyle>
            <a:defPPr>
              <a:defRPr lang="zh-CN"/>
            </a:defPPr>
            <a:lvl1pPr>
              <a:defRPr sz="2400" spc="200">
                <a:latin typeface="微软雅黑" panose="020B0503020204020204" charset="-122"/>
                <a:ea typeface="微软雅黑" panose="020B0503020204020204" charset="-122"/>
              </a:defRPr>
            </a:lvl1pPr>
          </a:lstStyle>
          <a:p>
            <a:pPr fontAlgn="ctr">
              <a:spcBef>
                <a:spcPts val="1000"/>
              </a:spcBef>
            </a:pPr>
            <a:r>
              <a:rPr lang="zh-CN" altLang="en-US" sz="1500" b="1" dirty="0">
                <a:solidFill>
                  <a:srgbClr val="000000">
                    <a:lumMod val="75000"/>
                    <a:lumOff val="25000"/>
                  </a:srgbClr>
                </a:solidFill>
                <a:uFillTx/>
                <a:latin typeface="Arial" panose="020B0604020202020204" pitchFamily="34" charset="0"/>
              </a:rPr>
              <a:t>机箱</a:t>
            </a:r>
          </a:p>
        </p:txBody>
      </p:sp>
      <p:sp>
        <p:nvSpPr>
          <p:cNvPr id="41" name="文本框 40"/>
          <p:cNvSpPr txBox="1"/>
          <p:nvPr>
            <p:custDataLst>
              <p:tags r:id="rId13"/>
            </p:custDataLst>
          </p:nvPr>
        </p:nvSpPr>
        <p:spPr>
          <a:xfrm>
            <a:off x="1427339" y="3692363"/>
            <a:ext cx="6138911" cy="958052"/>
          </a:xfrm>
          <a:prstGeom prst="rect">
            <a:avLst/>
          </a:prstGeom>
          <a:noFill/>
        </p:spPr>
        <p:txBody>
          <a:bodyPr wrap="square" lIns="67500" tIns="35100" rIns="67500" bIns="35100" rtlCol="0">
            <a:noAutofit/>
          </a:bodyPr>
          <a:lstStyle>
            <a:defPPr>
              <a:defRPr lang="zh-CN"/>
            </a:defPPr>
            <a:lvl1pPr fontAlgn="auto">
              <a:lnSpc>
                <a:spcPct val="130000"/>
              </a:lnSpc>
              <a:spcAft>
                <a:spcPts val="1000"/>
              </a:spcAft>
              <a:defRPr sz="1600" spc="150"/>
            </a:lvl1pPr>
          </a:lstStyle>
          <a:p>
            <a:pPr marL="285750" lvl="0" indent="-285750" algn="l" fontAlgn="ctr">
              <a:lnSpc>
                <a:spcPct val="100000"/>
              </a:lnSpc>
              <a:spcBef>
                <a:spcPts val="1000"/>
              </a:spcBef>
              <a:spcAft>
                <a:spcPts val="0"/>
              </a:spcAft>
              <a:buClr>
                <a:srgbClr val="B5715B"/>
              </a:buClr>
              <a:buSzPct val="80000"/>
              <a:buFont typeface="WPS-Bullets" pitchFamily="2" charset="0"/>
              <a:buChar char=""/>
            </a:pPr>
            <a:r>
              <a:rPr sz="1200" dirty="0">
                <a:solidFill>
                  <a:srgbClr val="000000">
                    <a:lumMod val="75000"/>
                    <a:lumOff val="25000"/>
                  </a:srgbClr>
                </a:solidFill>
                <a:latin typeface="Arial" panose="020B0604020202020204" pitchFamily="34" charset="0"/>
                <a:ea typeface="微软雅黑" panose="020B0503020204020204" charset="-122"/>
              </a:rPr>
              <a:t>电源是安装在一个金属壳体内的独立部件，它的作用是为系统装置的各种部件提供工作所需的电源。</a:t>
            </a:r>
          </a:p>
        </p:txBody>
      </p:sp>
      <p:sp>
        <p:nvSpPr>
          <p:cNvPr id="46" name="文本框 45"/>
          <p:cNvSpPr txBox="1"/>
          <p:nvPr>
            <p:custDataLst>
              <p:tags r:id="rId14"/>
            </p:custDataLst>
          </p:nvPr>
        </p:nvSpPr>
        <p:spPr>
          <a:xfrm>
            <a:off x="1427339" y="3309292"/>
            <a:ext cx="6138911" cy="287655"/>
          </a:xfrm>
          <a:prstGeom prst="rect">
            <a:avLst/>
          </a:prstGeom>
          <a:noFill/>
        </p:spPr>
        <p:txBody>
          <a:bodyPr wrap="square" lIns="67500" tIns="35100" rIns="67500" bIns="35100" rtlCol="0">
            <a:noAutofit/>
          </a:bodyPr>
          <a:lstStyle>
            <a:defPPr>
              <a:defRPr lang="zh-CN"/>
            </a:defPPr>
            <a:lvl1pPr>
              <a:defRPr sz="2400" spc="200">
                <a:latin typeface="微软雅黑" panose="020B0503020204020204" charset="-122"/>
                <a:ea typeface="微软雅黑" panose="020B0503020204020204" charset="-122"/>
              </a:defRPr>
            </a:lvl1pPr>
          </a:lstStyle>
          <a:p>
            <a:pPr fontAlgn="ctr">
              <a:lnSpc>
                <a:spcPct val="100000"/>
              </a:lnSpc>
              <a:spcBef>
                <a:spcPts val="1000"/>
              </a:spcBef>
            </a:pPr>
            <a:r>
              <a:rPr lang="zh-CN" altLang="en-US" sz="1500" b="1" dirty="0">
                <a:solidFill>
                  <a:srgbClr val="000000">
                    <a:lumMod val="75000"/>
                    <a:lumOff val="25000"/>
                  </a:srgbClr>
                </a:solidFill>
                <a:uFillTx/>
                <a:latin typeface="Arial" panose="020B0604020202020204" pitchFamily="34" charset="0"/>
              </a:rPr>
              <a:t>电源</a:t>
            </a:r>
          </a:p>
        </p:txBody>
      </p:sp>
      <p:sp>
        <p:nvSpPr>
          <p:cNvPr id="7" name="直角三角形 6"/>
          <p:cNvSpPr/>
          <p:nvPr>
            <p:custDataLst>
              <p:tags r:id="rId15"/>
            </p:custDataLst>
          </p:nvPr>
        </p:nvSpPr>
        <p:spPr>
          <a:xfrm rot="5400000">
            <a:off x="655708" y="544543"/>
            <a:ext cx="422268" cy="422268"/>
          </a:xfrm>
          <a:prstGeom prst="rtTriangle">
            <a:avLst/>
          </a:prstGeom>
          <a:solidFill>
            <a:srgbClr val="FAC302"/>
          </a:solidFill>
          <a:ln w="38100">
            <a:noFill/>
          </a:ln>
        </p:spPr>
        <p:style>
          <a:lnRef idx="2">
            <a:srgbClr val="FAC302">
              <a:shade val="50000"/>
            </a:srgbClr>
          </a:lnRef>
          <a:fillRef idx="1">
            <a:srgbClr val="FAC302"/>
          </a:fillRef>
          <a:effectRef idx="0">
            <a:srgbClr val="FAC302"/>
          </a:effectRef>
          <a:fontRef idx="minor">
            <a:srgbClr val="FFFFFF"/>
          </a:fontRef>
        </p:style>
        <p:txBody>
          <a:bodyPr rtlCol="0" anchor="ctr"/>
          <a:lstStyle/>
          <a:p>
            <a:pPr algn="ctr"/>
            <a:endParaRPr kumimoji="1" lang="zh-CN" altLang="en-US" sz="1200" b="1" dirty="0">
              <a:solidFill>
                <a:srgbClr val="FFFFFF"/>
              </a:solidFill>
              <a:latin typeface="微软雅黑" panose="020B0503020204020204" charset="-122"/>
            </a:endParaRPr>
          </a:p>
        </p:txBody>
      </p:sp>
      <p:sp>
        <p:nvSpPr>
          <p:cNvPr id="8" name="椭圆 7"/>
          <p:cNvSpPr/>
          <p:nvPr>
            <p:custDataLst>
              <p:tags r:id="rId16"/>
            </p:custDataLst>
          </p:nvPr>
        </p:nvSpPr>
        <p:spPr>
          <a:xfrm>
            <a:off x="512490" y="285549"/>
            <a:ext cx="143588" cy="143588"/>
          </a:xfrm>
          <a:prstGeom prst="ellipse">
            <a:avLst/>
          </a:prstGeom>
          <a:solidFill>
            <a:srgbClr val="3531D0"/>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lstStyle/>
          <a:p>
            <a:pPr algn="ctr"/>
            <a:endParaRPr kumimoji="1" lang="zh-CN" altLang="en-US" sz="1200" b="1" dirty="0">
              <a:solidFill>
                <a:srgbClr val="FFFFFF"/>
              </a:solidFill>
              <a:latin typeface="微软雅黑" panose="020B0503020204020204" charset="-122"/>
            </a:endParaRPr>
          </a:p>
        </p:txBody>
      </p:sp>
      <p:sp>
        <p:nvSpPr>
          <p:cNvPr id="9" name="任意多边形 8"/>
          <p:cNvSpPr/>
          <p:nvPr>
            <p:custDataLst>
              <p:tags r:id="rId17"/>
            </p:custDataLst>
          </p:nvPr>
        </p:nvSpPr>
        <p:spPr>
          <a:xfrm>
            <a:off x="7490639" y="0"/>
            <a:ext cx="1653183" cy="71437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471" h="1500">
                <a:moveTo>
                  <a:pt x="0" y="0"/>
                </a:moveTo>
                <a:lnTo>
                  <a:pt x="3471" y="0"/>
                </a:lnTo>
                <a:lnTo>
                  <a:pt x="3469" y="13"/>
                </a:lnTo>
                <a:cubicBezTo>
                  <a:pt x="3341" y="855"/>
                  <a:pt x="2614" y="1500"/>
                  <a:pt x="1736" y="1500"/>
                </a:cubicBezTo>
                <a:cubicBezTo>
                  <a:pt x="858" y="1500"/>
                  <a:pt x="130" y="855"/>
                  <a:pt x="2" y="13"/>
                </a:cubicBezTo>
                <a:lnTo>
                  <a:pt x="0" y="0"/>
                </a:lnTo>
                <a:close/>
              </a:path>
            </a:pathLst>
          </a:custGeom>
          <a:solidFill>
            <a:srgbClr val="3531D0"/>
          </a:solidFill>
          <a:ln>
            <a:noFill/>
          </a:ln>
        </p:spPr>
        <p:style>
          <a:lnRef idx="2">
            <a:srgbClr val="FAC302">
              <a:shade val="50000"/>
            </a:srgbClr>
          </a:lnRef>
          <a:fillRef idx="1">
            <a:srgbClr val="FAC302"/>
          </a:fillRef>
          <a:effectRef idx="0">
            <a:srgbClr val="FAC302"/>
          </a:effectRef>
          <a:fontRef idx="minor">
            <a:srgbClr val="FFFFFF"/>
          </a:fontRef>
        </p:style>
        <p:txBody>
          <a:bodyPr wrap="square" rtlCol="0" anchor="ctr">
            <a:noAutofit/>
          </a:bodyPr>
          <a:lstStyle/>
          <a:p>
            <a:pPr algn="ctr"/>
            <a:endParaRPr kumimoji="1" lang="zh-CN" altLang="en-US" sz="1200" b="1" dirty="0">
              <a:solidFill>
                <a:srgbClr val="FFFFFF"/>
              </a:solidFill>
              <a:latin typeface="微软雅黑" panose="020B0503020204020204" charset="-122"/>
            </a:endParaRPr>
          </a:p>
        </p:txBody>
      </p:sp>
      <p:sp>
        <p:nvSpPr>
          <p:cNvPr id="10" name="任意多边形 9"/>
          <p:cNvSpPr/>
          <p:nvPr>
            <p:custDataLst>
              <p:tags r:id="rId18"/>
            </p:custDataLst>
          </p:nvPr>
        </p:nvSpPr>
        <p:spPr>
          <a:xfrm>
            <a:off x="8910161" y="630230"/>
            <a:ext cx="233839" cy="47928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91" h="1006">
                <a:moveTo>
                  <a:pt x="491" y="0"/>
                </a:moveTo>
                <a:lnTo>
                  <a:pt x="491" y="1006"/>
                </a:lnTo>
                <a:lnTo>
                  <a:pt x="478" y="1006"/>
                </a:lnTo>
                <a:cubicBezTo>
                  <a:pt x="212" y="993"/>
                  <a:pt x="0" y="773"/>
                  <a:pt x="0" y="503"/>
                </a:cubicBezTo>
                <a:cubicBezTo>
                  <a:pt x="0" y="234"/>
                  <a:pt x="212" y="14"/>
                  <a:pt x="478" y="0"/>
                </a:cubicBezTo>
                <a:lnTo>
                  <a:pt x="491" y="0"/>
                </a:lnTo>
                <a:close/>
              </a:path>
            </a:pathLst>
          </a:custGeom>
          <a:solidFill>
            <a:srgbClr val="FAC302"/>
          </a:solidFill>
          <a:ln>
            <a:noFill/>
          </a:ln>
        </p:spPr>
        <p:style>
          <a:lnRef idx="2">
            <a:srgbClr val="FAC302">
              <a:shade val="50000"/>
            </a:srgbClr>
          </a:lnRef>
          <a:fillRef idx="1">
            <a:srgbClr val="FAC302"/>
          </a:fillRef>
          <a:effectRef idx="0">
            <a:srgbClr val="FAC302"/>
          </a:effectRef>
          <a:fontRef idx="minor">
            <a:srgbClr val="FFFFFF"/>
          </a:fontRef>
        </p:style>
        <p:txBody>
          <a:bodyPr wrap="square" rtlCol="0" anchor="ctr">
            <a:noAutofit/>
          </a:bodyPr>
          <a:lstStyle/>
          <a:p>
            <a:pPr algn="ctr"/>
            <a:endParaRPr kumimoji="1" lang="zh-CN" altLang="en-US" sz="1200" b="1" dirty="0">
              <a:solidFill>
                <a:srgbClr val="FFFFFF"/>
              </a:solidFill>
              <a:latin typeface="微软雅黑" panose="020B0503020204020204" charset="-122"/>
            </a:endParaRPr>
          </a:p>
        </p:txBody>
      </p:sp>
      <p:sp>
        <p:nvSpPr>
          <p:cNvPr id="19" name="任意多边形: 形状 4"/>
          <p:cNvSpPr/>
          <p:nvPr>
            <p:custDataLst>
              <p:tags r:id="rId19"/>
            </p:custDataLst>
          </p:nvPr>
        </p:nvSpPr>
        <p:spPr>
          <a:xfrm rot="20100000">
            <a:off x="8209598" y="3781425"/>
            <a:ext cx="215265" cy="10906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1E6BC5"/>
            </a:solidFill>
            <a:prstDash val="solid"/>
            <a:miter/>
          </a:ln>
        </p:spPr>
        <p:txBody>
          <a:bodyPr rtlCol="0" anchor="ctr"/>
          <a:lstStyle/>
          <a:p>
            <a:endParaRPr lang="zh-CN" altLang="en-US" sz="1350"/>
          </a:p>
        </p:txBody>
      </p:sp>
      <p:sp>
        <p:nvSpPr>
          <p:cNvPr id="20" name="任意多边形: 形状 4"/>
          <p:cNvSpPr/>
          <p:nvPr>
            <p:custDataLst>
              <p:tags r:id="rId20"/>
            </p:custDataLst>
          </p:nvPr>
        </p:nvSpPr>
        <p:spPr>
          <a:xfrm rot="3720000">
            <a:off x="359569" y="2848928"/>
            <a:ext cx="215265" cy="10906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1E6BC5"/>
            </a:solidFill>
            <a:prstDash val="solid"/>
            <a:miter/>
          </a:ln>
        </p:spPr>
        <p:txBody>
          <a:bodyPr rtlCol="0" anchor="ctr"/>
          <a:lstStyle/>
          <a:p>
            <a:endParaRPr lang="zh-CN" altLang="en-US" sz="1350"/>
          </a:p>
        </p:txBody>
      </p:sp>
      <p:sp>
        <p:nvSpPr>
          <p:cNvPr id="21" name="任意多边形: 形状 4"/>
          <p:cNvSpPr/>
          <p:nvPr>
            <p:custDataLst>
              <p:tags r:id="rId21"/>
            </p:custDataLst>
          </p:nvPr>
        </p:nvSpPr>
        <p:spPr>
          <a:xfrm rot="21360000">
            <a:off x="829628" y="312420"/>
            <a:ext cx="215265" cy="10906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1E6BC5"/>
            </a:solidFill>
            <a:prstDash val="solid"/>
            <a:miter/>
          </a:ln>
        </p:spPr>
        <p:txBody>
          <a:bodyPr rtlCol="0" anchor="ctr"/>
          <a:lstStyle/>
          <a:p>
            <a:endParaRPr lang="zh-CN" altLang="en-US" sz="1350"/>
          </a:p>
        </p:txBody>
      </p:sp>
      <p:sp>
        <p:nvSpPr>
          <p:cNvPr id="22" name="任意多边形: 形状 4"/>
          <p:cNvSpPr/>
          <p:nvPr>
            <p:custDataLst>
              <p:tags r:id="rId22"/>
            </p:custDataLst>
          </p:nvPr>
        </p:nvSpPr>
        <p:spPr>
          <a:xfrm rot="3900000">
            <a:off x="7250430" y="347186"/>
            <a:ext cx="270034" cy="10525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FAC302"/>
            </a:solidFill>
            <a:prstDash val="solid"/>
            <a:miter/>
          </a:ln>
        </p:spPr>
        <p:txBody>
          <a:bodyPr rtlCol="0" anchor="ctr"/>
          <a:lstStyle/>
          <a:p>
            <a:endParaRPr lang="zh-CN" altLang="en-US" sz="1350"/>
          </a:p>
        </p:txBody>
      </p:sp>
      <p:sp>
        <p:nvSpPr>
          <p:cNvPr id="23" name="任意多边形: 形状 4"/>
          <p:cNvSpPr/>
          <p:nvPr>
            <p:custDataLst>
              <p:tags r:id="rId23"/>
            </p:custDataLst>
          </p:nvPr>
        </p:nvSpPr>
        <p:spPr>
          <a:xfrm rot="21000000">
            <a:off x="771525" y="4868704"/>
            <a:ext cx="270034" cy="10525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FAC302"/>
            </a:solidFill>
            <a:prstDash val="solid"/>
            <a:miter/>
          </a:ln>
        </p:spPr>
        <p:txBody>
          <a:bodyPr rtlCol="0" anchor="ctr"/>
          <a:lstStyle/>
          <a:p>
            <a:endParaRPr lang="zh-CN" altLang="en-US" sz="135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Oval 4"/>
          <p:cNvSpPr>
            <a:spLocks noChangeArrowheads="1"/>
          </p:cNvSpPr>
          <p:nvPr/>
        </p:nvSpPr>
        <p:spPr bwMode="auto">
          <a:xfrm>
            <a:off x="335003" y="2270436"/>
            <a:ext cx="1729841" cy="1732496"/>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sp>
        <p:nvSpPr>
          <p:cNvPr id="33" name="Oval 6"/>
          <p:cNvSpPr>
            <a:spLocks noChangeArrowheads="1"/>
          </p:cNvSpPr>
          <p:nvPr/>
        </p:nvSpPr>
        <p:spPr bwMode="auto">
          <a:xfrm>
            <a:off x="3700734" y="2377081"/>
            <a:ext cx="1729841" cy="1732496"/>
          </a:xfrm>
          <a:prstGeom prst="ellipse">
            <a:avLst/>
          </a:prstGeom>
          <a:noFill/>
          <a:ln w="952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sp>
        <p:nvSpPr>
          <p:cNvPr id="34" name="Oval 7"/>
          <p:cNvSpPr>
            <a:spLocks noChangeArrowheads="1"/>
          </p:cNvSpPr>
          <p:nvPr/>
        </p:nvSpPr>
        <p:spPr bwMode="auto">
          <a:xfrm>
            <a:off x="7019172" y="2377081"/>
            <a:ext cx="1729841" cy="1732496"/>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sp>
        <p:nvSpPr>
          <p:cNvPr id="35" name="Oval 8"/>
          <p:cNvSpPr>
            <a:spLocks noChangeArrowheads="1"/>
          </p:cNvSpPr>
          <p:nvPr/>
        </p:nvSpPr>
        <p:spPr bwMode="auto">
          <a:xfrm>
            <a:off x="2042308" y="1549738"/>
            <a:ext cx="1729841" cy="1730909"/>
          </a:xfrm>
          <a:prstGeom prst="ellipse">
            <a:avLst/>
          </a:prstGeom>
          <a:noFill/>
          <a:ln w="952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sp>
        <p:nvSpPr>
          <p:cNvPr id="36" name="Oval 9"/>
          <p:cNvSpPr>
            <a:spLocks noChangeArrowheads="1"/>
          </p:cNvSpPr>
          <p:nvPr/>
        </p:nvSpPr>
        <p:spPr bwMode="auto">
          <a:xfrm>
            <a:off x="5359159" y="1557679"/>
            <a:ext cx="1729841" cy="1730909"/>
          </a:xfrm>
          <a:prstGeom prst="ellipse">
            <a:avLst/>
          </a:prstGeom>
          <a:noFill/>
          <a:ln w="9525">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grpSp>
        <p:nvGrpSpPr>
          <p:cNvPr id="2" name="组合 7"/>
          <p:cNvGrpSpPr/>
          <p:nvPr/>
        </p:nvGrpSpPr>
        <p:grpSpPr>
          <a:xfrm>
            <a:off x="1300854" y="3655738"/>
            <a:ext cx="825881" cy="2182391"/>
            <a:chOff x="1299844" y="3197550"/>
            <a:chExt cx="826136" cy="2181718"/>
          </a:xfrm>
          <a:solidFill>
            <a:schemeClr val="accent1"/>
          </a:solidFill>
        </p:grpSpPr>
        <p:cxnSp>
          <p:nvCxnSpPr>
            <p:cNvPr id="3" name="直接连接符 2"/>
            <p:cNvCxnSpPr>
              <a:stCxn id="58" idx="4"/>
            </p:cNvCxnSpPr>
            <p:nvPr/>
          </p:nvCxnSpPr>
          <p:spPr>
            <a:xfrm>
              <a:off x="1712912" y="4025574"/>
              <a:ext cx="0" cy="1353694"/>
            </a:xfrm>
            <a:prstGeom prst="line">
              <a:avLst/>
            </a:prstGeom>
            <a:grpFill/>
            <a:ln w="25400">
              <a:solidFill>
                <a:schemeClr val="accent1"/>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32" name="Oval 5"/>
            <p:cNvSpPr>
              <a:spLocks noChangeArrowheads="1"/>
            </p:cNvSpPr>
            <p:nvPr/>
          </p:nvSpPr>
          <p:spPr bwMode="auto">
            <a:xfrm>
              <a:off x="1370330" y="3263900"/>
              <a:ext cx="693738" cy="695325"/>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mn-ea"/>
              </a:endParaRPr>
            </a:p>
          </p:txBody>
        </p:sp>
        <p:sp>
          <p:nvSpPr>
            <p:cNvPr id="58" name="Oval 5"/>
            <p:cNvSpPr>
              <a:spLocks noChangeArrowheads="1"/>
            </p:cNvSpPr>
            <p:nvPr/>
          </p:nvSpPr>
          <p:spPr bwMode="auto">
            <a:xfrm>
              <a:off x="1299844" y="3197550"/>
              <a:ext cx="826136" cy="828024"/>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mn-ea"/>
              </a:endParaRPr>
            </a:p>
          </p:txBody>
        </p:sp>
      </p:grpSp>
      <p:grpSp>
        <p:nvGrpSpPr>
          <p:cNvPr id="4" name="组合 8"/>
          <p:cNvGrpSpPr/>
          <p:nvPr/>
        </p:nvGrpSpPr>
        <p:grpSpPr>
          <a:xfrm>
            <a:off x="2725990" y="2975284"/>
            <a:ext cx="825881" cy="2862845"/>
            <a:chOff x="2725420" y="2517307"/>
            <a:chExt cx="826136" cy="2861961"/>
          </a:xfrm>
          <a:solidFill>
            <a:schemeClr val="accent2"/>
          </a:solidFill>
        </p:grpSpPr>
        <p:cxnSp>
          <p:nvCxnSpPr>
            <p:cNvPr id="70" name="直接连接符 69"/>
            <p:cNvCxnSpPr>
              <a:stCxn id="61" idx="4"/>
            </p:cNvCxnSpPr>
            <p:nvPr/>
          </p:nvCxnSpPr>
          <p:spPr>
            <a:xfrm>
              <a:off x="3138488" y="3345331"/>
              <a:ext cx="0" cy="2033937"/>
            </a:xfrm>
            <a:prstGeom prst="line">
              <a:avLst/>
            </a:prstGeom>
            <a:grpFill/>
            <a:ln w="25400">
              <a:solidFill>
                <a:schemeClr val="accent2"/>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0" name="Oval 5"/>
            <p:cNvSpPr>
              <a:spLocks noChangeArrowheads="1"/>
            </p:cNvSpPr>
            <p:nvPr/>
          </p:nvSpPr>
          <p:spPr bwMode="auto">
            <a:xfrm>
              <a:off x="2795906" y="2583657"/>
              <a:ext cx="693738" cy="695325"/>
            </a:xfrm>
            <a:prstGeom prst="ellipse">
              <a:avLst/>
            </a:prstGeom>
            <a:grpFill/>
            <a:ln w="254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sp>
          <p:nvSpPr>
            <p:cNvPr id="61" name="Oval 5"/>
            <p:cNvSpPr>
              <a:spLocks noChangeArrowheads="1"/>
            </p:cNvSpPr>
            <p:nvPr/>
          </p:nvSpPr>
          <p:spPr bwMode="auto">
            <a:xfrm>
              <a:off x="2725420" y="2517307"/>
              <a:ext cx="826136" cy="828024"/>
            </a:xfrm>
            <a:prstGeom prst="ellipse">
              <a:avLst/>
            </a:prstGeom>
            <a:grpFill/>
            <a:ln w="254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grpSp>
      <p:grpSp>
        <p:nvGrpSpPr>
          <p:cNvPr id="5" name="组合 9"/>
          <p:cNvGrpSpPr/>
          <p:nvPr/>
        </p:nvGrpSpPr>
        <p:grpSpPr>
          <a:xfrm>
            <a:off x="4143190" y="3739075"/>
            <a:ext cx="825881" cy="2099054"/>
            <a:chOff x="4143057" y="3280862"/>
            <a:chExt cx="826136" cy="2098406"/>
          </a:xfrm>
          <a:solidFill>
            <a:schemeClr val="accent3"/>
          </a:solidFill>
        </p:grpSpPr>
        <p:cxnSp>
          <p:nvCxnSpPr>
            <p:cNvPr id="72" name="直接连接符 71"/>
            <p:cNvCxnSpPr>
              <a:stCxn id="63" idx="4"/>
            </p:cNvCxnSpPr>
            <p:nvPr/>
          </p:nvCxnSpPr>
          <p:spPr>
            <a:xfrm>
              <a:off x="4556125" y="4108886"/>
              <a:ext cx="11714" cy="1270382"/>
            </a:xfrm>
            <a:prstGeom prst="line">
              <a:avLst/>
            </a:prstGeom>
            <a:grpFill/>
            <a:ln w="25400">
              <a:solidFill>
                <a:schemeClr val="accent3"/>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2" name="Oval 5"/>
            <p:cNvSpPr>
              <a:spLocks noChangeArrowheads="1"/>
            </p:cNvSpPr>
            <p:nvPr/>
          </p:nvSpPr>
          <p:spPr bwMode="auto">
            <a:xfrm>
              <a:off x="4213543" y="3347212"/>
              <a:ext cx="693738" cy="695325"/>
            </a:xfrm>
            <a:prstGeom prst="ellipse">
              <a:avLst/>
            </a:prstGeom>
            <a:grpFill/>
            <a:ln w="254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sp>
          <p:nvSpPr>
            <p:cNvPr id="63" name="Oval 5"/>
            <p:cNvSpPr>
              <a:spLocks noChangeArrowheads="1"/>
            </p:cNvSpPr>
            <p:nvPr/>
          </p:nvSpPr>
          <p:spPr bwMode="auto">
            <a:xfrm>
              <a:off x="4143057" y="3280862"/>
              <a:ext cx="826136" cy="828024"/>
            </a:xfrm>
            <a:prstGeom prst="ellipse">
              <a:avLst/>
            </a:prstGeom>
            <a:grpFill/>
            <a:ln w="254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grpSp>
      <p:grpSp>
        <p:nvGrpSpPr>
          <p:cNvPr id="6" name="组合 12"/>
          <p:cNvGrpSpPr/>
          <p:nvPr/>
        </p:nvGrpSpPr>
        <p:grpSpPr>
          <a:xfrm>
            <a:off x="5561977" y="3028156"/>
            <a:ext cx="825881" cy="2809973"/>
            <a:chOff x="5562282" y="2570163"/>
            <a:chExt cx="826136" cy="2809105"/>
          </a:xfrm>
          <a:solidFill>
            <a:schemeClr val="accent4"/>
          </a:solidFill>
        </p:grpSpPr>
        <p:cxnSp>
          <p:nvCxnSpPr>
            <p:cNvPr id="74" name="直接连接符 73"/>
            <p:cNvCxnSpPr>
              <a:stCxn id="65" idx="4"/>
            </p:cNvCxnSpPr>
            <p:nvPr/>
          </p:nvCxnSpPr>
          <p:spPr>
            <a:xfrm>
              <a:off x="5975350" y="3398187"/>
              <a:ext cx="0" cy="1981081"/>
            </a:xfrm>
            <a:prstGeom prst="line">
              <a:avLst/>
            </a:prstGeom>
            <a:grpFill/>
            <a:ln w="25400">
              <a:solidFill>
                <a:schemeClr val="accent4"/>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4" name="Oval 5"/>
            <p:cNvSpPr>
              <a:spLocks noChangeArrowheads="1"/>
            </p:cNvSpPr>
            <p:nvPr/>
          </p:nvSpPr>
          <p:spPr bwMode="auto">
            <a:xfrm>
              <a:off x="5632768" y="2636513"/>
              <a:ext cx="693738" cy="695325"/>
            </a:xfrm>
            <a:prstGeom prst="ellipse">
              <a:avLst/>
            </a:prstGeom>
            <a:grpFill/>
            <a:ln w="254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sp>
          <p:nvSpPr>
            <p:cNvPr id="65" name="Oval 5"/>
            <p:cNvSpPr>
              <a:spLocks noChangeArrowheads="1"/>
            </p:cNvSpPr>
            <p:nvPr/>
          </p:nvSpPr>
          <p:spPr bwMode="auto">
            <a:xfrm>
              <a:off x="5562282" y="2570163"/>
              <a:ext cx="826136" cy="828024"/>
            </a:xfrm>
            <a:prstGeom prst="ellipse">
              <a:avLst/>
            </a:prstGeom>
            <a:grpFill/>
            <a:ln w="254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mn-ea"/>
              </a:endParaRPr>
            </a:p>
          </p:txBody>
        </p:sp>
      </p:grpSp>
      <p:grpSp>
        <p:nvGrpSpPr>
          <p:cNvPr id="7" name="组合 13"/>
          <p:cNvGrpSpPr/>
          <p:nvPr/>
        </p:nvGrpSpPr>
        <p:grpSpPr>
          <a:xfrm>
            <a:off x="6972829" y="3737195"/>
            <a:ext cx="825881" cy="2100935"/>
            <a:chOff x="6973570" y="3278982"/>
            <a:chExt cx="826136" cy="2100286"/>
          </a:xfrm>
          <a:solidFill>
            <a:schemeClr val="accent1"/>
          </a:solidFill>
        </p:grpSpPr>
        <p:cxnSp>
          <p:nvCxnSpPr>
            <p:cNvPr id="76" name="直接连接符 75"/>
            <p:cNvCxnSpPr>
              <a:stCxn id="67" idx="4"/>
            </p:cNvCxnSpPr>
            <p:nvPr/>
          </p:nvCxnSpPr>
          <p:spPr>
            <a:xfrm>
              <a:off x="7386638" y="4107006"/>
              <a:ext cx="0" cy="1272262"/>
            </a:xfrm>
            <a:prstGeom prst="line">
              <a:avLst/>
            </a:prstGeom>
            <a:grpFill/>
            <a:ln w="25400">
              <a:solidFill>
                <a:schemeClr val="accent1"/>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6" name="Oval 5"/>
            <p:cNvSpPr>
              <a:spLocks noChangeArrowheads="1"/>
            </p:cNvSpPr>
            <p:nvPr/>
          </p:nvSpPr>
          <p:spPr bwMode="auto">
            <a:xfrm>
              <a:off x="7044056" y="3345332"/>
              <a:ext cx="693738" cy="695325"/>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mn-ea"/>
              </a:endParaRPr>
            </a:p>
          </p:txBody>
        </p:sp>
        <p:sp>
          <p:nvSpPr>
            <p:cNvPr id="67" name="Oval 5"/>
            <p:cNvSpPr>
              <a:spLocks noChangeArrowheads="1"/>
            </p:cNvSpPr>
            <p:nvPr/>
          </p:nvSpPr>
          <p:spPr bwMode="auto">
            <a:xfrm>
              <a:off x="6973570" y="3278982"/>
              <a:ext cx="826136" cy="828024"/>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mn-ea"/>
              </a:endParaRPr>
            </a:p>
          </p:txBody>
        </p:sp>
      </p:grpSp>
      <p:sp>
        <p:nvSpPr>
          <p:cNvPr id="41" name="Rectangle 14"/>
          <p:cNvSpPr>
            <a:spLocks noChangeArrowheads="1"/>
          </p:cNvSpPr>
          <p:nvPr/>
        </p:nvSpPr>
        <p:spPr bwMode="auto">
          <a:xfrm>
            <a:off x="486720" y="2752191"/>
            <a:ext cx="1428309" cy="768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0">
            <a:spAutoFit/>
          </a:bodyPr>
          <a:lstStyle/>
          <a:p>
            <a:pPr algn="ctr" defTabSz="685165">
              <a:spcBef>
                <a:spcPct val="20000"/>
              </a:spcBef>
              <a:defRPr/>
            </a:pPr>
            <a:r>
              <a:rPr lang="zh-CN" altLang="en-US" sz="1000" kern="0" dirty="0">
                <a:solidFill>
                  <a:schemeClr val="tx1">
                    <a:lumMod val="75000"/>
                    <a:lumOff val="25000"/>
                  </a:schemeClr>
                </a:solidFill>
                <a:latin typeface="+mn-ea"/>
                <a:cs typeface="Raleway" panose="020B0003030101060003"/>
              </a:rPr>
              <a:t>通览计算机杂志和在线计算机商店，以对性能和价格有初步的认识。如果遇到一些难懂的术语，可以使用百度、谷歌来查询。</a:t>
            </a:r>
          </a:p>
        </p:txBody>
      </p:sp>
      <p:sp>
        <p:nvSpPr>
          <p:cNvPr id="42" name="Rectangle 15"/>
          <p:cNvSpPr>
            <a:spLocks noChangeArrowheads="1"/>
          </p:cNvSpPr>
          <p:nvPr/>
        </p:nvSpPr>
        <p:spPr bwMode="auto">
          <a:xfrm>
            <a:off x="3912870" y="3065780"/>
            <a:ext cx="1305560"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p>
            <a:pPr algn="ctr" defTabSz="685165">
              <a:spcBef>
                <a:spcPct val="20000"/>
              </a:spcBef>
              <a:defRPr/>
            </a:pPr>
            <a:r>
              <a:rPr lang="zh-CN" altLang="en-US" sz="1000" kern="0" dirty="0">
                <a:solidFill>
                  <a:schemeClr val="tx1">
                    <a:lumMod val="75000"/>
                    <a:lumOff val="25000"/>
                  </a:schemeClr>
                </a:solidFill>
                <a:latin typeface="+mn-ea"/>
                <a:cs typeface="Raleway" panose="020B0003030101060003"/>
              </a:rPr>
              <a:t>列出所需要的计算机的用途。</a:t>
            </a:r>
          </a:p>
        </p:txBody>
      </p:sp>
      <p:sp>
        <p:nvSpPr>
          <p:cNvPr id="43" name="Rectangle 16"/>
          <p:cNvSpPr>
            <a:spLocks noChangeArrowheads="1"/>
          </p:cNvSpPr>
          <p:nvPr/>
        </p:nvSpPr>
        <p:spPr bwMode="auto">
          <a:xfrm>
            <a:off x="7237730" y="3089275"/>
            <a:ext cx="1292860"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p>
            <a:pPr algn="ctr" defTabSz="685165">
              <a:spcBef>
                <a:spcPct val="20000"/>
              </a:spcBef>
              <a:defRPr/>
            </a:pPr>
            <a:r>
              <a:rPr lang="zh-CN" altLang="en-US" sz="1000" kern="0" dirty="0">
                <a:solidFill>
                  <a:schemeClr val="tx1">
                    <a:lumMod val="75000"/>
                    <a:lumOff val="25000"/>
                  </a:schemeClr>
                </a:solidFill>
                <a:latin typeface="+mn-ea"/>
                <a:cs typeface="Raleway" panose="020B0003030101060003"/>
              </a:rPr>
              <a:t>选择外设、软件和其他配件。</a:t>
            </a:r>
          </a:p>
        </p:txBody>
      </p:sp>
      <p:sp>
        <p:nvSpPr>
          <p:cNvPr id="44" name="Rectangle 17"/>
          <p:cNvSpPr>
            <a:spLocks noChangeArrowheads="1"/>
          </p:cNvSpPr>
          <p:nvPr/>
        </p:nvSpPr>
        <p:spPr bwMode="auto">
          <a:xfrm>
            <a:off x="5510246" y="2346311"/>
            <a:ext cx="1428309"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0">
            <a:spAutoFit/>
          </a:bodyPr>
          <a:lstStyle/>
          <a:p>
            <a:pPr algn="ctr" defTabSz="685165">
              <a:spcBef>
                <a:spcPct val="20000"/>
              </a:spcBef>
              <a:defRPr/>
            </a:pPr>
            <a:r>
              <a:rPr lang="zh-CN" altLang="en-US" sz="1000" kern="0" dirty="0">
                <a:solidFill>
                  <a:schemeClr val="tx1">
                    <a:lumMod val="75000"/>
                    <a:lumOff val="25000"/>
                  </a:schemeClr>
                </a:solidFill>
                <a:latin typeface="+mn-ea"/>
                <a:cs typeface="Raleway" panose="020B0003030101060003"/>
              </a:rPr>
              <a:t>决定外形。</a:t>
            </a:r>
          </a:p>
        </p:txBody>
      </p:sp>
      <p:sp>
        <p:nvSpPr>
          <p:cNvPr id="45" name="Rectangle 18"/>
          <p:cNvSpPr>
            <a:spLocks noChangeArrowheads="1"/>
          </p:cNvSpPr>
          <p:nvPr/>
        </p:nvSpPr>
        <p:spPr bwMode="auto">
          <a:xfrm>
            <a:off x="2239645" y="2110740"/>
            <a:ext cx="133477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p>
            <a:pPr algn="ctr" defTabSz="685165">
              <a:spcBef>
                <a:spcPct val="20000"/>
              </a:spcBef>
              <a:defRPr/>
            </a:pPr>
            <a:r>
              <a:rPr lang="zh-CN" altLang="en-US" sz="1000" kern="0" dirty="0">
                <a:solidFill>
                  <a:schemeClr val="tx1">
                    <a:lumMod val="75000"/>
                    <a:lumOff val="25000"/>
                  </a:schemeClr>
                </a:solidFill>
                <a:latin typeface="+mn-ea"/>
                <a:cs typeface="Raleway" panose="020B0003030101060003"/>
              </a:rPr>
              <a:t>决定预算并严格执行。计算机的售价相差较大，确定了预算后，尽量不要超出预算。</a:t>
            </a:r>
          </a:p>
        </p:txBody>
      </p:sp>
      <p:sp>
        <p:nvSpPr>
          <p:cNvPr id="46" name="Text Box 19"/>
          <p:cNvSpPr txBox="1">
            <a:spLocks noChangeArrowheads="1"/>
          </p:cNvSpPr>
          <p:nvPr/>
        </p:nvSpPr>
        <p:spPr bwMode="auto">
          <a:xfrm>
            <a:off x="1579492" y="3907585"/>
            <a:ext cx="2844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buFont typeface="Arial" panose="020B0604020202020204" pitchFamily="34" charset="0"/>
              <a:buNone/>
            </a:pPr>
            <a:r>
              <a:rPr lang="en-US" sz="1600" dirty="0">
                <a:solidFill>
                  <a:schemeClr val="bg1"/>
                </a:solidFill>
                <a:latin typeface="+mn-ea"/>
              </a:rPr>
              <a:t>1</a:t>
            </a:r>
          </a:p>
        </p:txBody>
      </p:sp>
      <p:sp>
        <p:nvSpPr>
          <p:cNvPr id="47" name="Text Box 20"/>
          <p:cNvSpPr txBox="1">
            <a:spLocks noChangeArrowheads="1"/>
          </p:cNvSpPr>
          <p:nvPr/>
        </p:nvSpPr>
        <p:spPr bwMode="auto">
          <a:xfrm>
            <a:off x="2996693" y="3227290"/>
            <a:ext cx="2844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en-US" sz="1600" dirty="0">
                <a:solidFill>
                  <a:schemeClr val="bg1"/>
                </a:solidFill>
                <a:latin typeface="+mn-ea"/>
              </a:rPr>
              <a:t>2</a:t>
            </a:r>
          </a:p>
        </p:txBody>
      </p:sp>
      <p:sp>
        <p:nvSpPr>
          <p:cNvPr id="48" name="Text Box 21"/>
          <p:cNvSpPr txBox="1">
            <a:spLocks noChangeArrowheads="1"/>
          </p:cNvSpPr>
          <p:nvPr/>
        </p:nvSpPr>
        <p:spPr bwMode="auto">
          <a:xfrm>
            <a:off x="4418178" y="4001946"/>
            <a:ext cx="2844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buFont typeface="Arial" panose="020B0604020202020204" pitchFamily="34" charset="0"/>
              <a:buNone/>
            </a:pPr>
            <a:r>
              <a:rPr lang="en-US" sz="1600" dirty="0">
                <a:solidFill>
                  <a:schemeClr val="bg1"/>
                </a:solidFill>
                <a:latin typeface="+mn-ea"/>
              </a:rPr>
              <a:t>3</a:t>
            </a:r>
          </a:p>
        </p:txBody>
      </p:sp>
      <p:sp>
        <p:nvSpPr>
          <p:cNvPr id="49" name="Text Box 22"/>
          <p:cNvSpPr txBox="1">
            <a:spLocks noChangeArrowheads="1"/>
          </p:cNvSpPr>
          <p:nvPr/>
        </p:nvSpPr>
        <p:spPr bwMode="auto">
          <a:xfrm>
            <a:off x="5832679" y="3282067"/>
            <a:ext cx="2844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en-US" sz="1600" dirty="0">
                <a:solidFill>
                  <a:schemeClr val="bg1"/>
                </a:solidFill>
                <a:latin typeface="+mn-ea"/>
              </a:rPr>
              <a:t>4</a:t>
            </a:r>
          </a:p>
        </p:txBody>
      </p:sp>
      <p:sp>
        <p:nvSpPr>
          <p:cNvPr id="50" name="Text Box 23"/>
          <p:cNvSpPr txBox="1">
            <a:spLocks noChangeArrowheads="1"/>
          </p:cNvSpPr>
          <p:nvPr/>
        </p:nvSpPr>
        <p:spPr bwMode="auto">
          <a:xfrm>
            <a:off x="7243532" y="3985363"/>
            <a:ext cx="2844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buFont typeface="Arial" panose="020B0604020202020204" pitchFamily="34" charset="0"/>
              <a:buNone/>
            </a:pPr>
            <a:r>
              <a:rPr lang="en-US" sz="1600" dirty="0">
                <a:solidFill>
                  <a:schemeClr val="bg1"/>
                </a:solidFill>
                <a:latin typeface="+mn-ea"/>
              </a:rPr>
              <a:t>5</a:t>
            </a:r>
          </a:p>
        </p:txBody>
      </p:sp>
      <p:sp>
        <p:nvSpPr>
          <p:cNvPr id="8" name="文本框 7"/>
          <p:cNvSpPr txBox="1"/>
          <p:nvPr/>
        </p:nvSpPr>
        <p:spPr>
          <a:xfrm>
            <a:off x="575945" y="220345"/>
            <a:ext cx="2540000" cy="368300"/>
          </a:xfrm>
          <a:prstGeom prst="rect">
            <a:avLst/>
          </a:prstGeom>
          <a:noFill/>
        </p:spPr>
        <p:txBody>
          <a:bodyPr wrap="square" rtlCol="0" anchor="t">
            <a:spAutoFit/>
          </a:bodyPr>
          <a:lstStyle/>
          <a:p>
            <a:r>
              <a:rPr lang="zh-CN" altLang="en-US"/>
              <a:t>购买计算机系统部件</a:t>
            </a:r>
          </a:p>
        </p:txBody>
      </p:sp>
      <p:sp>
        <p:nvSpPr>
          <p:cNvPr id="9" name="文本框 8"/>
          <p:cNvSpPr txBox="1"/>
          <p:nvPr/>
        </p:nvSpPr>
        <p:spPr>
          <a:xfrm>
            <a:off x="575945" y="681355"/>
            <a:ext cx="8173085" cy="398780"/>
          </a:xfrm>
          <a:prstGeom prst="rect">
            <a:avLst/>
          </a:prstGeom>
          <a:noFill/>
        </p:spPr>
        <p:txBody>
          <a:bodyPr wrap="square" rtlCol="0" anchor="t">
            <a:spAutoFit/>
          </a:bodyPr>
          <a:lstStyle/>
          <a:p>
            <a:r>
              <a:rPr lang="zh-CN" altLang="en-US" sz="1000"/>
              <a:t>在购买计算机部件前，要对整个计算机系统做一个充分的了解。记住除了计算机外还需要购买外围设备、软件以及其他配件。</a:t>
            </a:r>
          </a:p>
          <a:p>
            <a:r>
              <a:rPr lang="zh-CN" altLang="en-US" sz="1000"/>
              <a:t>通常要做好以下几方面准备工作。</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600" fill="hold"/>
                                        <p:tgtEl>
                                          <p:spTgt spid="2"/>
                                        </p:tgtEl>
                                        <p:attrNameLst>
                                          <p:attrName>ppt_x</p:attrName>
                                        </p:attrNameLst>
                                      </p:cBhvr>
                                      <p:tavLst>
                                        <p:tav tm="0">
                                          <p:val>
                                            <p:strVal val="#ppt_x"/>
                                          </p:val>
                                        </p:tav>
                                        <p:tav tm="100000">
                                          <p:val>
                                            <p:strVal val="#ppt_x"/>
                                          </p:val>
                                        </p:tav>
                                      </p:tavLst>
                                    </p:anim>
                                    <p:anim calcmode="lin" valueType="num">
                                      <p:cBhvr additive="base">
                                        <p:cTn id="8" dur="6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600" fill="hold"/>
                                        <p:tgtEl>
                                          <p:spTgt spid="46"/>
                                        </p:tgtEl>
                                        <p:attrNameLst>
                                          <p:attrName>ppt_x</p:attrName>
                                        </p:attrNameLst>
                                      </p:cBhvr>
                                      <p:tavLst>
                                        <p:tav tm="0">
                                          <p:val>
                                            <p:strVal val="#ppt_x"/>
                                          </p:val>
                                        </p:tav>
                                        <p:tav tm="100000">
                                          <p:val>
                                            <p:strVal val="#ppt_x"/>
                                          </p:val>
                                        </p:tav>
                                      </p:tavLst>
                                    </p:anim>
                                    <p:anim calcmode="lin" valueType="num">
                                      <p:cBhvr additive="base">
                                        <p:cTn id="12" dur="600" fill="hold"/>
                                        <p:tgtEl>
                                          <p:spTgt spid="46"/>
                                        </p:tgtEl>
                                        <p:attrNameLst>
                                          <p:attrName>ppt_y</p:attrName>
                                        </p:attrNameLst>
                                      </p:cBhvr>
                                      <p:tavLst>
                                        <p:tav tm="0">
                                          <p:val>
                                            <p:strVal val="1+#ppt_h/2"/>
                                          </p:val>
                                        </p:tav>
                                        <p:tav tm="100000">
                                          <p:val>
                                            <p:strVal val="#ppt_y"/>
                                          </p:val>
                                        </p:tav>
                                      </p:tavLst>
                                    </p:anim>
                                  </p:childTnLst>
                                </p:cTn>
                              </p:par>
                              <p:par>
                                <p:cTn id="13" presetID="21" presetClass="entr" presetSubtype="1" fill="hold" grpId="0" nodeType="withEffect">
                                  <p:stCondLst>
                                    <p:cond delay="600"/>
                                  </p:stCondLst>
                                  <p:childTnLst>
                                    <p:set>
                                      <p:cBhvr>
                                        <p:cTn id="14" dur="1" fill="hold">
                                          <p:stCondLst>
                                            <p:cond delay="0"/>
                                          </p:stCondLst>
                                        </p:cTn>
                                        <p:tgtEl>
                                          <p:spTgt spid="31"/>
                                        </p:tgtEl>
                                        <p:attrNameLst>
                                          <p:attrName>style.visibility</p:attrName>
                                        </p:attrNameLst>
                                      </p:cBhvr>
                                      <p:to>
                                        <p:strVal val="visible"/>
                                      </p:to>
                                    </p:set>
                                    <p:animEffect transition="in" filter="wheel(1)">
                                      <p:cBhvr>
                                        <p:cTn id="15" dur="500"/>
                                        <p:tgtEl>
                                          <p:spTgt spid="31"/>
                                        </p:tgtEl>
                                      </p:cBhvr>
                                    </p:animEffect>
                                  </p:childTnLst>
                                </p:cTn>
                              </p:par>
                              <p:par>
                                <p:cTn id="16" presetID="53" presetClass="entr" presetSubtype="16" fill="hold" grpId="0" nodeType="withEffect">
                                  <p:stCondLst>
                                    <p:cond delay="900"/>
                                  </p:stCondLst>
                                  <p:childTnLst>
                                    <p:set>
                                      <p:cBhvr>
                                        <p:cTn id="17" dur="1" fill="hold">
                                          <p:stCondLst>
                                            <p:cond delay="0"/>
                                          </p:stCondLst>
                                        </p:cTn>
                                        <p:tgtEl>
                                          <p:spTgt spid="41"/>
                                        </p:tgtEl>
                                        <p:attrNameLst>
                                          <p:attrName>style.visibility</p:attrName>
                                        </p:attrNameLst>
                                      </p:cBhvr>
                                      <p:to>
                                        <p:strVal val="visible"/>
                                      </p:to>
                                    </p:set>
                                    <p:anim calcmode="lin" valueType="num">
                                      <p:cBhvr>
                                        <p:cTn id="18" dur="200" fill="hold"/>
                                        <p:tgtEl>
                                          <p:spTgt spid="41"/>
                                        </p:tgtEl>
                                        <p:attrNameLst>
                                          <p:attrName>ppt_w</p:attrName>
                                        </p:attrNameLst>
                                      </p:cBhvr>
                                      <p:tavLst>
                                        <p:tav tm="0">
                                          <p:val>
                                            <p:fltVal val="0"/>
                                          </p:val>
                                        </p:tav>
                                        <p:tav tm="100000">
                                          <p:val>
                                            <p:strVal val="#ppt_w"/>
                                          </p:val>
                                        </p:tav>
                                      </p:tavLst>
                                    </p:anim>
                                    <p:anim calcmode="lin" valueType="num">
                                      <p:cBhvr>
                                        <p:cTn id="19" dur="200" fill="hold"/>
                                        <p:tgtEl>
                                          <p:spTgt spid="41"/>
                                        </p:tgtEl>
                                        <p:attrNameLst>
                                          <p:attrName>ppt_h</p:attrName>
                                        </p:attrNameLst>
                                      </p:cBhvr>
                                      <p:tavLst>
                                        <p:tav tm="0">
                                          <p:val>
                                            <p:fltVal val="0"/>
                                          </p:val>
                                        </p:tav>
                                        <p:tav tm="100000">
                                          <p:val>
                                            <p:strVal val="#ppt_h"/>
                                          </p:val>
                                        </p:tav>
                                      </p:tavLst>
                                    </p:anim>
                                    <p:animEffect transition="in" filter="fade">
                                      <p:cBhvr>
                                        <p:cTn id="20" dur="200"/>
                                        <p:tgtEl>
                                          <p:spTgt spid="41"/>
                                        </p:tgtEl>
                                      </p:cBhvr>
                                    </p:animEffect>
                                  </p:childTnLst>
                                </p:cTn>
                              </p:par>
                            </p:childTnLst>
                          </p:cTn>
                        </p:par>
                        <p:par>
                          <p:cTn id="21" fill="hold">
                            <p:stCondLst>
                              <p:cond delay="1000"/>
                            </p:stCondLst>
                            <p:childTnLst>
                              <p:par>
                                <p:cTn id="22" presetID="6" presetClass="emph" presetSubtype="0" autoRev="1" fill="hold" grpId="1" nodeType="afterEffect">
                                  <p:stCondLst>
                                    <p:cond delay="0"/>
                                  </p:stCondLst>
                                  <p:childTnLst>
                                    <p:animScale>
                                      <p:cBhvr>
                                        <p:cTn id="23" dur="150" fill="hold"/>
                                        <p:tgtEl>
                                          <p:spTgt spid="41"/>
                                        </p:tgtEl>
                                      </p:cBhvr>
                                      <p:by x="110000" y="110000"/>
                                    </p:animScale>
                                  </p:childTnLst>
                                </p:cTn>
                              </p:par>
                            </p:childTnLst>
                          </p:cTn>
                        </p:par>
                        <p:par>
                          <p:cTn id="24" fill="hold">
                            <p:stCondLst>
                              <p:cond delay="1500"/>
                            </p:stCondLst>
                            <p:childTnLst>
                              <p:par>
                                <p:cTn id="25" presetID="2" presetClass="entr" presetSubtype="4"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600" fill="hold"/>
                                        <p:tgtEl>
                                          <p:spTgt spid="4"/>
                                        </p:tgtEl>
                                        <p:attrNameLst>
                                          <p:attrName>ppt_x</p:attrName>
                                        </p:attrNameLst>
                                      </p:cBhvr>
                                      <p:tavLst>
                                        <p:tav tm="0">
                                          <p:val>
                                            <p:strVal val="#ppt_x"/>
                                          </p:val>
                                        </p:tav>
                                        <p:tav tm="100000">
                                          <p:val>
                                            <p:strVal val="#ppt_x"/>
                                          </p:val>
                                        </p:tav>
                                      </p:tavLst>
                                    </p:anim>
                                    <p:anim calcmode="lin" valueType="num">
                                      <p:cBhvr additive="base">
                                        <p:cTn id="28" dur="6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600" fill="hold"/>
                                        <p:tgtEl>
                                          <p:spTgt spid="47"/>
                                        </p:tgtEl>
                                        <p:attrNameLst>
                                          <p:attrName>ppt_x</p:attrName>
                                        </p:attrNameLst>
                                      </p:cBhvr>
                                      <p:tavLst>
                                        <p:tav tm="0">
                                          <p:val>
                                            <p:strVal val="#ppt_x"/>
                                          </p:val>
                                        </p:tav>
                                        <p:tav tm="100000">
                                          <p:val>
                                            <p:strVal val="#ppt_x"/>
                                          </p:val>
                                        </p:tav>
                                      </p:tavLst>
                                    </p:anim>
                                    <p:anim calcmode="lin" valueType="num">
                                      <p:cBhvr additive="base">
                                        <p:cTn id="32" dur="6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2500"/>
                            </p:stCondLst>
                            <p:childTnLst>
                              <p:par>
                                <p:cTn id="34" presetID="21" presetClass="entr" presetSubtype="1" fill="hold" grpId="0" nodeType="after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wheel(1)">
                                      <p:cBhvr>
                                        <p:cTn id="36" dur="500"/>
                                        <p:tgtEl>
                                          <p:spTgt spid="35"/>
                                        </p:tgtEl>
                                      </p:cBhvr>
                                    </p:animEffect>
                                  </p:childTnLst>
                                </p:cTn>
                              </p:par>
                            </p:childTnLst>
                          </p:cTn>
                        </p:par>
                        <p:par>
                          <p:cTn id="37" fill="hold">
                            <p:stCondLst>
                              <p:cond delay="3000"/>
                            </p:stCondLst>
                            <p:childTnLst>
                              <p:par>
                                <p:cTn id="38" presetID="53" presetClass="entr" presetSubtype="16"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 calcmode="lin" valueType="num">
                                      <p:cBhvr>
                                        <p:cTn id="40" dur="300" fill="hold"/>
                                        <p:tgtEl>
                                          <p:spTgt spid="45"/>
                                        </p:tgtEl>
                                        <p:attrNameLst>
                                          <p:attrName>ppt_w</p:attrName>
                                        </p:attrNameLst>
                                      </p:cBhvr>
                                      <p:tavLst>
                                        <p:tav tm="0">
                                          <p:val>
                                            <p:fltVal val="0"/>
                                          </p:val>
                                        </p:tav>
                                        <p:tav tm="100000">
                                          <p:val>
                                            <p:strVal val="#ppt_w"/>
                                          </p:val>
                                        </p:tav>
                                      </p:tavLst>
                                    </p:anim>
                                    <p:anim calcmode="lin" valueType="num">
                                      <p:cBhvr>
                                        <p:cTn id="41" dur="300" fill="hold"/>
                                        <p:tgtEl>
                                          <p:spTgt spid="45"/>
                                        </p:tgtEl>
                                        <p:attrNameLst>
                                          <p:attrName>ppt_h</p:attrName>
                                        </p:attrNameLst>
                                      </p:cBhvr>
                                      <p:tavLst>
                                        <p:tav tm="0">
                                          <p:val>
                                            <p:fltVal val="0"/>
                                          </p:val>
                                        </p:tav>
                                        <p:tav tm="100000">
                                          <p:val>
                                            <p:strVal val="#ppt_h"/>
                                          </p:val>
                                        </p:tav>
                                      </p:tavLst>
                                    </p:anim>
                                    <p:animEffect transition="in" filter="fade">
                                      <p:cBhvr>
                                        <p:cTn id="42" dur="300"/>
                                        <p:tgtEl>
                                          <p:spTgt spid="45"/>
                                        </p:tgtEl>
                                      </p:cBhvr>
                                    </p:animEffect>
                                  </p:childTnLst>
                                </p:cTn>
                              </p:par>
                            </p:childTnLst>
                          </p:cTn>
                        </p:par>
                        <p:par>
                          <p:cTn id="43" fill="hold">
                            <p:stCondLst>
                              <p:cond delay="3500"/>
                            </p:stCondLst>
                            <p:childTnLst>
                              <p:par>
                                <p:cTn id="44" presetID="6" presetClass="emph" presetSubtype="0" autoRev="1" fill="hold" grpId="1" nodeType="afterEffect">
                                  <p:stCondLst>
                                    <p:cond delay="0"/>
                                  </p:stCondLst>
                                  <p:childTnLst>
                                    <p:animScale>
                                      <p:cBhvr>
                                        <p:cTn id="45" dur="150" fill="hold"/>
                                        <p:tgtEl>
                                          <p:spTgt spid="45"/>
                                        </p:tgtEl>
                                      </p:cBhvr>
                                      <p:by x="110000" y="110000"/>
                                    </p:animScale>
                                  </p:childTnLst>
                                </p:cTn>
                              </p:par>
                            </p:childTnLst>
                          </p:cTn>
                        </p:par>
                        <p:par>
                          <p:cTn id="46" fill="hold">
                            <p:stCondLst>
                              <p:cond delay="4000"/>
                            </p:stCondLst>
                            <p:childTnLst>
                              <p:par>
                                <p:cTn id="47" presetID="2" presetClass="entr" presetSubtype="4" fill="hold" nodeType="after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600" fill="hold"/>
                                        <p:tgtEl>
                                          <p:spTgt spid="5"/>
                                        </p:tgtEl>
                                        <p:attrNameLst>
                                          <p:attrName>ppt_x</p:attrName>
                                        </p:attrNameLst>
                                      </p:cBhvr>
                                      <p:tavLst>
                                        <p:tav tm="0">
                                          <p:val>
                                            <p:strVal val="#ppt_x"/>
                                          </p:val>
                                        </p:tav>
                                        <p:tav tm="100000">
                                          <p:val>
                                            <p:strVal val="#ppt_x"/>
                                          </p:val>
                                        </p:tav>
                                      </p:tavLst>
                                    </p:anim>
                                    <p:anim calcmode="lin" valueType="num">
                                      <p:cBhvr additive="base">
                                        <p:cTn id="50" dur="600" fill="hold"/>
                                        <p:tgtEl>
                                          <p:spTgt spid="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anim calcmode="lin" valueType="num">
                                      <p:cBhvr additive="base">
                                        <p:cTn id="53" dur="600" fill="hold"/>
                                        <p:tgtEl>
                                          <p:spTgt spid="48"/>
                                        </p:tgtEl>
                                        <p:attrNameLst>
                                          <p:attrName>ppt_x</p:attrName>
                                        </p:attrNameLst>
                                      </p:cBhvr>
                                      <p:tavLst>
                                        <p:tav tm="0">
                                          <p:val>
                                            <p:strVal val="#ppt_x"/>
                                          </p:val>
                                        </p:tav>
                                        <p:tav tm="100000">
                                          <p:val>
                                            <p:strVal val="#ppt_x"/>
                                          </p:val>
                                        </p:tav>
                                      </p:tavLst>
                                    </p:anim>
                                    <p:anim calcmode="lin" valueType="num">
                                      <p:cBhvr additive="base">
                                        <p:cTn id="54" dur="600" fill="hold"/>
                                        <p:tgtEl>
                                          <p:spTgt spid="48"/>
                                        </p:tgtEl>
                                        <p:attrNameLst>
                                          <p:attrName>ppt_y</p:attrName>
                                        </p:attrNameLst>
                                      </p:cBhvr>
                                      <p:tavLst>
                                        <p:tav tm="0">
                                          <p:val>
                                            <p:strVal val="1+#ppt_h/2"/>
                                          </p:val>
                                        </p:tav>
                                        <p:tav tm="100000">
                                          <p:val>
                                            <p:strVal val="#ppt_y"/>
                                          </p:val>
                                        </p:tav>
                                      </p:tavLst>
                                    </p:anim>
                                  </p:childTnLst>
                                </p:cTn>
                              </p:par>
                            </p:childTnLst>
                          </p:cTn>
                        </p:par>
                        <p:par>
                          <p:cTn id="55" fill="hold">
                            <p:stCondLst>
                              <p:cond delay="5000"/>
                            </p:stCondLst>
                            <p:childTnLst>
                              <p:par>
                                <p:cTn id="56" presetID="21" presetClass="entr" presetSubtype="1" fill="hold" grpId="0" nodeType="after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heel(1)">
                                      <p:cBhvr>
                                        <p:cTn id="58" dur="500"/>
                                        <p:tgtEl>
                                          <p:spTgt spid="33"/>
                                        </p:tgtEl>
                                      </p:cBhvr>
                                    </p:animEffect>
                                  </p:childTnLst>
                                </p:cTn>
                              </p:par>
                            </p:childTnLst>
                          </p:cTn>
                        </p:par>
                        <p:par>
                          <p:cTn id="59" fill="hold">
                            <p:stCondLst>
                              <p:cond delay="5500"/>
                            </p:stCondLst>
                            <p:childTnLst>
                              <p:par>
                                <p:cTn id="60" presetID="53" presetClass="entr" presetSubtype="16" fill="hold" grpId="0" nodeType="afterEffect">
                                  <p:stCondLst>
                                    <p:cond delay="0"/>
                                  </p:stCondLst>
                                  <p:childTnLst>
                                    <p:set>
                                      <p:cBhvr>
                                        <p:cTn id="61" dur="1" fill="hold">
                                          <p:stCondLst>
                                            <p:cond delay="0"/>
                                          </p:stCondLst>
                                        </p:cTn>
                                        <p:tgtEl>
                                          <p:spTgt spid="42"/>
                                        </p:tgtEl>
                                        <p:attrNameLst>
                                          <p:attrName>style.visibility</p:attrName>
                                        </p:attrNameLst>
                                      </p:cBhvr>
                                      <p:to>
                                        <p:strVal val="visible"/>
                                      </p:to>
                                    </p:set>
                                    <p:anim calcmode="lin" valueType="num">
                                      <p:cBhvr>
                                        <p:cTn id="62" dur="300" fill="hold"/>
                                        <p:tgtEl>
                                          <p:spTgt spid="42"/>
                                        </p:tgtEl>
                                        <p:attrNameLst>
                                          <p:attrName>ppt_w</p:attrName>
                                        </p:attrNameLst>
                                      </p:cBhvr>
                                      <p:tavLst>
                                        <p:tav tm="0">
                                          <p:val>
                                            <p:fltVal val="0"/>
                                          </p:val>
                                        </p:tav>
                                        <p:tav tm="100000">
                                          <p:val>
                                            <p:strVal val="#ppt_w"/>
                                          </p:val>
                                        </p:tav>
                                      </p:tavLst>
                                    </p:anim>
                                    <p:anim calcmode="lin" valueType="num">
                                      <p:cBhvr>
                                        <p:cTn id="63" dur="300" fill="hold"/>
                                        <p:tgtEl>
                                          <p:spTgt spid="42"/>
                                        </p:tgtEl>
                                        <p:attrNameLst>
                                          <p:attrName>ppt_h</p:attrName>
                                        </p:attrNameLst>
                                      </p:cBhvr>
                                      <p:tavLst>
                                        <p:tav tm="0">
                                          <p:val>
                                            <p:fltVal val="0"/>
                                          </p:val>
                                        </p:tav>
                                        <p:tav tm="100000">
                                          <p:val>
                                            <p:strVal val="#ppt_h"/>
                                          </p:val>
                                        </p:tav>
                                      </p:tavLst>
                                    </p:anim>
                                    <p:animEffect transition="in" filter="fade">
                                      <p:cBhvr>
                                        <p:cTn id="64" dur="300"/>
                                        <p:tgtEl>
                                          <p:spTgt spid="42"/>
                                        </p:tgtEl>
                                      </p:cBhvr>
                                    </p:animEffect>
                                  </p:childTnLst>
                                </p:cTn>
                              </p:par>
                            </p:childTnLst>
                          </p:cTn>
                        </p:par>
                        <p:par>
                          <p:cTn id="65" fill="hold">
                            <p:stCondLst>
                              <p:cond delay="6000"/>
                            </p:stCondLst>
                            <p:childTnLst>
                              <p:par>
                                <p:cTn id="66" presetID="6" presetClass="emph" presetSubtype="0" autoRev="1" fill="hold" grpId="1" nodeType="afterEffect">
                                  <p:stCondLst>
                                    <p:cond delay="0"/>
                                  </p:stCondLst>
                                  <p:childTnLst>
                                    <p:animScale>
                                      <p:cBhvr>
                                        <p:cTn id="67" dur="150" fill="hold"/>
                                        <p:tgtEl>
                                          <p:spTgt spid="42"/>
                                        </p:tgtEl>
                                      </p:cBhvr>
                                      <p:by x="110000" y="110000"/>
                                    </p:animScale>
                                  </p:childTnLst>
                                </p:cTn>
                              </p:par>
                            </p:childTnLst>
                          </p:cTn>
                        </p:par>
                        <p:par>
                          <p:cTn id="68" fill="hold">
                            <p:stCondLst>
                              <p:cond delay="6500"/>
                            </p:stCondLst>
                            <p:childTnLst>
                              <p:par>
                                <p:cTn id="69" presetID="2" presetClass="entr" presetSubtype="4" fill="hold" nodeType="after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additive="base">
                                        <p:cTn id="71" dur="600" fill="hold"/>
                                        <p:tgtEl>
                                          <p:spTgt spid="6"/>
                                        </p:tgtEl>
                                        <p:attrNameLst>
                                          <p:attrName>ppt_x</p:attrName>
                                        </p:attrNameLst>
                                      </p:cBhvr>
                                      <p:tavLst>
                                        <p:tav tm="0">
                                          <p:val>
                                            <p:strVal val="#ppt_x"/>
                                          </p:val>
                                        </p:tav>
                                        <p:tav tm="100000">
                                          <p:val>
                                            <p:strVal val="#ppt_x"/>
                                          </p:val>
                                        </p:tav>
                                      </p:tavLst>
                                    </p:anim>
                                    <p:anim calcmode="lin" valueType="num">
                                      <p:cBhvr additive="base">
                                        <p:cTn id="72" dur="600" fill="hold"/>
                                        <p:tgtEl>
                                          <p:spTgt spid="6"/>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49"/>
                                        </p:tgtEl>
                                        <p:attrNameLst>
                                          <p:attrName>style.visibility</p:attrName>
                                        </p:attrNameLst>
                                      </p:cBhvr>
                                      <p:to>
                                        <p:strVal val="visible"/>
                                      </p:to>
                                    </p:set>
                                    <p:anim calcmode="lin" valueType="num">
                                      <p:cBhvr additive="base">
                                        <p:cTn id="75" dur="600" fill="hold"/>
                                        <p:tgtEl>
                                          <p:spTgt spid="49"/>
                                        </p:tgtEl>
                                        <p:attrNameLst>
                                          <p:attrName>ppt_x</p:attrName>
                                        </p:attrNameLst>
                                      </p:cBhvr>
                                      <p:tavLst>
                                        <p:tav tm="0">
                                          <p:val>
                                            <p:strVal val="#ppt_x"/>
                                          </p:val>
                                        </p:tav>
                                        <p:tav tm="100000">
                                          <p:val>
                                            <p:strVal val="#ppt_x"/>
                                          </p:val>
                                        </p:tav>
                                      </p:tavLst>
                                    </p:anim>
                                    <p:anim calcmode="lin" valueType="num">
                                      <p:cBhvr additive="base">
                                        <p:cTn id="76" dur="600" fill="hold"/>
                                        <p:tgtEl>
                                          <p:spTgt spid="49"/>
                                        </p:tgtEl>
                                        <p:attrNameLst>
                                          <p:attrName>ppt_y</p:attrName>
                                        </p:attrNameLst>
                                      </p:cBhvr>
                                      <p:tavLst>
                                        <p:tav tm="0">
                                          <p:val>
                                            <p:strVal val="1+#ppt_h/2"/>
                                          </p:val>
                                        </p:tav>
                                        <p:tav tm="100000">
                                          <p:val>
                                            <p:strVal val="#ppt_y"/>
                                          </p:val>
                                        </p:tav>
                                      </p:tavLst>
                                    </p:anim>
                                  </p:childTnLst>
                                </p:cTn>
                              </p:par>
                            </p:childTnLst>
                          </p:cTn>
                        </p:par>
                        <p:par>
                          <p:cTn id="77" fill="hold">
                            <p:stCondLst>
                              <p:cond delay="7500"/>
                            </p:stCondLst>
                            <p:childTnLst>
                              <p:par>
                                <p:cTn id="78" presetID="21" presetClass="entr" presetSubtype="1" fill="hold" grpId="0" nodeType="after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wheel(1)">
                                      <p:cBhvr>
                                        <p:cTn id="80" dur="500"/>
                                        <p:tgtEl>
                                          <p:spTgt spid="36"/>
                                        </p:tgtEl>
                                      </p:cBhvr>
                                    </p:animEffect>
                                  </p:childTnLst>
                                </p:cTn>
                              </p:par>
                            </p:childTnLst>
                          </p:cTn>
                        </p:par>
                        <p:par>
                          <p:cTn id="81" fill="hold">
                            <p:stCondLst>
                              <p:cond delay="8000"/>
                            </p:stCondLst>
                            <p:childTnLst>
                              <p:par>
                                <p:cTn id="82" presetID="53" presetClass="entr" presetSubtype="16" fill="hold" grpId="0" nodeType="afterEffect">
                                  <p:stCondLst>
                                    <p:cond delay="0"/>
                                  </p:stCondLst>
                                  <p:childTnLst>
                                    <p:set>
                                      <p:cBhvr>
                                        <p:cTn id="83" dur="1" fill="hold">
                                          <p:stCondLst>
                                            <p:cond delay="0"/>
                                          </p:stCondLst>
                                        </p:cTn>
                                        <p:tgtEl>
                                          <p:spTgt spid="44"/>
                                        </p:tgtEl>
                                        <p:attrNameLst>
                                          <p:attrName>style.visibility</p:attrName>
                                        </p:attrNameLst>
                                      </p:cBhvr>
                                      <p:to>
                                        <p:strVal val="visible"/>
                                      </p:to>
                                    </p:set>
                                    <p:anim calcmode="lin" valueType="num">
                                      <p:cBhvr>
                                        <p:cTn id="84" dur="300" fill="hold"/>
                                        <p:tgtEl>
                                          <p:spTgt spid="44"/>
                                        </p:tgtEl>
                                        <p:attrNameLst>
                                          <p:attrName>ppt_w</p:attrName>
                                        </p:attrNameLst>
                                      </p:cBhvr>
                                      <p:tavLst>
                                        <p:tav tm="0">
                                          <p:val>
                                            <p:fltVal val="0"/>
                                          </p:val>
                                        </p:tav>
                                        <p:tav tm="100000">
                                          <p:val>
                                            <p:strVal val="#ppt_w"/>
                                          </p:val>
                                        </p:tav>
                                      </p:tavLst>
                                    </p:anim>
                                    <p:anim calcmode="lin" valueType="num">
                                      <p:cBhvr>
                                        <p:cTn id="85" dur="300" fill="hold"/>
                                        <p:tgtEl>
                                          <p:spTgt spid="44"/>
                                        </p:tgtEl>
                                        <p:attrNameLst>
                                          <p:attrName>ppt_h</p:attrName>
                                        </p:attrNameLst>
                                      </p:cBhvr>
                                      <p:tavLst>
                                        <p:tav tm="0">
                                          <p:val>
                                            <p:fltVal val="0"/>
                                          </p:val>
                                        </p:tav>
                                        <p:tav tm="100000">
                                          <p:val>
                                            <p:strVal val="#ppt_h"/>
                                          </p:val>
                                        </p:tav>
                                      </p:tavLst>
                                    </p:anim>
                                    <p:animEffect transition="in" filter="fade">
                                      <p:cBhvr>
                                        <p:cTn id="86" dur="300"/>
                                        <p:tgtEl>
                                          <p:spTgt spid="44"/>
                                        </p:tgtEl>
                                      </p:cBhvr>
                                    </p:animEffect>
                                  </p:childTnLst>
                                </p:cTn>
                              </p:par>
                            </p:childTnLst>
                          </p:cTn>
                        </p:par>
                        <p:par>
                          <p:cTn id="87" fill="hold">
                            <p:stCondLst>
                              <p:cond delay="8500"/>
                            </p:stCondLst>
                            <p:childTnLst>
                              <p:par>
                                <p:cTn id="88" presetID="6" presetClass="emph" presetSubtype="0" autoRev="1" fill="hold" grpId="1" nodeType="afterEffect">
                                  <p:stCondLst>
                                    <p:cond delay="0"/>
                                  </p:stCondLst>
                                  <p:childTnLst>
                                    <p:animScale>
                                      <p:cBhvr>
                                        <p:cTn id="89" dur="150" fill="hold"/>
                                        <p:tgtEl>
                                          <p:spTgt spid="44"/>
                                        </p:tgtEl>
                                      </p:cBhvr>
                                      <p:by x="110000" y="110000"/>
                                    </p:animScale>
                                  </p:childTnLst>
                                </p:cTn>
                              </p:par>
                            </p:childTnLst>
                          </p:cTn>
                        </p:par>
                        <p:par>
                          <p:cTn id="90" fill="hold">
                            <p:stCondLst>
                              <p:cond delay="9000"/>
                            </p:stCondLst>
                            <p:childTnLst>
                              <p:par>
                                <p:cTn id="91" presetID="2" presetClass="entr" presetSubtype="4" fill="hold" nodeType="afterEffect">
                                  <p:stCondLst>
                                    <p:cond delay="0"/>
                                  </p:stCondLst>
                                  <p:childTnLst>
                                    <p:set>
                                      <p:cBhvr>
                                        <p:cTn id="92" dur="1" fill="hold">
                                          <p:stCondLst>
                                            <p:cond delay="0"/>
                                          </p:stCondLst>
                                        </p:cTn>
                                        <p:tgtEl>
                                          <p:spTgt spid="7"/>
                                        </p:tgtEl>
                                        <p:attrNameLst>
                                          <p:attrName>style.visibility</p:attrName>
                                        </p:attrNameLst>
                                      </p:cBhvr>
                                      <p:to>
                                        <p:strVal val="visible"/>
                                      </p:to>
                                    </p:set>
                                    <p:anim calcmode="lin" valueType="num">
                                      <p:cBhvr additive="base">
                                        <p:cTn id="93" dur="600" fill="hold"/>
                                        <p:tgtEl>
                                          <p:spTgt spid="7"/>
                                        </p:tgtEl>
                                        <p:attrNameLst>
                                          <p:attrName>ppt_x</p:attrName>
                                        </p:attrNameLst>
                                      </p:cBhvr>
                                      <p:tavLst>
                                        <p:tav tm="0">
                                          <p:val>
                                            <p:strVal val="#ppt_x"/>
                                          </p:val>
                                        </p:tav>
                                        <p:tav tm="100000">
                                          <p:val>
                                            <p:strVal val="#ppt_x"/>
                                          </p:val>
                                        </p:tav>
                                      </p:tavLst>
                                    </p:anim>
                                    <p:anim calcmode="lin" valueType="num">
                                      <p:cBhvr additive="base">
                                        <p:cTn id="94" dur="600" fill="hold"/>
                                        <p:tgtEl>
                                          <p:spTgt spid="7"/>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50"/>
                                        </p:tgtEl>
                                        <p:attrNameLst>
                                          <p:attrName>style.visibility</p:attrName>
                                        </p:attrNameLst>
                                      </p:cBhvr>
                                      <p:to>
                                        <p:strVal val="visible"/>
                                      </p:to>
                                    </p:set>
                                    <p:anim calcmode="lin" valueType="num">
                                      <p:cBhvr additive="base">
                                        <p:cTn id="97" dur="600" fill="hold"/>
                                        <p:tgtEl>
                                          <p:spTgt spid="50"/>
                                        </p:tgtEl>
                                        <p:attrNameLst>
                                          <p:attrName>ppt_x</p:attrName>
                                        </p:attrNameLst>
                                      </p:cBhvr>
                                      <p:tavLst>
                                        <p:tav tm="0">
                                          <p:val>
                                            <p:strVal val="#ppt_x"/>
                                          </p:val>
                                        </p:tav>
                                        <p:tav tm="100000">
                                          <p:val>
                                            <p:strVal val="#ppt_x"/>
                                          </p:val>
                                        </p:tav>
                                      </p:tavLst>
                                    </p:anim>
                                    <p:anim calcmode="lin" valueType="num">
                                      <p:cBhvr additive="base">
                                        <p:cTn id="98" dur="600" fill="hold"/>
                                        <p:tgtEl>
                                          <p:spTgt spid="50"/>
                                        </p:tgtEl>
                                        <p:attrNameLst>
                                          <p:attrName>ppt_y</p:attrName>
                                        </p:attrNameLst>
                                      </p:cBhvr>
                                      <p:tavLst>
                                        <p:tav tm="0">
                                          <p:val>
                                            <p:strVal val="1+#ppt_h/2"/>
                                          </p:val>
                                        </p:tav>
                                        <p:tav tm="100000">
                                          <p:val>
                                            <p:strVal val="#ppt_y"/>
                                          </p:val>
                                        </p:tav>
                                      </p:tavLst>
                                    </p:anim>
                                  </p:childTnLst>
                                </p:cTn>
                              </p:par>
                            </p:childTnLst>
                          </p:cTn>
                        </p:par>
                        <p:par>
                          <p:cTn id="99" fill="hold">
                            <p:stCondLst>
                              <p:cond delay="10000"/>
                            </p:stCondLst>
                            <p:childTnLst>
                              <p:par>
                                <p:cTn id="100" presetID="21" presetClass="entr" presetSubtype="1" fill="hold" grpId="0" nodeType="after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wheel(1)">
                                      <p:cBhvr>
                                        <p:cTn id="102" dur="500"/>
                                        <p:tgtEl>
                                          <p:spTgt spid="34"/>
                                        </p:tgtEl>
                                      </p:cBhvr>
                                    </p:animEffect>
                                  </p:childTnLst>
                                </p:cTn>
                              </p:par>
                            </p:childTnLst>
                          </p:cTn>
                        </p:par>
                        <p:par>
                          <p:cTn id="103" fill="hold">
                            <p:stCondLst>
                              <p:cond delay="10500"/>
                            </p:stCondLst>
                            <p:childTnLst>
                              <p:par>
                                <p:cTn id="104" presetID="53" presetClass="entr" presetSubtype="16" fill="hold" grpId="0" nodeType="afterEffect">
                                  <p:stCondLst>
                                    <p:cond delay="0"/>
                                  </p:stCondLst>
                                  <p:childTnLst>
                                    <p:set>
                                      <p:cBhvr>
                                        <p:cTn id="105" dur="1" fill="hold">
                                          <p:stCondLst>
                                            <p:cond delay="0"/>
                                          </p:stCondLst>
                                        </p:cTn>
                                        <p:tgtEl>
                                          <p:spTgt spid="43"/>
                                        </p:tgtEl>
                                        <p:attrNameLst>
                                          <p:attrName>style.visibility</p:attrName>
                                        </p:attrNameLst>
                                      </p:cBhvr>
                                      <p:to>
                                        <p:strVal val="visible"/>
                                      </p:to>
                                    </p:set>
                                    <p:anim calcmode="lin" valueType="num">
                                      <p:cBhvr>
                                        <p:cTn id="106" dur="300" fill="hold"/>
                                        <p:tgtEl>
                                          <p:spTgt spid="43"/>
                                        </p:tgtEl>
                                        <p:attrNameLst>
                                          <p:attrName>ppt_w</p:attrName>
                                        </p:attrNameLst>
                                      </p:cBhvr>
                                      <p:tavLst>
                                        <p:tav tm="0">
                                          <p:val>
                                            <p:fltVal val="0"/>
                                          </p:val>
                                        </p:tav>
                                        <p:tav tm="100000">
                                          <p:val>
                                            <p:strVal val="#ppt_w"/>
                                          </p:val>
                                        </p:tav>
                                      </p:tavLst>
                                    </p:anim>
                                    <p:anim calcmode="lin" valueType="num">
                                      <p:cBhvr>
                                        <p:cTn id="107" dur="300" fill="hold"/>
                                        <p:tgtEl>
                                          <p:spTgt spid="43"/>
                                        </p:tgtEl>
                                        <p:attrNameLst>
                                          <p:attrName>ppt_h</p:attrName>
                                        </p:attrNameLst>
                                      </p:cBhvr>
                                      <p:tavLst>
                                        <p:tav tm="0">
                                          <p:val>
                                            <p:fltVal val="0"/>
                                          </p:val>
                                        </p:tav>
                                        <p:tav tm="100000">
                                          <p:val>
                                            <p:strVal val="#ppt_h"/>
                                          </p:val>
                                        </p:tav>
                                      </p:tavLst>
                                    </p:anim>
                                    <p:animEffect transition="in" filter="fade">
                                      <p:cBhvr>
                                        <p:cTn id="108" dur="300"/>
                                        <p:tgtEl>
                                          <p:spTgt spid="43"/>
                                        </p:tgtEl>
                                      </p:cBhvr>
                                    </p:animEffect>
                                  </p:childTnLst>
                                </p:cTn>
                              </p:par>
                            </p:childTnLst>
                          </p:cTn>
                        </p:par>
                        <p:par>
                          <p:cTn id="109" fill="hold">
                            <p:stCondLst>
                              <p:cond delay="11000"/>
                            </p:stCondLst>
                            <p:childTnLst>
                              <p:par>
                                <p:cTn id="110" presetID="6" presetClass="emph" presetSubtype="0" autoRev="1" fill="hold" grpId="1" nodeType="afterEffect">
                                  <p:stCondLst>
                                    <p:cond delay="0"/>
                                  </p:stCondLst>
                                  <p:childTnLst>
                                    <p:animScale>
                                      <p:cBhvr>
                                        <p:cTn id="111" dur="150" fill="hold"/>
                                        <p:tgtEl>
                                          <p:spTgt spid="4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3" grpId="0" bldLvl="0" animBg="1"/>
      <p:bldP spid="34" grpId="0" bldLvl="0" animBg="1"/>
      <p:bldP spid="35" grpId="0" bldLvl="0" animBg="1"/>
      <p:bldP spid="36" grpId="0" bldLvl="0" animBg="1"/>
      <p:bldP spid="41" grpId="0"/>
      <p:bldP spid="41" grpId="1"/>
      <p:bldP spid="42" grpId="0"/>
      <p:bldP spid="42" grpId="1"/>
      <p:bldP spid="43" grpId="0"/>
      <p:bldP spid="43" grpId="1"/>
      <p:bldP spid="44" grpId="0"/>
      <p:bldP spid="44" grpId="1"/>
      <p:bldP spid="45" grpId="0"/>
      <p:bldP spid="45" grpId="1"/>
      <p:bldP spid="46" grpId="0" bldLvl="0" animBg="1"/>
      <p:bldP spid="47" grpId="0" bldLvl="0" animBg="1"/>
      <p:bldP spid="48" grpId="0" bldLvl="0" animBg="1"/>
      <p:bldP spid="49" grpId="0" bldLvl="0" animBg="1"/>
      <p:bldP spid="50"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13560" y="198521"/>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350">
              <a:solidFill>
                <a:schemeClr val="accent1"/>
              </a:solidFill>
              <a:latin typeface="+mj-ea"/>
              <a:ea typeface="+mj-ea"/>
            </a:endParaRPr>
          </a:p>
        </p:txBody>
      </p:sp>
      <p:sp>
        <p:nvSpPr>
          <p:cNvPr id="2" name="文本框 1"/>
          <p:cNvSpPr txBox="1"/>
          <p:nvPr/>
        </p:nvSpPr>
        <p:spPr>
          <a:xfrm>
            <a:off x="305435" y="299720"/>
            <a:ext cx="2481580" cy="368300"/>
          </a:xfrm>
          <a:prstGeom prst="rect">
            <a:avLst/>
          </a:prstGeom>
          <a:noFill/>
        </p:spPr>
        <p:txBody>
          <a:bodyPr wrap="none" rtlCol="0" anchor="t">
            <a:spAutoFit/>
          </a:bodyPr>
          <a:lstStyle/>
          <a:p>
            <a:pPr algn="l"/>
            <a:r>
              <a:rPr lang="zh-CN" altLang="en-US" b="1" dirty="0">
                <a:solidFill>
                  <a:schemeClr val="accent1"/>
                </a:solidFill>
                <a:latin typeface="+mj-ea"/>
                <a:ea typeface="+mj-ea"/>
                <a:sym typeface="+mn-ea"/>
              </a:rPr>
              <a:t>计算机用途与购买建议</a:t>
            </a:r>
          </a:p>
        </p:txBody>
      </p:sp>
      <p:graphicFrame>
        <p:nvGraphicFramePr>
          <p:cNvPr id="6" name="表格 5"/>
          <p:cNvGraphicFramePr/>
          <p:nvPr/>
        </p:nvGraphicFramePr>
        <p:xfrm>
          <a:off x="305435" y="993775"/>
          <a:ext cx="8566150" cy="3812540"/>
        </p:xfrm>
        <a:graphic>
          <a:graphicData uri="http://schemas.openxmlformats.org/drawingml/2006/table">
            <a:tbl>
              <a:tblPr firstRow="1" bandRow="1">
                <a:tableStyleId>{5C22544A-7EE6-4342-B048-85BDC9FD1C3A}</a:tableStyleId>
              </a:tblPr>
              <a:tblGrid>
                <a:gridCol w="4283075">
                  <a:extLst>
                    <a:ext uri="{9D8B030D-6E8A-4147-A177-3AD203B41FA5}">
                      <a16:colId xmlns:a16="http://schemas.microsoft.com/office/drawing/2014/main" val="20000"/>
                    </a:ext>
                  </a:extLst>
                </a:gridCol>
                <a:gridCol w="4283075">
                  <a:extLst>
                    <a:ext uri="{9D8B030D-6E8A-4147-A177-3AD203B41FA5}">
                      <a16:colId xmlns:a16="http://schemas.microsoft.com/office/drawing/2014/main" val="20001"/>
                    </a:ext>
                  </a:extLst>
                </a:gridCol>
              </a:tblGrid>
              <a:tr h="274320">
                <a:tc>
                  <a:txBody>
                    <a:bodyPr/>
                    <a:lstStyle/>
                    <a:p>
                      <a:pPr algn="ctr">
                        <a:buNone/>
                      </a:pPr>
                      <a:r>
                        <a:rPr lang="zh-CN" altLang="en-US" sz="1200"/>
                        <a:t>计算机用途</a:t>
                      </a:r>
                    </a:p>
                  </a:txBody>
                  <a:tcPr anchor="ctr"/>
                </a:tc>
                <a:tc>
                  <a:txBody>
                    <a:bodyPr/>
                    <a:lstStyle/>
                    <a:p>
                      <a:pPr algn="ctr">
                        <a:buNone/>
                      </a:pPr>
                      <a:r>
                        <a:rPr lang="zh-CN" altLang="en-US" sz="1200"/>
                        <a:t>购买建议</a:t>
                      </a:r>
                    </a:p>
                  </a:txBody>
                  <a:tcPr anchor="ctr"/>
                </a:tc>
                <a:extLst>
                  <a:ext uri="{0D108BD9-81ED-4DB2-BD59-A6C34878D82A}">
                    <a16:rowId xmlns:a16="http://schemas.microsoft.com/office/drawing/2014/main" val="10000"/>
                  </a:ext>
                </a:extLst>
              </a:tr>
              <a:tr h="457200">
                <a:tc>
                  <a:txBody>
                    <a:bodyPr/>
                    <a:lstStyle/>
                    <a:p>
                      <a:pPr>
                        <a:buNone/>
                      </a:pPr>
                      <a:r>
                        <a:rPr lang="zh-CN" altLang="en-US" sz="1200"/>
                        <a:t>处理普通的任务，如电子邮件、浏览网页、玩一些游戏、管理账簿、下载音乐、撰写论文</a:t>
                      </a:r>
                    </a:p>
                  </a:txBody>
                  <a:tcPr anchor="ctr"/>
                </a:tc>
                <a:tc>
                  <a:txBody>
                    <a:bodyPr/>
                    <a:lstStyle/>
                    <a:p>
                      <a:pPr>
                        <a:buNone/>
                      </a:pPr>
                      <a:r>
                        <a:rPr lang="zh-CN" altLang="en-US" sz="1200"/>
                        <a:t>具有标准功能的中等价位计算机</a:t>
                      </a:r>
                    </a:p>
                  </a:txBody>
                  <a:tcPr anchor="ctr"/>
                </a:tc>
                <a:extLst>
                  <a:ext uri="{0D108BD9-81ED-4DB2-BD59-A6C34878D82A}">
                    <a16:rowId xmlns:a16="http://schemas.microsoft.com/office/drawing/2014/main" val="10001"/>
                  </a:ext>
                </a:extLst>
              </a:tr>
              <a:tr h="457200">
                <a:tc>
                  <a:txBody>
                    <a:bodyPr/>
                    <a:lstStyle/>
                    <a:p>
                      <a:pPr>
                        <a:buNone/>
                      </a:pPr>
                      <a:r>
                        <a:rPr lang="zh-CN" altLang="en-US" sz="1200"/>
                        <a:t>需要节省费用</a:t>
                      </a:r>
                    </a:p>
                  </a:txBody>
                  <a:tcPr anchor="ctr"/>
                </a:tc>
                <a:tc>
                  <a:txBody>
                    <a:bodyPr/>
                    <a:lstStyle/>
                    <a:p>
                      <a:pPr>
                        <a:buNone/>
                      </a:pPr>
                      <a:r>
                        <a:rPr lang="zh-CN" altLang="en-US" sz="1200"/>
                        <a:t>经济型计算机基本具有与中等价位计算机相当的处理能力，但在处理一些任务时会慢一些</a:t>
                      </a:r>
                    </a:p>
                  </a:txBody>
                  <a:tcPr anchor="ctr"/>
                </a:tc>
                <a:extLst>
                  <a:ext uri="{0D108BD9-81ED-4DB2-BD59-A6C34878D82A}">
                    <a16:rowId xmlns:a16="http://schemas.microsoft.com/office/drawing/2014/main" val="10002"/>
                  </a:ext>
                </a:extLst>
              </a:tr>
              <a:tr h="342265">
                <a:tc>
                  <a:txBody>
                    <a:bodyPr/>
                    <a:lstStyle/>
                    <a:p>
                      <a:pPr>
                        <a:buNone/>
                      </a:pPr>
                      <a:r>
                        <a:rPr lang="zh-CN" altLang="en-US" sz="1200"/>
                        <a:t>需要处理小型企业的账目和预算</a:t>
                      </a:r>
                    </a:p>
                  </a:txBody>
                  <a:tcPr anchor="ctr"/>
                </a:tc>
                <a:tc>
                  <a:txBody>
                    <a:bodyPr/>
                    <a:lstStyle/>
                    <a:p>
                      <a:pPr>
                        <a:buNone/>
                      </a:pPr>
                      <a:r>
                        <a:rPr lang="zh-CN" altLang="en-US" sz="1200"/>
                        <a:t>选用计算机卖家提供的企业系统</a:t>
                      </a:r>
                    </a:p>
                  </a:txBody>
                  <a:tcPr anchor="ctr"/>
                </a:tc>
                <a:extLst>
                  <a:ext uri="{0D108BD9-81ED-4DB2-BD59-A6C34878D82A}">
                    <a16:rowId xmlns:a16="http://schemas.microsoft.com/office/drawing/2014/main" val="10003"/>
                  </a:ext>
                </a:extLst>
              </a:tr>
              <a:tr h="340995">
                <a:tc>
                  <a:txBody>
                    <a:bodyPr/>
                    <a:lstStyle/>
                    <a:p>
                      <a:pPr>
                        <a:buNone/>
                      </a:pPr>
                      <a:r>
                        <a:rPr lang="zh-CN" altLang="en-US" sz="1200"/>
                        <a:t>需要花费很多时间玩计算机游戏</a:t>
                      </a:r>
                    </a:p>
                  </a:txBody>
                  <a:tcPr anchor="ctr"/>
                </a:tc>
                <a:tc>
                  <a:txBody>
                    <a:bodyPr/>
                    <a:lstStyle/>
                    <a:p>
                      <a:pPr>
                        <a:buNone/>
                      </a:pPr>
                      <a:r>
                        <a:rPr lang="zh-CN" altLang="en-US" sz="1200"/>
                        <a:t>购买价格能够承受的最快的处理器和显卡</a:t>
                      </a:r>
                    </a:p>
                  </a:txBody>
                  <a:tcPr anchor="ctr"/>
                </a:tc>
                <a:extLst>
                  <a:ext uri="{0D108BD9-81ED-4DB2-BD59-A6C34878D82A}">
                    <a16:rowId xmlns:a16="http://schemas.microsoft.com/office/drawing/2014/main" val="10004"/>
                  </a:ext>
                </a:extLst>
              </a:tr>
              <a:tr h="457200">
                <a:tc>
                  <a:txBody>
                    <a:bodyPr/>
                    <a:lstStyle/>
                    <a:p>
                      <a:pPr>
                        <a:buNone/>
                      </a:pPr>
                      <a:r>
                        <a:rPr lang="zh-CN" altLang="en-US" sz="1200"/>
                        <a:t>需要长期进行视频编辑和桌面出版处理</a:t>
                      </a:r>
                    </a:p>
                  </a:txBody>
                  <a:tcPr anchor="ctr"/>
                </a:tc>
                <a:tc>
                  <a:txBody>
                    <a:bodyPr/>
                    <a:lstStyle/>
                    <a:p>
                      <a:pPr>
                        <a:buNone/>
                      </a:pPr>
                      <a:r>
                        <a:rPr lang="zh-CN" altLang="en-US" sz="1200"/>
                        <a:t>选用具有快速处理器、大容量硬盘和显存容量充足的显卡的计算机系统</a:t>
                      </a:r>
                    </a:p>
                  </a:txBody>
                  <a:tcPr anchor="ctr"/>
                </a:tc>
                <a:extLst>
                  <a:ext uri="{0D108BD9-81ED-4DB2-BD59-A6C34878D82A}">
                    <a16:rowId xmlns:a16="http://schemas.microsoft.com/office/drawing/2014/main" val="10005"/>
                  </a:ext>
                </a:extLst>
              </a:tr>
              <a:tr h="341630">
                <a:tc>
                  <a:txBody>
                    <a:bodyPr/>
                    <a:lstStyle/>
                    <a:p>
                      <a:pPr>
                        <a:buNone/>
                      </a:pPr>
                      <a:r>
                        <a:rPr lang="zh-CN" altLang="en-US" sz="1200"/>
                        <a:t>需要使用满足特殊需求的计算机</a:t>
                      </a:r>
                    </a:p>
                  </a:txBody>
                  <a:tcPr anchor="ctr"/>
                </a:tc>
                <a:tc>
                  <a:txBody>
                    <a:bodyPr/>
                    <a:lstStyle/>
                    <a:p>
                      <a:pPr>
                        <a:buNone/>
                      </a:pPr>
                      <a:r>
                        <a:rPr lang="zh-CN" altLang="en-US" sz="1200"/>
                        <a:t>购买合适的自适应设备，如语音合成器或单手使用的键盘</a:t>
                      </a:r>
                    </a:p>
                  </a:txBody>
                  <a:tcPr anchor="ctr"/>
                </a:tc>
                <a:extLst>
                  <a:ext uri="{0D108BD9-81ED-4DB2-BD59-A6C34878D82A}">
                    <a16:rowId xmlns:a16="http://schemas.microsoft.com/office/drawing/2014/main" val="10006"/>
                  </a:ext>
                </a:extLst>
              </a:tr>
              <a:tr h="342265">
                <a:tc>
                  <a:txBody>
                    <a:bodyPr/>
                    <a:lstStyle/>
                    <a:p>
                      <a:pPr>
                        <a:buNone/>
                      </a:pPr>
                      <a:r>
                        <a:rPr lang="zh-CN" altLang="en-US" sz="1200"/>
                        <a:t>需要使用特定的外围设备</a:t>
                      </a:r>
                    </a:p>
                  </a:txBody>
                  <a:tcPr anchor="ctr"/>
                </a:tc>
                <a:tc>
                  <a:txBody>
                    <a:bodyPr/>
                    <a:lstStyle/>
                    <a:p>
                      <a:pPr>
                        <a:buNone/>
                      </a:pPr>
                      <a:r>
                        <a:rPr lang="zh-CN" altLang="en-US" sz="1200"/>
                        <a:t>确认购买的计算机与所需使用的外围设备是兼容的</a:t>
                      </a:r>
                    </a:p>
                  </a:txBody>
                  <a:tcPr anchor="ctr"/>
                </a:tc>
                <a:extLst>
                  <a:ext uri="{0D108BD9-81ED-4DB2-BD59-A6C34878D82A}">
                    <a16:rowId xmlns:a16="http://schemas.microsoft.com/office/drawing/2014/main" val="10007"/>
                  </a:ext>
                </a:extLst>
              </a:tr>
              <a:tr h="342265">
                <a:tc>
                  <a:txBody>
                    <a:bodyPr/>
                    <a:lstStyle/>
                    <a:p>
                      <a:pPr>
                        <a:buNone/>
                      </a:pPr>
                      <a:r>
                        <a:rPr lang="zh-CN" altLang="en-US" sz="1200"/>
                        <a:t>需要能同时适合家庭、学校或工作使用的计算机</a:t>
                      </a:r>
                    </a:p>
                  </a:txBody>
                  <a:tcPr anchor="ctr"/>
                </a:tc>
                <a:tc>
                  <a:txBody>
                    <a:bodyPr/>
                    <a:lstStyle/>
                    <a:p>
                      <a:pPr>
                        <a:buNone/>
                      </a:pPr>
                      <a:r>
                        <a:rPr lang="zh-CN" altLang="en-US" sz="1200"/>
                        <a:t>购买能同时适合家庭、学校或工作使用的计算机</a:t>
                      </a:r>
                    </a:p>
                  </a:txBody>
                  <a:tcPr anchor="ctr"/>
                </a:tc>
                <a:extLst>
                  <a:ext uri="{0D108BD9-81ED-4DB2-BD59-A6C34878D82A}">
                    <a16:rowId xmlns:a16="http://schemas.microsoft.com/office/drawing/2014/main" val="10008"/>
                  </a:ext>
                </a:extLst>
              </a:tr>
              <a:tr h="457200">
                <a:tc>
                  <a:txBody>
                    <a:bodyPr/>
                    <a:lstStyle/>
                    <a:p>
                      <a:pPr>
                        <a:buNone/>
                      </a:pPr>
                      <a:r>
                        <a:rPr lang="zh-CN" altLang="en-US" sz="1200"/>
                        <a:t>需要使用专门的软件，如游戏或图形工具</a:t>
                      </a:r>
                    </a:p>
                  </a:txBody>
                  <a:tcPr anchor="ctr"/>
                </a:tc>
                <a:tc>
                  <a:txBody>
                    <a:bodyPr/>
                    <a:lstStyle/>
                    <a:p>
                      <a:pPr>
                        <a:buNone/>
                      </a:pPr>
                      <a:r>
                        <a:rPr lang="zh-CN" altLang="en-US" sz="1200"/>
                        <a:t>确定选择的计算机能满足软件包装或网站上所标示的软件对硬件性能的要求</a:t>
                      </a:r>
                    </a:p>
                  </a:txBody>
                  <a:tcPr anchor="ctr"/>
                </a:tc>
                <a:extLst>
                  <a:ext uri="{0D108BD9-81ED-4DB2-BD59-A6C34878D82A}">
                    <a16:rowId xmlns:a16="http://schemas.microsoft.com/office/drawing/2014/main" val="10009"/>
                  </a:ext>
                </a:extLst>
              </a:tr>
            </a:tbl>
          </a:graphicData>
        </a:graphic>
      </p:graphicFrame>
      <p:sp>
        <p:nvSpPr>
          <p:cNvPr id="7" name="文本框 6"/>
          <p:cNvSpPr txBox="1"/>
          <p:nvPr/>
        </p:nvSpPr>
        <p:spPr>
          <a:xfrm>
            <a:off x="2297430" y="718185"/>
            <a:ext cx="4582160" cy="275590"/>
          </a:xfrm>
          <a:prstGeom prst="rect">
            <a:avLst/>
          </a:prstGeom>
          <a:noFill/>
        </p:spPr>
        <p:txBody>
          <a:bodyPr wrap="square" rtlCol="0" anchor="t">
            <a:spAutoFit/>
          </a:bodyPr>
          <a:lstStyle/>
          <a:p>
            <a:pPr algn="ctr"/>
            <a:r>
              <a:rPr lang="zh-CN" altLang="en-US" sz="1200"/>
              <a:t>表1-1　计算机用途与购买建议</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p:cNvSpPr/>
          <p:nvPr>
            <p:custDataLst>
              <p:tags r:id="rId2"/>
            </p:custDataLst>
          </p:nvPr>
        </p:nvSpPr>
        <p:spPr>
          <a:xfrm>
            <a:off x="1238324" y="567877"/>
            <a:ext cx="7700598" cy="4202774"/>
          </a:xfrm>
          <a:custGeom>
            <a:avLst/>
            <a:gdLst>
              <a:gd name="connsiteX0" fmla="*/ 0 w 3802742"/>
              <a:gd name="connsiteY0" fmla="*/ 348343 h 3817257"/>
              <a:gd name="connsiteX1" fmla="*/ 0 w 3802742"/>
              <a:gd name="connsiteY1" fmla="*/ 0 h 3817257"/>
              <a:gd name="connsiteX2" fmla="*/ 3802742 w 3802742"/>
              <a:gd name="connsiteY2" fmla="*/ 0 h 3817257"/>
              <a:gd name="connsiteX3" fmla="*/ 3802742 w 3802742"/>
              <a:gd name="connsiteY3" fmla="*/ 3817257 h 3817257"/>
              <a:gd name="connsiteX4" fmla="*/ 0 w 3802742"/>
              <a:gd name="connsiteY4" fmla="*/ 3817257 h 3817257"/>
              <a:gd name="connsiteX5" fmla="*/ 0 w 3802742"/>
              <a:gd name="connsiteY5" fmla="*/ 3454400 h 381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2742" h="3817257">
                <a:moveTo>
                  <a:pt x="0" y="348343"/>
                </a:moveTo>
                <a:lnTo>
                  <a:pt x="0" y="0"/>
                </a:lnTo>
                <a:lnTo>
                  <a:pt x="3802742" y="0"/>
                </a:lnTo>
                <a:lnTo>
                  <a:pt x="3802742" y="3817257"/>
                </a:lnTo>
                <a:lnTo>
                  <a:pt x="0" y="3817257"/>
                </a:lnTo>
                <a:lnTo>
                  <a:pt x="0" y="3454400"/>
                </a:lnTo>
              </a:path>
            </a:pathLst>
          </a:custGeom>
          <a:solidFill>
            <a:sysClr val="window" lastClr="FFFFFF"/>
          </a:solidFill>
          <a:ln>
            <a:solidFill>
              <a:sysClr val="window" lastClr="FFFFFF">
                <a:lumMod val="50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7" name="文本框 6"/>
          <p:cNvSpPr txBox="1"/>
          <p:nvPr>
            <p:custDataLst>
              <p:tags r:id="rId3"/>
            </p:custDataLst>
          </p:nvPr>
        </p:nvSpPr>
        <p:spPr>
          <a:xfrm>
            <a:off x="2698115" y="2104390"/>
            <a:ext cx="5875655" cy="1859915"/>
          </a:xfrm>
          <a:prstGeom prst="rect">
            <a:avLst/>
          </a:prstGeom>
          <a:noFill/>
        </p:spPr>
        <p:txBody>
          <a:bodyPr wrap="square" lIns="67500" tIns="35100" rIns="67500" bIns="35100" rtlCol="0">
            <a:spAutoFit/>
          </a:bodyPr>
          <a:lstStyle>
            <a:defPPr>
              <a:defRPr lang="zh-CN"/>
            </a:defPPr>
            <a:lvl1pPr fontAlgn="auto">
              <a:lnSpc>
                <a:spcPct val="130000"/>
              </a:lnSpc>
              <a:spcAft>
                <a:spcPts val="1000"/>
              </a:spcAft>
              <a:defRPr sz="1600" spc="150"/>
            </a:lvl1pPr>
          </a:lstStyle>
          <a:p>
            <a:pPr marL="0" lvl="0" indent="0" algn="just">
              <a:lnSpc>
                <a:spcPct val="150000"/>
              </a:lnSpc>
              <a:spcBef>
                <a:spcPts val="0"/>
              </a:spcBef>
              <a:spcAft>
                <a:spcPts val="1000"/>
              </a:spcAft>
              <a:buSzPct val="100000"/>
            </a:pPr>
            <a:r>
              <a:rPr sz="1200" dirty="0">
                <a:solidFill>
                  <a:srgbClr val="000000">
                    <a:lumMod val="75000"/>
                    <a:lumOff val="25000"/>
                  </a:srgbClr>
                </a:solidFill>
                <a:latin typeface="Arial" panose="020B0604020202020204" pitchFamily="34" charset="0"/>
                <a:ea typeface="微软雅黑" panose="020B0503020204020204" charset="-122"/>
              </a:rPr>
              <a:t>在使用计算机时，会遇到开启某程序后电脑太卡、鼠标指针无法移动、不能进行任何操作的情况，这就是所谓的“死机”。此时，无法通过“开始”菜单正常关机，就需要强制关闭计算机。</a:t>
            </a:r>
          </a:p>
          <a:p>
            <a:pPr marL="0" lvl="0" indent="0" algn="just">
              <a:lnSpc>
                <a:spcPct val="150000"/>
              </a:lnSpc>
              <a:spcBef>
                <a:spcPts val="0"/>
              </a:spcBef>
              <a:spcAft>
                <a:spcPts val="1000"/>
              </a:spcAft>
              <a:buSzPct val="100000"/>
            </a:pPr>
            <a:r>
              <a:rPr sz="1200" dirty="0">
                <a:solidFill>
                  <a:srgbClr val="000000">
                    <a:lumMod val="75000"/>
                    <a:lumOff val="25000"/>
                  </a:srgbClr>
                </a:solidFill>
                <a:latin typeface="Arial" panose="020B0604020202020204" pitchFamily="34" charset="0"/>
                <a:ea typeface="微软雅黑" panose="020B0503020204020204" charset="-122"/>
              </a:rPr>
              <a:t>按下机箱电源开关（主机前面的Power 按钮）不放，几秒种后主机电源关闭，再松开主机电源开关。如果这种方法也无法关机，则直接关闭电源插座或插线板上的电源开关，或拔掉插板电源插头，对于笔记本电脑则拔出电池。</a:t>
            </a:r>
          </a:p>
        </p:txBody>
      </p:sp>
      <p:sp>
        <p:nvSpPr>
          <p:cNvPr id="20" name="矩形 19"/>
          <p:cNvSpPr/>
          <p:nvPr>
            <p:custDataLst>
              <p:tags r:id="rId4"/>
            </p:custDataLst>
          </p:nvPr>
        </p:nvSpPr>
        <p:spPr>
          <a:xfrm>
            <a:off x="8848784" y="4653310"/>
            <a:ext cx="174171" cy="174171"/>
          </a:xfrm>
          <a:prstGeom prst="rect">
            <a:avLst/>
          </a:prstGeom>
          <a:solidFill>
            <a:srgbClr val="4D576B"/>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 name="矩形 5"/>
          <p:cNvSpPr/>
          <p:nvPr>
            <p:custDataLst>
              <p:tags r:id="rId5"/>
            </p:custDataLst>
          </p:nvPr>
        </p:nvSpPr>
        <p:spPr>
          <a:xfrm>
            <a:off x="76200" y="1009084"/>
            <a:ext cx="2461973" cy="3229607"/>
          </a:xfrm>
          <a:prstGeom prst="rect">
            <a:avLst/>
          </a:prstGeom>
          <a:pattFill prst="ltDnDiag">
            <a:fgClr>
              <a:srgbClr val="1F74AD">
                <a:lumMod val="20000"/>
                <a:lumOff val="80000"/>
              </a:srgbClr>
            </a:fgClr>
            <a:bgClr>
              <a:sysClr val="window" lastClr="FFFFFF"/>
            </a:bgClr>
          </a:patt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custDataLst>
              <p:tags r:id="rId6"/>
            </p:custDataLst>
          </p:nvPr>
        </p:nvSpPr>
        <p:spPr>
          <a:xfrm>
            <a:off x="2698406" y="1418157"/>
            <a:ext cx="5324475" cy="468630"/>
          </a:xfrm>
          <a:prstGeom prst="rect">
            <a:avLst/>
          </a:prstGeom>
          <a:noFill/>
        </p:spPr>
        <p:txBody>
          <a:bodyPr wrap="square" lIns="67500" tIns="35100" rIns="67500" bIns="35100" rtlCol="0">
            <a:normAutofit/>
          </a:bodyPr>
          <a:lstStyle/>
          <a:p>
            <a:pPr marL="0" indent="0" algn="l">
              <a:lnSpc>
                <a:spcPct val="10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强制关机</a:t>
            </a:r>
          </a:p>
        </p:txBody>
      </p:sp>
      <p:pic>
        <p:nvPicPr>
          <p:cNvPr id="14" name="图片 13"/>
          <p:cNvPicPr>
            <a:picLocks noChangeAspect="1"/>
          </p:cNvPicPr>
          <p:nvPr>
            <p:custDataLst>
              <p:tags r:id="rId7"/>
            </p:custDataLst>
          </p:nvPr>
        </p:nvPicPr>
        <p:blipFill>
          <a:blip r:embed="rId10"/>
          <a:srcRect l="24984" r="24984"/>
          <a:stretch>
            <a:fillRect/>
          </a:stretch>
        </p:blipFill>
        <p:spPr>
          <a:xfrm>
            <a:off x="176642" y="1119634"/>
            <a:ext cx="2261086" cy="3014783"/>
          </a:xfrm>
          <a:custGeom>
            <a:avLst/>
            <a:gdLst>
              <a:gd name="connsiteX0" fmla="*/ 0 w 3014783"/>
              <a:gd name="connsiteY0" fmla="*/ 0 h 4019710"/>
              <a:gd name="connsiteX1" fmla="*/ 3014783 w 3014783"/>
              <a:gd name="connsiteY1" fmla="*/ 0 h 4019710"/>
              <a:gd name="connsiteX2" fmla="*/ 3014783 w 3014783"/>
              <a:gd name="connsiteY2" fmla="*/ 4019710 h 4019710"/>
              <a:gd name="connsiteX3" fmla="*/ 0 w 3014783"/>
              <a:gd name="connsiteY3" fmla="*/ 4019710 h 4019710"/>
            </a:gdLst>
            <a:ahLst/>
            <a:cxnLst>
              <a:cxn ang="0">
                <a:pos x="connsiteX0" y="connsiteY0"/>
              </a:cxn>
              <a:cxn ang="0">
                <a:pos x="connsiteX1" y="connsiteY1"/>
              </a:cxn>
              <a:cxn ang="0">
                <a:pos x="connsiteX2" y="connsiteY2"/>
              </a:cxn>
              <a:cxn ang="0">
                <a:pos x="connsiteX3" y="connsiteY3"/>
              </a:cxn>
            </a:cxnLst>
            <a:rect l="l" t="t" r="r" b="b"/>
            <a:pathLst>
              <a:path w="3014783" h="4019710">
                <a:moveTo>
                  <a:pt x="0" y="0"/>
                </a:moveTo>
                <a:lnTo>
                  <a:pt x="3014783" y="0"/>
                </a:lnTo>
                <a:lnTo>
                  <a:pt x="3014783" y="4019710"/>
                </a:lnTo>
                <a:lnTo>
                  <a:pt x="0" y="4019710"/>
                </a:lnTo>
                <a:close/>
              </a:path>
            </a:pathLst>
          </a:cu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custDataLst>
              <p:tags r:id="rId2"/>
            </p:custDataLst>
          </p:nvPr>
        </p:nvSpPr>
        <p:spPr>
          <a:xfrm>
            <a:off x="0" y="0"/>
            <a:ext cx="9144000" cy="5143500"/>
          </a:xfrm>
          <a:prstGeom prst="rect">
            <a:avLst/>
          </a:prstGeom>
          <a:pattFill prst="ltUpDiag">
            <a:fgClr>
              <a:srgbClr val="FFFFFF">
                <a:lumMod val="75000"/>
              </a:srgbClr>
            </a:fgClr>
            <a:bgClr>
              <a:srgbClr val="FFFFFF"/>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lang="zh-CN" altLang="en-US" sz="1350"/>
          </a:p>
        </p:txBody>
      </p:sp>
      <p:sp>
        <p:nvSpPr>
          <p:cNvPr id="51" name="矩形 50"/>
          <p:cNvSpPr/>
          <p:nvPr>
            <p:custDataLst>
              <p:tags r:id="rId3"/>
            </p:custDataLst>
          </p:nvPr>
        </p:nvSpPr>
        <p:spPr>
          <a:xfrm>
            <a:off x="6662261" y="1133951"/>
            <a:ext cx="2144078" cy="1678781"/>
          </a:xfrm>
          <a:prstGeom prst="rect">
            <a:avLst/>
          </a:prstGeom>
          <a:solidFill>
            <a:srgbClr val="E34D4D"/>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fontAlgn="ctr">
              <a:spcBef>
                <a:spcPts val="1000"/>
              </a:spcBef>
            </a:pPr>
            <a:endParaRPr lang="zh-CN" altLang="en-US" sz="1350" dirty="0"/>
          </a:p>
        </p:txBody>
      </p:sp>
      <p:sp>
        <p:nvSpPr>
          <p:cNvPr id="52" name="文本框 51"/>
          <p:cNvSpPr txBox="1"/>
          <p:nvPr>
            <p:custDataLst>
              <p:tags r:id="rId4"/>
            </p:custDataLst>
          </p:nvPr>
        </p:nvSpPr>
        <p:spPr>
          <a:xfrm>
            <a:off x="7084219" y="1372940"/>
            <a:ext cx="2010487" cy="1200329"/>
          </a:xfrm>
          <a:prstGeom prst="rect">
            <a:avLst/>
          </a:prstGeom>
          <a:noFill/>
        </p:spPr>
        <p:txBody>
          <a:bodyPr wrap="none" rtlCol="0" anchor="ctr">
            <a:spAutoFit/>
          </a:bodyPr>
          <a:lstStyle/>
          <a:p>
            <a:pPr fontAlgn="ctr">
              <a:spcBef>
                <a:spcPts val="1000"/>
              </a:spcBef>
            </a:pPr>
            <a:r>
              <a:rPr lang="en-US" altLang="zh-CN" sz="7200" b="1" dirty="0">
                <a:solidFill>
                  <a:srgbClr val="FFFFFF">
                    <a:alpha val="20000"/>
                  </a:srgbClr>
                </a:solidFill>
                <a:latin typeface="Montserrat" panose="00000500000000000000" pitchFamily="2" charset="0"/>
                <a:cs typeface="Arial" panose="020B0604020202020204" pitchFamily="34" charset="0"/>
              </a:rPr>
              <a:t>No.1</a:t>
            </a:r>
            <a:endParaRPr lang="zh-CN" altLang="en-US" sz="7200" b="1" dirty="0">
              <a:solidFill>
                <a:srgbClr val="FFFFFF">
                  <a:alpha val="20000"/>
                </a:srgbClr>
              </a:solidFill>
              <a:latin typeface="Montserrat" panose="00000500000000000000" pitchFamily="2" charset="0"/>
              <a:cs typeface="Arial" panose="020B0604020202020204" pitchFamily="34" charset="0"/>
            </a:endParaRPr>
          </a:p>
        </p:txBody>
      </p:sp>
      <p:sp>
        <p:nvSpPr>
          <p:cNvPr id="53" name="任意多边形: 形状 52"/>
          <p:cNvSpPr/>
          <p:nvPr>
            <p:custDataLst>
              <p:tags r:id="rId5"/>
            </p:custDataLst>
          </p:nvPr>
        </p:nvSpPr>
        <p:spPr>
          <a:xfrm>
            <a:off x="337661" y="1133951"/>
            <a:ext cx="7152323" cy="1678781"/>
          </a:xfrm>
          <a:custGeom>
            <a:avLst/>
            <a:gdLst>
              <a:gd name="connsiteX0" fmla="*/ 0 w 9536217"/>
              <a:gd name="connsiteY0" fmla="*/ 0 h 2238094"/>
              <a:gd name="connsiteX1" fmla="*/ 8673889 w 9536217"/>
              <a:gd name="connsiteY1" fmla="*/ 0 h 2238094"/>
              <a:gd name="connsiteX2" fmla="*/ 9536217 w 9536217"/>
              <a:gd name="connsiteY2" fmla="*/ 2238094 h 2238094"/>
              <a:gd name="connsiteX3" fmla="*/ 0 w 9536217"/>
              <a:gd name="connsiteY3" fmla="*/ 2238094 h 2238094"/>
            </a:gdLst>
            <a:ahLst/>
            <a:cxnLst>
              <a:cxn ang="0">
                <a:pos x="connsiteX0" y="connsiteY0"/>
              </a:cxn>
              <a:cxn ang="0">
                <a:pos x="connsiteX1" y="connsiteY1"/>
              </a:cxn>
              <a:cxn ang="0">
                <a:pos x="connsiteX2" y="connsiteY2"/>
              </a:cxn>
              <a:cxn ang="0">
                <a:pos x="connsiteX3" y="connsiteY3"/>
              </a:cxn>
            </a:cxnLst>
            <a:rect l="l" t="t" r="r" b="b"/>
            <a:pathLst>
              <a:path w="9536217" h="2238094">
                <a:moveTo>
                  <a:pt x="0" y="0"/>
                </a:moveTo>
                <a:lnTo>
                  <a:pt x="8673889" y="0"/>
                </a:lnTo>
                <a:lnTo>
                  <a:pt x="9536217" y="2238094"/>
                </a:lnTo>
                <a:lnTo>
                  <a:pt x="0" y="2238094"/>
                </a:ln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fontAlgn="ctr">
              <a:spcBef>
                <a:spcPts val="1000"/>
              </a:spcBef>
            </a:pPr>
            <a:endParaRPr lang="zh-CN" altLang="en-US" sz="1350"/>
          </a:p>
        </p:txBody>
      </p:sp>
      <p:sp>
        <p:nvSpPr>
          <p:cNvPr id="6" name="文本框 5"/>
          <p:cNvSpPr txBox="1"/>
          <p:nvPr>
            <p:custDataLst>
              <p:tags r:id="rId6"/>
            </p:custDataLst>
          </p:nvPr>
        </p:nvSpPr>
        <p:spPr>
          <a:xfrm>
            <a:off x="705676" y="1512730"/>
            <a:ext cx="6138911" cy="921106"/>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342900" lvl="0" indent="-342900" algn="l" fontAlgn="ctr">
              <a:lnSpc>
                <a:spcPct val="130000"/>
              </a:lnSpc>
              <a:spcBef>
                <a:spcPts val="1000"/>
              </a:spcBef>
              <a:spcAft>
                <a:spcPts val="0"/>
              </a:spcAft>
              <a:buClr>
                <a:srgbClr val="E34D4D"/>
              </a:buClr>
              <a:buSzPct val="130000"/>
              <a:buFont typeface="WPS-Bullets" pitchFamily="2" charset="0"/>
              <a:buChar char=""/>
            </a:pPr>
            <a:r>
              <a:rPr sz="1200" dirty="0">
                <a:solidFill>
                  <a:srgbClr val="000000">
                    <a:lumMod val="75000"/>
                    <a:lumOff val="25000"/>
                  </a:srgbClr>
                </a:solidFill>
                <a:latin typeface="Arial" panose="020B0604020202020204" pitchFamily="34" charset="0"/>
                <a:ea typeface="微软雅黑" panose="020B0503020204020204" charset="-122"/>
                <a:sym typeface="+mn-ea"/>
              </a:rPr>
              <a:t>桌面计算机可放置在桌面上，使用墙壁上的电源插座供电，其键盘、鼠标以及显示器通常是用电缆连接到主机的独立部件。</a:t>
            </a:r>
          </a:p>
        </p:txBody>
      </p:sp>
      <p:sp>
        <p:nvSpPr>
          <p:cNvPr id="43" name="矩形 42"/>
          <p:cNvSpPr/>
          <p:nvPr>
            <p:custDataLst>
              <p:tags r:id="rId7"/>
            </p:custDataLst>
          </p:nvPr>
        </p:nvSpPr>
        <p:spPr>
          <a:xfrm>
            <a:off x="6662261" y="2987040"/>
            <a:ext cx="2144078" cy="1678781"/>
          </a:xfrm>
          <a:prstGeom prst="rect">
            <a:avLst/>
          </a:prstGeom>
          <a:solidFill>
            <a:srgbClr val="44546A"/>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fontAlgn="ctr">
              <a:spcBef>
                <a:spcPts val="1000"/>
              </a:spcBef>
            </a:pPr>
            <a:endParaRPr lang="zh-CN" altLang="en-US" sz="1350" dirty="0"/>
          </a:p>
        </p:txBody>
      </p:sp>
      <p:sp>
        <p:nvSpPr>
          <p:cNvPr id="45" name="文本框 44"/>
          <p:cNvSpPr txBox="1"/>
          <p:nvPr>
            <p:custDataLst>
              <p:tags r:id="rId8"/>
            </p:custDataLst>
          </p:nvPr>
        </p:nvSpPr>
        <p:spPr>
          <a:xfrm>
            <a:off x="7084219" y="3226029"/>
            <a:ext cx="2198038" cy="1200329"/>
          </a:xfrm>
          <a:prstGeom prst="rect">
            <a:avLst/>
          </a:prstGeom>
          <a:noFill/>
        </p:spPr>
        <p:txBody>
          <a:bodyPr wrap="none" rtlCol="0" anchor="ctr">
            <a:spAutoFit/>
          </a:bodyPr>
          <a:lstStyle/>
          <a:p>
            <a:pPr fontAlgn="ctr">
              <a:spcBef>
                <a:spcPts val="1000"/>
              </a:spcBef>
            </a:pPr>
            <a:r>
              <a:rPr lang="en-US" altLang="zh-CN" sz="7200" b="1" dirty="0">
                <a:solidFill>
                  <a:srgbClr val="FFFFFF">
                    <a:alpha val="20000"/>
                  </a:srgbClr>
                </a:solidFill>
                <a:latin typeface="Montserrat" panose="00000500000000000000" pitchFamily="2" charset="0"/>
                <a:cs typeface="Arial" panose="020B0604020202020204" pitchFamily="34" charset="0"/>
              </a:rPr>
              <a:t>No.2</a:t>
            </a:r>
            <a:endParaRPr lang="zh-CN" altLang="en-US" sz="7200" b="1" dirty="0">
              <a:solidFill>
                <a:srgbClr val="FFFFFF">
                  <a:alpha val="20000"/>
                </a:srgbClr>
              </a:solidFill>
              <a:latin typeface="Montserrat" panose="00000500000000000000" pitchFamily="2" charset="0"/>
              <a:cs typeface="Arial" panose="020B0604020202020204" pitchFamily="34" charset="0"/>
            </a:endParaRPr>
          </a:p>
        </p:txBody>
      </p:sp>
      <p:sp>
        <p:nvSpPr>
          <p:cNvPr id="47" name="任意多边形: 形状 46"/>
          <p:cNvSpPr/>
          <p:nvPr>
            <p:custDataLst>
              <p:tags r:id="rId9"/>
            </p:custDataLst>
          </p:nvPr>
        </p:nvSpPr>
        <p:spPr>
          <a:xfrm>
            <a:off x="337661" y="2987040"/>
            <a:ext cx="7152323" cy="1678781"/>
          </a:xfrm>
          <a:custGeom>
            <a:avLst/>
            <a:gdLst>
              <a:gd name="connsiteX0" fmla="*/ 0 w 9536217"/>
              <a:gd name="connsiteY0" fmla="*/ 0 h 2238094"/>
              <a:gd name="connsiteX1" fmla="*/ 8673889 w 9536217"/>
              <a:gd name="connsiteY1" fmla="*/ 0 h 2238094"/>
              <a:gd name="connsiteX2" fmla="*/ 9536217 w 9536217"/>
              <a:gd name="connsiteY2" fmla="*/ 2238094 h 2238094"/>
              <a:gd name="connsiteX3" fmla="*/ 0 w 9536217"/>
              <a:gd name="connsiteY3" fmla="*/ 2238094 h 2238094"/>
            </a:gdLst>
            <a:ahLst/>
            <a:cxnLst>
              <a:cxn ang="0">
                <a:pos x="connsiteX0" y="connsiteY0"/>
              </a:cxn>
              <a:cxn ang="0">
                <a:pos x="connsiteX1" y="connsiteY1"/>
              </a:cxn>
              <a:cxn ang="0">
                <a:pos x="connsiteX2" y="connsiteY2"/>
              </a:cxn>
              <a:cxn ang="0">
                <a:pos x="connsiteX3" y="connsiteY3"/>
              </a:cxn>
            </a:cxnLst>
            <a:rect l="l" t="t" r="r" b="b"/>
            <a:pathLst>
              <a:path w="9536217" h="2238094">
                <a:moveTo>
                  <a:pt x="0" y="0"/>
                </a:moveTo>
                <a:lnTo>
                  <a:pt x="8673889" y="0"/>
                </a:lnTo>
                <a:lnTo>
                  <a:pt x="9536217" y="2238094"/>
                </a:lnTo>
                <a:lnTo>
                  <a:pt x="0" y="2238094"/>
                </a:ln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fontAlgn="ctr">
              <a:spcBef>
                <a:spcPts val="1000"/>
              </a:spcBef>
            </a:pPr>
            <a:endParaRPr lang="zh-CN" altLang="en-US" sz="1350"/>
          </a:p>
        </p:txBody>
      </p:sp>
      <p:sp>
        <p:nvSpPr>
          <p:cNvPr id="7" name="文本框 6"/>
          <p:cNvSpPr txBox="1"/>
          <p:nvPr>
            <p:custDataLst>
              <p:tags r:id="rId10"/>
            </p:custDataLst>
          </p:nvPr>
        </p:nvSpPr>
        <p:spPr>
          <a:xfrm>
            <a:off x="705676" y="3194256"/>
            <a:ext cx="6138911" cy="1264007"/>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342900" lvl="0" indent="-342900" algn="l" fontAlgn="ctr">
              <a:lnSpc>
                <a:spcPct val="130000"/>
              </a:lnSpc>
              <a:spcBef>
                <a:spcPts val="1000"/>
              </a:spcBef>
              <a:spcAft>
                <a:spcPts val="0"/>
              </a:spcAft>
              <a:buClr>
                <a:srgbClr val="44546A"/>
              </a:buClr>
              <a:buSzPct val="130000"/>
              <a:buFont typeface="WPS-Bullets" pitchFamily="2" charset="0"/>
              <a:buChar char=""/>
            </a:pPr>
            <a:r>
              <a:rPr sz="1200" dirty="0">
                <a:solidFill>
                  <a:srgbClr val="000000">
                    <a:lumMod val="75000"/>
                    <a:lumOff val="25000"/>
                  </a:srgbClr>
                </a:solidFill>
                <a:latin typeface="Arial" panose="020B0604020202020204" pitchFamily="34" charset="0"/>
                <a:ea typeface="微软雅黑" panose="020B0503020204020204" charset="-122"/>
              </a:rPr>
              <a:t>便携式计算机是一种体积小、重量轻，并将屏幕、键盘、存储器以及处理部件等整合成一个整体的个人计算机，它既能使用电源插座供电，又能使用电池供电。由于便于携带，并能在室外、机场或教室里使用而不需要电源插座，所以便携式计算机是移动使用的理想选择。便携式计算机可分为笔记本电脑、平板电脑和超便携个人电脑等。</a:t>
            </a:r>
          </a:p>
        </p:txBody>
      </p:sp>
      <p:sp>
        <p:nvSpPr>
          <p:cNvPr id="57" name="文本框 56"/>
          <p:cNvSpPr txBox="1"/>
          <p:nvPr>
            <p:custDataLst>
              <p:tags r:id="rId11"/>
            </p:custDataLst>
          </p:nvPr>
        </p:nvSpPr>
        <p:spPr>
          <a:xfrm>
            <a:off x="705676" y="477956"/>
            <a:ext cx="7924863" cy="472440"/>
          </a:xfrm>
          <a:prstGeom prst="rect">
            <a:avLst/>
          </a:prstGeom>
          <a:noFill/>
        </p:spPr>
        <p:txBody>
          <a:bodyPr wrap="none" lIns="76200" tIns="28575" rIns="47625" bIns="28575" rtlCol="0">
            <a:noAutofit/>
          </a:bodyPr>
          <a:lstStyle/>
          <a:p>
            <a:pPr marL="0" indent="0" algn="l">
              <a:lnSpc>
                <a:spcPct val="100000"/>
              </a:lnSpc>
              <a:spcBef>
                <a:spcPts val="0"/>
              </a:spcBef>
              <a:spcAft>
                <a:spcPts val="0"/>
              </a:spcAft>
              <a:buSzPct val="100000"/>
            </a:pPr>
            <a:r>
              <a:rPr lang="zh-CN" altLang="en-US" sz="2700" b="1" spc="300" dirty="0">
                <a:solidFill>
                  <a:srgbClr val="000000">
                    <a:lumMod val="75000"/>
                    <a:lumOff val="25000"/>
                  </a:srgbClr>
                </a:solidFill>
                <a:latin typeface="Arial" panose="020B0604020202020204" pitchFamily="34" charset="0"/>
                <a:ea typeface="微软雅黑" panose="020B0503020204020204" charset="-122"/>
                <a:sym typeface="+mn-ea"/>
              </a:rPr>
              <a:t>桌面计算机和便携式计算机</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9144000" cy="1195754"/>
          </a:xfrm>
          <a:prstGeom prst="rect">
            <a:avLst/>
          </a:prstGeom>
          <a:ln>
            <a:noFill/>
          </a:ln>
        </p:spPr>
        <p:style>
          <a:lnRef idx="2">
            <a:srgbClr val="406898">
              <a:shade val="50000"/>
            </a:srgbClr>
          </a:lnRef>
          <a:fillRef idx="1">
            <a:srgbClr val="406898"/>
          </a:fillRef>
          <a:effectRef idx="0">
            <a:srgbClr val="406898"/>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7" name="文本框 6"/>
          <p:cNvSpPr txBox="1"/>
          <p:nvPr>
            <p:custDataLst>
              <p:tags r:id="rId3"/>
            </p:custDataLst>
          </p:nvPr>
        </p:nvSpPr>
        <p:spPr>
          <a:xfrm>
            <a:off x="524234" y="361657"/>
            <a:ext cx="8095529" cy="484748"/>
          </a:xfrm>
          <a:prstGeom prst="rect">
            <a:avLst/>
          </a:prstGeom>
          <a:noFill/>
        </p:spPr>
        <p:txBody>
          <a:bodyPr wrap="square" lIns="68580" tIns="34290" rIns="68580" bIns="34290" rtlCol="0">
            <a:normAutofit/>
          </a:bodyPr>
          <a:lstStyle/>
          <a:p>
            <a:pPr marL="0" indent="0" algn="ctr">
              <a:lnSpc>
                <a:spcPct val="100000"/>
              </a:lnSpc>
              <a:spcBef>
                <a:spcPts val="0"/>
              </a:spcBef>
              <a:spcAft>
                <a:spcPts val="0"/>
              </a:spcAft>
              <a:buSzPct val="100000"/>
            </a:pPr>
            <a:r>
              <a:rPr lang="zh-CN" altLang="en-US" sz="2400" b="1" spc="300" dirty="0">
                <a:solidFill>
                  <a:sysClr val="window" lastClr="FFFFFF"/>
                </a:solidFill>
                <a:latin typeface="Arial" panose="020B0604020202020204" pitchFamily="34" charset="0"/>
                <a:ea typeface="微软雅黑" panose="020B0503020204020204" charset="-122"/>
                <a:sym typeface="+mn-ea"/>
              </a:rPr>
              <a:t>便携式计算机</a:t>
            </a:r>
          </a:p>
        </p:txBody>
      </p:sp>
      <p:sp>
        <p:nvSpPr>
          <p:cNvPr id="8" name="矩形 7"/>
          <p:cNvSpPr/>
          <p:nvPr>
            <p:custDataLst>
              <p:tags r:id="rId4"/>
            </p:custDataLst>
          </p:nvPr>
        </p:nvSpPr>
        <p:spPr>
          <a:xfrm>
            <a:off x="524235" y="3945706"/>
            <a:ext cx="8095529" cy="683895"/>
          </a:xfrm>
          <a:prstGeom prst="rect">
            <a:avLst/>
          </a:prstGeom>
        </p:spPr>
        <p:txBody>
          <a:bodyPr anchor="ctr">
            <a:spAutoFit/>
          </a:bodyPr>
          <a:lstStyle>
            <a:defPPr>
              <a:defRPr lang="zh-CN"/>
            </a:defPPr>
            <a:lvl1pPr marL="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9pPr>
          </a:lstStyle>
          <a:p>
            <a:pPr marL="171450" lvl="0" indent="-171450" algn="l">
              <a:lnSpc>
                <a:spcPct val="110000"/>
              </a:lnSpc>
              <a:spcBef>
                <a:spcPts val="0"/>
              </a:spcBef>
              <a:spcAft>
                <a:spcPts val="400"/>
              </a:spcAft>
              <a:buClr>
                <a:srgbClr val="406898"/>
              </a:buClr>
              <a:buSzPct val="100000"/>
              <a:buFont typeface="Wingdings" panose="05000000000000000000" pitchFamily="2" charset="2"/>
              <a:buChar char="n"/>
            </a:pPr>
            <a:r>
              <a:rPr lang="zh-CN" altLang="en-US" sz="1200" b="1" spc="150">
                <a:solidFill>
                  <a:sysClr val="windowText" lastClr="000000">
                    <a:lumMod val="75000"/>
                    <a:lumOff val="25000"/>
                  </a:sysClr>
                </a:solidFill>
                <a:latin typeface="Arial" panose="020B0604020202020204" pitchFamily="34" charset="0"/>
                <a:ea typeface="微软雅黑" panose="020B0503020204020204" charset="-122"/>
              </a:rPr>
              <a:t>超便携式个人电脑</a:t>
            </a:r>
            <a:endParaRPr lang="zh-CN" altLang="en-US" sz="1200" spc="150">
              <a:solidFill>
                <a:sysClr val="windowText" lastClr="000000">
                  <a:lumMod val="75000"/>
                  <a:lumOff val="25000"/>
                </a:sysClr>
              </a:solidFill>
              <a:latin typeface="Arial" panose="020B0604020202020204" pitchFamily="34" charset="0"/>
              <a:ea typeface="微软雅黑" panose="020B0503020204020204" charset="-122"/>
            </a:endParaRPr>
          </a:p>
          <a:p>
            <a:pPr marL="171450" lvl="0" indent="-171450" algn="l">
              <a:lnSpc>
                <a:spcPct val="110000"/>
              </a:lnSpc>
              <a:spcBef>
                <a:spcPts val="0"/>
              </a:spcBef>
              <a:spcAft>
                <a:spcPts val="400"/>
              </a:spcAft>
              <a:buClr>
                <a:srgbClr val="406898"/>
              </a:buClr>
              <a:buSzPct val="100000"/>
              <a:buFont typeface="Wingdings" panose="05000000000000000000" pitchFamily="2" charset="2"/>
              <a:buChar char="n"/>
            </a:pPr>
            <a:r>
              <a:rPr lang="zh-CN" altLang="en-US" sz="1000" spc="150">
                <a:solidFill>
                  <a:sysClr val="windowText" lastClr="000000">
                    <a:lumMod val="75000"/>
                    <a:lumOff val="25000"/>
                  </a:sysClr>
                </a:solidFill>
                <a:latin typeface="Arial" panose="020B0604020202020204" pitchFamily="34" charset="0"/>
                <a:ea typeface="微软雅黑" panose="020B0503020204020204" charset="-122"/>
              </a:rPr>
              <a:t>超便携式个人电脑是一种外形小巧的平板电脑，可以运行多数较大的便携式计算机上能运行的软件。它大概只有平装书大小，使用方便快捷。</a:t>
            </a:r>
          </a:p>
        </p:txBody>
      </p:sp>
      <p:sp>
        <p:nvSpPr>
          <p:cNvPr id="10" name="矩形 9"/>
          <p:cNvSpPr/>
          <p:nvPr>
            <p:custDataLst>
              <p:tags r:id="rId5"/>
            </p:custDataLst>
          </p:nvPr>
        </p:nvSpPr>
        <p:spPr>
          <a:xfrm>
            <a:off x="524235" y="2499447"/>
            <a:ext cx="8095529" cy="1242695"/>
          </a:xfrm>
          <a:prstGeom prst="rect">
            <a:avLst/>
          </a:prstGeom>
        </p:spPr>
        <p:txBody>
          <a:bodyPr anchor="ctr">
            <a:spAutoFit/>
          </a:bodyPr>
          <a:lstStyle>
            <a:defPPr>
              <a:defRPr lang="zh-CN"/>
            </a:defPPr>
            <a:lvl1pPr marL="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9pPr>
          </a:lstStyle>
          <a:p>
            <a:pPr marL="171450" lvl="0" indent="-171450" algn="l">
              <a:lnSpc>
                <a:spcPct val="110000"/>
              </a:lnSpc>
              <a:spcBef>
                <a:spcPts val="0"/>
              </a:spcBef>
              <a:spcAft>
                <a:spcPts val="400"/>
              </a:spcAft>
              <a:buClr>
                <a:srgbClr val="406898"/>
              </a:buClr>
              <a:buSzPct val="100000"/>
              <a:buFont typeface="Wingdings" panose="05000000000000000000" pitchFamily="2" charset="2"/>
              <a:buChar char="n"/>
            </a:pPr>
            <a:r>
              <a:rPr sz="1200" b="1" spc="150" dirty="0">
                <a:solidFill>
                  <a:sysClr val="windowText" lastClr="000000">
                    <a:lumMod val="75000"/>
                    <a:lumOff val="25000"/>
                  </a:sysClr>
                </a:solidFill>
                <a:latin typeface="Arial" panose="020B0604020202020204" pitchFamily="34" charset="0"/>
                <a:ea typeface="微软雅黑" panose="020B0503020204020204" charset="-122"/>
              </a:rPr>
              <a:t>平板电脑</a:t>
            </a:r>
            <a:endParaRPr sz="1200" spc="150" dirty="0">
              <a:solidFill>
                <a:sysClr val="windowText" lastClr="000000">
                  <a:lumMod val="75000"/>
                  <a:lumOff val="25000"/>
                </a:sysClr>
              </a:solidFill>
              <a:latin typeface="Arial" panose="020B0604020202020204" pitchFamily="34" charset="0"/>
              <a:ea typeface="微软雅黑" panose="020B0503020204020204" charset="-122"/>
            </a:endParaRPr>
          </a:p>
          <a:p>
            <a:pPr marL="171450" lvl="0" indent="-171450" algn="l">
              <a:lnSpc>
                <a:spcPct val="110000"/>
              </a:lnSpc>
              <a:spcBef>
                <a:spcPts val="0"/>
              </a:spcBef>
              <a:spcAft>
                <a:spcPts val="400"/>
              </a:spcAft>
              <a:buClr>
                <a:srgbClr val="406898"/>
              </a:buClr>
              <a:buSzPct val="100000"/>
              <a:buFont typeface="Wingdings" panose="05000000000000000000" pitchFamily="2" charset="2"/>
              <a:buChar char="n"/>
            </a:pPr>
            <a:r>
              <a:rPr sz="1000" spc="150" dirty="0">
                <a:solidFill>
                  <a:sysClr val="windowText" lastClr="000000">
                    <a:lumMod val="75000"/>
                    <a:lumOff val="25000"/>
                  </a:sysClr>
                </a:solidFill>
                <a:latin typeface="Arial" panose="020B0604020202020204" pitchFamily="34" charset="0"/>
                <a:ea typeface="微软雅黑" panose="020B0503020204020204" charset="-122"/>
              </a:rPr>
              <a:t>平板电脑是带有能用作手写板或绘图板的触摸屏的便携式计算机。书写板式的平板电脑类似高科技写字夹板，它没有内置键盘（虽然可以有内置键盘）。可转屏式平板电脑外形很像笔记本电脑，但屏幕能折叠在键盘上方并面朝上成为一块水平手写面。</a:t>
            </a:r>
          </a:p>
          <a:p>
            <a:pPr marL="171450" lvl="0" indent="-171450" algn="l">
              <a:lnSpc>
                <a:spcPct val="110000"/>
              </a:lnSpc>
              <a:spcBef>
                <a:spcPts val="0"/>
              </a:spcBef>
              <a:spcAft>
                <a:spcPts val="400"/>
              </a:spcAft>
              <a:buClr>
                <a:srgbClr val="406898"/>
              </a:buClr>
              <a:buSzPct val="100000"/>
              <a:buFont typeface="Wingdings" panose="05000000000000000000" pitchFamily="2" charset="2"/>
              <a:buChar char="n"/>
            </a:pPr>
            <a:r>
              <a:rPr sz="1000" spc="150" dirty="0">
                <a:solidFill>
                  <a:sysClr val="windowText" lastClr="000000">
                    <a:lumMod val="75000"/>
                    <a:lumOff val="25000"/>
                  </a:sysClr>
                </a:solidFill>
                <a:latin typeface="Arial" panose="020B0604020202020204" pitchFamily="34" charset="0"/>
                <a:ea typeface="微软雅黑" panose="020B0503020204020204" charset="-122"/>
              </a:rPr>
              <a:t>平板电脑基本都安装了手写输入应用软件，并且可以接收语音输入。这些特性尤其适合于大部分时间工作在事故或自然灾害现场的保险精算人、在外访问客户时需要访问数据的房地产经纪人，以及需要快速处理病患的医护人员。</a:t>
            </a:r>
          </a:p>
        </p:txBody>
      </p:sp>
      <p:sp>
        <p:nvSpPr>
          <p:cNvPr id="13" name="矩形 12"/>
          <p:cNvSpPr/>
          <p:nvPr>
            <p:custDataLst>
              <p:tags r:id="rId6"/>
            </p:custDataLst>
          </p:nvPr>
        </p:nvSpPr>
        <p:spPr>
          <a:xfrm>
            <a:off x="524235" y="1611988"/>
            <a:ext cx="8095529" cy="683895"/>
          </a:xfrm>
          <a:prstGeom prst="rect">
            <a:avLst/>
          </a:prstGeom>
        </p:spPr>
        <p:txBody>
          <a:bodyPr anchor="ctr">
            <a:spAutoFit/>
          </a:bodyPr>
          <a:lstStyle>
            <a:defPPr>
              <a:defRPr lang="zh-CN"/>
            </a:defPPr>
            <a:lvl1pPr marL="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9pPr>
          </a:lstStyle>
          <a:p>
            <a:pPr marL="171450" lvl="0" indent="-171450" algn="l">
              <a:lnSpc>
                <a:spcPct val="110000"/>
              </a:lnSpc>
              <a:spcBef>
                <a:spcPts val="0"/>
              </a:spcBef>
              <a:spcAft>
                <a:spcPts val="400"/>
              </a:spcAft>
              <a:buClr>
                <a:srgbClr val="406898"/>
              </a:buClr>
              <a:buSzPct val="100000"/>
              <a:buFont typeface="Wingdings" panose="05000000000000000000" pitchFamily="2" charset="2"/>
              <a:buChar char="n"/>
            </a:pPr>
            <a:r>
              <a:rPr sz="1200" b="1" spc="150" dirty="0">
                <a:solidFill>
                  <a:sysClr val="windowText" lastClr="000000">
                    <a:lumMod val="75000"/>
                    <a:lumOff val="25000"/>
                  </a:sysClr>
                </a:solidFill>
                <a:latin typeface="Arial" panose="020B0604020202020204" pitchFamily="34" charset="0"/>
                <a:ea typeface="微软雅黑" panose="020B0503020204020204" charset="-122"/>
                <a:sym typeface="+mn-ea"/>
              </a:rPr>
              <a:t>笔记本电脑</a:t>
            </a:r>
            <a:endParaRPr sz="1200" spc="150" dirty="0">
              <a:solidFill>
                <a:sysClr val="windowText" lastClr="000000">
                  <a:lumMod val="75000"/>
                  <a:lumOff val="25000"/>
                </a:sysClr>
              </a:solidFill>
              <a:latin typeface="Arial" panose="020B0604020202020204" pitchFamily="34" charset="0"/>
              <a:ea typeface="微软雅黑" panose="020B0503020204020204" charset="-122"/>
              <a:sym typeface="+mn-ea"/>
            </a:endParaRPr>
          </a:p>
          <a:p>
            <a:pPr marL="171450" lvl="0" indent="-171450" algn="l">
              <a:lnSpc>
                <a:spcPct val="110000"/>
              </a:lnSpc>
              <a:spcBef>
                <a:spcPts val="0"/>
              </a:spcBef>
              <a:spcAft>
                <a:spcPts val="400"/>
              </a:spcAft>
              <a:buClr>
                <a:srgbClr val="406898"/>
              </a:buClr>
              <a:buSzPct val="100000"/>
              <a:buFont typeface="Wingdings" panose="05000000000000000000" pitchFamily="2" charset="2"/>
              <a:buChar char="n"/>
            </a:pPr>
            <a:r>
              <a:rPr sz="1000" spc="150" dirty="0">
                <a:solidFill>
                  <a:sysClr val="windowText" lastClr="000000">
                    <a:lumMod val="75000"/>
                    <a:lumOff val="25000"/>
                  </a:sysClr>
                </a:solidFill>
                <a:latin typeface="Arial" panose="020B0604020202020204" pitchFamily="34" charset="0"/>
                <a:ea typeface="微软雅黑" panose="020B0503020204020204" charset="-122"/>
                <a:sym typeface="+mn-ea"/>
              </a:rPr>
              <a:t>笔记本电脑是一种体积小、重量轻的便携式计算机。由于笔记本电脑不会在拥挤的宿舍中占据很多的空间，而且可以在校园中的各个角落使用，因此很受学生们喜欢。</a:t>
            </a:r>
          </a:p>
        </p:txBody>
      </p:sp>
      <p:cxnSp>
        <p:nvCxnSpPr>
          <p:cNvPr id="11" name="直接连接符 10"/>
          <p:cNvCxnSpPr/>
          <p:nvPr>
            <p:custDataLst>
              <p:tags r:id="rId7"/>
            </p:custDataLst>
          </p:nvPr>
        </p:nvCxnSpPr>
        <p:spPr>
          <a:xfrm>
            <a:off x="603365" y="2407139"/>
            <a:ext cx="7916381" cy="0"/>
          </a:xfrm>
          <a:prstGeom prst="line">
            <a:avLst/>
          </a:prstGeom>
          <a:ln>
            <a:solidFill>
              <a:sysClr val="window" lastClr="FFFFFF">
                <a:lumMod val="85000"/>
              </a:sysClr>
            </a:solidFill>
          </a:ln>
        </p:spPr>
        <p:style>
          <a:lnRef idx="1">
            <a:srgbClr val="406898"/>
          </a:lnRef>
          <a:fillRef idx="0">
            <a:srgbClr val="406898"/>
          </a:fillRef>
          <a:effectRef idx="0">
            <a:srgbClr val="406898"/>
          </a:effectRef>
          <a:fontRef idx="minor">
            <a:sysClr val="windowText" lastClr="000000"/>
          </a:fontRef>
        </p:style>
      </p:cxnSp>
      <p:cxnSp>
        <p:nvCxnSpPr>
          <p:cNvPr id="12" name="直接连接符 11"/>
          <p:cNvCxnSpPr/>
          <p:nvPr>
            <p:custDataLst>
              <p:tags r:id="rId8"/>
            </p:custDataLst>
          </p:nvPr>
        </p:nvCxnSpPr>
        <p:spPr>
          <a:xfrm>
            <a:off x="603365" y="3862901"/>
            <a:ext cx="7916381" cy="0"/>
          </a:xfrm>
          <a:prstGeom prst="line">
            <a:avLst/>
          </a:prstGeom>
          <a:ln>
            <a:solidFill>
              <a:sysClr val="window" lastClr="FFFFFF">
                <a:lumMod val="85000"/>
              </a:sysClr>
            </a:solidFill>
          </a:ln>
        </p:spPr>
        <p:style>
          <a:lnRef idx="1">
            <a:srgbClr val="406898"/>
          </a:lnRef>
          <a:fillRef idx="0">
            <a:srgbClr val="406898"/>
          </a:fillRef>
          <a:effectRef idx="0">
            <a:srgbClr val="406898"/>
          </a:effectRef>
          <a:fontRef idx="minor">
            <a:sysClr val="windowText" lastClr="000000"/>
          </a:fontRef>
        </p:style>
      </p:cxn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5"/>
          <p:cNvSpPr>
            <a:spLocks noEditPoints="1"/>
          </p:cNvSpPr>
          <p:nvPr>
            <p:custDataLst>
              <p:tags r:id="rId2"/>
            </p:custDataLst>
          </p:nvPr>
        </p:nvSpPr>
        <p:spPr bwMode="auto">
          <a:xfrm>
            <a:off x="3046730" y="1356360"/>
            <a:ext cx="52705" cy="53975"/>
          </a:xfrm>
          <a:custGeom>
            <a:avLst/>
            <a:gdLst>
              <a:gd name="T0" fmla="*/ 80 w 80"/>
              <a:gd name="T1" fmla="*/ 40 h 80"/>
              <a:gd name="T2" fmla="*/ 40 w 80"/>
              <a:gd name="T3" fmla="*/ 0 h 80"/>
              <a:gd name="T4" fmla="*/ 0 w 80"/>
              <a:gd name="T5" fmla="*/ 40 h 80"/>
              <a:gd name="T6" fmla="*/ 40 w 80"/>
              <a:gd name="T7" fmla="*/ 80 h 80"/>
              <a:gd name="T8" fmla="*/ 80 w 80"/>
              <a:gd name="T9" fmla="*/ 40 h 80"/>
              <a:gd name="T10" fmla="*/ 16 w 80"/>
              <a:gd name="T11" fmla="*/ 40 h 80"/>
              <a:gd name="T12" fmla="*/ 40 w 80"/>
              <a:gd name="T13" fmla="*/ 16 h 80"/>
              <a:gd name="T14" fmla="*/ 64 w 80"/>
              <a:gd name="T15" fmla="*/ 40 h 80"/>
              <a:gd name="T16" fmla="*/ 40 w 80"/>
              <a:gd name="T17" fmla="*/ 64 h 80"/>
              <a:gd name="T18" fmla="*/ 16 w 80"/>
              <a:gd name="T19"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80" y="40"/>
                </a:moveTo>
                <a:cubicBezTo>
                  <a:pt x="80" y="18"/>
                  <a:pt x="62" y="0"/>
                  <a:pt x="40" y="0"/>
                </a:cubicBezTo>
                <a:cubicBezTo>
                  <a:pt x="18" y="0"/>
                  <a:pt x="0" y="18"/>
                  <a:pt x="0" y="40"/>
                </a:cubicBezTo>
                <a:cubicBezTo>
                  <a:pt x="0" y="62"/>
                  <a:pt x="18" y="80"/>
                  <a:pt x="40" y="80"/>
                </a:cubicBezTo>
                <a:cubicBezTo>
                  <a:pt x="62" y="80"/>
                  <a:pt x="80" y="62"/>
                  <a:pt x="80" y="40"/>
                </a:cubicBezTo>
                <a:close/>
                <a:moveTo>
                  <a:pt x="16" y="40"/>
                </a:moveTo>
                <a:cubicBezTo>
                  <a:pt x="16" y="27"/>
                  <a:pt x="27" y="16"/>
                  <a:pt x="40" y="16"/>
                </a:cubicBezTo>
                <a:cubicBezTo>
                  <a:pt x="53" y="16"/>
                  <a:pt x="64" y="27"/>
                  <a:pt x="64" y="40"/>
                </a:cubicBezTo>
                <a:cubicBezTo>
                  <a:pt x="64" y="53"/>
                  <a:pt x="53" y="64"/>
                  <a:pt x="40" y="64"/>
                </a:cubicBezTo>
                <a:cubicBezTo>
                  <a:pt x="27" y="64"/>
                  <a:pt x="16" y="53"/>
                  <a:pt x="16" y="40"/>
                </a:cubicBezTo>
                <a:close/>
              </a:path>
            </a:pathLst>
          </a:custGeom>
          <a:solidFill>
            <a:srgbClr val="F8D0D0"/>
          </a:solidFill>
          <a:ln w="9525">
            <a:noFill/>
            <a:round/>
          </a:ln>
        </p:spPr>
        <p:txBody>
          <a:bodyPr/>
          <a:lstStyle/>
          <a:p>
            <a:pPr>
              <a:defRPr/>
            </a:pPr>
            <a:endParaRPr lang="zh-CN" altLang="en-US" sz="1350"/>
          </a:p>
        </p:txBody>
      </p:sp>
      <p:sp>
        <p:nvSpPr>
          <p:cNvPr id="11" name="Freeform 6"/>
          <p:cNvSpPr>
            <a:spLocks noEditPoints="1"/>
          </p:cNvSpPr>
          <p:nvPr>
            <p:custDataLst>
              <p:tags r:id="rId3"/>
            </p:custDataLst>
          </p:nvPr>
        </p:nvSpPr>
        <p:spPr bwMode="auto">
          <a:xfrm>
            <a:off x="1125220" y="1454785"/>
            <a:ext cx="3902075" cy="2450465"/>
          </a:xfrm>
          <a:custGeom>
            <a:avLst/>
            <a:gdLst>
              <a:gd name="T0" fmla="*/ 0 w 5800"/>
              <a:gd name="T1" fmla="*/ 20 h 3640"/>
              <a:gd name="T2" fmla="*/ 0 w 5800"/>
              <a:gd name="T3" fmla="*/ 3620 h 3640"/>
              <a:gd name="T4" fmla="*/ 20 w 5800"/>
              <a:gd name="T5" fmla="*/ 3640 h 3640"/>
              <a:gd name="T6" fmla="*/ 5780 w 5800"/>
              <a:gd name="T7" fmla="*/ 3640 h 3640"/>
              <a:gd name="T8" fmla="*/ 5800 w 5800"/>
              <a:gd name="T9" fmla="*/ 3620 h 3640"/>
              <a:gd name="T10" fmla="*/ 5800 w 5800"/>
              <a:gd name="T11" fmla="*/ 20 h 3640"/>
              <a:gd name="T12" fmla="*/ 5780 w 5800"/>
              <a:gd name="T13" fmla="*/ 0 h 3640"/>
              <a:gd name="T14" fmla="*/ 20 w 5800"/>
              <a:gd name="T15" fmla="*/ 0 h 3640"/>
              <a:gd name="T16" fmla="*/ 0 w 5800"/>
              <a:gd name="T17" fmla="*/ 20 h 3640"/>
              <a:gd name="T18" fmla="*/ 5780 w 5800"/>
              <a:gd name="T19" fmla="*/ 3620 h 3640"/>
              <a:gd name="T20" fmla="*/ 20 w 5800"/>
              <a:gd name="T21" fmla="*/ 3620 h 3640"/>
              <a:gd name="T22" fmla="*/ 20 w 5800"/>
              <a:gd name="T23" fmla="*/ 20 h 3640"/>
              <a:gd name="T24" fmla="*/ 5780 w 5800"/>
              <a:gd name="T25" fmla="*/ 20 h 3640"/>
              <a:gd name="T26" fmla="*/ 5780 w 5800"/>
              <a:gd name="T27" fmla="*/ 3620 h 3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00" h="3640">
                <a:moveTo>
                  <a:pt x="0" y="20"/>
                </a:moveTo>
                <a:cubicBezTo>
                  <a:pt x="0" y="3620"/>
                  <a:pt x="0" y="3620"/>
                  <a:pt x="0" y="3620"/>
                </a:cubicBezTo>
                <a:cubicBezTo>
                  <a:pt x="0" y="3631"/>
                  <a:pt x="9" y="3640"/>
                  <a:pt x="20" y="3640"/>
                </a:cubicBezTo>
                <a:cubicBezTo>
                  <a:pt x="5780" y="3640"/>
                  <a:pt x="5780" y="3640"/>
                  <a:pt x="5780" y="3640"/>
                </a:cubicBezTo>
                <a:cubicBezTo>
                  <a:pt x="5791" y="3640"/>
                  <a:pt x="5800" y="3631"/>
                  <a:pt x="5800" y="3620"/>
                </a:cubicBezTo>
                <a:cubicBezTo>
                  <a:pt x="5800" y="20"/>
                  <a:pt x="5800" y="20"/>
                  <a:pt x="5800" y="20"/>
                </a:cubicBezTo>
                <a:cubicBezTo>
                  <a:pt x="5800" y="9"/>
                  <a:pt x="5791" y="0"/>
                  <a:pt x="5780" y="0"/>
                </a:cubicBezTo>
                <a:cubicBezTo>
                  <a:pt x="20" y="0"/>
                  <a:pt x="20" y="0"/>
                  <a:pt x="20" y="0"/>
                </a:cubicBezTo>
                <a:cubicBezTo>
                  <a:pt x="9" y="0"/>
                  <a:pt x="0" y="9"/>
                  <a:pt x="0" y="20"/>
                </a:cubicBezTo>
                <a:close/>
                <a:moveTo>
                  <a:pt x="5780" y="3620"/>
                </a:moveTo>
                <a:cubicBezTo>
                  <a:pt x="20" y="3620"/>
                  <a:pt x="20" y="3620"/>
                  <a:pt x="20" y="3620"/>
                </a:cubicBezTo>
                <a:cubicBezTo>
                  <a:pt x="20" y="20"/>
                  <a:pt x="20" y="20"/>
                  <a:pt x="20" y="20"/>
                </a:cubicBezTo>
                <a:cubicBezTo>
                  <a:pt x="5780" y="20"/>
                  <a:pt x="5780" y="20"/>
                  <a:pt x="5780" y="20"/>
                </a:cubicBezTo>
                <a:lnTo>
                  <a:pt x="5780" y="3620"/>
                </a:lnTo>
                <a:close/>
              </a:path>
            </a:pathLst>
          </a:custGeom>
          <a:solidFill>
            <a:srgbClr val="F8D0D0"/>
          </a:solidFill>
          <a:ln w="9525">
            <a:noFill/>
            <a:round/>
          </a:ln>
        </p:spPr>
        <p:txBody>
          <a:bodyPr/>
          <a:lstStyle/>
          <a:p>
            <a:pPr>
              <a:defRPr/>
            </a:pPr>
            <a:endParaRPr lang="zh-CN" altLang="en-US" sz="1350"/>
          </a:p>
        </p:txBody>
      </p:sp>
      <p:sp>
        <p:nvSpPr>
          <p:cNvPr id="12" name="Freeform 7"/>
          <p:cNvSpPr/>
          <p:nvPr>
            <p:custDataLst>
              <p:tags r:id="rId4"/>
            </p:custDataLst>
          </p:nvPr>
        </p:nvSpPr>
        <p:spPr bwMode="auto">
          <a:xfrm>
            <a:off x="2157095" y="4217035"/>
            <a:ext cx="66040" cy="20320"/>
          </a:xfrm>
          <a:custGeom>
            <a:avLst/>
            <a:gdLst>
              <a:gd name="T0" fmla="*/ 91 w 97"/>
              <a:gd name="T1" fmla="*/ 8 h 31"/>
              <a:gd name="T2" fmla="*/ 44 w 97"/>
              <a:gd name="T3" fmla="*/ 0 h 31"/>
              <a:gd name="T4" fmla="*/ 38 w 97"/>
              <a:gd name="T5" fmla="*/ 1 h 31"/>
              <a:gd name="T6" fmla="*/ 1 w 97"/>
              <a:gd name="T7" fmla="*/ 12 h 31"/>
              <a:gd name="T8" fmla="*/ 6 w 97"/>
              <a:gd name="T9" fmla="*/ 24 h 31"/>
              <a:gd name="T10" fmla="*/ 53 w 97"/>
              <a:gd name="T11" fmla="*/ 31 h 31"/>
              <a:gd name="T12" fmla="*/ 59 w 97"/>
              <a:gd name="T13" fmla="*/ 31 h 31"/>
              <a:gd name="T14" fmla="*/ 96 w 97"/>
              <a:gd name="T15" fmla="*/ 19 h 31"/>
              <a:gd name="T16" fmla="*/ 91 w 97"/>
              <a:gd name="T17" fmla="*/ 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31">
                <a:moveTo>
                  <a:pt x="91" y="8"/>
                </a:moveTo>
                <a:cubicBezTo>
                  <a:pt x="83" y="2"/>
                  <a:pt x="60" y="0"/>
                  <a:pt x="44" y="0"/>
                </a:cubicBezTo>
                <a:cubicBezTo>
                  <a:pt x="42" y="0"/>
                  <a:pt x="40" y="0"/>
                  <a:pt x="38" y="1"/>
                </a:cubicBezTo>
                <a:cubicBezTo>
                  <a:pt x="5" y="1"/>
                  <a:pt x="2" y="9"/>
                  <a:pt x="1" y="12"/>
                </a:cubicBezTo>
                <a:cubicBezTo>
                  <a:pt x="0" y="16"/>
                  <a:pt x="1" y="20"/>
                  <a:pt x="6" y="24"/>
                </a:cubicBezTo>
                <a:cubicBezTo>
                  <a:pt x="14" y="29"/>
                  <a:pt x="37" y="31"/>
                  <a:pt x="53" y="31"/>
                </a:cubicBezTo>
                <a:cubicBezTo>
                  <a:pt x="55" y="31"/>
                  <a:pt x="57" y="31"/>
                  <a:pt x="59" y="31"/>
                </a:cubicBezTo>
                <a:cubicBezTo>
                  <a:pt x="92" y="30"/>
                  <a:pt x="95" y="23"/>
                  <a:pt x="96" y="19"/>
                </a:cubicBezTo>
                <a:cubicBezTo>
                  <a:pt x="97" y="16"/>
                  <a:pt x="96" y="12"/>
                  <a:pt x="91" y="8"/>
                </a:cubicBezTo>
                <a:close/>
              </a:path>
            </a:pathLst>
          </a:custGeom>
          <a:solidFill>
            <a:srgbClr val="F8D0D0"/>
          </a:solidFill>
          <a:ln w="9525">
            <a:noFill/>
            <a:round/>
          </a:ln>
        </p:spPr>
        <p:txBody>
          <a:bodyPr/>
          <a:lstStyle/>
          <a:p>
            <a:pPr>
              <a:defRPr/>
            </a:pPr>
            <a:endParaRPr lang="zh-CN" altLang="en-US" sz="1350"/>
          </a:p>
        </p:txBody>
      </p:sp>
      <p:sp>
        <p:nvSpPr>
          <p:cNvPr id="13" name="Freeform 8"/>
          <p:cNvSpPr/>
          <p:nvPr>
            <p:custDataLst>
              <p:tags r:id="rId5"/>
            </p:custDataLst>
          </p:nvPr>
        </p:nvSpPr>
        <p:spPr bwMode="auto">
          <a:xfrm>
            <a:off x="3897630" y="4217035"/>
            <a:ext cx="64770" cy="20320"/>
          </a:xfrm>
          <a:custGeom>
            <a:avLst/>
            <a:gdLst>
              <a:gd name="T0" fmla="*/ 59 w 97"/>
              <a:gd name="T1" fmla="*/ 1 h 31"/>
              <a:gd name="T2" fmla="*/ 53 w 97"/>
              <a:gd name="T3" fmla="*/ 0 h 31"/>
              <a:gd name="T4" fmla="*/ 6 w 97"/>
              <a:gd name="T5" fmla="*/ 8 h 31"/>
              <a:gd name="T6" fmla="*/ 1 w 97"/>
              <a:gd name="T7" fmla="*/ 19 h 31"/>
              <a:gd name="T8" fmla="*/ 38 w 97"/>
              <a:gd name="T9" fmla="*/ 31 h 31"/>
              <a:gd name="T10" fmla="*/ 44 w 97"/>
              <a:gd name="T11" fmla="*/ 31 h 31"/>
              <a:gd name="T12" fmla="*/ 44 w 97"/>
              <a:gd name="T13" fmla="*/ 31 h 31"/>
              <a:gd name="T14" fmla="*/ 91 w 97"/>
              <a:gd name="T15" fmla="*/ 24 h 31"/>
              <a:gd name="T16" fmla="*/ 96 w 97"/>
              <a:gd name="T17" fmla="*/ 12 h 31"/>
              <a:gd name="T18" fmla="*/ 59 w 97"/>
              <a:gd name="T19"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31">
                <a:moveTo>
                  <a:pt x="59" y="1"/>
                </a:moveTo>
                <a:cubicBezTo>
                  <a:pt x="57" y="0"/>
                  <a:pt x="55" y="0"/>
                  <a:pt x="53" y="0"/>
                </a:cubicBezTo>
                <a:cubicBezTo>
                  <a:pt x="37" y="0"/>
                  <a:pt x="14" y="2"/>
                  <a:pt x="6" y="8"/>
                </a:cubicBezTo>
                <a:cubicBezTo>
                  <a:pt x="1" y="12"/>
                  <a:pt x="0" y="16"/>
                  <a:pt x="1" y="19"/>
                </a:cubicBezTo>
                <a:cubicBezTo>
                  <a:pt x="2" y="23"/>
                  <a:pt x="5" y="30"/>
                  <a:pt x="38" y="31"/>
                </a:cubicBezTo>
                <a:cubicBezTo>
                  <a:pt x="40" y="31"/>
                  <a:pt x="42" y="31"/>
                  <a:pt x="44" y="31"/>
                </a:cubicBezTo>
                <a:cubicBezTo>
                  <a:pt x="44" y="31"/>
                  <a:pt x="44" y="31"/>
                  <a:pt x="44" y="31"/>
                </a:cubicBezTo>
                <a:cubicBezTo>
                  <a:pt x="60" y="31"/>
                  <a:pt x="83" y="29"/>
                  <a:pt x="91" y="24"/>
                </a:cubicBezTo>
                <a:cubicBezTo>
                  <a:pt x="96" y="20"/>
                  <a:pt x="97" y="16"/>
                  <a:pt x="96" y="12"/>
                </a:cubicBezTo>
                <a:cubicBezTo>
                  <a:pt x="95" y="9"/>
                  <a:pt x="92" y="1"/>
                  <a:pt x="59" y="1"/>
                </a:cubicBezTo>
                <a:close/>
              </a:path>
            </a:pathLst>
          </a:custGeom>
          <a:solidFill>
            <a:srgbClr val="F8D0D0"/>
          </a:solidFill>
          <a:ln w="9525">
            <a:noFill/>
            <a:round/>
          </a:ln>
        </p:spPr>
        <p:txBody>
          <a:bodyPr/>
          <a:lstStyle/>
          <a:p>
            <a:pPr>
              <a:defRPr/>
            </a:pPr>
            <a:endParaRPr lang="zh-CN" altLang="en-US" sz="1350"/>
          </a:p>
        </p:txBody>
      </p:sp>
      <p:sp>
        <p:nvSpPr>
          <p:cNvPr id="14" name="Freeform 9"/>
          <p:cNvSpPr/>
          <p:nvPr>
            <p:custDataLst>
              <p:tags r:id="rId6"/>
            </p:custDataLst>
          </p:nvPr>
        </p:nvSpPr>
        <p:spPr bwMode="auto">
          <a:xfrm>
            <a:off x="907415" y="1243330"/>
            <a:ext cx="4333240" cy="2909570"/>
          </a:xfrm>
          <a:custGeom>
            <a:avLst/>
            <a:gdLst>
              <a:gd name="T0" fmla="*/ 25 w 6440"/>
              <a:gd name="T1" fmla="*/ 4323 h 4323"/>
              <a:gd name="T2" fmla="*/ 16 w 6440"/>
              <a:gd name="T3" fmla="*/ 4256 h 4323"/>
              <a:gd name="T4" fmla="*/ 16 w 6440"/>
              <a:gd name="T5" fmla="*/ 248 h 4323"/>
              <a:gd name="T6" fmla="*/ 248 w 6440"/>
              <a:gd name="T7" fmla="*/ 16 h 4323"/>
              <a:gd name="T8" fmla="*/ 6192 w 6440"/>
              <a:gd name="T9" fmla="*/ 16 h 4323"/>
              <a:gd name="T10" fmla="*/ 6424 w 6440"/>
              <a:gd name="T11" fmla="*/ 248 h 4323"/>
              <a:gd name="T12" fmla="*/ 6424 w 6440"/>
              <a:gd name="T13" fmla="*/ 4256 h 4323"/>
              <a:gd name="T14" fmla="*/ 6414 w 6440"/>
              <a:gd name="T15" fmla="*/ 4323 h 4323"/>
              <a:gd name="T16" fmla="*/ 6430 w 6440"/>
              <a:gd name="T17" fmla="*/ 4323 h 4323"/>
              <a:gd name="T18" fmla="*/ 6440 w 6440"/>
              <a:gd name="T19" fmla="*/ 4256 h 4323"/>
              <a:gd name="T20" fmla="*/ 6440 w 6440"/>
              <a:gd name="T21" fmla="*/ 248 h 4323"/>
              <a:gd name="T22" fmla="*/ 6192 w 6440"/>
              <a:gd name="T23" fmla="*/ 0 h 4323"/>
              <a:gd name="T24" fmla="*/ 248 w 6440"/>
              <a:gd name="T25" fmla="*/ 0 h 4323"/>
              <a:gd name="T26" fmla="*/ 0 w 6440"/>
              <a:gd name="T27" fmla="*/ 248 h 4323"/>
              <a:gd name="T28" fmla="*/ 0 w 6440"/>
              <a:gd name="T29" fmla="*/ 4256 h 4323"/>
              <a:gd name="T30" fmla="*/ 9 w 6440"/>
              <a:gd name="T31" fmla="*/ 4323 h 4323"/>
              <a:gd name="T32" fmla="*/ 25 w 6440"/>
              <a:gd name="T33" fmla="*/ 4323 h 4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40" h="4323">
                <a:moveTo>
                  <a:pt x="25" y="4323"/>
                </a:moveTo>
                <a:cubicBezTo>
                  <a:pt x="19" y="4302"/>
                  <a:pt x="16" y="4279"/>
                  <a:pt x="16" y="4256"/>
                </a:cubicBezTo>
                <a:cubicBezTo>
                  <a:pt x="16" y="248"/>
                  <a:pt x="16" y="248"/>
                  <a:pt x="16" y="248"/>
                </a:cubicBezTo>
                <a:cubicBezTo>
                  <a:pt x="16" y="120"/>
                  <a:pt x="119" y="16"/>
                  <a:pt x="248" y="16"/>
                </a:cubicBezTo>
                <a:cubicBezTo>
                  <a:pt x="6192" y="16"/>
                  <a:pt x="6192" y="16"/>
                  <a:pt x="6192" y="16"/>
                </a:cubicBezTo>
                <a:cubicBezTo>
                  <a:pt x="6320" y="16"/>
                  <a:pt x="6424" y="120"/>
                  <a:pt x="6424" y="248"/>
                </a:cubicBezTo>
                <a:cubicBezTo>
                  <a:pt x="6424" y="4256"/>
                  <a:pt x="6424" y="4256"/>
                  <a:pt x="6424" y="4256"/>
                </a:cubicBezTo>
                <a:cubicBezTo>
                  <a:pt x="6424" y="4279"/>
                  <a:pt x="6420" y="4302"/>
                  <a:pt x="6414" y="4323"/>
                </a:cubicBezTo>
                <a:cubicBezTo>
                  <a:pt x="6430" y="4323"/>
                  <a:pt x="6430" y="4323"/>
                  <a:pt x="6430" y="4323"/>
                </a:cubicBezTo>
                <a:cubicBezTo>
                  <a:pt x="6436" y="4302"/>
                  <a:pt x="6440" y="4279"/>
                  <a:pt x="6440" y="4256"/>
                </a:cubicBezTo>
                <a:cubicBezTo>
                  <a:pt x="6440" y="248"/>
                  <a:pt x="6440" y="248"/>
                  <a:pt x="6440" y="248"/>
                </a:cubicBezTo>
                <a:cubicBezTo>
                  <a:pt x="6440" y="111"/>
                  <a:pt x="6328" y="0"/>
                  <a:pt x="6192" y="0"/>
                </a:cubicBezTo>
                <a:cubicBezTo>
                  <a:pt x="248" y="0"/>
                  <a:pt x="248" y="0"/>
                  <a:pt x="248" y="0"/>
                </a:cubicBezTo>
                <a:cubicBezTo>
                  <a:pt x="111" y="0"/>
                  <a:pt x="0" y="111"/>
                  <a:pt x="0" y="248"/>
                </a:cubicBezTo>
                <a:cubicBezTo>
                  <a:pt x="0" y="4256"/>
                  <a:pt x="0" y="4256"/>
                  <a:pt x="0" y="4256"/>
                </a:cubicBezTo>
                <a:cubicBezTo>
                  <a:pt x="0" y="4279"/>
                  <a:pt x="3" y="4302"/>
                  <a:pt x="9" y="4323"/>
                </a:cubicBezTo>
                <a:lnTo>
                  <a:pt x="25" y="4323"/>
                </a:lnTo>
                <a:close/>
              </a:path>
            </a:pathLst>
          </a:custGeom>
          <a:solidFill>
            <a:srgbClr val="F8D0D0"/>
          </a:solidFill>
          <a:ln w="9525">
            <a:noFill/>
            <a:round/>
          </a:ln>
        </p:spPr>
        <p:txBody>
          <a:bodyPr/>
          <a:lstStyle/>
          <a:p>
            <a:pPr>
              <a:defRPr/>
            </a:pPr>
            <a:endParaRPr lang="zh-CN" altLang="en-US" sz="1350"/>
          </a:p>
        </p:txBody>
      </p:sp>
      <p:sp>
        <p:nvSpPr>
          <p:cNvPr id="15" name="Freeform 10"/>
          <p:cNvSpPr/>
          <p:nvPr>
            <p:custDataLst>
              <p:tags r:id="rId7"/>
            </p:custDataLst>
          </p:nvPr>
        </p:nvSpPr>
        <p:spPr bwMode="auto">
          <a:xfrm>
            <a:off x="934085" y="1268095"/>
            <a:ext cx="4284980" cy="2885440"/>
          </a:xfrm>
          <a:custGeom>
            <a:avLst/>
            <a:gdLst>
              <a:gd name="T0" fmla="*/ 6344 w 6368"/>
              <a:gd name="T1" fmla="*/ 4287 h 4287"/>
              <a:gd name="T2" fmla="*/ 6357 w 6368"/>
              <a:gd name="T3" fmla="*/ 4287 h 4287"/>
              <a:gd name="T4" fmla="*/ 6368 w 6368"/>
              <a:gd name="T5" fmla="*/ 4220 h 4287"/>
              <a:gd name="T6" fmla="*/ 6368 w 6368"/>
              <a:gd name="T7" fmla="*/ 212 h 4287"/>
              <a:gd name="T8" fmla="*/ 6156 w 6368"/>
              <a:gd name="T9" fmla="*/ 0 h 4287"/>
              <a:gd name="T10" fmla="*/ 212 w 6368"/>
              <a:gd name="T11" fmla="*/ 0 h 4287"/>
              <a:gd name="T12" fmla="*/ 0 w 6368"/>
              <a:gd name="T13" fmla="*/ 212 h 4287"/>
              <a:gd name="T14" fmla="*/ 0 w 6368"/>
              <a:gd name="T15" fmla="*/ 4220 h 4287"/>
              <a:gd name="T16" fmla="*/ 10 w 6368"/>
              <a:gd name="T17" fmla="*/ 4287 h 4287"/>
              <a:gd name="T18" fmla="*/ 23 w 6368"/>
              <a:gd name="T19" fmla="*/ 4287 h 4287"/>
              <a:gd name="T20" fmla="*/ 12 w 6368"/>
              <a:gd name="T21" fmla="*/ 4220 h 4287"/>
              <a:gd name="T22" fmla="*/ 12 w 6368"/>
              <a:gd name="T23" fmla="*/ 212 h 4287"/>
              <a:gd name="T24" fmla="*/ 212 w 6368"/>
              <a:gd name="T25" fmla="*/ 12 h 4287"/>
              <a:gd name="T26" fmla="*/ 6156 w 6368"/>
              <a:gd name="T27" fmla="*/ 12 h 4287"/>
              <a:gd name="T28" fmla="*/ 6356 w 6368"/>
              <a:gd name="T29" fmla="*/ 212 h 4287"/>
              <a:gd name="T30" fmla="*/ 6356 w 6368"/>
              <a:gd name="T31" fmla="*/ 4220 h 4287"/>
              <a:gd name="T32" fmla="*/ 6344 w 6368"/>
              <a:gd name="T33" fmla="*/ 4287 h 4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68" h="4287">
                <a:moveTo>
                  <a:pt x="6344" y="4287"/>
                </a:moveTo>
                <a:cubicBezTo>
                  <a:pt x="6357" y="4287"/>
                  <a:pt x="6357" y="4287"/>
                  <a:pt x="6357" y="4287"/>
                </a:cubicBezTo>
                <a:cubicBezTo>
                  <a:pt x="6364" y="4266"/>
                  <a:pt x="6368" y="4244"/>
                  <a:pt x="6368" y="4220"/>
                </a:cubicBezTo>
                <a:cubicBezTo>
                  <a:pt x="6368" y="212"/>
                  <a:pt x="6368" y="212"/>
                  <a:pt x="6368" y="212"/>
                </a:cubicBezTo>
                <a:cubicBezTo>
                  <a:pt x="6368" y="95"/>
                  <a:pt x="6272" y="0"/>
                  <a:pt x="6156" y="0"/>
                </a:cubicBezTo>
                <a:cubicBezTo>
                  <a:pt x="212" y="0"/>
                  <a:pt x="212" y="0"/>
                  <a:pt x="212" y="0"/>
                </a:cubicBezTo>
                <a:cubicBezTo>
                  <a:pt x="95" y="0"/>
                  <a:pt x="0" y="95"/>
                  <a:pt x="0" y="212"/>
                </a:cubicBezTo>
                <a:cubicBezTo>
                  <a:pt x="0" y="4220"/>
                  <a:pt x="0" y="4220"/>
                  <a:pt x="0" y="4220"/>
                </a:cubicBezTo>
                <a:cubicBezTo>
                  <a:pt x="0" y="4244"/>
                  <a:pt x="3" y="4266"/>
                  <a:pt x="10" y="4287"/>
                </a:cubicBezTo>
                <a:cubicBezTo>
                  <a:pt x="23" y="4287"/>
                  <a:pt x="23" y="4287"/>
                  <a:pt x="23" y="4287"/>
                </a:cubicBezTo>
                <a:cubicBezTo>
                  <a:pt x="16" y="4266"/>
                  <a:pt x="12" y="4244"/>
                  <a:pt x="12" y="4220"/>
                </a:cubicBezTo>
                <a:cubicBezTo>
                  <a:pt x="12" y="212"/>
                  <a:pt x="12" y="212"/>
                  <a:pt x="12" y="212"/>
                </a:cubicBezTo>
                <a:cubicBezTo>
                  <a:pt x="12" y="102"/>
                  <a:pt x="101" y="12"/>
                  <a:pt x="212" y="12"/>
                </a:cubicBezTo>
                <a:cubicBezTo>
                  <a:pt x="6156" y="12"/>
                  <a:pt x="6156" y="12"/>
                  <a:pt x="6156" y="12"/>
                </a:cubicBezTo>
                <a:cubicBezTo>
                  <a:pt x="6266" y="12"/>
                  <a:pt x="6356" y="102"/>
                  <a:pt x="6356" y="212"/>
                </a:cubicBezTo>
                <a:cubicBezTo>
                  <a:pt x="6356" y="4220"/>
                  <a:pt x="6356" y="4220"/>
                  <a:pt x="6356" y="4220"/>
                </a:cubicBezTo>
                <a:cubicBezTo>
                  <a:pt x="6356" y="4244"/>
                  <a:pt x="6351" y="4266"/>
                  <a:pt x="6344" y="4287"/>
                </a:cubicBezTo>
                <a:close/>
              </a:path>
            </a:pathLst>
          </a:custGeom>
          <a:solidFill>
            <a:srgbClr val="F8D0D0"/>
          </a:solidFill>
          <a:ln w="9525">
            <a:noFill/>
            <a:round/>
          </a:ln>
        </p:spPr>
        <p:txBody>
          <a:bodyPr/>
          <a:lstStyle/>
          <a:p>
            <a:pPr>
              <a:defRPr/>
            </a:pPr>
            <a:endParaRPr lang="zh-CN" altLang="en-US" sz="1350"/>
          </a:p>
        </p:txBody>
      </p:sp>
      <p:sp>
        <p:nvSpPr>
          <p:cNvPr id="16" name="Freeform 11"/>
          <p:cNvSpPr/>
          <p:nvPr>
            <p:custDataLst>
              <p:tags r:id="rId8"/>
            </p:custDataLst>
          </p:nvPr>
        </p:nvSpPr>
        <p:spPr bwMode="auto">
          <a:xfrm>
            <a:off x="952500" y="1289685"/>
            <a:ext cx="4241800" cy="2863850"/>
          </a:xfrm>
          <a:custGeom>
            <a:avLst/>
            <a:gdLst>
              <a:gd name="T0" fmla="*/ 6288 w 6304"/>
              <a:gd name="T1" fmla="*/ 4193 h 4255"/>
              <a:gd name="T2" fmla="*/ 6237 w 6304"/>
              <a:gd name="T3" fmla="*/ 4255 h 4255"/>
              <a:gd name="T4" fmla="*/ 6236 w 6304"/>
              <a:gd name="T5" fmla="*/ 4255 h 4255"/>
              <a:gd name="T6" fmla="*/ 6236 w 6304"/>
              <a:gd name="T7" fmla="*/ 4255 h 4255"/>
              <a:gd name="T8" fmla="*/ 6279 w 6304"/>
              <a:gd name="T9" fmla="*/ 4255 h 4255"/>
              <a:gd name="T10" fmla="*/ 6304 w 6304"/>
              <a:gd name="T11" fmla="*/ 4193 h 4255"/>
              <a:gd name="T12" fmla="*/ 6304 w 6304"/>
              <a:gd name="T13" fmla="*/ 4097 h 4255"/>
              <a:gd name="T14" fmla="*/ 6304 w 6304"/>
              <a:gd name="T15" fmla="*/ 180 h 4255"/>
              <a:gd name="T16" fmla="*/ 6124 w 6304"/>
              <a:gd name="T17" fmla="*/ 0 h 4255"/>
              <a:gd name="T18" fmla="*/ 180 w 6304"/>
              <a:gd name="T19" fmla="*/ 0 h 4255"/>
              <a:gd name="T20" fmla="*/ 0 w 6304"/>
              <a:gd name="T21" fmla="*/ 180 h 4255"/>
              <a:gd name="T22" fmla="*/ 0 w 6304"/>
              <a:gd name="T23" fmla="*/ 4097 h 4255"/>
              <a:gd name="T24" fmla="*/ 0 w 6304"/>
              <a:gd name="T25" fmla="*/ 4193 h 4255"/>
              <a:gd name="T26" fmla="*/ 25 w 6304"/>
              <a:gd name="T27" fmla="*/ 4255 h 4255"/>
              <a:gd name="T28" fmla="*/ 65 w 6304"/>
              <a:gd name="T29" fmla="*/ 4255 h 4255"/>
              <a:gd name="T30" fmla="*/ 65 w 6304"/>
              <a:gd name="T31" fmla="*/ 4255 h 4255"/>
              <a:gd name="T32" fmla="*/ 65 w 6304"/>
              <a:gd name="T33" fmla="*/ 4255 h 4255"/>
              <a:gd name="T34" fmla="*/ 16 w 6304"/>
              <a:gd name="T35" fmla="*/ 4193 h 4255"/>
              <a:gd name="T36" fmla="*/ 16 w 6304"/>
              <a:gd name="T37" fmla="*/ 4097 h 4255"/>
              <a:gd name="T38" fmla="*/ 16 w 6304"/>
              <a:gd name="T39" fmla="*/ 180 h 4255"/>
              <a:gd name="T40" fmla="*/ 180 w 6304"/>
              <a:gd name="T41" fmla="*/ 16 h 4255"/>
              <a:gd name="T42" fmla="*/ 6124 w 6304"/>
              <a:gd name="T43" fmla="*/ 16 h 4255"/>
              <a:gd name="T44" fmla="*/ 6288 w 6304"/>
              <a:gd name="T45" fmla="*/ 180 h 4255"/>
              <a:gd name="T46" fmla="*/ 6288 w 6304"/>
              <a:gd name="T47" fmla="*/ 4097 h 4255"/>
              <a:gd name="T48" fmla="*/ 6288 w 6304"/>
              <a:gd name="T49" fmla="*/ 4193 h 4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304" h="4255">
                <a:moveTo>
                  <a:pt x="6288" y="4193"/>
                </a:moveTo>
                <a:cubicBezTo>
                  <a:pt x="6288" y="4236"/>
                  <a:pt x="6262" y="4255"/>
                  <a:pt x="6237" y="4255"/>
                </a:cubicBezTo>
                <a:cubicBezTo>
                  <a:pt x="6236" y="4255"/>
                  <a:pt x="6236" y="4255"/>
                  <a:pt x="6236" y="4255"/>
                </a:cubicBezTo>
                <a:cubicBezTo>
                  <a:pt x="6236" y="4255"/>
                  <a:pt x="6236" y="4255"/>
                  <a:pt x="6236" y="4255"/>
                </a:cubicBezTo>
                <a:cubicBezTo>
                  <a:pt x="6279" y="4255"/>
                  <a:pt x="6279" y="4255"/>
                  <a:pt x="6279" y="4255"/>
                </a:cubicBezTo>
                <a:cubicBezTo>
                  <a:pt x="6293" y="4242"/>
                  <a:pt x="6304" y="4222"/>
                  <a:pt x="6304" y="4193"/>
                </a:cubicBezTo>
                <a:cubicBezTo>
                  <a:pt x="6304" y="4097"/>
                  <a:pt x="6304" y="4097"/>
                  <a:pt x="6304" y="4097"/>
                </a:cubicBezTo>
                <a:cubicBezTo>
                  <a:pt x="6304" y="180"/>
                  <a:pt x="6304" y="180"/>
                  <a:pt x="6304" y="180"/>
                </a:cubicBezTo>
                <a:cubicBezTo>
                  <a:pt x="6304" y="81"/>
                  <a:pt x="6223" y="0"/>
                  <a:pt x="6124" y="0"/>
                </a:cubicBezTo>
                <a:cubicBezTo>
                  <a:pt x="180" y="0"/>
                  <a:pt x="180" y="0"/>
                  <a:pt x="180" y="0"/>
                </a:cubicBezTo>
                <a:cubicBezTo>
                  <a:pt x="80" y="0"/>
                  <a:pt x="0" y="81"/>
                  <a:pt x="0" y="180"/>
                </a:cubicBezTo>
                <a:cubicBezTo>
                  <a:pt x="0" y="4097"/>
                  <a:pt x="0" y="4097"/>
                  <a:pt x="0" y="4097"/>
                </a:cubicBezTo>
                <a:cubicBezTo>
                  <a:pt x="0" y="4193"/>
                  <a:pt x="0" y="4193"/>
                  <a:pt x="0" y="4193"/>
                </a:cubicBezTo>
                <a:cubicBezTo>
                  <a:pt x="0" y="4222"/>
                  <a:pt x="10" y="4242"/>
                  <a:pt x="25" y="4255"/>
                </a:cubicBezTo>
                <a:cubicBezTo>
                  <a:pt x="65" y="4255"/>
                  <a:pt x="65" y="4255"/>
                  <a:pt x="65" y="4255"/>
                </a:cubicBezTo>
                <a:cubicBezTo>
                  <a:pt x="65" y="4255"/>
                  <a:pt x="65" y="4255"/>
                  <a:pt x="65" y="4255"/>
                </a:cubicBezTo>
                <a:cubicBezTo>
                  <a:pt x="65" y="4255"/>
                  <a:pt x="65" y="4255"/>
                  <a:pt x="65" y="4255"/>
                </a:cubicBezTo>
                <a:cubicBezTo>
                  <a:pt x="46" y="4255"/>
                  <a:pt x="16" y="4238"/>
                  <a:pt x="16" y="4193"/>
                </a:cubicBezTo>
                <a:cubicBezTo>
                  <a:pt x="16" y="4097"/>
                  <a:pt x="16" y="4097"/>
                  <a:pt x="16" y="4097"/>
                </a:cubicBezTo>
                <a:cubicBezTo>
                  <a:pt x="16" y="180"/>
                  <a:pt x="16" y="180"/>
                  <a:pt x="16" y="180"/>
                </a:cubicBezTo>
                <a:cubicBezTo>
                  <a:pt x="16" y="90"/>
                  <a:pt x="89" y="16"/>
                  <a:pt x="180" y="16"/>
                </a:cubicBezTo>
                <a:cubicBezTo>
                  <a:pt x="6124" y="16"/>
                  <a:pt x="6124" y="16"/>
                  <a:pt x="6124" y="16"/>
                </a:cubicBezTo>
                <a:cubicBezTo>
                  <a:pt x="6214" y="16"/>
                  <a:pt x="6288" y="90"/>
                  <a:pt x="6288" y="180"/>
                </a:cubicBezTo>
                <a:cubicBezTo>
                  <a:pt x="6288" y="4097"/>
                  <a:pt x="6288" y="4097"/>
                  <a:pt x="6288" y="4097"/>
                </a:cubicBezTo>
                <a:lnTo>
                  <a:pt x="6288" y="4193"/>
                </a:lnTo>
                <a:close/>
              </a:path>
            </a:pathLst>
          </a:custGeom>
          <a:solidFill>
            <a:srgbClr val="F8D0D0"/>
          </a:solidFill>
          <a:ln w="9525">
            <a:noFill/>
            <a:round/>
          </a:ln>
        </p:spPr>
        <p:txBody>
          <a:bodyPr/>
          <a:lstStyle/>
          <a:p>
            <a:pPr>
              <a:defRPr/>
            </a:pPr>
            <a:endParaRPr lang="zh-CN" altLang="en-US" sz="1350"/>
          </a:p>
        </p:txBody>
      </p:sp>
      <p:sp>
        <p:nvSpPr>
          <p:cNvPr id="17" name="Freeform 12"/>
          <p:cNvSpPr>
            <a:spLocks noEditPoints="1"/>
          </p:cNvSpPr>
          <p:nvPr>
            <p:custDataLst>
              <p:tags r:id="rId9"/>
            </p:custDataLst>
          </p:nvPr>
        </p:nvSpPr>
        <p:spPr bwMode="auto">
          <a:xfrm>
            <a:off x="421640" y="4153535"/>
            <a:ext cx="5302885" cy="138430"/>
          </a:xfrm>
          <a:custGeom>
            <a:avLst/>
            <a:gdLst>
              <a:gd name="T0" fmla="*/ 7881 w 7881"/>
              <a:gd name="T1" fmla="*/ 34 h 205"/>
              <a:gd name="T2" fmla="*/ 7881 w 7881"/>
              <a:gd name="T3" fmla="*/ 16 h 205"/>
              <a:gd name="T4" fmla="*/ 7865 w 7881"/>
              <a:gd name="T5" fmla="*/ 0 h 205"/>
              <a:gd name="T6" fmla="*/ 4570 w 7881"/>
              <a:gd name="T7" fmla="*/ 0 h 205"/>
              <a:gd name="T8" fmla="*/ 4560 w 7881"/>
              <a:gd name="T9" fmla="*/ 4 h 205"/>
              <a:gd name="T10" fmla="*/ 3275 w 7881"/>
              <a:gd name="T11" fmla="*/ 4 h 205"/>
              <a:gd name="T12" fmla="*/ 3265 w 7881"/>
              <a:gd name="T13" fmla="*/ 0 h 205"/>
              <a:gd name="T14" fmla="*/ 16 w 7881"/>
              <a:gd name="T15" fmla="*/ 0 h 205"/>
              <a:gd name="T16" fmla="*/ 0 w 7881"/>
              <a:gd name="T17" fmla="*/ 16 h 205"/>
              <a:gd name="T18" fmla="*/ 0 w 7881"/>
              <a:gd name="T19" fmla="*/ 31 h 205"/>
              <a:gd name="T20" fmla="*/ 9 w 7881"/>
              <a:gd name="T21" fmla="*/ 49 h 205"/>
              <a:gd name="T22" fmla="*/ 9 w 7881"/>
              <a:gd name="T23" fmla="*/ 49 h 205"/>
              <a:gd name="T24" fmla="*/ 154 w 7881"/>
              <a:gd name="T25" fmla="*/ 100 h 205"/>
              <a:gd name="T26" fmla="*/ 445 w 7881"/>
              <a:gd name="T27" fmla="*/ 150 h 205"/>
              <a:gd name="T28" fmla="*/ 1223 w 7881"/>
              <a:gd name="T29" fmla="*/ 205 h 205"/>
              <a:gd name="T30" fmla="*/ 6484 w 7881"/>
              <a:gd name="T31" fmla="*/ 205 h 205"/>
              <a:gd name="T32" fmla="*/ 7502 w 7881"/>
              <a:gd name="T33" fmla="*/ 141 h 205"/>
              <a:gd name="T34" fmla="*/ 7874 w 7881"/>
              <a:gd name="T35" fmla="*/ 49 h 205"/>
              <a:gd name="T36" fmla="*/ 7874 w 7881"/>
              <a:gd name="T37" fmla="*/ 49 h 205"/>
              <a:gd name="T38" fmla="*/ 7875 w 7881"/>
              <a:gd name="T39" fmla="*/ 49 h 205"/>
              <a:gd name="T40" fmla="*/ 7875 w 7881"/>
              <a:gd name="T41" fmla="*/ 48 h 205"/>
              <a:gd name="T42" fmla="*/ 7876 w 7881"/>
              <a:gd name="T43" fmla="*/ 47 h 205"/>
              <a:gd name="T44" fmla="*/ 7881 w 7881"/>
              <a:gd name="T45" fmla="*/ 34 h 205"/>
              <a:gd name="T46" fmla="*/ 7865 w 7881"/>
              <a:gd name="T47" fmla="*/ 34 h 205"/>
              <a:gd name="T48" fmla="*/ 7863 w 7881"/>
              <a:gd name="T49" fmla="*/ 38 h 205"/>
              <a:gd name="T50" fmla="*/ 4586 w 7881"/>
              <a:gd name="T51" fmla="*/ 38 h 205"/>
              <a:gd name="T52" fmla="*/ 4586 w 7881"/>
              <a:gd name="T53" fmla="*/ 20 h 205"/>
              <a:gd name="T54" fmla="*/ 4586 w 7881"/>
              <a:gd name="T55" fmla="*/ 16 h 205"/>
              <a:gd name="T56" fmla="*/ 7865 w 7881"/>
              <a:gd name="T57" fmla="*/ 16 h 205"/>
              <a:gd name="T58" fmla="*/ 7865 w 7881"/>
              <a:gd name="T59" fmla="*/ 34 h 205"/>
              <a:gd name="T60" fmla="*/ 4570 w 7881"/>
              <a:gd name="T61" fmla="*/ 20 h 205"/>
              <a:gd name="T62" fmla="*/ 4570 w 7881"/>
              <a:gd name="T63" fmla="*/ 38 h 205"/>
              <a:gd name="T64" fmla="*/ 4526 w 7881"/>
              <a:gd name="T65" fmla="*/ 52 h 205"/>
              <a:gd name="T66" fmla="*/ 4089 w 7881"/>
              <a:gd name="T67" fmla="*/ 52 h 205"/>
              <a:gd name="T68" fmla="*/ 3745 w 7881"/>
              <a:gd name="T69" fmla="*/ 52 h 205"/>
              <a:gd name="T70" fmla="*/ 3319 w 7881"/>
              <a:gd name="T71" fmla="*/ 52 h 205"/>
              <a:gd name="T72" fmla="*/ 3265 w 7881"/>
              <a:gd name="T73" fmla="*/ 38 h 205"/>
              <a:gd name="T74" fmla="*/ 3265 w 7881"/>
              <a:gd name="T75" fmla="*/ 38 h 205"/>
              <a:gd name="T76" fmla="*/ 3265 w 7881"/>
              <a:gd name="T77" fmla="*/ 20 h 205"/>
              <a:gd name="T78" fmla="*/ 4570 w 7881"/>
              <a:gd name="T79" fmla="*/ 20 h 205"/>
              <a:gd name="T80" fmla="*/ 16 w 7881"/>
              <a:gd name="T81" fmla="*/ 16 h 205"/>
              <a:gd name="T82" fmla="*/ 3249 w 7881"/>
              <a:gd name="T83" fmla="*/ 16 h 205"/>
              <a:gd name="T84" fmla="*/ 3249 w 7881"/>
              <a:gd name="T85" fmla="*/ 20 h 205"/>
              <a:gd name="T86" fmla="*/ 3249 w 7881"/>
              <a:gd name="T87" fmla="*/ 38 h 205"/>
              <a:gd name="T88" fmla="*/ 20 w 7881"/>
              <a:gd name="T89" fmla="*/ 38 h 205"/>
              <a:gd name="T90" fmla="*/ 16 w 7881"/>
              <a:gd name="T91" fmla="*/ 31 h 205"/>
              <a:gd name="T92" fmla="*/ 16 w 7881"/>
              <a:gd name="T93" fmla="*/ 16 h 205"/>
              <a:gd name="T94" fmla="*/ 6484 w 7881"/>
              <a:gd name="T95" fmla="*/ 189 h 205"/>
              <a:gd name="T96" fmla="*/ 1223 w 7881"/>
              <a:gd name="T97" fmla="*/ 189 h 205"/>
              <a:gd name="T98" fmla="*/ 48 w 7881"/>
              <a:gd name="T99" fmla="*/ 54 h 205"/>
              <a:gd name="T100" fmla="*/ 48 w 7881"/>
              <a:gd name="T101" fmla="*/ 54 h 205"/>
              <a:gd name="T102" fmla="*/ 3260 w 7881"/>
              <a:gd name="T103" fmla="*/ 54 h 205"/>
              <a:gd name="T104" fmla="*/ 3319 w 7881"/>
              <a:gd name="T105" fmla="*/ 68 h 205"/>
              <a:gd name="T106" fmla="*/ 3745 w 7881"/>
              <a:gd name="T107" fmla="*/ 68 h 205"/>
              <a:gd name="T108" fmla="*/ 4089 w 7881"/>
              <a:gd name="T109" fmla="*/ 68 h 205"/>
              <a:gd name="T110" fmla="*/ 4526 w 7881"/>
              <a:gd name="T111" fmla="*/ 68 h 205"/>
              <a:gd name="T112" fmla="*/ 4576 w 7881"/>
              <a:gd name="T113" fmla="*/ 54 h 205"/>
              <a:gd name="T114" fmla="*/ 7831 w 7881"/>
              <a:gd name="T115" fmla="*/ 54 h 205"/>
              <a:gd name="T116" fmla="*/ 6484 w 7881"/>
              <a:gd name="T117" fmla="*/ 189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81" h="205">
                <a:moveTo>
                  <a:pt x="7881" y="34"/>
                </a:moveTo>
                <a:cubicBezTo>
                  <a:pt x="7881" y="16"/>
                  <a:pt x="7881" y="16"/>
                  <a:pt x="7881" y="16"/>
                </a:cubicBezTo>
                <a:cubicBezTo>
                  <a:pt x="7881" y="8"/>
                  <a:pt x="7874" y="0"/>
                  <a:pt x="7865" y="0"/>
                </a:cubicBezTo>
                <a:cubicBezTo>
                  <a:pt x="4570" y="0"/>
                  <a:pt x="4570" y="0"/>
                  <a:pt x="4570" y="0"/>
                </a:cubicBezTo>
                <a:cubicBezTo>
                  <a:pt x="4566" y="0"/>
                  <a:pt x="4562" y="2"/>
                  <a:pt x="4560" y="4"/>
                </a:cubicBezTo>
                <a:cubicBezTo>
                  <a:pt x="3275" y="4"/>
                  <a:pt x="3275" y="4"/>
                  <a:pt x="3275" y="4"/>
                </a:cubicBezTo>
                <a:cubicBezTo>
                  <a:pt x="3272" y="2"/>
                  <a:pt x="3269" y="0"/>
                  <a:pt x="3265" y="0"/>
                </a:cubicBezTo>
                <a:cubicBezTo>
                  <a:pt x="16" y="0"/>
                  <a:pt x="16" y="0"/>
                  <a:pt x="16" y="0"/>
                </a:cubicBezTo>
                <a:cubicBezTo>
                  <a:pt x="8" y="0"/>
                  <a:pt x="0" y="8"/>
                  <a:pt x="0" y="16"/>
                </a:cubicBezTo>
                <a:cubicBezTo>
                  <a:pt x="0" y="31"/>
                  <a:pt x="0" y="31"/>
                  <a:pt x="0" y="31"/>
                </a:cubicBezTo>
                <a:cubicBezTo>
                  <a:pt x="0" y="37"/>
                  <a:pt x="3" y="43"/>
                  <a:pt x="9" y="49"/>
                </a:cubicBezTo>
                <a:cubicBezTo>
                  <a:pt x="9" y="49"/>
                  <a:pt x="9" y="49"/>
                  <a:pt x="9" y="49"/>
                </a:cubicBezTo>
                <a:cubicBezTo>
                  <a:pt x="14" y="55"/>
                  <a:pt x="32" y="73"/>
                  <a:pt x="154" y="100"/>
                </a:cubicBezTo>
                <a:cubicBezTo>
                  <a:pt x="230" y="118"/>
                  <a:pt x="331" y="135"/>
                  <a:pt x="445" y="150"/>
                </a:cubicBezTo>
                <a:cubicBezTo>
                  <a:pt x="704" y="185"/>
                  <a:pt x="988" y="205"/>
                  <a:pt x="1223" y="205"/>
                </a:cubicBezTo>
                <a:cubicBezTo>
                  <a:pt x="6484" y="205"/>
                  <a:pt x="6484" y="205"/>
                  <a:pt x="6484" y="205"/>
                </a:cubicBezTo>
                <a:cubicBezTo>
                  <a:pt x="6970" y="205"/>
                  <a:pt x="7306" y="170"/>
                  <a:pt x="7502" y="141"/>
                </a:cubicBezTo>
                <a:cubicBezTo>
                  <a:pt x="7695" y="113"/>
                  <a:pt x="7848" y="75"/>
                  <a:pt x="7874" y="49"/>
                </a:cubicBezTo>
                <a:cubicBezTo>
                  <a:pt x="7874" y="49"/>
                  <a:pt x="7874" y="49"/>
                  <a:pt x="7874" y="49"/>
                </a:cubicBezTo>
                <a:cubicBezTo>
                  <a:pt x="7875" y="49"/>
                  <a:pt x="7875" y="49"/>
                  <a:pt x="7875" y="49"/>
                </a:cubicBezTo>
                <a:cubicBezTo>
                  <a:pt x="7875" y="49"/>
                  <a:pt x="7875" y="48"/>
                  <a:pt x="7875" y="48"/>
                </a:cubicBezTo>
                <a:cubicBezTo>
                  <a:pt x="7876" y="48"/>
                  <a:pt x="7876" y="48"/>
                  <a:pt x="7876" y="47"/>
                </a:cubicBezTo>
                <a:cubicBezTo>
                  <a:pt x="7879" y="43"/>
                  <a:pt x="7881" y="39"/>
                  <a:pt x="7881" y="34"/>
                </a:cubicBezTo>
                <a:close/>
                <a:moveTo>
                  <a:pt x="7865" y="34"/>
                </a:moveTo>
                <a:cubicBezTo>
                  <a:pt x="7865" y="35"/>
                  <a:pt x="7864" y="37"/>
                  <a:pt x="7863" y="38"/>
                </a:cubicBezTo>
                <a:cubicBezTo>
                  <a:pt x="4586" y="38"/>
                  <a:pt x="4586" y="38"/>
                  <a:pt x="4586" y="38"/>
                </a:cubicBezTo>
                <a:cubicBezTo>
                  <a:pt x="4586" y="20"/>
                  <a:pt x="4586" y="20"/>
                  <a:pt x="4586" y="20"/>
                </a:cubicBezTo>
                <a:cubicBezTo>
                  <a:pt x="4586" y="16"/>
                  <a:pt x="4586" y="16"/>
                  <a:pt x="4586" y="16"/>
                </a:cubicBezTo>
                <a:cubicBezTo>
                  <a:pt x="7865" y="16"/>
                  <a:pt x="7865" y="16"/>
                  <a:pt x="7865" y="16"/>
                </a:cubicBezTo>
                <a:cubicBezTo>
                  <a:pt x="7865" y="16"/>
                  <a:pt x="7865" y="30"/>
                  <a:pt x="7865" y="34"/>
                </a:cubicBezTo>
                <a:close/>
                <a:moveTo>
                  <a:pt x="4570" y="20"/>
                </a:moveTo>
                <a:cubicBezTo>
                  <a:pt x="4570" y="26"/>
                  <a:pt x="4570" y="29"/>
                  <a:pt x="4570" y="38"/>
                </a:cubicBezTo>
                <a:cubicBezTo>
                  <a:pt x="4562" y="46"/>
                  <a:pt x="4549" y="52"/>
                  <a:pt x="4526" y="52"/>
                </a:cubicBezTo>
                <a:cubicBezTo>
                  <a:pt x="4506" y="52"/>
                  <a:pt x="4286" y="52"/>
                  <a:pt x="4089" y="52"/>
                </a:cubicBezTo>
                <a:cubicBezTo>
                  <a:pt x="4089" y="52"/>
                  <a:pt x="3923" y="52"/>
                  <a:pt x="3745" y="52"/>
                </a:cubicBezTo>
                <a:cubicBezTo>
                  <a:pt x="3549" y="52"/>
                  <a:pt x="3338" y="52"/>
                  <a:pt x="3319" y="52"/>
                </a:cubicBezTo>
                <a:cubicBezTo>
                  <a:pt x="3296" y="52"/>
                  <a:pt x="3273" y="46"/>
                  <a:pt x="3265" y="38"/>
                </a:cubicBezTo>
                <a:cubicBezTo>
                  <a:pt x="3265" y="38"/>
                  <a:pt x="3265" y="38"/>
                  <a:pt x="3265" y="38"/>
                </a:cubicBezTo>
                <a:cubicBezTo>
                  <a:pt x="3265" y="28"/>
                  <a:pt x="3265" y="24"/>
                  <a:pt x="3265" y="20"/>
                </a:cubicBezTo>
                <a:lnTo>
                  <a:pt x="4570" y="20"/>
                </a:lnTo>
                <a:close/>
                <a:moveTo>
                  <a:pt x="16" y="16"/>
                </a:moveTo>
                <a:cubicBezTo>
                  <a:pt x="3249" y="16"/>
                  <a:pt x="3249" y="16"/>
                  <a:pt x="3249" y="16"/>
                </a:cubicBezTo>
                <a:cubicBezTo>
                  <a:pt x="3249" y="20"/>
                  <a:pt x="3249" y="20"/>
                  <a:pt x="3249" y="20"/>
                </a:cubicBezTo>
                <a:cubicBezTo>
                  <a:pt x="3249" y="38"/>
                  <a:pt x="3249" y="38"/>
                  <a:pt x="3249" y="38"/>
                </a:cubicBezTo>
                <a:cubicBezTo>
                  <a:pt x="20" y="38"/>
                  <a:pt x="20" y="38"/>
                  <a:pt x="20" y="38"/>
                </a:cubicBezTo>
                <a:cubicBezTo>
                  <a:pt x="18" y="35"/>
                  <a:pt x="16" y="33"/>
                  <a:pt x="16" y="31"/>
                </a:cubicBezTo>
                <a:cubicBezTo>
                  <a:pt x="16" y="26"/>
                  <a:pt x="16" y="16"/>
                  <a:pt x="16" y="16"/>
                </a:cubicBezTo>
                <a:close/>
                <a:moveTo>
                  <a:pt x="6484" y="189"/>
                </a:moveTo>
                <a:cubicBezTo>
                  <a:pt x="6484" y="189"/>
                  <a:pt x="1415" y="189"/>
                  <a:pt x="1223" y="189"/>
                </a:cubicBezTo>
                <a:cubicBezTo>
                  <a:pt x="751" y="189"/>
                  <a:pt x="187" y="110"/>
                  <a:pt x="48" y="54"/>
                </a:cubicBezTo>
                <a:cubicBezTo>
                  <a:pt x="48" y="54"/>
                  <a:pt x="48" y="54"/>
                  <a:pt x="48" y="54"/>
                </a:cubicBezTo>
                <a:cubicBezTo>
                  <a:pt x="3260" y="54"/>
                  <a:pt x="3260" y="54"/>
                  <a:pt x="3260" y="54"/>
                </a:cubicBezTo>
                <a:cubicBezTo>
                  <a:pt x="3274" y="64"/>
                  <a:pt x="3300" y="68"/>
                  <a:pt x="3319" y="68"/>
                </a:cubicBezTo>
                <a:cubicBezTo>
                  <a:pt x="3745" y="68"/>
                  <a:pt x="3745" y="68"/>
                  <a:pt x="3745" y="68"/>
                </a:cubicBezTo>
                <a:cubicBezTo>
                  <a:pt x="4089" y="68"/>
                  <a:pt x="4089" y="68"/>
                  <a:pt x="4089" y="68"/>
                </a:cubicBezTo>
                <a:cubicBezTo>
                  <a:pt x="4526" y="68"/>
                  <a:pt x="4526" y="68"/>
                  <a:pt x="4526" y="68"/>
                </a:cubicBezTo>
                <a:cubicBezTo>
                  <a:pt x="4547" y="68"/>
                  <a:pt x="4563" y="63"/>
                  <a:pt x="4576" y="54"/>
                </a:cubicBezTo>
                <a:cubicBezTo>
                  <a:pt x="7831" y="54"/>
                  <a:pt x="7831" y="54"/>
                  <a:pt x="7831" y="54"/>
                </a:cubicBezTo>
                <a:cubicBezTo>
                  <a:pt x="7712" y="98"/>
                  <a:pt x="7272" y="189"/>
                  <a:pt x="6484" y="189"/>
                </a:cubicBezTo>
                <a:close/>
              </a:path>
            </a:pathLst>
          </a:custGeom>
          <a:solidFill>
            <a:srgbClr val="F8D0D0"/>
          </a:solidFill>
          <a:ln w="9525">
            <a:noFill/>
            <a:round/>
          </a:ln>
        </p:spPr>
        <p:txBody>
          <a:bodyPr/>
          <a:lstStyle/>
          <a:p>
            <a:pPr>
              <a:defRPr/>
            </a:pPr>
            <a:endParaRPr lang="zh-CN" altLang="en-US" sz="1350"/>
          </a:p>
        </p:txBody>
      </p:sp>
      <p:sp>
        <p:nvSpPr>
          <p:cNvPr id="6" name="文本框 5"/>
          <p:cNvSpPr txBox="1"/>
          <p:nvPr>
            <p:custDataLst>
              <p:tags r:id="rId10"/>
            </p:custDataLst>
          </p:nvPr>
        </p:nvSpPr>
        <p:spPr>
          <a:xfrm>
            <a:off x="5794200" y="1409400"/>
            <a:ext cx="2986200" cy="448200"/>
          </a:xfrm>
          <a:prstGeom prst="rect">
            <a:avLst/>
          </a:prstGeom>
          <a:solidFill>
            <a:schemeClr val="accent6">
              <a:lumMod val="60000"/>
              <a:lumOff val="40000"/>
            </a:schemeClr>
          </a:solidFill>
        </p:spPr>
        <p:txBody>
          <a:bodyPr vert="horz" lIns="68580" tIns="34290" rIns="68580" bIns="34290" rtlCol="0" anchor="ctr" anchorCtr="0">
            <a:normAutofit fontScale="90000"/>
          </a:bodyPr>
          <a:lstStyle>
            <a:defPPr>
              <a:defRPr lang="zh-CN"/>
            </a:defPPr>
            <a:lvl1pPr>
              <a:lnSpc>
                <a:spcPct val="90000"/>
              </a:lnSpc>
              <a:spcBef>
                <a:spcPct val="0"/>
              </a:spcBef>
              <a:buNone/>
              <a:defRPr sz="2800" b="1">
                <a:solidFill>
                  <a:srgbClr val="FFFFFF"/>
                </a:solidFill>
                <a:latin typeface="Arial" panose="020B0604020202020204" pitchFamily="34" charset="0"/>
                <a:ea typeface="黑体" panose="02010609060101010101" charset="-122"/>
                <a:cs typeface="+mn-ea"/>
              </a:defRPr>
            </a:lvl1pPr>
          </a:lstStyle>
          <a:p>
            <a:pPr marL="0" indent="0" algn="l">
              <a:lnSpc>
                <a:spcPct val="90000"/>
              </a:lnSpc>
              <a:spcBef>
                <a:spcPts val="0"/>
              </a:spcBef>
              <a:spcAft>
                <a:spcPts val="0"/>
              </a:spcAft>
              <a:buSzPct val="100000"/>
            </a:pPr>
            <a:r>
              <a:rPr lang="zh-CN" altLang="en-US" sz="1900" dirty="0">
                <a:solidFill>
                  <a:schemeClr val="bg1"/>
                </a:solidFill>
                <a:sym typeface="+mn-ea"/>
              </a:rPr>
              <a:t>计算机系统的主要技术指标</a:t>
            </a:r>
          </a:p>
        </p:txBody>
      </p:sp>
      <p:sp>
        <p:nvSpPr>
          <p:cNvPr id="7" name="文本框 6"/>
          <p:cNvSpPr txBox="1"/>
          <p:nvPr>
            <p:custDataLst>
              <p:tags r:id="rId11"/>
            </p:custDataLst>
          </p:nvPr>
        </p:nvSpPr>
        <p:spPr>
          <a:xfrm>
            <a:off x="5835015" y="2233930"/>
            <a:ext cx="2860675" cy="1671320"/>
          </a:xfrm>
          <a:prstGeom prst="rect">
            <a:avLst/>
          </a:prstGeom>
        </p:spPr>
        <p:txBody>
          <a:bodyPr vert="horz" lIns="68580" tIns="34290" rIns="68580" bIns="34290" rtlCol="0" anchor="ctr" anchorCtr="0">
            <a:normAutofit/>
          </a:bodyPr>
          <a:lstStyle>
            <a:defPPr>
              <a:defRPr lang="zh-CN"/>
            </a:defPPr>
            <a:lvl1pPr indent="0" algn="just">
              <a:lnSpc>
                <a:spcPct val="90000"/>
              </a:lnSpc>
              <a:spcBef>
                <a:spcPts val="1000"/>
              </a:spcBef>
              <a:buFont typeface="Arial" panose="020B0604020202020204" pitchFamily="34" charset="0"/>
              <a:buNone/>
            </a:lvl1pPr>
            <a:lvl2pPr indent="0">
              <a:lnSpc>
                <a:spcPct val="90000"/>
              </a:lnSpc>
              <a:spcBef>
                <a:spcPts val="500"/>
              </a:spcBef>
              <a:buFont typeface="Arial" panose="020B0604020202020204" pitchFamily="34" charset="0"/>
              <a:buNone/>
              <a:defRPr sz="1400"/>
            </a:lvl2pPr>
            <a:lvl3pPr indent="0">
              <a:lnSpc>
                <a:spcPct val="90000"/>
              </a:lnSpc>
              <a:spcBef>
                <a:spcPts val="500"/>
              </a:spcBef>
              <a:buFont typeface="Arial" panose="020B0604020202020204" pitchFamily="34" charset="0"/>
              <a:buNone/>
              <a:defRPr sz="1200"/>
            </a:lvl3pPr>
            <a:lvl4pPr indent="0">
              <a:lnSpc>
                <a:spcPct val="90000"/>
              </a:lnSpc>
              <a:spcBef>
                <a:spcPts val="500"/>
              </a:spcBef>
              <a:buFont typeface="Arial" panose="020B0604020202020204" pitchFamily="34" charset="0"/>
              <a:buNone/>
              <a:defRPr sz="1000"/>
            </a:lvl4pPr>
            <a:lvl5pPr indent="0">
              <a:lnSpc>
                <a:spcPct val="90000"/>
              </a:lnSpc>
              <a:spcBef>
                <a:spcPts val="500"/>
              </a:spcBef>
              <a:buFont typeface="Arial" panose="020B0604020202020204" pitchFamily="34" charset="0"/>
              <a:buNone/>
              <a:defRPr sz="1000"/>
            </a:lvl5pPr>
            <a:lvl6pPr indent="0">
              <a:lnSpc>
                <a:spcPct val="90000"/>
              </a:lnSpc>
              <a:spcBef>
                <a:spcPts val="500"/>
              </a:spcBef>
              <a:buFont typeface="Arial" panose="020B0604020202020204" pitchFamily="34" charset="0"/>
              <a:buNone/>
              <a:defRPr sz="1000"/>
            </a:lvl6pPr>
            <a:lvl7pPr indent="0">
              <a:lnSpc>
                <a:spcPct val="90000"/>
              </a:lnSpc>
              <a:spcBef>
                <a:spcPts val="500"/>
              </a:spcBef>
              <a:buFont typeface="Arial" panose="020B0604020202020204" pitchFamily="34" charset="0"/>
              <a:buNone/>
              <a:defRPr sz="1000"/>
            </a:lvl7pPr>
            <a:lvl8pPr indent="0">
              <a:lnSpc>
                <a:spcPct val="90000"/>
              </a:lnSpc>
              <a:spcBef>
                <a:spcPts val="500"/>
              </a:spcBef>
              <a:buFont typeface="Arial" panose="020B0604020202020204" pitchFamily="34" charset="0"/>
              <a:buNone/>
              <a:defRPr sz="1000"/>
            </a:lvl8pPr>
            <a:lvl9pPr indent="0">
              <a:lnSpc>
                <a:spcPct val="90000"/>
              </a:lnSpc>
              <a:spcBef>
                <a:spcPts val="500"/>
              </a:spcBef>
              <a:buFont typeface="Arial" panose="020B0604020202020204" pitchFamily="34" charset="0"/>
              <a:buNone/>
              <a:defRPr sz="1000"/>
            </a:lvl9pPr>
          </a:lstStyle>
          <a:p>
            <a:pPr marL="0" lvl="0" indent="0" algn="just">
              <a:lnSpc>
                <a:spcPct val="130000"/>
              </a:lnSpc>
              <a:spcAft>
                <a:spcPts val="0"/>
              </a:spcAft>
              <a:buSzPct val="100000"/>
            </a:pPr>
            <a:r>
              <a:rPr sz="1350" dirty="0"/>
              <a:t>计算机系统的技术指标影响着它的功能和性能，一般用计算机配置的高低来衡量计算机性能的优劣。与配置有关的主要技术指标有</a:t>
            </a:r>
            <a:r>
              <a:rPr sz="1350" b="1" dirty="0">
                <a:latin typeface="微软雅黑" panose="020B0503020204020204" charset="-122"/>
                <a:ea typeface="微软雅黑" panose="020B0503020204020204" charset="-122"/>
              </a:rPr>
              <a:t>位数、速度、容量、带宽、可靠性</a:t>
            </a:r>
            <a:r>
              <a:rPr sz="1350" dirty="0"/>
              <a:t>等。</a:t>
            </a:r>
          </a:p>
        </p:txBody>
      </p:sp>
      <p:pic>
        <p:nvPicPr>
          <p:cNvPr id="8" name="图片 7"/>
          <p:cNvPicPr>
            <a:picLocks noChangeAspect="1"/>
          </p:cNvPicPr>
          <p:nvPr>
            <p:custDataLst>
              <p:tags r:id="rId12"/>
            </p:custDataLst>
          </p:nvPr>
        </p:nvPicPr>
        <p:blipFill>
          <a:blip r:embed="rId15"/>
          <a:srcRect t="3120" b="3120"/>
          <a:stretch>
            <a:fillRect/>
          </a:stretch>
        </p:blipFill>
        <p:spPr>
          <a:xfrm>
            <a:off x="1223629" y="1523015"/>
            <a:ext cx="3698746" cy="2313431"/>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3"/>
          <p:cNvSpPr/>
          <p:nvPr>
            <p:custDataLst>
              <p:tags r:id="rId2"/>
            </p:custDataLst>
          </p:nvPr>
        </p:nvSpPr>
        <p:spPr>
          <a:xfrm flipH="1">
            <a:off x="0" y="0"/>
            <a:ext cx="2571749" cy="5143500"/>
          </a:xfrm>
          <a:custGeom>
            <a:avLst/>
            <a:gdLst>
              <a:gd name="connsiteX0" fmla="*/ 2813221 w 2813241"/>
              <a:gd name="connsiteY0" fmla="*/ 0 h 5626481"/>
              <a:gd name="connsiteX1" fmla="*/ 2813241 w 2813241"/>
              <a:gd name="connsiteY1" fmla="*/ 0 h 5626481"/>
              <a:gd name="connsiteX2" fmla="*/ 2813241 w 2813241"/>
              <a:gd name="connsiteY2" fmla="*/ 1406620 h 5626481"/>
              <a:gd name="connsiteX3" fmla="*/ 2813240 w 2813241"/>
              <a:gd name="connsiteY3" fmla="*/ 1406620 h 5626481"/>
              <a:gd name="connsiteX4" fmla="*/ 1406620 w 2813241"/>
              <a:gd name="connsiteY4" fmla="*/ 2813240 h 5626481"/>
              <a:gd name="connsiteX5" fmla="*/ 2813240 w 2813241"/>
              <a:gd name="connsiteY5" fmla="*/ 4219860 h 5626481"/>
              <a:gd name="connsiteX6" fmla="*/ 2813241 w 2813241"/>
              <a:gd name="connsiteY6" fmla="*/ 4219860 h 5626481"/>
              <a:gd name="connsiteX7" fmla="*/ 2813241 w 2813241"/>
              <a:gd name="connsiteY7" fmla="*/ 5626481 h 5626481"/>
              <a:gd name="connsiteX8" fmla="*/ 0 w 2813241"/>
              <a:gd name="connsiteY8" fmla="*/ 2813240 h 5626481"/>
              <a:gd name="connsiteX9" fmla="*/ 2525603 w 2813241"/>
              <a:gd name="connsiteY9" fmla="*/ 14524 h 562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3241" h="5626481">
                <a:moveTo>
                  <a:pt x="2813221" y="0"/>
                </a:moveTo>
                <a:lnTo>
                  <a:pt x="2813241" y="0"/>
                </a:lnTo>
                <a:lnTo>
                  <a:pt x="2813241" y="1406620"/>
                </a:lnTo>
                <a:lnTo>
                  <a:pt x="2813240" y="1406620"/>
                </a:lnTo>
                <a:cubicBezTo>
                  <a:pt x="2036385" y="1406620"/>
                  <a:pt x="1406620" y="2036385"/>
                  <a:pt x="1406620" y="2813240"/>
                </a:cubicBezTo>
                <a:cubicBezTo>
                  <a:pt x="1406620" y="3590095"/>
                  <a:pt x="2036385" y="4219860"/>
                  <a:pt x="2813240" y="4219860"/>
                </a:cubicBezTo>
                <a:lnTo>
                  <a:pt x="2813241" y="4219860"/>
                </a:lnTo>
                <a:lnTo>
                  <a:pt x="2813241" y="5626481"/>
                </a:lnTo>
                <a:cubicBezTo>
                  <a:pt x="1259531" y="5626481"/>
                  <a:pt x="0" y="4366950"/>
                  <a:pt x="0" y="2813240"/>
                </a:cubicBezTo>
                <a:cubicBezTo>
                  <a:pt x="0" y="1356637"/>
                  <a:pt x="1107010" y="158590"/>
                  <a:pt x="2525603" y="14524"/>
                </a:cubicBezTo>
                <a:close/>
              </a:path>
            </a:pathLst>
          </a:custGeom>
          <a:solidFill>
            <a:srgbClr val="E34D4D">
              <a:lumMod val="60000"/>
              <a:lumOff val="40000"/>
              <a:alpha val="44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dirty="0">
              <a:solidFill>
                <a:srgbClr val="FFFFFF"/>
              </a:solidFill>
              <a:latin typeface="Arial" panose="020B0604020202020204" pitchFamily="34" charset="0"/>
              <a:ea typeface="微软雅黑" panose="020B0503020204020204" charset="-122"/>
            </a:endParaRPr>
          </a:p>
        </p:txBody>
      </p:sp>
      <p:sp>
        <p:nvSpPr>
          <p:cNvPr id="6" name="矩形 5"/>
          <p:cNvSpPr/>
          <p:nvPr>
            <p:custDataLst>
              <p:tags r:id="rId3"/>
            </p:custDataLst>
          </p:nvPr>
        </p:nvSpPr>
        <p:spPr>
          <a:xfrm>
            <a:off x="832417" y="671172"/>
            <a:ext cx="7478486" cy="3733800"/>
          </a:xfrm>
          <a:prstGeom prst="rect">
            <a:avLst/>
          </a:prstGeom>
          <a:solidFill>
            <a:srgbClr val="FFFFFF">
              <a:alpha val="48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cxnSp>
        <p:nvCxnSpPr>
          <p:cNvPr id="7" name="直接连接符 6"/>
          <p:cNvCxnSpPr/>
          <p:nvPr>
            <p:custDataLst>
              <p:tags r:id="rId4"/>
            </p:custDataLst>
          </p:nvPr>
        </p:nvCxnSpPr>
        <p:spPr>
          <a:xfrm>
            <a:off x="4871220" y="1557338"/>
            <a:ext cx="0" cy="2028825"/>
          </a:xfrm>
          <a:prstGeom prst="line">
            <a:avLst/>
          </a:prstGeom>
          <a:ln w="1270">
            <a:solidFill>
              <a:srgbClr val="FFFFFF">
                <a:lumMod val="85000"/>
              </a:srgbClr>
            </a:solidFill>
            <a:prstDash val="dash"/>
          </a:ln>
        </p:spPr>
        <p:style>
          <a:lnRef idx="1">
            <a:srgbClr val="1E6BC5"/>
          </a:lnRef>
          <a:fillRef idx="0">
            <a:srgbClr val="1E6BC5"/>
          </a:fillRef>
          <a:effectRef idx="0">
            <a:srgbClr val="1E6BC5"/>
          </a:effectRef>
          <a:fontRef idx="minor">
            <a:srgbClr val="000000"/>
          </a:fontRef>
        </p:style>
      </p:cxnSp>
      <p:sp>
        <p:nvSpPr>
          <p:cNvPr id="8" name="任意多边形: 形状 7"/>
          <p:cNvSpPr>
            <a:spLocks noChangeAspect="1"/>
          </p:cNvSpPr>
          <p:nvPr>
            <p:custDataLst>
              <p:tags r:id="rId5"/>
            </p:custDataLst>
          </p:nvPr>
        </p:nvSpPr>
        <p:spPr>
          <a:xfrm>
            <a:off x="4027170"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9" name="任意多边形: 形状 8"/>
          <p:cNvSpPr>
            <a:spLocks noChangeAspect="1"/>
          </p:cNvSpPr>
          <p:nvPr>
            <p:custDataLst>
              <p:tags r:id="rId6"/>
            </p:custDataLst>
          </p:nvPr>
        </p:nvSpPr>
        <p:spPr>
          <a:xfrm>
            <a:off x="4333875"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1" name="任意多边形: 形状 10"/>
          <p:cNvSpPr>
            <a:spLocks noChangeAspect="1"/>
          </p:cNvSpPr>
          <p:nvPr>
            <p:custDataLst>
              <p:tags r:id="rId7"/>
            </p:custDataLst>
          </p:nvPr>
        </p:nvSpPr>
        <p:spPr>
          <a:xfrm>
            <a:off x="1244918"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2" name="任意多边形: 形状 11"/>
          <p:cNvSpPr>
            <a:spLocks noChangeAspect="1"/>
          </p:cNvSpPr>
          <p:nvPr>
            <p:custDataLst>
              <p:tags r:id="rId8"/>
            </p:custDataLst>
          </p:nvPr>
        </p:nvSpPr>
        <p:spPr>
          <a:xfrm>
            <a:off x="1551146"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3" name="文本框 12"/>
          <p:cNvSpPr txBox="1"/>
          <p:nvPr>
            <p:custDataLst>
              <p:tags r:id="rId9"/>
            </p:custDataLst>
          </p:nvPr>
        </p:nvSpPr>
        <p:spPr>
          <a:xfrm>
            <a:off x="5093335" y="1410335"/>
            <a:ext cx="3340735" cy="2268855"/>
          </a:xfrm>
          <a:prstGeom prst="rect">
            <a:avLst/>
          </a:prstGeom>
          <a:noFill/>
        </p:spPr>
        <p:txBody>
          <a:bodyPr wrap="square" lIns="67500" tIns="35100" rIns="67500" bIns="35100" rtlCol="0" anchor="ctr" anchorCtr="0">
            <a:spAutoFit/>
          </a:bodyPr>
          <a:lstStyle>
            <a:defPPr>
              <a:defRPr lang="zh-CN"/>
            </a:defPPr>
            <a:lvl1pPr fontAlgn="auto">
              <a:lnSpc>
                <a:spcPct val="130000"/>
              </a:lnSpc>
              <a:spcAft>
                <a:spcPts val="1000"/>
              </a:spcAft>
              <a:defRPr sz="1600" spc="150"/>
            </a:lvl1pPr>
          </a:lstStyle>
          <a:p>
            <a:pPr marL="179705" lvl="0" indent="-179705" algn="just" fontAlgn="ctr">
              <a:lnSpc>
                <a:spcPct val="130000"/>
              </a:lnSpc>
              <a:spcBef>
                <a:spcPts val="1000"/>
              </a:spcBef>
              <a:spcAft>
                <a:spcPts val="0"/>
              </a:spcAft>
              <a:buClr>
                <a:srgbClr val="E34D4D">
                  <a:lumMod val="60000"/>
                  <a:lumOff val="40000"/>
                </a:srgbClr>
              </a:buClr>
              <a:buSzPct val="100000"/>
              <a:buFont typeface="WPS-Bullets" pitchFamily="2" charset="0"/>
              <a:buChar char=""/>
            </a:pPr>
            <a:r>
              <a:rPr sz="1100" b="1" dirty="0">
                <a:solidFill>
                  <a:schemeClr val="accent6"/>
                </a:solidFill>
                <a:latin typeface="Arial" panose="020B0604020202020204" pitchFamily="34" charset="0"/>
                <a:ea typeface="微软雅黑" panose="020B0503020204020204" charset="-122"/>
              </a:rPr>
              <a:t>计算机内部采用二进制来计数和运算</a:t>
            </a:r>
            <a:r>
              <a:rPr sz="1100" dirty="0">
                <a:solidFill>
                  <a:srgbClr val="000000">
                    <a:lumMod val="75000"/>
                    <a:lumOff val="25000"/>
                  </a:srgbClr>
                </a:solidFill>
                <a:latin typeface="Arial" panose="020B0604020202020204" pitchFamily="34" charset="0"/>
                <a:ea typeface="微软雅黑" panose="020B0503020204020204" charset="-122"/>
              </a:rPr>
              <a:t>，一个二进制数的最小存储单位被称为一个位（bit），它具有“0”和“1”两种状态，按“逢二进一”的规律计数。位是指计算机处理器（特别是其中的寄存器）能够保存数据的位数。寄存器的位数越高，处理器一次能够处理的信息就越多。位数用英文“bit”来表示。例如，十进制的2 用二进制表示就是10，读作“壹零”而不是“十”。计算机里所有的指令都是用二进制表示的。</a:t>
            </a:r>
          </a:p>
        </p:txBody>
      </p:sp>
      <p:sp>
        <p:nvSpPr>
          <p:cNvPr id="16" name="文本框 15"/>
          <p:cNvSpPr txBox="1"/>
          <p:nvPr>
            <p:custDataLst>
              <p:tags r:id="rId10"/>
            </p:custDataLst>
          </p:nvPr>
        </p:nvSpPr>
        <p:spPr>
          <a:xfrm>
            <a:off x="1839278" y="2068830"/>
            <a:ext cx="2258854" cy="982028"/>
          </a:xfrm>
          <a:prstGeom prst="rect">
            <a:avLst/>
          </a:prstGeom>
          <a:noFill/>
        </p:spPr>
        <p:txBody>
          <a:bodyPr wrap="square" lIns="67500" tIns="35100" rIns="67500" bIns="35100" rtlCol="0" anchor="ctr" anchorCtr="0"/>
          <a:lstStyle/>
          <a:p>
            <a:pPr marL="0" indent="0" algn="ctr" fontAlgn="auto">
              <a:lnSpc>
                <a:spcPct val="13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（1）位数</a:t>
            </a:r>
          </a:p>
        </p:txBody>
      </p:sp>
      <p:pic>
        <p:nvPicPr>
          <p:cNvPr id="10" name="图形 1"/>
          <p:cNvPicPr>
            <a:picLocks noChangeAspect="1"/>
          </p:cNvPicPr>
          <p:nvPr>
            <p:custDataLst>
              <p:tags r:id="rId11"/>
            </p:custDataLst>
          </p:nvPr>
        </p:nvPicPr>
        <p:blipFill>
          <a:blip>
            <a:extLst>
              <a:ext uri="{96DAC541-7B7A-43D3-8B79-37D633B846F1}">
                <asvg:svgBlip xmlns:asvg="http://schemas.microsoft.com/office/drawing/2016/SVG/main" r:embed="rId15"/>
              </a:ext>
            </a:extLst>
          </a:blip>
          <a:stretch>
            <a:fillRect/>
          </a:stretch>
        </p:blipFill>
        <p:spPr>
          <a:xfrm rot="5400000">
            <a:off x="8003696" y="34540"/>
            <a:ext cx="1174844" cy="1105764"/>
          </a:xfrm>
          <a:prstGeom prst="rect">
            <a:avLst/>
          </a:prstGeom>
        </p:spPr>
      </p:pic>
      <p:pic>
        <p:nvPicPr>
          <p:cNvPr id="14" name="图形 2"/>
          <p:cNvPicPr>
            <a:picLocks noChangeAspect="1"/>
          </p:cNvPicPr>
          <p:nvPr>
            <p:custDataLst>
              <p:tags r:id="rId12"/>
            </p:custDataLst>
          </p:nvPr>
        </p:nvPicPr>
        <p:blipFill>
          <a:blip>
            <a:extLst>
              <a:ext uri="{96DAC541-7B7A-43D3-8B79-37D633B846F1}">
                <asvg:svgBlip xmlns:asvg="http://schemas.microsoft.com/office/drawing/2016/SVG/main" r:embed="rId16"/>
              </a:ext>
            </a:extLst>
          </a:blip>
          <a:stretch>
            <a:fillRect/>
          </a:stretch>
        </p:blipFill>
        <p:spPr>
          <a:xfrm>
            <a:off x="7187565" y="3294698"/>
            <a:ext cx="1956435" cy="1848803"/>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3"/>
          <p:cNvSpPr/>
          <p:nvPr>
            <p:custDataLst>
              <p:tags r:id="rId2"/>
            </p:custDataLst>
          </p:nvPr>
        </p:nvSpPr>
        <p:spPr>
          <a:xfrm flipH="1">
            <a:off x="0" y="0"/>
            <a:ext cx="2571749" cy="5143500"/>
          </a:xfrm>
          <a:custGeom>
            <a:avLst/>
            <a:gdLst>
              <a:gd name="connsiteX0" fmla="*/ 2813221 w 2813241"/>
              <a:gd name="connsiteY0" fmla="*/ 0 h 5626481"/>
              <a:gd name="connsiteX1" fmla="*/ 2813241 w 2813241"/>
              <a:gd name="connsiteY1" fmla="*/ 0 h 5626481"/>
              <a:gd name="connsiteX2" fmla="*/ 2813241 w 2813241"/>
              <a:gd name="connsiteY2" fmla="*/ 1406620 h 5626481"/>
              <a:gd name="connsiteX3" fmla="*/ 2813240 w 2813241"/>
              <a:gd name="connsiteY3" fmla="*/ 1406620 h 5626481"/>
              <a:gd name="connsiteX4" fmla="*/ 1406620 w 2813241"/>
              <a:gd name="connsiteY4" fmla="*/ 2813240 h 5626481"/>
              <a:gd name="connsiteX5" fmla="*/ 2813240 w 2813241"/>
              <a:gd name="connsiteY5" fmla="*/ 4219860 h 5626481"/>
              <a:gd name="connsiteX6" fmla="*/ 2813241 w 2813241"/>
              <a:gd name="connsiteY6" fmla="*/ 4219860 h 5626481"/>
              <a:gd name="connsiteX7" fmla="*/ 2813241 w 2813241"/>
              <a:gd name="connsiteY7" fmla="*/ 5626481 h 5626481"/>
              <a:gd name="connsiteX8" fmla="*/ 0 w 2813241"/>
              <a:gd name="connsiteY8" fmla="*/ 2813240 h 5626481"/>
              <a:gd name="connsiteX9" fmla="*/ 2525603 w 2813241"/>
              <a:gd name="connsiteY9" fmla="*/ 14524 h 562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3241" h="5626481">
                <a:moveTo>
                  <a:pt x="2813221" y="0"/>
                </a:moveTo>
                <a:lnTo>
                  <a:pt x="2813241" y="0"/>
                </a:lnTo>
                <a:lnTo>
                  <a:pt x="2813241" y="1406620"/>
                </a:lnTo>
                <a:lnTo>
                  <a:pt x="2813240" y="1406620"/>
                </a:lnTo>
                <a:cubicBezTo>
                  <a:pt x="2036385" y="1406620"/>
                  <a:pt x="1406620" y="2036385"/>
                  <a:pt x="1406620" y="2813240"/>
                </a:cubicBezTo>
                <a:cubicBezTo>
                  <a:pt x="1406620" y="3590095"/>
                  <a:pt x="2036385" y="4219860"/>
                  <a:pt x="2813240" y="4219860"/>
                </a:cubicBezTo>
                <a:lnTo>
                  <a:pt x="2813241" y="4219860"/>
                </a:lnTo>
                <a:lnTo>
                  <a:pt x="2813241" y="5626481"/>
                </a:lnTo>
                <a:cubicBezTo>
                  <a:pt x="1259531" y="5626481"/>
                  <a:pt x="0" y="4366950"/>
                  <a:pt x="0" y="2813240"/>
                </a:cubicBezTo>
                <a:cubicBezTo>
                  <a:pt x="0" y="1356637"/>
                  <a:pt x="1107010" y="158590"/>
                  <a:pt x="2525603" y="14524"/>
                </a:cubicBezTo>
                <a:close/>
              </a:path>
            </a:pathLst>
          </a:custGeom>
          <a:solidFill>
            <a:srgbClr val="E34D4D">
              <a:lumMod val="60000"/>
              <a:lumOff val="40000"/>
              <a:alpha val="44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dirty="0">
              <a:solidFill>
                <a:srgbClr val="FFFFFF"/>
              </a:solidFill>
              <a:latin typeface="Arial" panose="020B0604020202020204" pitchFamily="34" charset="0"/>
              <a:ea typeface="微软雅黑" panose="020B0503020204020204" charset="-122"/>
            </a:endParaRPr>
          </a:p>
        </p:txBody>
      </p:sp>
      <p:sp>
        <p:nvSpPr>
          <p:cNvPr id="6" name="矩形 5"/>
          <p:cNvSpPr/>
          <p:nvPr>
            <p:custDataLst>
              <p:tags r:id="rId3"/>
            </p:custDataLst>
          </p:nvPr>
        </p:nvSpPr>
        <p:spPr>
          <a:xfrm>
            <a:off x="832417" y="671172"/>
            <a:ext cx="7478486" cy="3733800"/>
          </a:xfrm>
          <a:prstGeom prst="rect">
            <a:avLst/>
          </a:prstGeom>
          <a:solidFill>
            <a:srgbClr val="FFFFFF">
              <a:alpha val="48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cxnSp>
        <p:nvCxnSpPr>
          <p:cNvPr id="7" name="直接连接符 6"/>
          <p:cNvCxnSpPr/>
          <p:nvPr>
            <p:custDataLst>
              <p:tags r:id="rId4"/>
            </p:custDataLst>
          </p:nvPr>
        </p:nvCxnSpPr>
        <p:spPr>
          <a:xfrm>
            <a:off x="4871220" y="1557338"/>
            <a:ext cx="0" cy="2028825"/>
          </a:xfrm>
          <a:prstGeom prst="line">
            <a:avLst/>
          </a:prstGeom>
          <a:ln w="1270">
            <a:solidFill>
              <a:srgbClr val="FFFFFF">
                <a:lumMod val="85000"/>
              </a:srgbClr>
            </a:solidFill>
            <a:prstDash val="dash"/>
          </a:ln>
        </p:spPr>
        <p:style>
          <a:lnRef idx="1">
            <a:srgbClr val="1E6BC5"/>
          </a:lnRef>
          <a:fillRef idx="0">
            <a:srgbClr val="1E6BC5"/>
          </a:fillRef>
          <a:effectRef idx="0">
            <a:srgbClr val="1E6BC5"/>
          </a:effectRef>
          <a:fontRef idx="minor">
            <a:srgbClr val="000000"/>
          </a:fontRef>
        </p:style>
      </p:cxnSp>
      <p:sp>
        <p:nvSpPr>
          <p:cNvPr id="8" name="任意多边形: 形状 7"/>
          <p:cNvSpPr>
            <a:spLocks noChangeAspect="1"/>
          </p:cNvSpPr>
          <p:nvPr>
            <p:custDataLst>
              <p:tags r:id="rId5"/>
            </p:custDataLst>
          </p:nvPr>
        </p:nvSpPr>
        <p:spPr>
          <a:xfrm>
            <a:off x="4027170"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9" name="任意多边形: 形状 8"/>
          <p:cNvSpPr>
            <a:spLocks noChangeAspect="1"/>
          </p:cNvSpPr>
          <p:nvPr>
            <p:custDataLst>
              <p:tags r:id="rId6"/>
            </p:custDataLst>
          </p:nvPr>
        </p:nvSpPr>
        <p:spPr>
          <a:xfrm>
            <a:off x="4333875"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1" name="任意多边形: 形状 10"/>
          <p:cNvSpPr>
            <a:spLocks noChangeAspect="1"/>
          </p:cNvSpPr>
          <p:nvPr>
            <p:custDataLst>
              <p:tags r:id="rId7"/>
            </p:custDataLst>
          </p:nvPr>
        </p:nvSpPr>
        <p:spPr>
          <a:xfrm>
            <a:off x="1244918"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2" name="任意多边形: 形状 11"/>
          <p:cNvSpPr>
            <a:spLocks noChangeAspect="1"/>
          </p:cNvSpPr>
          <p:nvPr>
            <p:custDataLst>
              <p:tags r:id="rId8"/>
            </p:custDataLst>
          </p:nvPr>
        </p:nvSpPr>
        <p:spPr>
          <a:xfrm>
            <a:off x="1551146"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3" name="文本框 12"/>
          <p:cNvSpPr txBox="1"/>
          <p:nvPr>
            <p:custDataLst>
              <p:tags r:id="rId9"/>
            </p:custDataLst>
          </p:nvPr>
        </p:nvSpPr>
        <p:spPr>
          <a:xfrm>
            <a:off x="5093335" y="1410335"/>
            <a:ext cx="3340735" cy="2268855"/>
          </a:xfrm>
          <a:prstGeom prst="rect">
            <a:avLst/>
          </a:prstGeom>
          <a:noFill/>
        </p:spPr>
        <p:txBody>
          <a:bodyPr wrap="square" lIns="67500" tIns="35100" rIns="67500" bIns="35100" rtlCol="0" anchor="ctr" anchorCtr="0">
            <a:spAutoFit/>
          </a:bodyPr>
          <a:lstStyle>
            <a:defPPr>
              <a:defRPr lang="zh-CN"/>
            </a:defPPr>
            <a:lvl1pPr fontAlgn="auto">
              <a:lnSpc>
                <a:spcPct val="130000"/>
              </a:lnSpc>
              <a:spcAft>
                <a:spcPts val="1000"/>
              </a:spcAft>
              <a:defRPr sz="1600" spc="150"/>
            </a:lvl1pPr>
          </a:lstStyle>
          <a:p>
            <a:pPr marL="179705" lvl="0" indent="-179705" algn="just" fontAlgn="ctr">
              <a:lnSpc>
                <a:spcPct val="130000"/>
              </a:lnSpc>
              <a:spcBef>
                <a:spcPts val="1000"/>
              </a:spcBef>
              <a:spcAft>
                <a:spcPts val="0"/>
              </a:spcAft>
              <a:buClr>
                <a:srgbClr val="E34D4D">
                  <a:lumMod val="60000"/>
                  <a:lumOff val="40000"/>
                </a:srgbClr>
              </a:buClr>
              <a:buSzPct val="100000"/>
              <a:buFont typeface="WPS-Bullets" pitchFamily="2" charset="0"/>
              <a:buChar char=""/>
            </a:pPr>
            <a:r>
              <a:rPr sz="1100" b="1" dirty="0">
                <a:solidFill>
                  <a:schemeClr val="accent6"/>
                </a:solidFill>
                <a:latin typeface="Arial" panose="020B0604020202020204" pitchFamily="34" charset="0"/>
                <a:ea typeface="微软雅黑" panose="020B0503020204020204" charset="-122"/>
              </a:rPr>
              <a:t>速度是指计算机处理速度的快慢</a:t>
            </a:r>
            <a:r>
              <a:rPr sz="1100" dirty="0">
                <a:solidFill>
                  <a:srgbClr val="000000">
                    <a:lumMod val="75000"/>
                    <a:lumOff val="25000"/>
                  </a:srgbClr>
                </a:solidFill>
                <a:latin typeface="Arial" panose="020B0604020202020204" pitchFamily="34" charset="0"/>
                <a:ea typeface="微软雅黑" panose="020B0503020204020204" charset="-122"/>
              </a:rPr>
              <a:t>，它可以用每秒钟处理指令的多少来表示，也可以用每秒钟处理事务的多少来表示，单位是MIPS（Million Instructions Per Second，表示每秒执行一百万条指令）。速度是用户最关心的一项技术指标。例如，语音文本转换这样简单的应用就需要1 500MIPS 的处理能力。由于运算快慢与微处理器的时钟频率紧密相关，所以更常用主频来表示处理速度，主频的单位是Hz。</a:t>
            </a:r>
          </a:p>
        </p:txBody>
      </p:sp>
      <p:sp>
        <p:nvSpPr>
          <p:cNvPr id="16" name="文本框 15"/>
          <p:cNvSpPr txBox="1"/>
          <p:nvPr>
            <p:custDataLst>
              <p:tags r:id="rId10"/>
            </p:custDataLst>
          </p:nvPr>
        </p:nvSpPr>
        <p:spPr>
          <a:xfrm>
            <a:off x="1839278" y="2068830"/>
            <a:ext cx="2258854" cy="982028"/>
          </a:xfrm>
          <a:prstGeom prst="rect">
            <a:avLst/>
          </a:prstGeom>
          <a:noFill/>
        </p:spPr>
        <p:txBody>
          <a:bodyPr wrap="square" lIns="67500" tIns="35100" rIns="67500" bIns="35100" rtlCol="0" anchor="ctr" anchorCtr="0"/>
          <a:lstStyle/>
          <a:p>
            <a:pPr marL="0" indent="0" algn="ctr" fontAlgn="auto">
              <a:lnSpc>
                <a:spcPct val="13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（2）速度</a:t>
            </a:r>
          </a:p>
        </p:txBody>
      </p:sp>
      <p:pic>
        <p:nvPicPr>
          <p:cNvPr id="10" name="图形 1"/>
          <p:cNvPicPr>
            <a:picLocks noChangeAspect="1"/>
          </p:cNvPicPr>
          <p:nvPr>
            <p:custDataLst>
              <p:tags r:id="rId11"/>
            </p:custDataLst>
          </p:nvPr>
        </p:nvPicPr>
        <p:blipFill>
          <a:blip>
            <a:extLst>
              <a:ext uri="{96DAC541-7B7A-43D3-8B79-37D633B846F1}">
                <asvg:svgBlip xmlns:asvg="http://schemas.microsoft.com/office/drawing/2016/SVG/main" r:embed="rId15"/>
              </a:ext>
            </a:extLst>
          </a:blip>
          <a:stretch>
            <a:fillRect/>
          </a:stretch>
        </p:blipFill>
        <p:spPr>
          <a:xfrm rot="5400000">
            <a:off x="8003696" y="34540"/>
            <a:ext cx="1174844" cy="1105764"/>
          </a:xfrm>
          <a:prstGeom prst="rect">
            <a:avLst/>
          </a:prstGeom>
        </p:spPr>
      </p:pic>
      <p:pic>
        <p:nvPicPr>
          <p:cNvPr id="14" name="图形 2"/>
          <p:cNvPicPr>
            <a:picLocks noChangeAspect="1"/>
          </p:cNvPicPr>
          <p:nvPr>
            <p:custDataLst>
              <p:tags r:id="rId12"/>
            </p:custDataLst>
          </p:nvPr>
        </p:nvPicPr>
        <p:blipFill>
          <a:blip>
            <a:extLst>
              <a:ext uri="{96DAC541-7B7A-43D3-8B79-37D633B846F1}">
                <asvg:svgBlip xmlns:asvg="http://schemas.microsoft.com/office/drawing/2016/SVG/main" r:embed="rId16"/>
              </a:ext>
            </a:extLst>
          </a:blip>
          <a:stretch>
            <a:fillRect/>
          </a:stretch>
        </p:blipFill>
        <p:spPr>
          <a:xfrm>
            <a:off x="7187565" y="3294698"/>
            <a:ext cx="1956435" cy="1848803"/>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3"/>
          <p:cNvSpPr/>
          <p:nvPr>
            <p:custDataLst>
              <p:tags r:id="rId2"/>
            </p:custDataLst>
          </p:nvPr>
        </p:nvSpPr>
        <p:spPr>
          <a:xfrm flipH="1">
            <a:off x="0" y="0"/>
            <a:ext cx="2571749" cy="5143500"/>
          </a:xfrm>
          <a:custGeom>
            <a:avLst/>
            <a:gdLst>
              <a:gd name="connsiteX0" fmla="*/ 2813221 w 2813241"/>
              <a:gd name="connsiteY0" fmla="*/ 0 h 5626481"/>
              <a:gd name="connsiteX1" fmla="*/ 2813241 w 2813241"/>
              <a:gd name="connsiteY1" fmla="*/ 0 h 5626481"/>
              <a:gd name="connsiteX2" fmla="*/ 2813241 w 2813241"/>
              <a:gd name="connsiteY2" fmla="*/ 1406620 h 5626481"/>
              <a:gd name="connsiteX3" fmla="*/ 2813240 w 2813241"/>
              <a:gd name="connsiteY3" fmla="*/ 1406620 h 5626481"/>
              <a:gd name="connsiteX4" fmla="*/ 1406620 w 2813241"/>
              <a:gd name="connsiteY4" fmla="*/ 2813240 h 5626481"/>
              <a:gd name="connsiteX5" fmla="*/ 2813240 w 2813241"/>
              <a:gd name="connsiteY5" fmla="*/ 4219860 h 5626481"/>
              <a:gd name="connsiteX6" fmla="*/ 2813241 w 2813241"/>
              <a:gd name="connsiteY6" fmla="*/ 4219860 h 5626481"/>
              <a:gd name="connsiteX7" fmla="*/ 2813241 w 2813241"/>
              <a:gd name="connsiteY7" fmla="*/ 5626481 h 5626481"/>
              <a:gd name="connsiteX8" fmla="*/ 0 w 2813241"/>
              <a:gd name="connsiteY8" fmla="*/ 2813240 h 5626481"/>
              <a:gd name="connsiteX9" fmla="*/ 2525603 w 2813241"/>
              <a:gd name="connsiteY9" fmla="*/ 14524 h 562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3241" h="5626481">
                <a:moveTo>
                  <a:pt x="2813221" y="0"/>
                </a:moveTo>
                <a:lnTo>
                  <a:pt x="2813241" y="0"/>
                </a:lnTo>
                <a:lnTo>
                  <a:pt x="2813241" y="1406620"/>
                </a:lnTo>
                <a:lnTo>
                  <a:pt x="2813240" y="1406620"/>
                </a:lnTo>
                <a:cubicBezTo>
                  <a:pt x="2036385" y="1406620"/>
                  <a:pt x="1406620" y="2036385"/>
                  <a:pt x="1406620" y="2813240"/>
                </a:cubicBezTo>
                <a:cubicBezTo>
                  <a:pt x="1406620" y="3590095"/>
                  <a:pt x="2036385" y="4219860"/>
                  <a:pt x="2813240" y="4219860"/>
                </a:cubicBezTo>
                <a:lnTo>
                  <a:pt x="2813241" y="4219860"/>
                </a:lnTo>
                <a:lnTo>
                  <a:pt x="2813241" y="5626481"/>
                </a:lnTo>
                <a:cubicBezTo>
                  <a:pt x="1259531" y="5626481"/>
                  <a:pt x="0" y="4366950"/>
                  <a:pt x="0" y="2813240"/>
                </a:cubicBezTo>
                <a:cubicBezTo>
                  <a:pt x="0" y="1356637"/>
                  <a:pt x="1107010" y="158590"/>
                  <a:pt x="2525603" y="14524"/>
                </a:cubicBezTo>
                <a:close/>
              </a:path>
            </a:pathLst>
          </a:custGeom>
          <a:solidFill>
            <a:srgbClr val="E34D4D">
              <a:lumMod val="60000"/>
              <a:lumOff val="40000"/>
              <a:alpha val="44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dirty="0">
              <a:solidFill>
                <a:srgbClr val="FFFFFF"/>
              </a:solidFill>
              <a:latin typeface="Arial" panose="020B0604020202020204" pitchFamily="34" charset="0"/>
              <a:ea typeface="微软雅黑" panose="020B0503020204020204" charset="-122"/>
            </a:endParaRPr>
          </a:p>
        </p:txBody>
      </p:sp>
      <p:sp>
        <p:nvSpPr>
          <p:cNvPr id="6" name="矩形 5"/>
          <p:cNvSpPr/>
          <p:nvPr>
            <p:custDataLst>
              <p:tags r:id="rId3"/>
            </p:custDataLst>
          </p:nvPr>
        </p:nvSpPr>
        <p:spPr>
          <a:xfrm>
            <a:off x="832417" y="671172"/>
            <a:ext cx="7478486" cy="3733800"/>
          </a:xfrm>
          <a:prstGeom prst="rect">
            <a:avLst/>
          </a:prstGeom>
          <a:solidFill>
            <a:srgbClr val="FFFFFF">
              <a:alpha val="48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cxnSp>
        <p:nvCxnSpPr>
          <p:cNvPr id="7" name="直接连接符 6"/>
          <p:cNvCxnSpPr/>
          <p:nvPr>
            <p:custDataLst>
              <p:tags r:id="rId4"/>
            </p:custDataLst>
          </p:nvPr>
        </p:nvCxnSpPr>
        <p:spPr>
          <a:xfrm>
            <a:off x="4871220" y="1557338"/>
            <a:ext cx="0" cy="2028825"/>
          </a:xfrm>
          <a:prstGeom prst="line">
            <a:avLst/>
          </a:prstGeom>
          <a:ln w="1270">
            <a:solidFill>
              <a:srgbClr val="FFFFFF">
                <a:lumMod val="85000"/>
              </a:srgbClr>
            </a:solidFill>
            <a:prstDash val="dash"/>
          </a:ln>
        </p:spPr>
        <p:style>
          <a:lnRef idx="1">
            <a:srgbClr val="1E6BC5"/>
          </a:lnRef>
          <a:fillRef idx="0">
            <a:srgbClr val="1E6BC5"/>
          </a:fillRef>
          <a:effectRef idx="0">
            <a:srgbClr val="1E6BC5"/>
          </a:effectRef>
          <a:fontRef idx="minor">
            <a:srgbClr val="000000"/>
          </a:fontRef>
        </p:style>
      </p:cxnSp>
      <p:sp>
        <p:nvSpPr>
          <p:cNvPr id="8" name="任意多边形: 形状 7"/>
          <p:cNvSpPr>
            <a:spLocks noChangeAspect="1"/>
          </p:cNvSpPr>
          <p:nvPr>
            <p:custDataLst>
              <p:tags r:id="rId5"/>
            </p:custDataLst>
          </p:nvPr>
        </p:nvSpPr>
        <p:spPr>
          <a:xfrm>
            <a:off x="4027170"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9" name="任意多边形: 形状 8"/>
          <p:cNvSpPr>
            <a:spLocks noChangeAspect="1"/>
          </p:cNvSpPr>
          <p:nvPr>
            <p:custDataLst>
              <p:tags r:id="rId6"/>
            </p:custDataLst>
          </p:nvPr>
        </p:nvSpPr>
        <p:spPr>
          <a:xfrm>
            <a:off x="4333875"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1" name="任意多边形: 形状 10"/>
          <p:cNvSpPr>
            <a:spLocks noChangeAspect="1"/>
          </p:cNvSpPr>
          <p:nvPr>
            <p:custDataLst>
              <p:tags r:id="rId7"/>
            </p:custDataLst>
          </p:nvPr>
        </p:nvSpPr>
        <p:spPr>
          <a:xfrm>
            <a:off x="1244918"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2" name="任意多边形: 形状 11"/>
          <p:cNvSpPr>
            <a:spLocks noChangeAspect="1"/>
          </p:cNvSpPr>
          <p:nvPr>
            <p:custDataLst>
              <p:tags r:id="rId8"/>
            </p:custDataLst>
          </p:nvPr>
        </p:nvSpPr>
        <p:spPr>
          <a:xfrm>
            <a:off x="1551146"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3" name="文本框 12"/>
          <p:cNvSpPr txBox="1"/>
          <p:nvPr>
            <p:custDataLst>
              <p:tags r:id="rId9"/>
            </p:custDataLst>
          </p:nvPr>
        </p:nvSpPr>
        <p:spPr>
          <a:xfrm>
            <a:off x="5093335" y="1960245"/>
            <a:ext cx="3340735" cy="1169035"/>
          </a:xfrm>
          <a:prstGeom prst="rect">
            <a:avLst/>
          </a:prstGeom>
          <a:noFill/>
        </p:spPr>
        <p:txBody>
          <a:bodyPr wrap="square" lIns="67500" tIns="35100" rIns="67500" bIns="35100" rtlCol="0" anchor="ctr" anchorCtr="0">
            <a:spAutoFit/>
          </a:bodyPr>
          <a:lstStyle>
            <a:defPPr>
              <a:defRPr lang="zh-CN"/>
            </a:defPPr>
            <a:lvl1pPr fontAlgn="auto">
              <a:lnSpc>
                <a:spcPct val="130000"/>
              </a:lnSpc>
              <a:spcAft>
                <a:spcPts val="1000"/>
              </a:spcAft>
              <a:defRPr sz="1600" spc="150"/>
            </a:lvl1pPr>
          </a:lstStyle>
          <a:p>
            <a:pPr marL="179705" lvl="0" indent="-179705" algn="just" fontAlgn="ctr">
              <a:lnSpc>
                <a:spcPct val="130000"/>
              </a:lnSpc>
              <a:spcBef>
                <a:spcPts val="1000"/>
              </a:spcBef>
              <a:spcAft>
                <a:spcPts val="0"/>
              </a:spcAft>
              <a:buClr>
                <a:srgbClr val="E34D4D">
                  <a:lumMod val="60000"/>
                  <a:lumOff val="40000"/>
                </a:srgbClr>
              </a:buClr>
              <a:buSzPct val="100000"/>
              <a:buFont typeface="WPS-Bullets" pitchFamily="2" charset="0"/>
              <a:buChar char=""/>
            </a:pPr>
            <a:r>
              <a:rPr sz="1100" b="1" dirty="0">
                <a:solidFill>
                  <a:schemeClr val="accent6"/>
                </a:solidFill>
                <a:latin typeface="Arial" panose="020B0604020202020204" pitchFamily="34" charset="0"/>
                <a:ea typeface="微软雅黑" panose="020B0503020204020204" charset="-122"/>
              </a:rPr>
              <a:t>容量通常指存储器容量。</a:t>
            </a:r>
            <a:r>
              <a:rPr sz="1100" dirty="0">
                <a:solidFill>
                  <a:srgbClr val="000000">
                    <a:lumMod val="75000"/>
                    <a:lumOff val="25000"/>
                  </a:srgbClr>
                </a:solidFill>
                <a:latin typeface="Arial" panose="020B0604020202020204" pitchFamily="34" charset="0"/>
                <a:ea typeface="微软雅黑" panose="020B0503020204020204" charset="-122"/>
              </a:rPr>
              <a:t>存储容量的大小不但影响着存放程序和数据的多少，而且也影响着运行这些程序的速度。存储容量的基本单位是字节（Byte，简称B），另外还用KB、MB、GB、TB 作为存储容量的单位。</a:t>
            </a:r>
          </a:p>
        </p:txBody>
      </p:sp>
      <p:sp>
        <p:nvSpPr>
          <p:cNvPr id="16" name="文本框 15"/>
          <p:cNvSpPr txBox="1"/>
          <p:nvPr>
            <p:custDataLst>
              <p:tags r:id="rId10"/>
            </p:custDataLst>
          </p:nvPr>
        </p:nvSpPr>
        <p:spPr>
          <a:xfrm>
            <a:off x="1839278" y="2068830"/>
            <a:ext cx="2258854" cy="982028"/>
          </a:xfrm>
          <a:prstGeom prst="rect">
            <a:avLst/>
          </a:prstGeom>
          <a:noFill/>
        </p:spPr>
        <p:txBody>
          <a:bodyPr wrap="square" lIns="67500" tIns="35100" rIns="67500" bIns="35100" rtlCol="0" anchor="ctr" anchorCtr="0"/>
          <a:lstStyle/>
          <a:p>
            <a:pPr marL="0" indent="0" algn="ctr" fontAlgn="auto">
              <a:lnSpc>
                <a:spcPct val="13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（3）容量</a:t>
            </a:r>
          </a:p>
        </p:txBody>
      </p:sp>
      <p:pic>
        <p:nvPicPr>
          <p:cNvPr id="10" name="图形 1"/>
          <p:cNvPicPr>
            <a:picLocks noChangeAspect="1"/>
          </p:cNvPicPr>
          <p:nvPr>
            <p:custDataLst>
              <p:tags r:id="rId11"/>
            </p:custDataLst>
          </p:nvPr>
        </p:nvPicPr>
        <p:blipFill>
          <a:blip>
            <a:extLst>
              <a:ext uri="{96DAC541-7B7A-43D3-8B79-37D633B846F1}">
                <asvg:svgBlip xmlns:asvg="http://schemas.microsoft.com/office/drawing/2016/SVG/main" r:embed="rId15"/>
              </a:ext>
            </a:extLst>
          </a:blip>
          <a:stretch>
            <a:fillRect/>
          </a:stretch>
        </p:blipFill>
        <p:spPr>
          <a:xfrm rot="5400000">
            <a:off x="8003696" y="34540"/>
            <a:ext cx="1174844" cy="1105764"/>
          </a:xfrm>
          <a:prstGeom prst="rect">
            <a:avLst/>
          </a:prstGeom>
        </p:spPr>
      </p:pic>
      <p:pic>
        <p:nvPicPr>
          <p:cNvPr id="14" name="图形 2"/>
          <p:cNvPicPr>
            <a:picLocks noChangeAspect="1"/>
          </p:cNvPicPr>
          <p:nvPr>
            <p:custDataLst>
              <p:tags r:id="rId12"/>
            </p:custDataLst>
          </p:nvPr>
        </p:nvPicPr>
        <p:blipFill>
          <a:blip>
            <a:extLst>
              <a:ext uri="{96DAC541-7B7A-43D3-8B79-37D633B846F1}">
                <asvg:svgBlip xmlns:asvg="http://schemas.microsoft.com/office/drawing/2016/SVG/main" r:embed="rId16"/>
              </a:ext>
            </a:extLst>
          </a:blip>
          <a:stretch>
            <a:fillRect/>
          </a:stretch>
        </p:blipFill>
        <p:spPr>
          <a:xfrm>
            <a:off x="7187565" y="3294698"/>
            <a:ext cx="1956435" cy="1848803"/>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3"/>
          <p:cNvSpPr/>
          <p:nvPr>
            <p:custDataLst>
              <p:tags r:id="rId2"/>
            </p:custDataLst>
          </p:nvPr>
        </p:nvSpPr>
        <p:spPr>
          <a:xfrm flipH="1">
            <a:off x="0" y="0"/>
            <a:ext cx="2571749" cy="5143500"/>
          </a:xfrm>
          <a:custGeom>
            <a:avLst/>
            <a:gdLst>
              <a:gd name="connsiteX0" fmla="*/ 2813221 w 2813241"/>
              <a:gd name="connsiteY0" fmla="*/ 0 h 5626481"/>
              <a:gd name="connsiteX1" fmla="*/ 2813241 w 2813241"/>
              <a:gd name="connsiteY1" fmla="*/ 0 h 5626481"/>
              <a:gd name="connsiteX2" fmla="*/ 2813241 w 2813241"/>
              <a:gd name="connsiteY2" fmla="*/ 1406620 h 5626481"/>
              <a:gd name="connsiteX3" fmla="*/ 2813240 w 2813241"/>
              <a:gd name="connsiteY3" fmla="*/ 1406620 h 5626481"/>
              <a:gd name="connsiteX4" fmla="*/ 1406620 w 2813241"/>
              <a:gd name="connsiteY4" fmla="*/ 2813240 h 5626481"/>
              <a:gd name="connsiteX5" fmla="*/ 2813240 w 2813241"/>
              <a:gd name="connsiteY5" fmla="*/ 4219860 h 5626481"/>
              <a:gd name="connsiteX6" fmla="*/ 2813241 w 2813241"/>
              <a:gd name="connsiteY6" fmla="*/ 4219860 h 5626481"/>
              <a:gd name="connsiteX7" fmla="*/ 2813241 w 2813241"/>
              <a:gd name="connsiteY7" fmla="*/ 5626481 h 5626481"/>
              <a:gd name="connsiteX8" fmla="*/ 0 w 2813241"/>
              <a:gd name="connsiteY8" fmla="*/ 2813240 h 5626481"/>
              <a:gd name="connsiteX9" fmla="*/ 2525603 w 2813241"/>
              <a:gd name="connsiteY9" fmla="*/ 14524 h 562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3241" h="5626481">
                <a:moveTo>
                  <a:pt x="2813221" y="0"/>
                </a:moveTo>
                <a:lnTo>
                  <a:pt x="2813241" y="0"/>
                </a:lnTo>
                <a:lnTo>
                  <a:pt x="2813241" y="1406620"/>
                </a:lnTo>
                <a:lnTo>
                  <a:pt x="2813240" y="1406620"/>
                </a:lnTo>
                <a:cubicBezTo>
                  <a:pt x="2036385" y="1406620"/>
                  <a:pt x="1406620" y="2036385"/>
                  <a:pt x="1406620" y="2813240"/>
                </a:cubicBezTo>
                <a:cubicBezTo>
                  <a:pt x="1406620" y="3590095"/>
                  <a:pt x="2036385" y="4219860"/>
                  <a:pt x="2813240" y="4219860"/>
                </a:cubicBezTo>
                <a:lnTo>
                  <a:pt x="2813241" y="4219860"/>
                </a:lnTo>
                <a:lnTo>
                  <a:pt x="2813241" y="5626481"/>
                </a:lnTo>
                <a:cubicBezTo>
                  <a:pt x="1259531" y="5626481"/>
                  <a:pt x="0" y="4366950"/>
                  <a:pt x="0" y="2813240"/>
                </a:cubicBezTo>
                <a:cubicBezTo>
                  <a:pt x="0" y="1356637"/>
                  <a:pt x="1107010" y="158590"/>
                  <a:pt x="2525603" y="14524"/>
                </a:cubicBezTo>
                <a:close/>
              </a:path>
            </a:pathLst>
          </a:custGeom>
          <a:solidFill>
            <a:srgbClr val="E34D4D">
              <a:lumMod val="60000"/>
              <a:lumOff val="40000"/>
              <a:alpha val="44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dirty="0">
              <a:solidFill>
                <a:srgbClr val="FFFFFF"/>
              </a:solidFill>
              <a:latin typeface="Arial" panose="020B0604020202020204" pitchFamily="34" charset="0"/>
              <a:ea typeface="微软雅黑" panose="020B0503020204020204" charset="-122"/>
            </a:endParaRPr>
          </a:p>
        </p:txBody>
      </p:sp>
      <p:sp>
        <p:nvSpPr>
          <p:cNvPr id="6" name="矩形 5"/>
          <p:cNvSpPr/>
          <p:nvPr>
            <p:custDataLst>
              <p:tags r:id="rId3"/>
            </p:custDataLst>
          </p:nvPr>
        </p:nvSpPr>
        <p:spPr>
          <a:xfrm>
            <a:off x="832417" y="671172"/>
            <a:ext cx="7478486" cy="3733800"/>
          </a:xfrm>
          <a:prstGeom prst="rect">
            <a:avLst/>
          </a:prstGeom>
          <a:solidFill>
            <a:srgbClr val="FFFFFF">
              <a:alpha val="48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cxnSp>
        <p:nvCxnSpPr>
          <p:cNvPr id="7" name="直接连接符 6"/>
          <p:cNvCxnSpPr/>
          <p:nvPr>
            <p:custDataLst>
              <p:tags r:id="rId4"/>
            </p:custDataLst>
          </p:nvPr>
        </p:nvCxnSpPr>
        <p:spPr>
          <a:xfrm>
            <a:off x="4871220" y="1557338"/>
            <a:ext cx="0" cy="2028825"/>
          </a:xfrm>
          <a:prstGeom prst="line">
            <a:avLst/>
          </a:prstGeom>
          <a:ln w="1270">
            <a:solidFill>
              <a:srgbClr val="FFFFFF">
                <a:lumMod val="85000"/>
              </a:srgbClr>
            </a:solidFill>
            <a:prstDash val="dash"/>
          </a:ln>
        </p:spPr>
        <p:style>
          <a:lnRef idx="1">
            <a:srgbClr val="1E6BC5"/>
          </a:lnRef>
          <a:fillRef idx="0">
            <a:srgbClr val="1E6BC5"/>
          </a:fillRef>
          <a:effectRef idx="0">
            <a:srgbClr val="1E6BC5"/>
          </a:effectRef>
          <a:fontRef idx="minor">
            <a:srgbClr val="000000"/>
          </a:fontRef>
        </p:style>
      </p:cxnSp>
      <p:sp>
        <p:nvSpPr>
          <p:cNvPr id="8" name="任意多边形: 形状 7"/>
          <p:cNvSpPr>
            <a:spLocks noChangeAspect="1"/>
          </p:cNvSpPr>
          <p:nvPr>
            <p:custDataLst>
              <p:tags r:id="rId5"/>
            </p:custDataLst>
          </p:nvPr>
        </p:nvSpPr>
        <p:spPr>
          <a:xfrm>
            <a:off x="4027170"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9" name="任意多边形: 形状 8"/>
          <p:cNvSpPr>
            <a:spLocks noChangeAspect="1"/>
          </p:cNvSpPr>
          <p:nvPr>
            <p:custDataLst>
              <p:tags r:id="rId6"/>
            </p:custDataLst>
          </p:nvPr>
        </p:nvSpPr>
        <p:spPr>
          <a:xfrm>
            <a:off x="4333875"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1" name="任意多边形: 形状 10"/>
          <p:cNvSpPr>
            <a:spLocks noChangeAspect="1"/>
          </p:cNvSpPr>
          <p:nvPr>
            <p:custDataLst>
              <p:tags r:id="rId7"/>
            </p:custDataLst>
          </p:nvPr>
        </p:nvSpPr>
        <p:spPr>
          <a:xfrm>
            <a:off x="1244918"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2" name="任意多边形: 形状 11"/>
          <p:cNvSpPr>
            <a:spLocks noChangeAspect="1"/>
          </p:cNvSpPr>
          <p:nvPr>
            <p:custDataLst>
              <p:tags r:id="rId8"/>
            </p:custDataLst>
          </p:nvPr>
        </p:nvSpPr>
        <p:spPr>
          <a:xfrm>
            <a:off x="1551146"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3" name="文本框 12"/>
          <p:cNvSpPr txBox="1"/>
          <p:nvPr>
            <p:custDataLst>
              <p:tags r:id="rId9"/>
            </p:custDataLst>
          </p:nvPr>
        </p:nvSpPr>
        <p:spPr>
          <a:xfrm>
            <a:off x="5093335" y="1740218"/>
            <a:ext cx="3340735" cy="1609090"/>
          </a:xfrm>
          <a:prstGeom prst="rect">
            <a:avLst/>
          </a:prstGeom>
          <a:noFill/>
        </p:spPr>
        <p:txBody>
          <a:bodyPr wrap="square" lIns="67500" tIns="35100" rIns="67500" bIns="35100" rtlCol="0" anchor="ctr" anchorCtr="0">
            <a:spAutoFit/>
          </a:bodyPr>
          <a:lstStyle>
            <a:defPPr>
              <a:defRPr lang="zh-CN"/>
            </a:defPPr>
            <a:lvl1pPr fontAlgn="auto">
              <a:lnSpc>
                <a:spcPct val="130000"/>
              </a:lnSpc>
              <a:spcAft>
                <a:spcPts val="1000"/>
              </a:spcAft>
              <a:defRPr sz="1600" spc="150"/>
            </a:lvl1pPr>
          </a:lstStyle>
          <a:p>
            <a:pPr marL="179705" lvl="0" indent="-179705" algn="just" fontAlgn="ctr">
              <a:lnSpc>
                <a:spcPct val="130000"/>
              </a:lnSpc>
              <a:spcBef>
                <a:spcPts val="1000"/>
              </a:spcBef>
              <a:spcAft>
                <a:spcPts val="0"/>
              </a:spcAft>
              <a:buClr>
                <a:srgbClr val="E34D4D">
                  <a:lumMod val="60000"/>
                  <a:lumOff val="40000"/>
                </a:srgbClr>
              </a:buClr>
              <a:buSzPct val="100000"/>
              <a:buFont typeface="WPS-Bullets" pitchFamily="2" charset="0"/>
              <a:buChar char=""/>
            </a:pPr>
            <a:r>
              <a:rPr sz="1100" b="1" dirty="0">
                <a:solidFill>
                  <a:schemeClr val="accent6"/>
                </a:solidFill>
                <a:latin typeface="Arial" panose="020B0604020202020204" pitchFamily="34" charset="0"/>
                <a:ea typeface="微软雅黑" panose="020B0503020204020204" charset="-122"/>
              </a:rPr>
              <a:t>带宽是指计算机的数据传输率</a:t>
            </a:r>
            <a:r>
              <a:rPr sz="1100" dirty="0">
                <a:latin typeface="Arial" panose="020B0604020202020204" pitchFamily="34" charset="0"/>
                <a:ea typeface="微软雅黑" panose="020B0503020204020204" charset="-122"/>
              </a:rPr>
              <a:t>，主要针对网络通信，它反映了计算机的通信能力，与通信相关的设备、线路都有带宽指标。数据传输率的单位是bit/s，代表每秒传输的位数。除了bit/s 以外还有Kbit/s，表示每秒传输1 000bit；Mbit/s 表示每秒传输1Mbit；Gbit/s 表示每秒传输1Gbit。</a:t>
            </a:r>
          </a:p>
        </p:txBody>
      </p:sp>
      <p:sp>
        <p:nvSpPr>
          <p:cNvPr id="16" name="文本框 15"/>
          <p:cNvSpPr txBox="1"/>
          <p:nvPr>
            <p:custDataLst>
              <p:tags r:id="rId10"/>
            </p:custDataLst>
          </p:nvPr>
        </p:nvSpPr>
        <p:spPr>
          <a:xfrm>
            <a:off x="1839278" y="2068830"/>
            <a:ext cx="2258854" cy="982028"/>
          </a:xfrm>
          <a:prstGeom prst="rect">
            <a:avLst/>
          </a:prstGeom>
          <a:noFill/>
        </p:spPr>
        <p:txBody>
          <a:bodyPr wrap="square" lIns="67500" tIns="35100" rIns="67500" bIns="35100" rtlCol="0" anchor="ctr" anchorCtr="0"/>
          <a:lstStyle/>
          <a:p>
            <a:pPr marL="0" indent="0" algn="ctr" fontAlgn="auto">
              <a:lnSpc>
                <a:spcPct val="13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（4）带宽</a:t>
            </a:r>
          </a:p>
        </p:txBody>
      </p:sp>
      <p:pic>
        <p:nvPicPr>
          <p:cNvPr id="10" name="图形 1"/>
          <p:cNvPicPr>
            <a:picLocks noChangeAspect="1"/>
          </p:cNvPicPr>
          <p:nvPr>
            <p:custDataLst>
              <p:tags r:id="rId11"/>
            </p:custDataLst>
          </p:nvPr>
        </p:nvPicPr>
        <p:blipFill>
          <a:blip>
            <a:extLst>
              <a:ext uri="{96DAC541-7B7A-43D3-8B79-37D633B846F1}">
                <asvg:svgBlip xmlns:asvg="http://schemas.microsoft.com/office/drawing/2016/SVG/main" r:embed="rId15"/>
              </a:ext>
            </a:extLst>
          </a:blip>
          <a:stretch>
            <a:fillRect/>
          </a:stretch>
        </p:blipFill>
        <p:spPr>
          <a:xfrm rot="5400000">
            <a:off x="8003696" y="34540"/>
            <a:ext cx="1174844" cy="1105764"/>
          </a:xfrm>
          <a:prstGeom prst="rect">
            <a:avLst/>
          </a:prstGeom>
        </p:spPr>
      </p:pic>
      <p:pic>
        <p:nvPicPr>
          <p:cNvPr id="14" name="图形 2"/>
          <p:cNvPicPr>
            <a:picLocks noChangeAspect="1"/>
          </p:cNvPicPr>
          <p:nvPr>
            <p:custDataLst>
              <p:tags r:id="rId12"/>
            </p:custDataLst>
          </p:nvPr>
        </p:nvPicPr>
        <p:blipFill>
          <a:blip>
            <a:extLst>
              <a:ext uri="{96DAC541-7B7A-43D3-8B79-37D633B846F1}">
                <asvg:svgBlip xmlns:asvg="http://schemas.microsoft.com/office/drawing/2016/SVG/main" r:embed="rId16"/>
              </a:ext>
            </a:extLst>
          </a:blip>
          <a:stretch>
            <a:fillRect/>
          </a:stretch>
        </p:blipFill>
        <p:spPr>
          <a:xfrm>
            <a:off x="7187565" y="3294698"/>
            <a:ext cx="1956435" cy="1848803"/>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3"/>
          <p:cNvSpPr/>
          <p:nvPr>
            <p:custDataLst>
              <p:tags r:id="rId2"/>
            </p:custDataLst>
          </p:nvPr>
        </p:nvSpPr>
        <p:spPr>
          <a:xfrm flipH="1">
            <a:off x="0" y="0"/>
            <a:ext cx="2571749" cy="5143500"/>
          </a:xfrm>
          <a:custGeom>
            <a:avLst/>
            <a:gdLst>
              <a:gd name="connsiteX0" fmla="*/ 2813221 w 2813241"/>
              <a:gd name="connsiteY0" fmla="*/ 0 h 5626481"/>
              <a:gd name="connsiteX1" fmla="*/ 2813241 w 2813241"/>
              <a:gd name="connsiteY1" fmla="*/ 0 h 5626481"/>
              <a:gd name="connsiteX2" fmla="*/ 2813241 w 2813241"/>
              <a:gd name="connsiteY2" fmla="*/ 1406620 h 5626481"/>
              <a:gd name="connsiteX3" fmla="*/ 2813240 w 2813241"/>
              <a:gd name="connsiteY3" fmla="*/ 1406620 h 5626481"/>
              <a:gd name="connsiteX4" fmla="*/ 1406620 w 2813241"/>
              <a:gd name="connsiteY4" fmla="*/ 2813240 h 5626481"/>
              <a:gd name="connsiteX5" fmla="*/ 2813240 w 2813241"/>
              <a:gd name="connsiteY5" fmla="*/ 4219860 h 5626481"/>
              <a:gd name="connsiteX6" fmla="*/ 2813241 w 2813241"/>
              <a:gd name="connsiteY6" fmla="*/ 4219860 h 5626481"/>
              <a:gd name="connsiteX7" fmla="*/ 2813241 w 2813241"/>
              <a:gd name="connsiteY7" fmla="*/ 5626481 h 5626481"/>
              <a:gd name="connsiteX8" fmla="*/ 0 w 2813241"/>
              <a:gd name="connsiteY8" fmla="*/ 2813240 h 5626481"/>
              <a:gd name="connsiteX9" fmla="*/ 2525603 w 2813241"/>
              <a:gd name="connsiteY9" fmla="*/ 14524 h 562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3241" h="5626481">
                <a:moveTo>
                  <a:pt x="2813221" y="0"/>
                </a:moveTo>
                <a:lnTo>
                  <a:pt x="2813241" y="0"/>
                </a:lnTo>
                <a:lnTo>
                  <a:pt x="2813241" y="1406620"/>
                </a:lnTo>
                <a:lnTo>
                  <a:pt x="2813240" y="1406620"/>
                </a:lnTo>
                <a:cubicBezTo>
                  <a:pt x="2036385" y="1406620"/>
                  <a:pt x="1406620" y="2036385"/>
                  <a:pt x="1406620" y="2813240"/>
                </a:cubicBezTo>
                <a:cubicBezTo>
                  <a:pt x="1406620" y="3590095"/>
                  <a:pt x="2036385" y="4219860"/>
                  <a:pt x="2813240" y="4219860"/>
                </a:cubicBezTo>
                <a:lnTo>
                  <a:pt x="2813241" y="4219860"/>
                </a:lnTo>
                <a:lnTo>
                  <a:pt x="2813241" y="5626481"/>
                </a:lnTo>
                <a:cubicBezTo>
                  <a:pt x="1259531" y="5626481"/>
                  <a:pt x="0" y="4366950"/>
                  <a:pt x="0" y="2813240"/>
                </a:cubicBezTo>
                <a:cubicBezTo>
                  <a:pt x="0" y="1356637"/>
                  <a:pt x="1107010" y="158590"/>
                  <a:pt x="2525603" y="14524"/>
                </a:cubicBezTo>
                <a:close/>
              </a:path>
            </a:pathLst>
          </a:custGeom>
          <a:solidFill>
            <a:srgbClr val="E34D4D">
              <a:lumMod val="60000"/>
              <a:lumOff val="40000"/>
              <a:alpha val="44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dirty="0">
              <a:solidFill>
                <a:srgbClr val="FFFFFF"/>
              </a:solidFill>
              <a:latin typeface="Arial" panose="020B0604020202020204" pitchFamily="34" charset="0"/>
              <a:ea typeface="微软雅黑" panose="020B0503020204020204" charset="-122"/>
            </a:endParaRPr>
          </a:p>
        </p:txBody>
      </p:sp>
      <p:sp>
        <p:nvSpPr>
          <p:cNvPr id="6" name="矩形 5"/>
          <p:cNvSpPr/>
          <p:nvPr>
            <p:custDataLst>
              <p:tags r:id="rId3"/>
            </p:custDataLst>
          </p:nvPr>
        </p:nvSpPr>
        <p:spPr>
          <a:xfrm>
            <a:off x="832417" y="671172"/>
            <a:ext cx="7478486" cy="3733800"/>
          </a:xfrm>
          <a:prstGeom prst="rect">
            <a:avLst/>
          </a:prstGeom>
          <a:solidFill>
            <a:srgbClr val="FFFFFF">
              <a:alpha val="48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cxnSp>
        <p:nvCxnSpPr>
          <p:cNvPr id="7" name="直接连接符 6"/>
          <p:cNvCxnSpPr/>
          <p:nvPr>
            <p:custDataLst>
              <p:tags r:id="rId4"/>
            </p:custDataLst>
          </p:nvPr>
        </p:nvCxnSpPr>
        <p:spPr>
          <a:xfrm>
            <a:off x="4871220" y="1557338"/>
            <a:ext cx="0" cy="2028825"/>
          </a:xfrm>
          <a:prstGeom prst="line">
            <a:avLst/>
          </a:prstGeom>
          <a:ln w="1270">
            <a:solidFill>
              <a:srgbClr val="FFFFFF">
                <a:lumMod val="85000"/>
              </a:srgbClr>
            </a:solidFill>
            <a:prstDash val="dash"/>
          </a:ln>
        </p:spPr>
        <p:style>
          <a:lnRef idx="1">
            <a:srgbClr val="1E6BC5"/>
          </a:lnRef>
          <a:fillRef idx="0">
            <a:srgbClr val="1E6BC5"/>
          </a:fillRef>
          <a:effectRef idx="0">
            <a:srgbClr val="1E6BC5"/>
          </a:effectRef>
          <a:fontRef idx="minor">
            <a:srgbClr val="000000"/>
          </a:fontRef>
        </p:style>
      </p:cxnSp>
      <p:sp>
        <p:nvSpPr>
          <p:cNvPr id="8" name="任意多边形: 形状 7"/>
          <p:cNvSpPr>
            <a:spLocks noChangeAspect="1"/>
          </p:cNvSpPr>
          <p:nvPr>
            <p:custDataLst>
              <p:tags r:id="rId5"/>
            </p:custDataLst>
          </p:nvPr>
        </p:nvSpPr>
        <p:spPr>
          <a:xfrm>
            <a:off x="4027170"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9" name="任意多边形: 形状 8"/>
          <p:cNvSpPr>
            <a:spLocks noChangeAspect="1"/>
          </p:cNvSpPr>
          <p:nvPr>
            <p:custDataLst>
              <p:tags r:id="rId6"/>
            </p:custDataLst>
          </p:nvPr>
        </p:nvSpPr>
        <p:spPr>
          <a:xfrm>
            <a:off x="4333875" y="2993708"/>
            <a:ext cx="226219" cy="359569"/>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34D4D">
              <a:lumMod val="20000"/>
              <a:lumOff val="8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1" name="任意多边形: 形状 10"/>
          <p:cNvSpPr>
            <a:spLocks noChangeAspect="1"/>
          </p:cNvSpPr>
          <p:nvPr>
            <p:custDataLst>
              <p:tags r:id="rId7"/>
            </p:custDataLst>
          </p:nvPr>
        </p:nvSpPr>
        <p:spPr>
          <a:xfrm>
            <a:off x="1244918"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2" name="任意多边形: 形状 11"/>
          <p:cNvSpPr>
            <a:spLocks noChangeAspect="1"/>
          </p:cNvSpPr>
          <p:nvPr>
            <p:custDataLst>
              <p:tags r:id="rId8"/>
            </p:custDataLst>
          </p:nvPr>
        </p:nvSpPr>
        <p:spPr>
          <a:xfrm>
            <a:off x="1551146" y="1815465"/>
            <a:ext cx="233363" cy="359569"/>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endParaRPr>
          </a:p>
        </p:txBody>
      </p:sp>
      <p:sp>
        <p:nvSpPr>
          <p:cNvPr id="13" name="文本框 12"/>
          <p:cNvSpPr txBox="1"/>
          <p:nvPr>
            <p:custDataLst>
              <p:tags r:id="rId9"/>
            </p:custDataLst>
          </p:nvPr>
        </p:nvSpPr>
        <p:spPr>
          <a:xfrm>
            <a:off x="5093335" y="2179956"/>
            <a:ext cx="3340735" cy="729615"/>
          </a:xfrm>
          <a:prstGeom prst="rect">
            <a:avLst/>
          </a:prstGeom>
          <a:noFill/>
        </p:spPr>
        <p:txBody>
          <a:bodyPr wrap="square" lIns="67500" tIns="35100" rIns="67500" bIns="35100" rtlCol="0" anchor="ctr" anchorCtr="0">
            <a:spAutoFit/>
          </a:bodyPr>
          <a:lstStyle>
            <a:defPPr>
              <a:defRPr lang="zh-CN"/>
            </a:defPPr>
            <a:lvl1pPr fontAlgn="auto">
              <a:lnSpc>
                <a:spcPct val="130000"/>
              </a:lnSpc>
              <a:spcAft>
                <a:spcPts val="1000"/>
              </a:spcAft>
              <a:defRPr sz="1600" spc="150"/>
            </a:lvl1pPr>
          </a:lstStyle>
          <a:p>
            <a:pPr marL="179705" lvl="0" indent="-179705" algn="just" fontAlgn="ctr">
              <a:lnSpc>
                <a:spcPct val="130000"/>
              </a:lnSpc>
              <a:spcBef>
                <a:spcPts val="1000"/>
              </a:spcBef>
              <a:spcAft>
                <a:spcPts val="0"/>
              </a:spcAft>
              <a:buClr>
                <a:srgbClr val="E34D4D">
                  <a:lumMod val="60000"/>
                  <a:lumOff val="40000"/>
                </a:srgbClr>
              </a:buClr>
              <a:buSzPct val="100000"/>
              <a:buFont typeface="WPS-Bullets" pitchFamily="2" charset="0"/>
              <a:buChar char=""/>
            </a:pPr>
            <a:r>
              <a:rPr sz="1100" b="1" dirty="0">
                <a:solidFill>
                  <a:schemeClr val="accent6"/>
                </a:solidFill>
                <a:latin typeface="Arial" panose="020B0604020202020204" pitchFamily="34" charset="0"/>
                <a:ea typeface="微软雅黑" panose="020B0503020204020204" charset="-122"/>
              </a:rPr>
              <a:t>可靠性通常用平均无故障时间（MTBF）来表示。</a:t>
            </a:r>
            <a:r>
              <a:rPr sz="1100" dirty="0">
                <a:latin typeface="Arial" panose="020B0604020202020204" pitchFamily="34" charset="0"/>
                <a:ea typeface="微软雅黑" panose="020B0503020204020204" charset="-122"/>
              </a:rPr>
              <a:t>这里的故障主要是指硬件故障，不是指软件误操作引起的失败。</a:t>
            </a:r>
          </a:p>
        </p:txBody>
      </p:sp>
      <p:sp>
        <p:nvSpPr>
          <p:cNvPr id="16" name="文本框 15"/>
          <p:cNvSpPr txBox="1"/>
          <p:nvPr>
            <p:custDataLst>
              <p:tags r:id="rId10"/>
            </p:custDataLst>
          </p:nvPr>
        </p:nvSpPr>
        <p:spPr>
          <a:xfrm>
            <a:off x="1839278" y="2068830"/>
            <a:ext cx="2258854" cy="982028"/>
          </a:xfrm>
          <a:prstGeom prst="rect">
            <a:avLst/>
          </a:prstGeom>
          <a:noFill/>
        </p:spPr>
        <p:txBody>
          <a:bodyPr wrap="square" lIns="67500" tIns="35100" rIns="67500" bIns="35100" rtlCol="0" anchor="ctr" anchorCtr="0"/>
          <a:lstStyle/>
          <a:p>
            <a:pPr marL="0" indent="0" algn="ctr" fontAlgn="auto">
              <a:lnSpc>
                <a:spcPct val="13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（5）可靠性</a:t>
            </a:r>
          </a:p>
        </p:txBody>
      </p:sp>
      <p:pic>
        <p:nvPicPr>
          <p:cNvPr id="10" name="图形 1"/>
          <p:cNvPicPr>
            <a:picLocks noChangeAspect="1"/>
          </p:cNvPicPr>
          <p:nvPr>
            <p:custDataLst>
              <p:tags r:id="rId11"/>
            </p:custDataLst>
          </p:nvPr>
        </p:nvPicPr>
        <p:blipFill>
          <a:blip>
            <a:extLst>
              <a:ext uri="{96DAC541-7B7A-43D3-8B79-37D633B846F1}">
                <asvg:svgBlip xmlns:asvg="http://schemas.microsoft.com/office/drawing/2016/SVG/main" r:embed="rId15"/>
              </a:ext>
            </a:extLst>
          </a:blip>
          <a:stretch>
            <a:fillRect/>
          </a:stretch>
        </p:blipFill>
        <p:spPr>
          <a:xfrm rot="5400000">
            <a:off x="8003696" y="34540"/>
            <a:ext cx="1174844" cy="1105764"/>
          </a:xfrm>
          <a:prstGeom prst="rect">
            <a:avLst/>
          </a:prstGeom>
        </p:spPr>
      </p:pic>
      <p:pic>
        <p:nvPicPr>
          <p:cNvPr id="14" name="图形 2"/>
          <p:cNvPicPr>
            <a:picLocks noChangeAspect="1"/>
          </p:cNvPicPr>
          <p:nvPr>
            <p:custDataLst>
              <p:tags r:id="rId12"/>
            </p:custDataLst>
          </p:nvPr>
        </p:nvPicPr>
        <p:blipFill>
          <a:blip>
            <a:extLst>
              <a:ext uri="{96DAC541-7B7A-43D3-8B79-37D633B846F1}">
                <asvg:svgBlip xmlns:asvg="http://schemas.microsoft.com/office/drawing/2016/SVG/main" r:embed="rId16"/>
              </a:ext>
            </a:extLst>
          </a:blip>
          <a:stretch>
            <a:fillRect/>
          </a:stretch>
        </p:blipFill>
        <p:spPr>
          <a:xfrm>
            <a:off x="7187565" y="3294698"/>
            <a:ext cx="1956435" cy="1848803"/>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任意多边形: 形状 257"/>
          <p:cNvSpPr/>
          <p:nvPr>
            <p:custDataLst>
              <p:tags r:id="rId2"/>
            </p:custDataLst>
          </p:nvPr>
        </p:nvSpPr>
        <p:spPr>
          <a:xfrm flipH="1" flipV="1">
            <a:off x="10478" y="10001"/>
            <a:ext cx="2588419" cy="5143500"/>
          </a:xfrm>
          <a:custGeom>
            <a:avLst/>
            <a:gdLst>
              <a:gd name="connsiteX0" fmla="*/ 3417548 w 3451226"/>
              <a:gd name="connsiteY0" fmla="*/ 0 h 6857999"/>
              <a:gd name="connsiteX1" fmla="*/ 3451226 w 3451226"/>
              <a:gd name="connsiteY1" fmla="*/ 0 h 6857999"/>
              <a:gd name="connsiteX2" fmla="*/ 3451226 w 3451226"/>
              <a:gd name="connsiteY2" fmla="*/ 6805797 h 6857999"/>
              <a:gd name="connsiteX3" fmla="*/ 3425212 w 3451226"/>
              <a:gd name="connsiteY3" fmla="*/ 6857999 h 6857999"/>
              <a:gd name="connsiteX4" fmla="*/ 0 w 3451226"/>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226" h="6857999">
                <a:moveTo>
                  <a:pt x="3417548" y="0"/>
                </a:moveTo>
                <a:lnTo>
                  <a:pt x="3451226" y="0"/>
                </a:lnTo>
                <a:lnTo>
                  <a:pt x="3451226" y="6805797"/>
                </a:lnTo>
                <a:lnTo>
                  <a:pt x="3425212" y="6857999"/>
                </a:lnTo>
                <a:lnTo>
                  <a:pt x="0" y="6857999"/>
                </a:lnTo>
                <a:close/>
              </a:path>
            </a:pathLst>
          </a:custGeom>
          <a:solidFill>
            <a:sysClr val="window" lastClr="FFFFFF">
              <a:lumMod val="95000"/>
              <a:alpha val="20000"/>
            </a:sysClr>
          </a:solidFill>
          <a:ln>
            <a:noFill/>
          </a:ln>
          <a:effectLst>
            <a:outerShdw blurRad="406400" dist="292100" algn="l" rotWithShape="0">
              <a:prstClr val="black">
                <a:alpha val="4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wrap="square" rtlCol="0" anchor="ctr">
            <a:noAutofit/>
          </a:bodyPr>
          <a:lstStyle/>
          <a:p>
            <a:pPr algn="ctr"/>
            <a:endParaRPr lang="zh-CN" altLang="en-US" sz="1350"/>
          </a:p>
        </p:txBody>
      </p:sp>
      <p:sp>
        <p:nvSpPr>
          <p:cNvPr id="259" name="任意多边形: 形状 258"/>
          <p:cNvSpPr/>
          <p:nvPr>
            <p:custDataLst>
              <p:tags r:id="rId3"/>
            </p:custDataLst>
          </p:nvPr>
        </p:nvSpPr>
        <p:spPr>
          <a:xfrm>
            <a:off x="6555581" y="-10001"/>
            <a:ext cx="2588419" cy="5143500"/>
          </a:xfrm>
          <a:custGeom>
            <a:avLst/>
            <a:gdLst>
              <a:gd name="connsiteX0" fmla="*/ 3417548 w 3451226"/>
              <a:gd name="connsiteY0" fmla="*/ 0 h 6857999"/>
              <a:gd name="connsiteX1" fmla="*/ 3451226 w 3451226"/>
              <a:gd name="connsiteY1" fmla="*/ 0 h 6857999"/>
              <a:gd name="connsiteX2" fmla="*/ 3451226 w 3451226"/>
              <a:gd name="connsiteY2" fmla="*/ 6805797 h 6857999"/>
              <a:gd name="connsiteX3" fmla="*/ 3425212 w 3451226"/>
              <a:gd name="connsiteY3" fmla="*/ 6857999 h 6857999"/>
              <a:gd name="connsiteX4" fmla="*/ 0 w 3451226"/>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226" h="6857999">
                <a:moveTo>
                  <a:pt x="3417548" y="0"/>
                </a:moveTo>
                <a:lnTo>
                  <a:pt x="3451226" y="0"/>
                </a:lnTo>
                <a:lnTo>
                  <a:pt x="3451226" y="6805797"/>
                </a:lnTo>
                <a:lnTo>
                  <a:pt x="3425212" y="6857999"/>
                </a:lnTo>
                <a:lnTo>
                  <a:pt x="0" y="6857999"/>
                </a:lnTo>
                <a:close/>
              </a:path>
            </a:pathLst>
          </a:custGeom>
          <a:solidFill>
            <a:sysClr val="window" lastClr="FFFFFF">
              <a:lumMod val="95000"/>
              <a:alpha val="40000"/>
            </a:sysClr>
          </a:solidFill>
          <a:ln>
            <a:noFill/>
          </a:ln>
          <a:effectLst>
            <a:outerShdw blurRad="406400" dist="292100" algn="l" rotWithShape="0">
              <a:prstClr val="black">
                <a:alpha val="4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wrap="square" rtlCol="0" anchor="ctr">
            <a:noAutofit/>
          </a:bodyPr>
          <a:lstStyle/>
          <a:p>
            <a:pPr algn="ctr"/>
            <a:endParaRPr lang="zh-CN" altLang="en-US" sz="1350"/>
          </a:p>
        </p:txBody>
      </p:sp>
      <p:sp>
        <p:nvSpPr>
          <p:cNvPr id="621" name="平行四边形 620"/>
          <p:cNvSpPr/>
          <p:nvPr>
            <p:custDataLst>
              <p:tags r:id="rId4"/>
            </p:custDataLst>
          </p:nvPr>
        </p:nvSpPr>
        <p:spPr>
          <a:xfrm>
            <a:off x="7773829" y="4289108"/>
            <a:ext cx="602933" cy="854393"/>
          </a:xfrm>
          <a:prstGeom prst="parallelogram">
            <a:avLst>
              <a:gd name="adj" fmla="val 71296"/>
            </a:avLst>
          </a:pr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22" name="平行四边形 621"/>
          <p:cNvSpPr/>
          <p:nvPr>
            <p:custDataLst>
              <p:tags r:id="rId5"/>
            </p:custDataLst>
          </p:nvPr>
        </p:nvSpPr>
        <p:spPr>
          <a:xfrm>
            <a:off x="7426643" y="4289108"/>
            <a:ext cx="602933" cy="854393"/>
          </a:xfrm>
          <a:prstGeom prst="parallelogram">
            <a:avLst>
              <a:gd name="adj" fmla="val 71296"/>
            </a:avLst>
          </a:pr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23" name="平行四边形 622"/>
          <p:cNvSpPr/>
          <p:nvPr>
            <p:custDataLst>
              <p:tags r:id="rId6"/>
            </p:custDataLst>
          </p:nvPr>
        </p:nvSpPr>
        <p:spPr>
          <a:xfrm>
            <a:off x="7079456" y="4289108"/>
            <a:ext cx="602933" cy="854393"/>
          </a:xfrm>
          <a:prstGeom prst="parallelogram">
            <a:avLst>
              <a:gd name="adj" fmla="val 71296"/>
            </a:avLst>
          </a:pr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1" name="任意多边形: 形状 136"/>
          <p:cNvSpPr/>
          <p:nvPr>
            <p:custDataLst>
              <p:tags r:id="rId7"/>
            </p:custDataLst>
          </p:nvPr>
        </p:nvSpPr>
        <p:spPr>
          <a:xfrm>
            <a:off x="7984331" y="1152049"/>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2" name="任意多边形: 形状 137"/>
          <p:cNvSpPr/>
          <p:nvPr>
            <p:custDataLst>
              <p:tags r:id="rId8"/>
            </p:custDataLst>
          </p:nvPr>
        </p:nvSpPr>
        <p:spPr>
          <a:xfrm>
            <a:off x="8091011" y="1152049"/>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3" name="任意多边形: 形状 138"/>
          <p:cNvSpPr/>
          <p:nvPr>
            <p:custDataLst>
              <p:tags r:id="rId9"/>
            </p:custDataLst>
          </p:nvPr>
        </p:nvSpPr>
        <p:spPr>
          <a:xfrm>
            <a:off x="8197691" y="1152049"/>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4" name="任意多边形: 形状 139"/>
          <p:cNvSpPr/>
          <p:nvPr>
            <p:custDataLst>
              <p:tags r:id="rId10"/>
            </p:custDataLst>
          </p:nvPr>
        </p:nvSpPr>
        <p:spPr>
          <a:xfrm>
            <a:off x="8305324" y="1152049"/>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5" name="任意多边形: 形状 140"/>
          <p:cNvSpPr/>
          <p:nvPr>
            <p:custDataLst>
              <p:tags r:id="rId11"/>
            </p:custDataLst>
          </p:nvPr>
        </p:nvSpPr>
        <p:spPr>
          <a:xfrm>
            <a:off x="8412004" y="1152049"/>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6" name="任意多边形: 形状 141"/>
          <p:cNvSpPr/>
          <p:nvPr>
            <p:custDataLst>
              <p:tags r:id="rId12"/>
            </p:custDataLst>
          </p:nvPr>
        </p:nvSpPr>
        <p:spPr>
          <a:xfrm>
            <a:off x="8626316" y="115204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7" name="任意多边形: 形状 142"/>
          <p:cNvSpPr/>
          <p:nvPr>
            <p:custDataLst>
              <p:tags r:id="rId13"/>
            </p:custDataLst>
          </p:nvPr>
        </p:nvSpPr>
        <p:spPr>
          <a:xfrm>
            <a:off x="8839676" y="115204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8" name="任意多边形: 形状 143"/>
          <p:cNvSpPr/>
          <p:nvPr>
            <p:custDataLst>
              <p:tags r:id="rId14"/>
            </p:custDataLst>
          </p:nvPr>
        </p:nvSpPr>
        <p:spPr>
          <a:xfrm>
            <a:off x="8518684" y="115204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9" name="任意多边形: 形状 144"/>
          <p:cNvSpPr/>
          <p:nvPr>
            <p:custDataLst>
              <p:tags r:id="rId15"/>
            </p:custDataLst>
          </p:nvPr>
        </p:nvSpPr>
        <p:spPr>
          <a:xfrm>
            <a:off x="8732996" y="1152049"/>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20" name="任意多边形: 形状 145"/>
          <p:cNvSpPr/>
          <p:nvPr>
            <p:custDataLst>
              <p:tags r:id="rId16"/>
            </p:custDataLst>
          </p:nvPr>
        </p:nvSpPr>
        <p:spPr>
          <a:xfrm>
            <a:off x="7877651" y="1152049"/>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1" name="任意多边形: 形状 147"/>
          <p:cNvSpPr/>
          <p:nvPr>
            <p:custDataLst>
              <p:tags r:id="rId17"/>
            </p:custDataLst>
          </p:nvPr>
        </p:nvSpPr>
        <p:spPr>
          <a:xfrm>
            <a:off x="7984331" y="1258729"/>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2" name="任意多边形: 形状 148"/>
          <p:cNvSpPr/>
          <p:nvPr>
            <p:custDataLst>
              <p:tags r:id="rId18"/>
            </p:custDataLst>
          </p:nvPr>
        </p:nvSpPr>
        <p:spPr>
          <a:xfrm>
            <a:off x="8091011" y="1258729"/>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3" name="任意多边形: 形状 149"/>
          <p:cNvSpPr/>
          <p:nvPr>
            <p:custDataLst>
              <p:tags r:id="rId19"/>
            </p:custDataLst>
          </p:nvPr>
        </p:nvSpPr>
        <p:spPr>
          <a:xfrm>
            <a:off x="8197691" y="1258729"/>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4" name="任意多边形: 形状 150"/>
          <p:cNvSpPr/>
          <p:nvPr>
            <p:custDataLst>
              <p:tags r:id="rId20"/>
            </p:custDataLst>
          </p:nvPr>
        </p:nvSpPr>
        <p:spPr>
          <a:xfrm>
            <a:off x="8305324" y="1258729"/>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5" name="任意多边形: 形状 151"/>
          <p:cNvSpPr/>
          <p:nvPr>
            <p:custDataLst>
              <p:tags r:id="rId21"/>
            </p:custDataLst>
          </p:nvPr>
        </p:nvSpPr>
        <p:spPr>
          <a:xfrm>
            <a:off x="8412004" y="1258729"/>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6" name="任意多边形: 形状 152"/>
          <p:cNvSpPr/>
          <p:nvPr>
            <p:custDataLst>
              <p:tags r:id="rId22"/>
            </p:custDataLst>
          </p:nvPr>
        </p:nvSpPr>
        <p:spPr>
          <a:xfrm>
            <a:off x="8626316" y="125872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7" name="任意多边形: 形状 153"/>
          <p:cNvSpPr/>
          <p:nvPr>
            <p:custDataLst>
              <p:tags r:id="rId23"/>
            </p:custDataLst>
          </p:nvPr>
        </p:nvSpPr>
        <p:spPr>
          <a:xfrm>
            <a:off x="8839676" y="125872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8" name="任意多边形: 形状 154"/>
          <p:cNvSpPr/>
          <p:nvPr>
            <p:custDataLst>
              <p:tags r:id="rId24"/>
            </p:custDataLst>
          </p:nvPr>
        </p:nvSpPr>
        <p:spPr>
          <a:xfrm>
            <a:off x="8518684" y="125872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9" name="任意多边形: 形状 155"/>
          <p:cNvSpPr/>
          <p:nvPr>
            <p:custDataLst>
              <p:tags r:id="rId25"/>
            </p:custDataLst>
          </p:nvPr>
        </p:nvSpPr>
        <p:spPr>
          <a:xfrm>
            <a:off x="8732996" y="1258729"/>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0" name="任意多边形: 形状 156"/>
          <p:cNvSpPr/>
          <p:nvPr>
            <p:custDataLst>
              <p:tags r:id="rId26"/>
            </p:custDataLst>
          </p:nvPr>
        </p:nvSpPr>
        <p:spPr>
          <a:xfrm>
            <a:off x="7877651" y="1258729"/>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1" name="任意多边形: 形状 158"/>
          <p:cNvSpPr/>
          <p:nvPr>
            <p:custDataLst>
              <p:tags r:id="rId27"/>
            </p:custDataLst>
          </p:nvPr>
        </p:nvSpPr>
        <p:spPr>
          <a:xfrm>
            <a:off x="7984331" y="136636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2" name="任意多边形: 形状 159"/>
          <p:cNvSpPr/>
          <p:nvPr>
            <p:custDataLst>
              <p:tags r:id="rId28"/>
            </p:custDataLst>
          </p:nvPr>
        </p:nvSpPr>
        <p:spPr>
          <a:xfrm>
            <a:off x="8091011" y="136636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3" name="任意多边形: 形状 160"/>
          <p:cNvSpPr/>
          <p:nvPr>
            <p:custDataLst>
              <p:tags r:id="rId29"/>
            </p:custDataLst>
          </p:nvPr>
        </p:nvSpPr>
        <p:spPr>
          <a:xfrm>
            <a:off x="8197691" y="136636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4" name="任意多边形: 形状 161"/>
          <p:cNvSpPr/>
          <p:nvPr>
            <p:custDataLst>
              <p:tags r:id="rId30"/>
            </p:custDataLst>
          </p:nvPr>
        </p:nvSpPr>
        <p:spPr>
          <a:xfrm>
            <a:off x="8305324" y="136636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5" name="任意多边形: 形状 162"/>
          <p:cNvSpPr/>
          <p:nvPr>
            <p:custDataLst>
              <p:tags r:id="rId31"/>
            </p:custDataLst>
          </p:nvPr>
        </p:nvSpPr>
        <p:spPr>
          <a:xfrm>
            <a:off x="8412004" y="136636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6" name="任意多边形: 形状 163"/>
          <p:cNvSpPr/>
          <p:nvPr>
            <p:custDataLst>
              <p:tags r:id="rId32"/>
            </p:custDataLst>
          </p:nvPr>
        </p:nvSpPr>
        <p:spPr>
          <a:xfrm>
            <a:off x="8626316" y="136636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7" name="任意多边形: 形状 164"/>
          <p:cNvSpPr/>
          <p:nvPr>
            <p:custDataLst>
              <p:tags r:id="rId33"/>
            </p:custDataLst>
          </p:nvPr>
        </p:nvSpPr>
        <p:spPr>
          <a:xfrm>
            <a:off x="8839676" y="136636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8" name="任意多边形: 形状 165"/>
          <p:cNvSpPr/>
          <p:nvPr>
            <p:custDataLst>
              <p:tags r:id="rId34"/>
            </p:custDataLst>
          </p:nvPr>
        </p:nvSpPr>
        <p:spPr>
          <a:xfrm>
            <a:off x="8518684" y="136636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9" name="任意多边形: 形状 166"/>
          <p:cNvSpPr/>
          <p:nvPr>
            <p:custDataLst>
              <p:tags r:id="rId35"/>
            </p:custDataLst>
          </p:nvPr>
        </p:nvSpPr>
        <p:spPr>
          <a:xfrm>
            <a:off x="8732996" y="136636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0" name="任意多边形: 形状 167"/>
          <p:cNvSpPr/>
          <p:nvPr>
            <p:custDataLst>
              <p:tags r:id="rId36"/>
            </p:custDataLst>
          </p:nvPr>
        </p:nvSpPr>
        <p:spPr>
          <a:xfrm>
            <a:off x="7877651" y="1366361"/>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1" name="任意多边形: 形状 169"/>
          <p:cNvSpPr/>
          <p:nvPr>
            <p:custDataLst>
              <p:tags r:id="rId37"/>
            </p:custDataLst>
          </p:nvPr>
        </p:nvSpPr>
        <p:spPr>
          <a:xfrm>
            <a:off x="7984331" y="147304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2" name="任意多边形: 形状 170"/>
          <p:cNvSpPr/>
          <p:nvPr>
            <p:custDataLst>
              <p:tags r:id="rId38"/>
            </p:custDataLst>
          </p:nvPr>
        </p:nvSpPr>
        <p:spPr>
          <a:xfrm>
            <a:off x="8091011" y="147304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3" name="任意多边形: 形状 171"/>
          <p:cNvSpPr/>
          <p:nvPr>
            <p:custDataLst>
              <p:tags r:id="rId39"/>
            </p:custDataLst>
          </p:nvPr>
        </p:nvSpPr>
        <p:spPr>
          <a:xfrm>
            <a:off x="8197691" y="147304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4" name="任意多边形: 形状 172"/>
          <p:cNvSpPr/>
          <p:nvPr>
            <p:custDataLst>
              <p:tags r:id="rId40"/>
            </p:custDataLst>
          </p:nvPr>
        </p:nvSpPr>
        <p:spPr>
          <a:xfrm>
            <a:off x="8305324" y="147304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5" name="任意多边形: 形状 173"/>
          <p:cNvSpPr/>
          <p:nvPr>
            <p:custDataLst>
              <p:tags r:id="rId41"/>
            </p:custDataLst>
          </p:nvPr>
        </p:nvSpPr>
        <p:spPr>
          <a:xfrm>
            <a:off x="8412004" y="147304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6" name="任意多边形: 形状 174"/>
          <p:cNvSpPr/>
          <p:nvPr>
            <p:custDataLst>
              <p:tags r:id="rId42"/>
            </p:custDataLst>
          </p:nvPr>
        </p:nvSpPr>
        <p:spPr>
          <a:xfrm>
            <a:off x="8626316" y="147304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7" name="任意多边形: 形状 175"/>
          <p:cNvSpPr/>
          <p:nvPr>
            <p:custDataLst>
              <p:tags r:id="rId43"/>
            </p:custDataLst>
          </p:nvPr>
        </p:nvSpPr>
        <p:spPr>
          <a:xfrm>
            <a:off x="8839676" y="147304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8" name="任意多边形: 形状 176"/>
          <p:cNvSpPr/>
          <p:nvPr>
            <p:custDataLst>
              <p:tags r:id="rId44"/>
            </p:custDataLst>
          </p:nvPr>
        </p:nvSpPr>
        <p:spPr>
          <a:xfrm>
            <a:off x="8518684" y="147304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9" name="任意多边形: 形状 177"/>
          <p:cNvSpPr/>
          <p:nvPr>
            <p:custDataLst>
              <p:tags r:id="rId45"/>
            </p:custDataLst>
          </p:nvPr>
        </p:nvSpPr>
        <p:spPr>
          <a:xfrm>
            <a:off x="8732996" y="147304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0" name="任意多边形: 形状 178"/>
          <p:cNvSpPr/>
          <p:nvPr>
            <p:custDataLst>
              <p:tags r:id="rId46"/>
            </p:custDataLst>
          </p:nvPr>
        </p:nvSpPr>
        <p:spPr>
          <a:xfrm>
            <a:off x="7877651" y="1473041"/>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1" name="任意多边形: 形状 180"/>
          <p:cNvSpPr/>
          <p:nvPr>
            <p:custDataLst>
              <p:tags r:id="rId47"/>
            </p:custDataLst>
          </p:nvPr>
        </p:nvSpPr>
        <p:spPr>
          <a:xfrm>
            <a:off x="7984331" y="157972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2" name="任意多边形: 形状 181"/>
          <p:cNvSpPr/>
          <p:nvPr>
            <p:custDataLst>
              <p:tags r:id="rId48"/>
            </p:custDataLst>
          </p:nvPr>
        </p:nvSpPr>
        <p:spPr>
          <a:xfrm>
            <a:off x="8091011" y="157972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3" name="任意多边形: 形状 182"/>
          <p:cNvSpPr/>
          <p:nvPr>
            <p:custDataLst>
              <p:tags r:id="rId49"/>
            </p:custDataLst>
          </p:nvPr>
        </p:nvSpPr>
        <p:spPr>
          <a:xfrm>
            <a:off x="8197691" y="157972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4" name="任意多边形: 形状 183"/>
          <p:cNvSpPr/>
          <p:nvPr>
            <p:custDataLst>
              <p:tags r:id="rId50"/>
            </p:custDataLst>
          </p:nvPr>
        </p:nvSpPr>
        <p:spPr>
          <a:xfrm>
            <a:off x="8305324" y="157972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5" name="任意多边形: 形状 184"/>
          <p:cNvSpPr/>
          <p:nvPr>
            <p:custDataLst>
              <p:tags r:id="rId51"/>
            </p:custDataLst>
          </p:nvPr>
        </p:nvSpPr>
        <p:spPr>
          <a:xfrm>
            <a:off x="8412004" y="157972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6" name="任意多边形: 形状 185"/>
          <p:cNvSpPr/>
          <p:nvPr>
            <p:custDataLst>
              <p:tags r:id="rId52"/>
            </p:custDataLst>
          </p:nvPr>
        </p:nvSpPr>
        <p:spPr>
          <a:xfrm>
            <a:off x="8626316" y="157972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7" name="任意多边形: 形状 186"/>
          <p:cNvSpPr/>
          <p:nvPr>
            <p:custDataLst>
              <p:tags r:id="rId53"/>
            </p:custDataLst>
          </p:nvPr>
        </p:nvSpPr>
        <p:spPr>
          <a:xfrm>
            <a:off x="8839676" y="157972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8" name="任意多边形: 形状 187"/>
          <p:cNvSpPr/>
          <p:nvPr>
            <p:custDataLst>
              <p:tags r:id="rId54"/>
            </p:custDataLst>
          </p:nvPr>
        </p:nvSpPr>
        <p:spPr>
          <a:xfrm>
            <a:off x="8518684" y="157972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9" name="任意多边形: 形状 188"/>
          <p:cNvSpPr/>
          <p:nvPr>
            <p:custDataLst>
              <p:tags r:id="rId55"/>
            </p:custDataLst>
          </p:nvPr>
        </p:nvSpPr>
        <p:spPr>
          <a:xfrm>
            <a:off x="8732996" y="157972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0" name="任意多边形: 形状 189"/>
          <p:cNvSpPr/>
          <p:nvPr>
            <p:custDataLst>
              <p:tags r:id="rId56"/>
            </p:custDataLst>
          </p:nvPr>
        </p:nvSpPr>
        <p:spPr>
          <a:xfrm>
            <a:off x="7877651" y="1579721"/>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1" name="任意多边形: 形状 191"/>
          <p:cNvSpPr/>
          <p:nvPr>
            <p:custDataLst>
              <p:tags r:id="rId57"/>
            </p:custDataLst>
          </p:nvPr>
        </p:nvSpPr>
        <p:spPr>
          <a:xfrm>
            <a:off x="7984331" y="168735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2" name="任意多边形: 形状 192"/>
          <p:cNvSpPr/>
          <p:nvPr>
            <p:custDataLst>
              <p:tags r:id="rId58"/>
            </p:custDataLst>
          </p:nvPr>
        </p:nvSpPr>
        <p:spPr>
          <a:xfrm>
            <a:off x="8091011" y="168735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3" name="任意多边形: 形状 193"/>
          <p:cNvSpPr/>
          <p:nvPr>
            <p:custDataLst>
              <p:tags r:id="rId59"/>
            </p:custDataLst>
          </p:nvPr>
        </p:nvSpPr>
        <p:spPr>
          <a:xfrm>
            <a:off x="8197691" y="168735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4" name="任意多边形: 形状 194"/>
          <p:cNvSpPr/>
          <p:nvPr>
            <p:custDataLst>
              <p:tags r:id="rId60"/>
            </p:custDataLst>
          </p:nvPr>
        </p:nvSpPr>
        <p:spPr>
          <a:xfrm>
            <a:off x="8305324" y="168735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5" name="任意多边形: 形状 195"/>
          <p:cNvSpPr/>
          <p:nvPr>
            <p:custDataLst>
              <p:tags r:id="rId61"/>
            </p:custDataLst>
          </p:nvPr>
        </p:nvSpPr>
        <p:spPr>
          <a:xfrm>
            <a:off x="8412004" y="168735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6" name="任意多边形: 形状 196"/>
          <p:cNvSpPr/>
          <p:nvPr>
            <p:custDataLst>
              <p:tags r:id="rId62"/>
            </p:custDataLst>
          </p:nvPr>
        </p:nvSpPr>
        <p:spPr>
          <a:xfrm>
            <a:off x="8626316" y="168735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7" name="任意多边形: 形状 197"/>
          <p:cNvSpPr/>
          <p:nvPr>
            <p:custDataLst>
              <p:tags r:id="rId63"/>
            </p:custDataLst>
          </p:nvPr>
        </p:nvSpPr>
        <p:spPr>
          <a:xfrm>
            <a:off x="8839676" y="168735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8" name="任意多边形: 形状 198"/>
          <p:cNvSpPr/>
          <p:nvPr>
            <p:custDataLst>
              <p:tags r:id="rId64"/>
            </p:custDataLst>
          </p:nvPr>
        </p:nvSpPr>
        <p:spPr>
          <a:xfrm>
            <a:off x="8518684" y="168735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9" name="任意多边形: 形状 199"/>
          <p:cNvSpPr/>
          <p:nvPr>
            <p:custDataLst>
              <p:tags r:id="rId65"/>
            </p:custDataLst>
          </p:nvPr>
        </p:nvSpPr>
        <p:spPr>
          <a:xfrm>
            <a:off x="8732996" y="168735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0" name="任意多边形: 形状 200"/>
          <p:cNvSpPr/>
          <p:nvPr>
            <p:custDataLst>
              <p:tags r:id="rId66"/>
            </p:custDataLst>
          </p:nvPr>
        </p:nvSpPr>
        <p:spPr>
          <a:xfrm>
            <a:off x="7877651" y="1686401"/>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1" name="任意多边形: 形状 202"/>
          <p:cNvSpPr/>
          <p:nvPr>
            <p:custDataLst>
              <p:tags r:id="rId67"/>
            </p:custDataLst>
          </p:nvPr>
        </p:nvSpPr>
        <p:spPr>
          <a:xfrm>
            <a:off x="7984331" y="179403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2" name="任意多边形: 形状 203"/>
          <p:cNvSpPr/>
          <p:nvPr>
            <p:custDataLst>
              <p:tags r:id="rId68"/>
            </p:custDataLst>
          </p:nvPr>
        </p:nvSpPr>
        <p:spPr>
          <a:xfrm>
            <a:off x="8091011" y="179403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3" name="任意多边形: 形状 204"/>
          <p:cNvSpPr/>
          <p:nvPr>
            <p:custDataLst>
              <p:tags r:id="rId69"/>
            </p:custDataLst>
          </p:nvPr>
        </p:nvSpPr>
        <p:spPr>
          <a:xfrm>
            <a:off x="8197691" y="179403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4" name="任意多边形: 形状 205"/>
          <p:cNvSpPr/>
          <p:nvPr>
            <p:custDataLst>
              <p:tags r:id="rId70"/>
            </p:custDataLst>
          </p:nvPr>
        </p:nvSpPr>
        <p:spPr>
          <a:xfrm>
            <a:off x="8305324" y="179403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5" name="任意多边形: 形状 206"/>
          <p:cNvSpPr/>
          <p:nvPr>
            <p:custDataLst>
              <p:tags r:id="rId71"/>
            </p:custDataLst>
          </p:nvPr>
        </p:nvSpPr>
        <p:spPr>
          <a:xfrm>
            <a:off x="8412004" y="179403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6" name="任意多边形: 形状 207"/>
          <p:cNvSpPr/>
          <p:nvPr>
            <p:custDataLst>
              <p:tags r:id="rId72"/>
            </p:custDataLst>
          </p:nvPr>
        </p:nvSpPr>
        <p:spPr>
          <a:xfrm>
            <a:off x="8626316" y="179403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7" name="任意多边形: 形状 208"/>
          <p:cNvSpPr/>
          <p:nvPr>
            <p:custDataLst>
              <p:tags r:id="rId73"/>
            </p:custDataLst>
          </p:nvPr>
        </p:nvSpPr>
        <p:spPr>
          <a:xfrm>
            <a:off x="8839676" y="179403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8" name="任意多边形: 形状 209"/>
          <p:cNvSpPr/>
          <p:nvPr>
            <p:custDataLst>
              <p:tags r:id="rId74"/>
            </p:custDataLst>
          </p:nvPr>
        </p:nvSpPr>
        <p:spPr>
          <a:xfrm>
            <a:off x="8518684" y="179403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9" name="任意多边形: 形状 210"/>
          <p:cNvSpPr/>
          <p:nvPr>
            <p:custDataLst>
              <p:tags r:id="rId75"/>
            </p:custDataLst>
          </p:nvPr>
        </p:nvSpPr>
        <p:spPr>
          <a:xfrm>
            <a:off x="8732996" y="179403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0" name="任意多边形: 形状 211"/>
          <p:cNvSpPr/>
          <p:nvPr>
            <p:custDataLst>
              <p:tags r:id="rId76"/>
            </p:custDataLst>
          </p:nvPr>
        </p:nvSpPr>
        <p:spPr>
          <a:xfrm>
            <a:off x="7877651" y="1794034"/>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1" name="任意多边形: 形状 213"/>
          <p:cNvSpPr/>
          <p:nvPr>
            <p:custDataLst>
              <p:tags r:id="rId77"/>
            </p:custDataLst>
          </p:nvPr>
        </p:nvSpPr>
        <p:spPr>
          <a:xfrm>
            <a:off x="7984331" y="190071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2" name="任意多边形: 形状 214"/>
          <p:cNvSpPr/>
          <p:nvPr>
            <p:custDataLst>
              <p:tags r:id="rId78"/>
            </p:custDataLst>
          </p:nvPr>
        </p:nvSpPr>
        <p:spPr>
          <a:xfrm>
            <a:off x="8091011" y="190071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3" name="任意多边形: 形状 215"/>
          <p:cNvSpPr/>
          <p:nvPr>
            <p:custDataLst>
              <p:tags r:id="rId79"/>
            </p:custDataLst>
          </p:nvPr>
        </p:nvSpPr>
        <p:spPr>
          <a:xfrm>
            <a:off x="8197691" y="190071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4" name="任意多边形: 形状 216"/>
          <p:cNvSpPr/>
          <p:nvPr>
            <p:custDataLst>
              <p:tags r:id="rId80"/>
            </p:custDataLst>
          </p:nvPr>
        </p:nvSpPr>
        <p:spPr>
          <a:xfrm>
            <a:off x="8305324" y="190071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5" name="任意多边形: 形状 217"/>
          <p:cNvSpPr/>
          <p:nvPr>
            <p:custDataLst>
              <p:tags r:id="rId81"/>
            </p:custDataLst>
          </p:nvPr>
        </p:nvSpPr>
        <p:spPr>
          <a:xfrm>
            <a:off x="8412004" y="190071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6" name="任意多边形: 形状 218"/>
          <p:cNvSpPr/>
          <p:nvPr>
            <p:custDataLst>
              <p:tags r:id="rId82"/>
            </p:custDataLst>
          </p:nvPr>
        </p:nvSpPr>
        <p:spPr>
          <a:xfrm>
            <a:off x="8626316" y="190071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7" name="任意多边形: 形状 219"/>
          <p:cNvSpPr/>
          <p:nvPr>
            <p:custDataLst>
              <p:tags r:id="rId83"/>
            </p:custDataLst>
          </p:nvPr>
        </p:nvSpPr>
        <p:spPr>
          <a:xfrm>
            <a:off x="8839676" y="190071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8" name="任意多边形: 形状 220"/>
          <p:cNvSpPr/>
          <p:nvPr>
            <p:custDataLst>
              <p:tags r:id="rId84"/>
            </p:custDataLst>
          </p:nvPr>
        </p:nvSpPr>
        <p:spPr>
          <a:xfrm>
            <a:off x="8518684" y="190071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9" name="任意多边形: 形状 221"/>
          <p:cNvSpPr/>
          <p:nvPr>
            <p:custDataLst>
              <p:tags r:id="rId85"/>
            </p:custDataLst>
          </p:nvPr>
        </p:nvSpPr>
        <p:spPr>
          <a:xfrm>
            <a:off x="8732996" y="190071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0" name="任意多边形: 形状 222"/>
          <p:cNvSpPr/>
          <p:nvPr>
            <p:custDataLst>
              <p:tags r:id="rId86"/>
            </p:custDataLst>
          </p:nvPr>
        </p:nvSpPr>
        <p:spPr>
          <a:xfrm>
            <a:off x="7877651" y="1900714"/>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1" name="任意多边形: 形状 224"/>
          <p:cNvSpPr/>
          <p:nvPr>
            <p:custDataLst>
              <p:tags r:id="rId87"/>
            </p:custDataLst>
          </p:nvPr>
        </p:nvSpPr>
        <p:spPr>
          <a:xfrm>
            <a:off x="7984331" y="2008346"/>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2" name="任意多边形: 形状 225"/>
          <p:cNvSpPr/>
          <p:nvPr>
            <p:custDataLst>
              <p:tags r:id="rId88"/>
            </p:custDataLst>
          </p:nvPr>
        </p:nvSpPr>
        <p:spPr>
          <a:xfrm>
            <a:off x="8091011" y="2008346"/>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3" name="任意多边形: 形状 226"/>
          <p:cNvSpPr/>
          <p:nvPr>
            <p:custDataLst>
              <p:tags r:id="rId89"/>
            </p:custDataLst>
          </p:nvPr>
        </p:nvSpPr>
        <p:spPr>
          <a:xfrm>
            <a:off x="8197691" y="2008346"/>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4" name="任意多边形: 形状 227"/>
          <p:cNvSpPr/>
          <p:nvPr>
            <p:custDataLst>
              <p:tags r:id="rId90"/>
            </p:custDataLst>
          </p:nvPr>
        </p:nvSpPr>
        <p:spPr>
          <a:xfrm>
            <a:off x="8305324" y="2008346"/>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5" name="任意多边形: 形状 228"/>
          <p:cNvSpPr/>
          <p:nvPr>
            <p:custDataLst>
              <p:tags r:id="rId91"/>
            </p:custDataLst>
          </p:nvPr>
        </p:nvSpPr>
        <p:spPr>
          <a:xfrm>
            <a:off x="8412004" y="2008346"/>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6" name="任意多边形: 形状 229"/>
          <p:cNvSpPr/>
          <p:nvPr>
            <p:custDataLst>
              <p:tags r:id="rId92"/>
            </p:custDataLst>
          </p:nvPr>
        </p:nvSpPr>
        <p:spPr>
          <a:xfrm>
            <a:off x="8626316" y="200834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7" name="任意多边形: 形状 230"/>
          <p:cNvSpPr/>
          <p:nvPr>
            <p:custDataLst>
              <p:tags r:id="rId93"/>
            </p:custDataLst>
          </p:nvPr>
        </p:nvSpPr>
        <p:spPr>
          <a:xfrm>
            <a:off x="8839676" y="200834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8" name="任意多边形: 形状 231"/>
          <p:cNvSpPr/>
          <p:nvPr>
            <p:custDataLst>
              <p:tags r:id="rId94"/>
            </p:custDataLst>
          </p:nvPr>
        </p:nvSpPr>
        <p:spPr>
          <a:xfrm>
            <a:off x="8518684" y="200834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9" name="任意多边形: 形状 232"/>
          <p:cNvSpPr/>
          <p:nvPr>
            <p:custDataLst>
              <p:tags r:id="rId95"/>
            </p:custDataLst>
          </p:nvPr>
        </p:nvSpPr>
        <p:spPr>
          <a:xfrm>
            <a:off x="8732996" y="2008346"/>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0" name="任意多边形: 形状 233"/>
          <p:cNvSpPr/>
          <p:nvPr>
            <p:custDataLst>
              <p:tags r:id="rId96"/>
            </p:custDataLst>
          </p:nvPr>
        </p:nvSpPr>
        <p:spPr>
          <a:xfrm>
            <a:off x="7877651" y="2007394"/>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1" name="任意多边形: 形状 235"/>
          <p:cNvSpPr/>
          <p:nvPr>
            <p:custDataLst>
              <p:tags r:id="rId97"/>
            </p:custDataLst>
          </p:nvPr>
        </p:nvSpPr>
        <p:spPr>
          <a:xfrm>
            <a:off x="7984331" y="2115026"/>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2" name="任意多边形: 形状 236"/>
          <p:cNvSpPr/>
          <p:nvPr>
            <p:custDataLst>
              <p:tags r:id="rId98"/>
            </p:custDataLst>
          </p:nvPr>
        </p:nvSpPr>
        <p:spPr>
          <a:xfrm>
            <a:off x="8091011" y="2115026"/>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3" name="任意多边形: 形状 237"/>
          <p:cNvSpPr/>
          <p:nvPr>
            <p:custDataLst>
              <p:tags r:id="rId99"/>
            </p:custDataLst>
          </p:nvPr>
        </p:nvSpPr>
        <p:spPr>
          <a:xfrm>
            <a:off x="8197691" y="2115026"/>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4" name="任意多边形: 形状 238"/>
          <p:cNvSpPr/>
          <p:nvPr>
            <p:custDataLst>
              <p:tags r:id="rId100"/>
            </p:custDataLst>
          </p:nvPr>
        </p:nvSpPr>
        <p:spPr>
          <a:xfrm>
            <a:off x="8305324" y="2115026"/>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5" name="任意多边形: 形状 239"/>
          <p:cNvSpPr/>
          <p:nvPr>
            <p:custDataLst>
              <p:tags r:id="rId101"/>
            </p:custDataLst>
          </p:nvPr>
        </p:nvSpPr>
        <p:spPr>
          <a:xfrm>
            <a:off x="8412004" y="2115026"/>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6" name="任意多边形: 形状 240"/>
          <p:cNvSpPr/>
          <p:nvPr>
            <p:custDataLst>
              <p:tags r:id="rId102"/>
            </p:custDataLst>
          </p:nvPr>
        </p:nvSpPr>
        <p:spPr>
          <a:xfrm>
            <a:off x="8626316" y="211502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7" name="任意多边形: 形状 241"/>
          <p:cNvSpPr/>
          <p:nvPr>
            <p:custDataLst>
              <p:tags r:id="rId103"/>
            </p:custDataLst>
          </p:nvPr>
        </p:nvSpPr>
        <p:spPr>
          <a:xfrm>
            <a:off x="8839676" y="211502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8" name="任意多边形: 形状 242"/>
          <p:cNvSpPr/>
          <p:nvPr>
            <p:custDataLst>
              <p:tags r:id="rId104"/>
            </p:custDataLst>
          </p:nvPr>
        </p:nvSpPr>
        <p:spPr>
          <a:xfrm>
            <a:off x="8518684" y="211502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9" name="任意多边形: 形状 243"/>
          <p:cNvSpPr/>
          <p:nvPr>
            <p:custDataLst>
              <p:tags r:id="rId105"/>
            </p:custDataLst>
          </p:nvPr>
        </p:nvSpPr>
        <p:spPr>
          <a:xfrm>
            <a:off x="8732996" y="2115026"/>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0" name="任意多边形: 形状 244"/>
          <p:cNvSpPr/>
          <p:nvPr>
            <p:custDataLst>
              <p:tags r:id="rId106"/>
            </p:custDataLst>
          </p:nvPr>
        </p:nvSpPr>
        <p:spPr>
          <a:xfrm>
            <a:off x="7877651" y="2115026"/>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10" name="矩形: 圆角 1127"/>
          <p:cNvSpPr/>
          <p:nvPr>
            <p:custDataLst>
              <p:tags r:id="rId107"/>
            </p:custDataLst>
          </p:nvPr>
        </p:nvSpPr>
        <p:spPr>
          <a:xfrm>
            <a:off x="3242786" y="1530191"/>
            <a:ext cx="4770120" cy="3129915"/>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8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11" name="矩形: 圆角 1128"/>
          <p:cNvSpPr/>
          <p:nvPr>
            <p:custDataLst>
              <p:tags r:id="rId108"/>
            </p:custDataLst>
          </p:nvPr>
        </p:nvSpPr>
        <p:spPr>
          <a:xfrm>
            <a:off x="1131094" y="1530191"/>
            <a:ext cx="1900714" cy="3129915"/>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11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pic>
        <p:nvPicPr>
          <p:cNvPr id="11" name="图片 10" descr="C:\Users\2GGTFQ2\Desktop\通用图片占位符\图片\916\132378028_916.jpg132378028_916"/>
          <p:cNvPicPr>
            <a:picLocks noChangeAspect="1"/>
          </p:cNvPicPr>
          <p:nvPr>
            <p:custDataLst>
              <p:tags r:id="rId109"/>
            </p:custDataLst>
          </p:nvPr>
        </p:nvPicPr>
        <p:blipFill>
          <a:blip r:embed="rId117"/>
          <a:srcRect/>
          <a:stretch>
            <a:fillRect/>
          </a:stretch>
        </p:blipFill>
        <p:spPr>
          <a:xfrm>
            <a:off x="1260475" y="1637665"/>
            <a:ext cx="1640840" cy="2914650"/>
          </a:xfrm>
          <a:prstGeom prst="roundRect">
            <a:avLst>
              <a:gd name="adj" fmla="val 3442"/>
            </a:avLst>
          </a:prstGeom>
        </p:spPr>
      </p:pic>
      <p:sp>
        <p:nvSpPr>
          <p:cNvPr id="10" name="同心圆 262"/>
          <p:cNvSpPr/>
          <p:nvPr>
            <p:custDataLst>
              <p:tags r:id="rId110"/>
            </p:custDataLst>
          </p:nvPr>
        </p:nvSpPr>
        <p:spPr>
          <a:xfrm>
            <a:off x="1165384" y="1569244"/>
            <a:ext cx="225743" cy="22574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12" name="文本框 11"/>
          <p:cNvSpPr txBox="1"/>
          <p:nvPr>
            <p:custDataLst>
              <p:tags r:id="rId111"/>
            </p:custDataLst>
          </p:nvPr>
        </p:nvSpPr>
        <p:spPr>
          <a:xfrm>
            <a:off x="3423761" y="1832451"/>
            <a:ext cx="4408170" cy="2526030"/>
          </a:xfrm>
          <a:prstGeom prst="rect">
            <a:avLst/>
          </a:prstGeom>
          <a:noFill/>
        </p:spPr>
        <p:txBody>
          <a:bodyPr wrap="square" lIns="76200" tIns="0" rIns="61912" bIns="0" rtlCol="0">
            <a:spAutoFit/>
          </a:bodyPr>
          <a:lstStyle>
            <a:defPPr>
              <a:defRPr lang="zh-CN"/>
            </a:defPPr>
            <a:lvl1pPr fontAlgn="auto">
              <a:lnSpc>
                <a:spcPct val="130000"/>
              </a:lnSpc>
              <a:spcAft>
                <a:spcPts val="1000"/>
              </a:spcAft>
              <a:defRPr sz="1600" spc="150"/>
            </a:lvl1pPr>
          </a:lstStyle>
          <a:p>
            <a:pPr marL="0" lvl="0" indent="0" algn="just">
              <a:lnSpc>
                <a:spcPct val="130000"/>
              </a:lnSpc>
              <a:spcBef>
                <a:spcPts val="0"/>
              </a:spcBef>
              <a:buSzPct val="100000"/>
            </a:pPr>
            <a:r>
              <a:rPr sz="1200" dirty="0">
                <a:solidFill>
                  <a:sysClr val="windowText" lastClr="000000">
                    <a:lumMod val="50000"/>
                    <a:lumOff val="50000"/>
                  </a:sysClr>
                </a:solidFill>
                <a:latin typeface="Arial" panose="020B0604020202020204" pitchFamily="34" charset="0"/>
                <a:ea typeface="微软雅黑" panose="020B0503020204020204" charset="-122"/>
              </a:rPr>
              <a:t>BIOS（Basic Input Output System，基本输入输出系统）是一组固化到计算机主板上ROM 芯片中的程序，它保存着计算机最重要的基本输入输出程序、系统设置信息、开机上电自检程序和系统启动自检程序。其主要功能是为计算机提供最底层的、最直接的硬件设置和控制。</a:t>
            </a:r>
          </a:p>
          <a:p>
            <a:pPr marL="0" lvl="0" indent="0" algn="just">
              <a:lnSpc>
                <a:spcPct val="130000"/>
              </a:lnSpc>
              <a:spcBef>
                <a:spcPts val="0"/>
              </a:spcBef>
              <a:buSzPct val="100000"/>
            </a:pPr>
            <a:r>
              <a:rPr sz="1200" dirty="0">
                <a:solidFill>
                  <a:sysClr val="windowText" lastClr="000000">
                    <a:lumMod val="50000"/>
                    <a:lumOff val="50000"/>
                  </a:sysClr>
                </a:solidFill>
                <a:latin typeface="Arial" panose="020B0604020202020204" pitchFamily="34" charset="0"/>
                <a:ea typeface="微软雅黑" panose="020B0503020204020204" charset="-122"/>
              </a:rPr>
              <a:t>形象地说，BIOS 是连接软件程序与硬件设备的一座“桥梁”，负责解决硬件的即时要求。计算机用户在使用计算机的过程中，都会接触到BIOS，它在计算机系统中起着非常重要的作用。一块主板性能优越与否，很大程度上取决于主板上的BIOS 管理功能是否先进。</a:t>
            </a:r>
          </a:p>
        </p:txBody>
      </p:sp>
      <p:sp>
        <p:nvSpPr>
          <p:cNvPr id="15" name="同心圆 262"/>
          <p:cNvSpPr/>
          <p:nvPr>
            <p:custDataLst>
              <p:tags r:id="rId112"/>
            </p:custDataLst>
          </p:nvPr>
        </p:nvSpPr>
        <p:spPr>
          <a:xfrm>
            <a:off x="7725728" y="4379119"/>
            <a:ext cx="225743" cy="22574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5" name="斜纹 4"/>
          <p:cNvSpPr/>
          <p:nvPr>
            <p:custDataLst>
              <p:tags r:id="rId113"/>
            </p:custDataLst>
          </p:nvPr>
        </p:nvSpPr>
        <p:spPr>
          <a:xfrm rot="8100000">
            <a:off x="-182095" y="398132"/>
            <a:ext cx="366095" cy="366095"/>
          </a:xfrm>
          <a:prstGeom prst="diagStripe">
            <a:avLst/>
          </a:prstGeom>
          <a:solidFill>
            <a:srgbClr val="44546A">
              <a:lumMod val="20000"/>
              <a:lumOff val="80000"/>
            </a:srgbClr>
          </a:solidFill>
          <a:ln>
            <a:noFill/>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6" name="文本框 5"/>
          <p:cNvSpPr txBox="1"/>
          <p:nvPr>
            <p:custDataLst>
              <p:tags r:id="rId114"/>
            </p:custDataLst>
          </p:nvPr>
        </p:nvSpPr>
        <p:spPr>
          <a:xfrm>
            <a:off x="400289" y="360398"/>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00000"/>
              </a:lnSpc>
              <a:spcBef>
                <a:spcPts val="0"/>
              </a:spcBef>
              <a:spcAft>
                <a:spcPts val="0"/>
              </a:spcAft>
              <a:buSzPct val="100000"/>
            </a:pPr>
            <a:r>
              <a:rPr lang="zh-CN" altLang="en-US" sz="2400" b="1" spc="300" dirty="0">
                <a:solidFill>
                  <a:sysClr val="windowText" lastClr="000000">
                    <a:lumMod val="85000"/>
                    <a:lumOff val="15000"/>
                  </a:sysClr>
                </a:solidFill>
                <a:latin typeface="Arial" panose="020B0604020202020204" pitchFamily="34" charset="0"/>
                <a:sym typeface="+mn-ea"/>
              </a:rPr>
              <a:t>BIOS </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流程图: 数据 12"/>
          <p:cNvSpPr/>
          <p:nvPr>
            <p:custDataLst>
              <p:tags r:id="rId2"/>
            </p:custDataLst>
          </p:nvPr>
        </p:nvSpPr>
        <p:spPr>
          <a:xfrm flipH="1">
            <a:off x="0" y="0"/>
            <a:ext cx="9144000" cy="5143691"/>
          </a:xfrm>
          <a:prstGeom prst="flowChartInputOutput">
            <a:avLst/>
          </a:prstGeom>
          <a:solidFill>
            <a:srgbClr val="E34D4D">
              <a:lumMod val="75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dirty="0">
              <a:solidFill>
                <a:srgbClr val="FFFFFF"/>
              </a:solidFill>
              <a:latin typeface="微软雅黑" panose="020B0503020204020204" charset="-122"/>
            </a:endParaRPr>
          </a:p>
        </p:txBody>
      </p:sp>
      <p:sp>
        <p:nvSpPr>
          <p:cNvPr id="14" name="矩形 13"/>
          <p:cNvSpPr/>
          <p:nvPr>
            <p:custDataLst>
              <p:tags r:id="rId3"/>
            </p:custDataLst>
          </p:nvPr>
        </p:nvSpPr>
        <p:spPr>
          <a:xfrm>
            <a:off x="0" y="920254"/>
            <a:ext cx="9144000" cy="3685226"/>
          </a:xfrm>
          <a:prstGeom prst="rect">
            <a:avLst/>
          </a:prstGeom>
          <a:pattFill prst="ltHorz">
            <a:fgClr>
              <a:srgbClr val="FFFFFF">
                <a:lumMod val="95000"/>
              </a:srgbClr>
            </a:fgClr>
            <a:bgClr>
              <a:srgbClr val="FFFFFF"/>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文本框 16"/>
          <p:cNvSpPr txBox="1"/>
          <p:nvPr>
            <p:custDataLst>
              <p:tags r:id="rId4"/>
            </p:custDataLst>
          </p:nvPr>
        </p:nvSpPr>
        <p:spPr>
          <a:xfrm>
            <a:off x="502412" y="1076663"/>
            <a:ext cx="8139178" cy="3371513"/>
          </a:xfrm>
          <a:prstGeom prst="rect">
            <a:avLst/>
          </a:prstGeom>
          <a:noFill/>
        </p:spPr>
        <p:txBody>
          <a:bodyPr wrap="square" lIns="67500" tIns="35100" rIns="67500" bIns="35100" rtlCol="0" anchor="ctr" anchorCtr="0">
            <a:noAutofit/>
          </a:bodyPr>
          <a:lstStyle>
            <a:defPPr>
              <a:defRPr lang="zh-CN"/>
            </a:defPPr>
            <a:lvl1pPr fontAlgn="auto">
              <a:lnSpc>
                <a:spcPct val="130000"/>
              </a:lnSpc>
              <a:spcAft>
                <a:spcPts val="1000"/>
              </a:spcAft>
              <a:defRPr sz="1600" spc="150"/>
            </a:lvl1pPr>
          </a:lstStyle>
          <a:p>
            <a:pPr marL="358775" lvl="0" indent="-358775" algn="just" fontAlgn="ctr">
              <a:lnSpc>
                <a:spcPct val="130000"/>
              </a:lnSpc>
              <a:spcBef>
                <a:spcPts val="1000"/>
              </a:spcBef>
              <a:spcAft>
                <a:spcPts val="0"/>
              </a:spcAft>
              <a:buSzPct val="130000"/>
              <a:buFont typeface="WPS-Bullets" pitchFamily="2" charset="0"/>
              <a:buChar char=""/>
            </a:pPr>
            <a:r>
              <a:rPr sz="1200" b="1" dirty="0">
                <a:solidFill>
                  <a:srgbClr val="000000">
                    <a:lumMod val="65000"/>
                    <a:lumOff val="35000"/>
                  </a:srgbClr>
                </a:solidFill>
                <a:latin typeface="Arial" panose="020B0604020202020204" pitchFamily="34" charset="0"/>
                <a:ea typeface="微软雅黑" panose="020B0503020204020204" charset="-122"/>
                <a:sym typeface="+mn-ea"/>
              </a:rPr>
              <a:t>自检及初始化：</a:t>
            </a:r>
          </a:p>
          <a:p>
            <a:pPr marL="508000" lvl="1" indent="-222250" algn="just" fontAlgn="ctr">
              <a:lnSpc>
                <a:spcPct val="130000"/>
              </a:lnSpc>
              <a:spcBef>
                <a:spcPts val="0"/>
              </a:spcBef>
              <a:spcAft>
                <a:spcPts val="0"/>
              </a:spcAft>
              <a:buSzPct val="100000"/>
              <a:buFont typeface="Arial" panose="020B0604020202020204" pitchFamily="34" charset="0"/>
              <a:buChar char="○"/>
            </a:pPr>
            <a:r>
              <a:rPr sz="1200" dirty="0">
                <a:solidFill>
                  <a:srgbClr val="000000">
                    <a:lumMod val="65000"/>
                    <a:lumOff val="35000"/>
                  </a:srgbClr>
                </a:solidFill>
                <a:latin typeface="Arial" panose="020B0604020202020204" pitchFamily="34" charset="0"/>
                <a:ea typeface="微软雅黑" panose="020B0503020204020204" charset="-122"/>
                <a:sym typeface="+mn-ea"/>
              </a:rPr>
              <a:t>开机后BIOS 最先被启动，然后它会对电脑的硬件设备进行完全彻底的检验和测试。如果发现问题，分两种情况处理：严重故障停机，不给出任何提示或信号；非严重故障则给出屏幕提示或声音报警信号，等待用户处理。如果未发现问题，则将硬件设置为备用状态，然后启动操作系统，把对电脑的控制权交给用户。</a:t>
            </a:r>
          </a:p>
          <a:p>
            <a:pPr marL="358775" lvl="0" indent="-358775" algn="just" fontAlgn="ctr">
              <a:lnSpc>
                <a:spcPct val="130000"/>
              </a:lnSpc>
              <a:spcBef>
                <a:spcPts val="1000"/>
              </a:spcBef>
              <a:spcAft>
                <a:spcPts val="0"/>
              </a:spcAft>
              <a:buSzPct val="130000"/>
              <a:buFont typeface="WPS-Bullets" pitchFamily="2" charset="0"/>
              <a:buChar char=""/>
            </a:pPr>
            <a:r>
              <a:rPr sz="1200" b="1" dirty="0">
                <a:solidFill>
                  <a:srgbClr val="000000">
                    <a:lumMod val="65000"/>
                    <a:lumOff val="35000"/>
                  </a:srgbClr>
                </a:solidFill>
                <a:latin typeface="Arial" panose="020B0604020202020204" pitchFamily="34" charset="0"/>
                <a:ea typeface="微软雅黑" panose="020B0503020204020204" charset="-122"/>
              </a:rPr>
              <a:t>程序服务：</a:t>
            </a:r>
          </a:p>
          <a:p>
            <a:pPr marL="508000" lvl="1" indent="-222250" algn="just" fontAlgn="ctr">
              <a:lnSpc>
                <a:spcPct val="130000"/>
              </a:lnSpc>
              <a:spcBef>
                <a:spcPts val="0"/>
              </a:spcBef>
              <a:spcAft>
                <a:spcPts val="0"/>
              </a:spcAft>
              <a:buSzPct val="100000"/>
              <a:buFont typeface="Arial" panose="020B0604020202020204" pitchFamily="34" charset="0"/>
              <a:buChar char="○"/>
            </a:pPr>
            <a:r>
              <a:rPr sz="1200" dirty="0">
                <a:solidFill>
                  <a:srgbClr val="000000">
                    <a:lumMod val="65000"/>
                    <a:lumOff val="35000"/>
                  </a:srgbClr>
                </a:solidFill>
                <a:latin typeface="Arial" panose="020B0604020202020204" pitchFamily="34" charset="0"/>
                <a:ea typeface="微软雅黑" panose="020B0503020204020204" charset="-122"/>
              </a:rPr>
              <a:t>BIOS 直接与计算机的I/O（Input/Output，输入/ 输出）设备打交道，通过特定的数据端口发出命令，传送或接收各种外部设备的数据，实现软件程序对硬件的直接操作。</a:t>
            </a:r>
          </a:p>
          <a:p>
            <a:pPr marL="358775" lvl="0" indent="-358775" algn="just" fontAlgn="ctr">
              <a:lnSpc>
                <a:spcPct val="130000"/>
              </a:lnSpc>
              <a:spcBef>
                <a:spcPts val="1000"/>
              </a:spcBef>
              <a:spcAft>
                <a:spcPts val="0"/>
              </a:spcAft>
              <a:buSzPct val="130000"/>
              <a:buFont typeface="WPS-Bullets" pitchFamily="2" charset="0"/>
              <a:buChar char=""/>
            </a:pPr>
            <a:r>
              <a:rPr lang="zh-CN" altLang="en-US" sz="1200" b="1">
                <a:solidFill>
                  <a:srgbClr val="000000">
                    <a:lumMod val="65000"/>
                    <a:lumOff val="35000"/>
                  </a:srgbClr>
                </a:solidFill>
                <a:latin typeface="Arial" panose="020B0604020202020204" pitchFamily="34" charset="0"/>
                <a:ea typeface="微软雅黑" panose="020B0503020204020204" charset="-122"/>
              </a:rPr>
              <a:t>设定中断：</a:t>
            </a: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1200">
                <a:solidFill>
                  <a:srgbClr val="000000">
                    <a:lumMod val="65000"/>
                    <a:lumOff val="35000"/>
                  </a:srgbClr>
                </a:solidFill>
                <a:latin typeface="Arial" panose="020B0604020202020204" pitchFamily="34" charset="0"/>
                <a:ea typeface="微软雅黑" panose="020B0503020204020204" charset="-122"/>
              </a:rPr>
              <a:t>开机时，BIOS 会告诉CPU 各硬件设备的中断号。当用户发出使用某个设备的指令后，CPU 就根据中断号使用相应的硬件完成工作，再根据中断号跳回原来的工作。</a:t>
            </a:r>
          </a:p>
        </p:txBody>
      </p:sp>
      <p:sp>
        <p:nvSpPr>
          <p:cNvPr id="18" name="文本框 17"/>
          <p:cNvSpPr txBox="1"/>
          <p:nvPr>
            <p:custDataLst>
              <p:tags r:id="rId5"/>
            </p:custDataLst>
          </p:nvPr>
        </p:nvSpPr>
        <p:spPr>
          <a:xfrm>
            <a:off x="502285" y="225425"/>
            <a:ext cx="6350635" cy="438785"/>
          </a:xfrm>
          <a:prstGeom prst="rect">
            <a:avLst/>
          </a:prstGeom>
          <a:noFill/>
          <a:ln>
            <a:noFill/>
          </a:ln>
        </p:spPr>
        <p:txBody>
          <a:bodyPr wrap="square" lIns="67500" tIns="35100" rIns="67500" bIns="35100" rtlCol="0">
            <a:spAutoFit/>
          </a:bodyPr>
          <a:lstStyle/>
          <a:p>
            <a:pPr marL="0" indent="0" algn="l">
              <a:lnSpc>
                <a:spcPct val="100000"/>
              </a:lnSpc>
              <a:spcBef>
                <a:spcPts val="0"/>
              </a:spcBef>
              <a:spcAft>
                <a:spcPts val="0"/>
              </a:spcAft>
              <a:buSzPct val="100000"/>
            </a:pPr>
            <a:r>
              <a:rPr lang="zh-CN" altLang="en-US" sz="2400" b="1" spc="300" dirty="0">
                <a:solidFill>
                  <a:srgbClr val="FFFFFF"/>
                </a:solidFill>
                <a:latin typeface="Arial" panose="020B0604020202020204" pitchFamily="34" charset="0"/>
                <a:ea typeface="微软雅黑" panose="020B0503020204020204" charset="-122"/>
                <a:sym typeface="+mn-ea"/>
              </a:rPr>
              <a:t>BIOS 的主要作用有以下几个方面</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文本框 41"/>
          <p:cNvSpPr txBox="1"/>
          <p:nvPr>
            <p:custDataLst>
              <p:tags r:id="rId2"/>
            </p:custDataLst>
          </p:nvPr>
        </p:nvSpPr>
        <p:spPr>
          <a:xfrm>
            <a:off x="5509396" y="1934488"/>
            <a:ext cx="3357609" cy="2166620"/>
          </a:xfrm>
          <a:prstGeom prst="rect">
            <a:avLst/>
          </a:prstGeom>
          <a:noFill/>
          <a:ln>
            <a:solidFill>
              <a:schemeClr val="tx1">
                <a:lumMod val="50000"/>
                <a:lumOff val="50000"/>
              </a:schemeClr>
            </a:solidFill>
          </a:ln>
        </p:spPr>
        <p:txBody>
          <a:bodyPr wrap="square" lIns="67500" tIns="35100" rIns="67500" bIns="35100">
            <a:spAutoFit/>
          </a:bodyPr>
          <a:lstStyle>
            <a:defPPr>
              <a:defRPr lang="zh-CN"/>
            </a:defPPr>
            <a:lvl1pPr>
              <a:lnSpc>
                <a:spcPct val="130000"/>
              </a:lnSpc>
              <a:defRPr sz="1400" spc="150">
                <a:latin typeface="Arial" panose="020B0604020202020204" pitchFamily="34" charset="0"/>
                <a:ea typeface="微软雅黑" panose="020B0503020204020204" charset="-122"/>
              </a:defRPr>
            </a:lvl1pPr>
          </a:lstStyle>
          <a:p>
            <a:pPr indent="304800" fontAlgn="auto">
              <a:extLst>
                <a:ext uri="{35155182-B16C-46BC-9424-99874614C6A1}">
                  <wpsdc:indentchars xmlns:wpsdc="http://www.wps.cn/officeDocument/2017/drawingmlCustomData" xmlns="" val="200" checksum="2875442453"/>
                </a:ext>
              </a:extLst>
            </a:pPr>
            <a:r>
              <a:rPr lang="zh-CN" altLang="en-US" sz="1050">
                <a:sym typeface="Arial" panose="020B0604020202020204" pitchFamily="34" charset="0"/>
              </a:rPr>
              <a:t>在老师的耐心讲解下，孙红已经对计算机有了一个初步的认识，但是对计算机中的一些术语和性能指标还是不太理解。老师告诉他不用着急，在以后的工作中通过不断地深入学习，会慢慢地理解和掌握这类知识的。</a:t>
            </a:r>
          </a:p>
          <a:p>
            <a:pPr indent="304800" fontAlgn="auto">
              <a:extLst>
                <a:ext uri="{35155182-B16C-46BC-9424-99874614C6A1}">
                  <wpsdc:indentchars xmlns:wpsdc="http://www.wps.cn/officeDocument/2017/drawingmlCustomData" xmlns="" val="200" checksum="2875442453"/>
                </a:ext>
              </a:extLst>
            </a:pPr>
            <a:r>
              <a:rPr lang="zh-CN" altLang="en-US" sz="1050">
                <a:sym typeface="Arial" panose="020B0604020202020204" pitchFamily="34" charset="0"/>
              </a:rPr>
              <a:t>在上一任务中，孙红已经学会了开机、关机等基本操作。今天辅导员老师起草了一份“学生安全承诺书”，请孙红帮助输入到计算机中。下面我们和孙红一起学习如何使用键盘进行文字录入工作。</a:t>
            </a:r>
          </a:p>
        </p:txBody>
      </p:sp>
      <p:sp>
        <p:nvSpPr>
          <p:cNvPr id="43" name="文本框 42"/>
          <p:cNvSpPr txBox="1"/>
          <p:nvPr>
            <p:custDataLst>
              <p:tags r:id="rId3"/>
            </p:custDataLst>
          </p:nvPr>
        </p:nvSpPr>
        <p:spPr>
          <a:xfrm>
            <a:off x="5509396" y="1420691"/>
            <a:ext cx="3357609" cy="378287"/>
          </a:xfrm>
          <a:prstGeom prst="rect">
            <a:avLst/>
          </a:prstGeom>
          <a:solidFill>
            <a:schemeClr val="accent2">
              <a:lumMod val="20000"/>
              <a:lumOff val="80000"/>
            </a:schemeClr>
          </a:solidFill>
        </p:spPr>
        <p:txBody>
          <a:bodyPr wrap="square" lIns="67500" tIns="35100" rIns="67500" bIns="35100">
            <a:normAutofit/>
          </a:bodyPr>
          <a:lstStyle/>
          <a:p>
            <a:pPr marL="285750" indent="-285750">
              <a:lnSpc>
                <a:spcPct val="130000"/>
              </a:lnSpc>
              <a:buClr>
                <a:srgbClr val="E95730"/>
              </a:buClr>
              <a:buFont typeface="Wingdings" panose="05000000000000000000" charset="0"/>
              <a:buChar char="Ø"/>
            </a:pPr>
            <a:r>
              <a:rPr lang="zh-CN" altLang="en-US" sz="1350" b="1" spc="300">
                <a:solidFill>
                  <a:srgbClr val="E95730"/>
                </a:solidFill>
                <a:effectLst>
                  <a:outerShdw blurRad="38100" dist="38100" dir="2700000" algn="tl">
                    <a:srgbClr val="000000">
                      <a:alpha val="43137"/>
                    </a:srgbClr>
                  </a:outerShdw>
                </a:effectLst>
                <a:latin typeface="Arial" panose="020B0604020202020204" pitchFamily="34" charset="0"/>
                <a:ea typeface="微软雅黑" panose="020B0503020204020204" charset="-122"/>
                <a:sym typeface="Arial" panose="020B0604020202020204" pitchFamily="34" charset="0"/>
              </a:rPr>
              <a:t>任务导入</a:t>
            </a:r>
          </a:p>
        </p:txBody>
      </p:sp>
      <p:sp>
        <p:nvSpPr>
          <p:cNvPr id="5" name="文本框 4"/>
          <p:cNvSpPr txBox="1"/>
          <p:nvPr userDrawn="1"/>
        </p:nvSpPr>
        <p:spPr>
          <a:xfrm>
            <a:off x="5680770" y="459740"/>
            <a:ext cx="3040380" cy="368300"/>
          </a:xfrm>
          <a:prstGeom prst="rect">
            <a:avLst/>
          </a:prstGeom>
          <a:noFill/>
        </p:spPr>
        <p:txBody>
          <a:bodyPr wrap="none" rtlCol="0">
            <a:spAutoFit/>
          </a:bodyPr>
          <a:lstStyle/>
          <a:p>
            <a:pPr algn="r"/>
            <a:r>
              <a:rPr lang="zh-CN" altLang="en-US" sz="1800" dirty="0">
                <a:solidFill>
                  <a:schemeClr val="tx1">
                    <a:lumMod val="75000"/>
                    <a:lumOff val="25000"/>
                  </a:schemeClr>
                </a:solidFill>
                <a:latin typeface="微软雅黑" panose="020B0503020204020204" pitchFamily="34" charset="-122"/>
              </a:rPr>
              <a:t>任务</a:t>
            </a:r>
            <a:r>
              <a:rPr lang="en-US" altLang="zh-CN" sz="1800" dirty="0">
                <a:solidFill>
                  <a:schemeClr val="tx1">
                    <a:lumMod val="75000"/>
                    <a:lumOff val="25000"/>
                  </a:schemeClr>
                </a:solidFill>
                <a:latin typeface="微软雅黑" panose="020B0503020204020204" pitchFamily="34" charset="-122"/>
              </a:rPr>
              <a:t>2  键盘操作和汉字输入</a:t>
            </a:r>
          </a:p>
        </p:txBody>
      </p:sp>
      <p:sp>
        <p:nvSpPr>
          <p:cNvPr id="2" name="椭圆 1"/>
          <p:cNvSpPr/>
          <p:nvPr>
            <p:custDataLst>
              <p:tags r:id="rId4"/>
            </p:custDataLst>
          </p:nvPr>
        </p:nvSpPr>
        <p:spPr>
          <a:xfrm flipH="1">
            <a:off x="330835" y="1424940"/>
            <a:ext cx="2566035" cy="2566035"/>
          </a:xfrm>
          <a:prstGeom prst="ellipse">
            <a:avLst/>
          </a:prstGeom>
          <a:noFill/>
          <a:ln w="25400">
            <a:solidFill>
              <a:srgbClr val="000000">
                <a:lumMod val="65000"/>
                <a:lumOff val="35000"/>
                <a:alpha val="50000"/>
              </a:srgbClr>
            </a:solidFill>
            <a:prstDash val="dash"/>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3" name="椭圆 2"/>
          <p:cNvSpPr/>
          <p:nvPr>
            <p:custDataLst>
              <p:tags r:id="rId5"/>
            </p:custDataLst>
          </p:nvPr>
        </p:nvSpPr>
        <p:spPr>
          <a:xfrm rot="10800000" flipH="1" flipV="1">
            <a:off x="1549400" y="998220"/>
            <a:ext cx="651510" cy="651510"/>
          </a:xfrm>
          <a:prstGeom prst="ellipse">
            <a:avLst/>
          </a:prstGeom>
          <a:solidFill>
            <a:srgbClr val="415163"/>
          </a:solidFill>
          <a:ln w="57150">
            <a:noFill/>
          </a:ln>
          <a:effectLst>
            <a:outerShdw blurRad="38100" dist="38100" algn="ctr" rotWithShape="0">
              <a:srgbClr val="000000">
                <a:alpha val="0"/>
              </a:srgbClr>
            </a:outerShdw>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23" name="任意多边形 22"/>
          <p:cNvSpPr/>
          <p:nvPr>
            <p:custDataLst>
              <p:tags r:id="rId6"/>
            </p:custDataLst>
          </p:nvPr>
        </p:nvSpPr>
        <p:spPr>
          <a:xfrm flipH="1">
            <a:off x="1781175" y="1245870"/>
            <a:ext cx="188595" cy="165100"/>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ysClr val="window" lastClr="FFFFFF"/>
          </a:solidFill>
          <a:ln>
            <a:noFill/>
          </a:ln>
        </p:spPr>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6" name="椭圆 5"/>
          <p:cNvSpPr/>
          <p:nvPr>
            <p:custDataLst>
              <p:tags r:id="rId7"/>
            </p:custDataLst>
          </p:nvPr>
        </p:nvSpPr>
        <p:spPr>
          <a:xfrm rot="10800000" flipH="1" flipV="1">
            <a:off x="2526665" y="2945130"/>
            <a:ext cx="651510" cy="651510"/>
          </a:xfrm>
          <a:prstGeom prst="ellipse">
            <a:avLst/>
          </a:prstGeom>
          <a:solidFill>
            <a:srgbClr val="415163"/>
          </a:solidFill>
          <a:ln w="57150">
            <a:noFill/>
          </a:ln>
          <a:effectLst>
            <a:outerShdw blurRad="38100" dist="38100" algn="ctr" rotWithShape="0">
              <a:srgbClr val="000000">
                <a:alpha val="0"/>
              </a:srgbClr>
            </a:outerShdw>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21" name="任意多边形 20"/>
          <p:cNvSpPr/>
          <p:nvPr>
            <p:custDataLst>
              <p:tags r:id="rId8"/>
            </p:custDataLst>
          </p:nvPr>
        </p:nvSpPr>
        <p:spPr>
          <a:xfrm flipH="1">
            <a:off x="2764155" y="3181985"/>
            <a:ext cx="188595" cy="185420"/>
          </a:xfrm>
          <a:custGeom>
            <a:avLst/>
            <a:gdLst/>
            <a:ahLst/>
            <a:cxnLst/>
            <a:rect l="0" t="0" r="0" b="0"/>
            <a:pathLst>
              <a:path w="120000" h="120000" extrusionOk="0">
                <a:moveTo>
                  <a:pt x="105647" y="48605"/>
                </a:moveTo>
                <a:lnTo>
                  <a:pt x="105647" y="48605"/>
                </a:lnTo>
                <a:cubicBezTo>
                  <a:pt x="104252" y="50016"/>
                  <a:pt x="104252" y="58487"/>
                  <a:pt x="114219" y="64134"/>
                </a:cubicBezTo>
                <a:cubicBezTo>
                  <a:pt x="114219" y="64134"/>
                  <a:pt x="100066" y="66957"/>
                  <a:pt x="90299" y="54252"/>
                </a:cubicBezTo>
                <a:cubicBezTo>
                  <a:pt x="87308" y="54252"/>
                  <a:pt x="84518" y="55663"/>
                  <a:pt x="81727" y="55663"/>
                </a:cubicBezTo>
                <a:cubicBezTo>
                  <a:pt x="60598" y="55663"/>
                  <a:pt x="47840" y="42756"/>
                  <a:pt x="47840" y="27226"/>
                </a:cubicBezTo>
                <a:cubicBezTo>
                  <a:pt x="47840" y="12907"/>
                  <a:pt x="60598" y="0"/>
                  <a:pt x="81727" y="0"/>
                </a:cubicBezTo>
                <a:cubicBezTo>
                  <a:pt x="102857" y="0"/>
                  <a:pt x="119800" y="12907"/>
                  <a:pt x="119800" y="27226"/>
                </a:cubicBezTo>
                <a:cubicBezTo>
                  <a:pt x="119800" y="35697"/>
                  <a:pt x="114219" y="44168"/>
                  <a:pt x="105647" y="48605"/>
                </a:cubicBezTo>
                <a:close/>
                <a:moveTo>
                  <a:pt x="40863" y="30050"/>
                </a:moveTo>
                <a:lnTo>
                  <a:pt x="40863" y="30050"/>
                </a:lnTo>
                <a:cubicBezTo>
                  <a:pt x="42259" y="46991"/>
                  <a:pt x="56411" y="61310"/>
                  <a:pt x="78936" y="62722"/>
                </a:cubicBezTo>
                <a:cubicBezTo>
                  <a:pt x="81727" y="62722"/>
                  <a:pt x="84518" y="62722"/>
                  <a:pt x="87308" y="61310"/>
                </a:cubicBezTo>
                <a:lnTo>
                  <a:pt x="87308" y="61310"/>
                </a:lnTo>
                <a:lnTo>
                  <a:pt x="87308" y="61310"/>
                </a:lnTo>
                <a:cubicBezTo>
                  <a:pt x="94485" y="68369"/>
                  <a:pt x="102857" y="69983"/>
                  <a:pt x="107043" y="69983"/>
                </a:cubicBezTo>
                <a:cubicBezTo>
                  <a:pt x="102857" y="88537"/>
                  <a:pt x="84518" y="102655"/>
                  <a:pt x="56411" y="102655"/>
                </a:cubicBezTo>
                <a:cubicBezTo>
                  <a:pt x="53621" y="102655"/>
                  <a:pt x="49435" y="101243"/>
                  <a:pt x="45049" y="99831"/>
                </a:cubicBezTo>
                <a:cubicBezTo>
                  <a:pt x="31096" y="119798"/>
                  <a:pt x="7176" y="115563"/>
                  <a:pt x="7176" y="115563"/>
                </a:cubicBezTo>
                <a:cubicBezTo>
                  <a:pt x="23920" y="108302"/>
                  <a:pt x="23920" y="94184"/>
                  <a:pt x="19734" y="92773"/>
                </a:cubicBezTo>
                <a:cubicBezTo>
                  <a:pt x="7176" y="85512"/>
                  <a:pt x="0" y="72806"/>
                  <a:pt x="0" y="59899"/>
                </a:cubicBezTo>
                <a:cubicBezTo>
                  <a:pt x="0" y="39932"/>
                  <a:pt x="18338" y="22789"/>
                  <a:pt x="43654" y="18554"/>
                </a:cubicBezTo>
                <a:cubicBezTo>
                  <a:pt x="42259" y="22789"/>
                  <a:pt x="40863" y="25815"/>
                  <a:pt x="40863" y="30050"/>
                </a:cubicBezTo>
                <a:close/>
              </a:path>
            </a:pathLst>
          </a:custGeom>
          <a:solidFill>
            <a:sysClr val="window" lastClr="FFFFFF"/>
          </a:solidFill>
          <a:ln>
            <a:noFill/>
          </a:ln>
        </p:spPr>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7" name="文本框 6"/>
          <p:cNvSpPr txBox="1"/>
          <p:nvPr>
            <p:custDataLst>
              <p:tags r:id="rId9"/>
            </p:custDataLst>
          </p:nvPr>
        </p:nvSpPr>
        <p:spPr>
          <a:xfrm flipH="1">
            <a:off x="2247265" y="1214438"/>
            <a:ext cx="1849755" cy="219075"/>
          </a:xfrm>
          <a:prstGeom prst="rect">
            <a:avLst/>
          </a:prstGeom>
          <a:noFill/>
          <a:ln>
            <a:noFill/>
          </a:ln>
        </p:spPr>
        <p:txBody>
          <a:bodyPr wrap="square" lIns="67500" tIns="0" rIns="67500" bIns="35100" anchor="ctr" anchorCtr="0">
            <a:spAutoFit/>
          </a:bodyPr>
          <a:lstStyle/>
          <a:p>
            <a:pPr marL="0" lvl="0" indent="0" algn="l">
              <a:lnSpc>
                <a:spcPct val="120000"/>
              </a:lnSpc>
              <a:spcBef>
                <a:spcPts val="0"/>
              </a:spcBef>
              <a:spcAft>
                <a:spcPts val="0"/>
              </a:spcAft>
              <a:buSzPct val="25000"/>
            </a:pPr>
            <a:r>
              <a:rPr lang="zh-CN" altLang="en-US" sz="1000" spc="150">
                <a:latin typeface="Arial" panose="020B0604020202020204" pitchFamily="34" charset="0"/>
                <a:ea typeface="微软雅黑" panose="020B0503020204020204" charset="-122"/>
                <a:sym typeface="Arial" panose="020B0604020202020204" pitchFamily="34" charset="0"/>
              </a:rPr>
              <a:t>了解键盘键位。</a:t>
            </a:r>
          </a:p>
        </p:txBody>
      </p:sp>
      <p:sp>
        <p:nvSpPr>
          <p:cNvPr id="8" name="椭圆 7"/>
          <p:cNvSpPr/>
          <p:nvPr>
            <p:custDataLst>
              <p:tags r:id="rId10"/>
            </p:custDataLst>
          </p:nvPr>
        </p:nvSpPr>
        <p:spPr>
          <a:xfrm rot="10800000" flipH="1" flipV="1">
            <a:off x="2526665" y="1736090"/>
            <a:ext cx="651510" cy="651510"/>
          </a:xfrm>
          <a:prstGeom prst="ellipse">
            <a:avLst/>
          </a:prstGeom>
          <a:solidFill>
            <a:srgbClr val="F46346"/>
          </a:solidFill>
          <a:ln w="57150">
            <a:noFill/>
          </a:ln>
          <a:effectLst>
            <a:outerShdw blurRad="38100" dist="38100" algn="ctr" rotWithShape="0">
              <a:srgbClr val="000000">
                <a:alpha val="0"/>
              </a:srgbClr>
            </a:outerShdw>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13" name="任意多边形 12"/>
          <p:cNvSpPr/>
          <p:nvPr>
            <p:custDataLst>
              <p:tags r:id="rId11"/>
            </p:custDataLst>
          </p:nvPr>
        </p:nvSpPr>
        <p:spPr>
          <a:xfrm flipH="1">
            <a:off x="2791460" y="1940560"/>
            <a:ext cx="144145" cy="177165"/>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ysClr val="window" lastClr="FFFFFF"/>
          </a:solidFill>
          <a:ln>
            <a:noFill/>
          </a:ln>
        </p:spPr>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9" name="椭圆 8"/>
          <p:cNvSpPr/>
          <p:nvPr>
            <p:custDataLst>
              <p:tags r:id="rId12"/>
            </p:custDataLst>
          </p:nvPr>
        </p:nvSpPr>
        <p:spPr>
          <a:xfrm flipH="1">
            <a:off x="685800" y="1710690"/>
            <a:ext cx="1923415" cy="1923415"/>
          </a:xfrm>
          <a:prstGeom prst="ellipse">
            <a:avLst/>
          </a:prstGeom>
          <a:solidFill>
            <a:schemeClr val="accent1"/>
          </a:solidFill>
          <a:ln w="6350" cap="flat" cmpd="sng" algn="ctr">
            <a:noFill/>
            <a:prstDash val="solid"/>
            <a:miter lim="800000"/>
          </a:ln>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r>
              <a:rPr lang="zh-CN" sz="2000" b="1">
                <a:latin typeface="Arial" panose="020B0604020202020204" pitchFamily="34" charset="0"/>
                <a:ea typeface="微软雅黑" panose="020B0503020204020204" charset="-122"/>
                <a:sym typeface="Arial" panose="020B0604020202020204" pitchFamily="34" charset="0"/>
              </a:rPr>
              <a:t>学习目标</a:t>
            </a:r>
          </a:p>
        </p:txBody>
      </p:sp>
      <p:sp>
        <p:nvSpPr>
          <p:cNvPr id="10" name="文本框 9"/>
          <p:cNvSpPr txBox="1"/>
          <p:nvPr>
            <p:custDataLst>
              <p:tags r:id="rId13"/>
            </p:custDataLst>
          </p:nvPr>
        </p:nvSpPr>
        <p:spPr>
          <a:xfrm flipH="1">
            <a:off x="3223895" y="1952308"/>
            <a:ext cx="1849755" cy="219075"/>
          </a:xfrm>
          <a:prstGeom prst="rect">
            <a:avLst/>
          </a:prstGeom>
          <a:noFill/>
          <a:ln>
            <a:noFill/>
          </a:ln>
        </p:spPr>
        <p:txBody>
          <a:bodyPr wrap="square" lIns="67500" tIns="0" rIns="67500" bIns="35100" anchor="ctr" anchorCtr="0">
            <a:spAutoFit/>
          </a:bodyPr>
          <a:lstStyle/>
          <a:p>
            <a:pPr marL="0" lvl="0" indent="0" algn="l">
              <a:lnSpc>
                <a:spcPct val="120000"/>
              </a:lnSpc>
              <a:spcBef>
                <a:spcPts val="0"/>
              </a:spcBef>
              <a:spcAft>
                <a:spcPts val="0"/>
              </a:spcAft>
              <a:buSzPct val="25000"/>
            </a:pPr>
            <a:r>
              <a:rPr lang="zh-CN" altLang="en-US" sz="1000" spc="150">
                <a:latin typeface="Arial" panose="020B0604020202020204" pitchFamily="34" charset="0"/>
                <a:ea typeface="微软雅黑" panose="020B0503020204020204" charset="-122"/>
                <a:sym typeface="Arial" panose="020B0604020202020204" pitchFamily="34" charset="0"/>
              </a:rPr>
              <a:t>掌握正确的键盘操作指法。</a:t>
            </a:r>
          </a:p>
        </p:txBody>
      </p:sp>
      <p:sp>
        <p:nvSpPr>
          <p:cNvPr id="14" name="文本框 13"/>
          <p:cNvSpPr txBox="1"/>
          <p:nvPr>
            <p:custDataLst>
              <p:tags r:id="rId14"/>
            </p:custDataLst>
          </p:nvPr>
        </p:nvSpPr>
        <p:spPr>
          <a:xfrm flipH="1">
            <a:off x="3223895" y="3165158"/>
            <a:ext cx="1849755" cy="219075"/>
          </a:xfrm>
          <a:prstGeom prst="rect">
            <a:avLst/>
          </a:prstGeom>
          <a:noFill/>
          <a:ln>
            <a:noFill/>
          </a:ln>
        </p:spPr>
        <p:txBody>
          <a:bodyPr wrap="square" lIns="67500" tIns="0" rIns="67500" bIns="35100" anchor="ctr" anchorCtr="0">
            <a:spAutoFit/>
          </a:bodyPr>
          <a:lstStyle/>
          <a:p>
            <a:pPr marL="0" lvl="0" indent="0" algn="l">
              <a:lnSpc>
                <a:spcPct val="120000"/>
              </a:lnSpc>
              <a:spcBef>
                <a:spcPts val="0"/>
              </a:spcBef>
              <a:spcAft>
                <a:spcPts val="0"/>
              </a:spcAft>
              <a:buSzPct val="25000"/>
            </a:pPr>
            <a:r>
              <a:rPr lang="zh-CN" altLang="en-US" sz="1000" spc="150">
                <a:latin typeface="Arial" panose="020B0604020202020204" pitchFamily="34" charset="0"/>
                <a:ea typeface="微软雅黑" panose="020B0503020204020204" charset="-122"/>
                <a:sym typeface="Arial" panose="020B0604020202020204" pitchFamily="34" charset="0"/>
              </a:rPr>
              <a:t>会安装和选用汉字输入法。</a:t>
            </a:r>
          </a:p>
        </p:txBody>
      </p:sp>
      <p:sp>
        <p:nvSpPr>
          <p:cNvPr id="15" name="椭圆 14"/>
          <p:cNvSpPr/>
          <p:nvPr>
            <p:custDataLst>
              <p:tags r:id="rId15"/>
            </p:custDataLst>
          </p:nvPr>
        </p:nvSpPr>
        <p:spPr>
          <a:xfrm rot="10800000" flipH="1" flipV="1">
            <a:off x="1549400" y="3673475"/>
            <a:ext cx="651510" cy="651510"/>
          </a:xfrm>
          <a:prstGeom prst="ellipse">
            <a:avLst/>
          </a:prstGeom>
          <a:solidFill>
            <a:srgbClr val="F46346"/>
          </a:solidFill>
          <a:ln w="57150">
            <a:noFill/>
          </a:ln>
          <a:effectLst>
            <a:outerShdw blurRad="38100" dist="38100" algn="ctr" rotWithShape="0">
              <a:srgbClr val="000000">
                <a:alpha val="0"/>
              </a:srgbClr>
            </a:outerShdw>
          </a:effectLst>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39" name="任意多边形 20"/>
          <p:cNvSpPr/>
          <p:nvPr>
            <p:custDataLst>
              <p:tags r:id="rId16"/>
            </p:custDataLst>
          </p:nvPr>
        </p:nvSpPr>
        <p:spPr>
          <a:xfrm flipH="1">
            <a:off x="1787525" y="3909695"/>
            <a:ext cx="188595" cy="187960"/>
          </a:xfrm>
          <a:custGeom>
            <a:avLst/>
            <a:gdLst>
              <a:gd name="connsiteX0" fmla="*/ 446002 w 609473"/>
              <a:gd name="connsiteY0" fmla="*/ 152445 h 608556"/>
              <a:gd name="connsiteX1" fmla="*/ 455652 w 609473"/>
              <a:gd name="connsiteY1" fmla="*/ 153605 h 608556"/>
              <a:gd name="connsiteX2" fmla="*/ 456699 w 609473"/>
              <a:gd name="connsiteY2" fmla="*/ 163125 h 608556"/>
              <a:gd name="connsiteX3" fmla="*/ 344733 w 609473"/>
              <a:gd name="connsiteY3" fmla="*/ 341796 h 608556"/>
              <a:gd name="connsiteX4" fmla="*/ 342291 w 609473"/>
              <a:gd name="connsiteY4" fmla="*/ 344234 h 608556"/>
              <a:gd name="connsiteX5" fmla="*/ 163355 w 609473"/>
              <a:gd name="connsiteY5" fmla="*/ 456033 h 608556"/>
              <a:gd name="connsiteX6" fmla="*/ 159286 w 609473"/>
              <a:gd name="connsiteY6" fmla="*/ 457194 h 608556"/>
              <a:gd name="connsiteX7" fmla="*/ 153821 w 609473"/>
              <a:gd name="connsiteY7" fmla="*/ 454988 h 608556"/>
              <a:gd name="connsiteX8" fmla="*/ 152658 w 609473"/>
              <a:gd name="connsiteY8" fmla="*/ 445352 h 608556"/>
              <a:gd name="connsiteX9" fmla="*/ 264740 w 609473"/>
              <a:gd name="connsiteY9" fmla="*/ 266798 h 608556"/>
              <a:gd name="connsiteX10" fmla="*/ 267182 w 609473"/>
              <a:gd name="connsiteY10" fmla="*/ 264360 h 608556"/>
              <a:gd name="connsiteX11" fmla="*/ 256602 w 609473"/>
              <a:gd name="connsiteY11" fmla="*/ 82542 h 608556"/>
              <a:gd name="connsiteX12" fmla="*/ 77550 w 609473"/>
              <a:gd name="connsiteY12" fmla="*/ 304278 h 608556"/>
              <a:gd name="connsiteX13" fmla="*/ 304737 w 609473"/>
              <a:gd name="connsiteY13" fmla="*/ 531122 h 608556"/>
              <a:gd name="connsiteX14" fmla="*/ 531923 w 609473"/>
              <a:gd name="connsiteY14" fmla="*/ 304278 h 608556"/>
              <a:gd name="connsiteX15" fmla="*/ 352755 w 609473"/>
              <a:gd name="connsiteY15" fmla="*/ 82542 h 608556"/>
              <a:gd name="connsiteX16" fmla="*/ 310899 w 609473"/>
              <a:gd name="connsiteY16" fmla="*/ 138266 h 608556"/>
              <a:gd name="connsiteX17" fmla="*/ 304737 w 609473"/>
              <a:gd name="connsiteY17" fmla="*/ 141400 h 608556"/>
              <a:gd name="connsiteX18" fmla="*/ 298574 w 609473"/>
              <a:gd name="connsiteY18" fmla="*/ 138266 h 608556"/>
              <a:gd name="connsiteX19" fmla="*/ 304737 w 609473"/>
              <a:gd name="connsiteY19" fmla="*/ 0 h 608556"/>
              <a:gd name="connsiteX20" fmla="*/ 609473 w 609473"/>
              <a:gd name="connsiteY20" fmla="*/ 304278 h 608556"/>
              <a:gd name="connsiteX21" fmla="*/ 304737 w 609473"/>
              <a:gd name="connsiteY21" fmla="*/ 608556 h 608556"/>
              <a:gd name="connsiteX22" fmla="*/ 0 w 609473"/>
              <a:gd name="connsiteY22" fmla="*/ 304278 h 608556"/>
              <a:gd name="connsiteX23" fmla="*/ 304737 w 609473"/>
              <a:gd name="connsiteY23"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473" h="608556">
                <a:moveTo>
                  <a:pt x="446002" y="152445"/>
                </a:moveTo>
                <a:cubicBezTo>
                  <a:pt x="449141" y="150587"/>
                  <a:pt x="453094" y="151051"/>
                  <a:pt x="455652" y="153605"/>
                </a:cubicBezTo>
                <a:cubicBezTo>
                  <a:pt x="458210" y="156160"/>
                  <a:pt x="458675" y="160107"/>
                  <a:pt x="456699" y="163125"/>
                </a:cubicBezTo>
                <a:lnTo>
                  <a:pt x="344733" y="341796"/>
                </a:lnTo>
                <a:cubicBezTo>
                  <a:pt x="344151" y="342840"/>
                  <a:pt x="343337" y="343653"/>
                  <a:pt x="342291" y="344234"/>
                </a:cubicBezTo>
                <a:lnTo>
                  <a:pt x="163355" y="456033"/>
                </a:lnTo>
                <a:cubicBezTo>
                  <a:pt x="162076" y="456846"/>
                  <a:pt x="160681" y="457194"/>
                  <a:pt x="159286" y="457194"/>
                </a:cubicBezTo>
                <a:cubicBezTo>
                  <a:pt x="157309" y="457194"/>
                  <a:pt x="155333" y="456497"/>
                  <a:pt x="153821" y="454988"/>
                </a:cubicBezTo>
                <a:cubicBezTo>
                  <a:pt x="151263" y="452434"/>
                  <a:pt x="150798" y="448487"/>
                  <a:pt x="152658" y="445352"/>
                </a:cubicBezTo>
                <a:lnTo>
                  <a:pt x="264740" y="266798"/>
                </a:lnTo>
                <a:cubicBezTo>
                  <a:pt x="265322" y="265753"/>
                  <a:pt x="266136" y="264941"/>
                  <a:pt x="267182" y="264360"/>
                </a:cubicBezTo>
                <a:close/>
                <a:moveTo>
                  <a:pt x="256602" y="82542"/>
                </a:moveTo>
                <a:cubicBezTo>
                  <a:pt x="152543" y="104947"/>
                  <a:pt x="77550" y="197473"/>
                  <a:pt x="77550" y="304278"/>
                </a:cubicBezTo>
                <a:cubicBezTo>
                  <a:pt x="77550" y="429309"/>
                  <a:pt x="179400" y="531122"/>
                  <a:pt x="304737" y="531122"/>
                </a:cubicBezTo>
                <a:cubicBezTo>
                  <a:pt x="429956" y="531122"/>
                  <a:pt x="531923" y="429309"/>
                  <a:pt x="531923" y="304278"/>
                </a:cubicBezTo>
                <a:cubicBezTo>
                  <a:pt x="531923" y="197473"/>
                  <a:pt x="456930" y="104947"/>
                  <a:pt x="352755" y="82542"/>
                </a:cubicBezTo>
                <a:lnTo>
                  <a:pt x="310899" y="138266"/>
                </a:lnTo>
                <a:cubicBezTo>
                  <a:pt x="309504" y="140240"/>
                  <a:pt x="307178" y="141400"/>
                  <a:pt x="304737" y="141400"/>
                </a:cubicBezTo>
                <a:cubicBezTo>
                  <a:pt x="302295" y="141400"/>
                  <a:pt x="299970" y="140240"/>
                  <a:pt x="298574" y="138266"/>
                </a:cubicBezTo>
                <a:close/>
                <a:moveTo>
                  <a:pt x="304737" y="0"/>
                </a:moveTo>
                <a:cubicBezTo>
                  <a:pt x="472743" y="0"/>
                  <a:pt x="609473" y="136525"/>
                  <a:pt x="609473" y="304278"/>
                </a:cubicBezTo>
                <a:cubicBezTo>
                  <a:pt x="609473" y="472031"/>
                  <a:pt x="472743" y="608556"/>
                  <a:pt x="304737" y="608556"/>
                </a:cubicBezTo>
                <a:cubicBezTo>
                  <a:pt x="136730" y="608556"/>
                  <a:pt x="0" y="472031"/>
                  <a:pt x="0" y="304278"/>
                </a:cubicBezTo>
                <a:cubicBezTo>
                  <a:pt x="0" y="136525"/>
                  <a:pt x="136730" y="0"/>
                  <a:pt x="304737" y="0"/>
                </a:cubicBezTo>
                <a:close/>
              </a:path>
            </a:pathLst>
          </a:custGeom>
          <a:solidFill>
            <a:sysClr val="window" lastClr="FFFFFF"/>
          </a:solidFill>
          <a:ln>
            <a:noFill/>
          </a:ln>
        </p:spPr>
        <p:txBody>
          <a:bodyPr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16" name="文本框 15"/>
          <p:cNvSpPr txBox="1"/>
          <p:nvPr>
            <p:custDataLst>
              <p:tags r:id="rId17"/>
            </p:custDataLst>
          </p:nvPr>
        </p:nvSpPr>
        <p:spPr>
          <a:xfrm flipH="1">
            <a:off x="2247265" y="4018598"/>
            <a:ext cx="2128520" cy="219075"/>
          </a:xfrm>
          <a:prstGeom prst="rect">
            <a:avLst/>
          </a:prstGeom>
          <a:noFill/>
          <a:ln>
            <a:noFill/>
          </a:ln>
        </p:spPr>
        <p:txBody>
          <a:bodyPr wrap="square" lIns="67500" tIns="0" rIns="67500" bIns="35100" anchor="ctr" anchorCtr="0">
            <a:spAutoFit/>
          </a:bodyPr>
          <a:lstStyle/>
          <a:p>
            <a:pPr marL="0" lvl="0" indent="0" algn="l">
              <a:lnSpc>
                <a:spcPct val="120000"/>
              </a:lnSpc>
              <a:spcBef>
                <a:spcPts val="0"/>
              </a:spcBef>
              <a:spcAft>
                <a:spcPts val="0"/>
              </a:spcAft>
              <a:buSzPct val="25000"/>
            </a:pPr>
            <a:r>
              <a:rPr lang="zh-CN" altLang="en-US" sz="1000" spc="150">
                <a:latin typeface="Arial" panose="020B0604020202020204" pitchFamily="34" charset="0"/>
                <a:ea typeface="微软雅黑" panose="020B0503020204020204" charset="-122"/>
                <a:sym typeface="Arial" panose="020B0604020202020204" pitchFamily="34" charset="0"/>
              </a:rPr>
              <a:t>熟练掌握智能ABC 汉字输入法。</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2"/>
            </p:custDataLst>
          </p:nvPr>
        </p:nvSpPr>
        <p:spPr>
          <a:xfrm>
            <a:off x="0" y="781050"/>
            <a:ext cx="9144000" cy="3571875"/>
          </a:xfrm>
          <a:prstGeom prst="rect">
            <a:avLst/>
          </a:prstGeom>
          <a:solidFill>
            <a:srgbClr val="000000">
              <a:lumMod val="75000"/>
              <a:lumOff val="25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38" name="任意多边形: 形状 37"/>
          <p:cNvSpPr/>
          <p:nvPr>
            <p:custDataLst>
              <p:tags r:id="rId3"/>
            </p:custDataLst>
          </p:nvPr>
        </p:nvSpPr>
        <p:spPr>
          <a:xfrm>
            <a:off x="4895850" y="781050"/>
            <a:ext cx="4248150" cy="3571875"/>
          </a:xfrm>
          <a:custGeom>
            <a:avLst/>
            <a:gdLst>
              <a:gd name="connsiteX0" fmla="*/ 2778109 w 5664200"/>
              <a:gd name="connsiteY0" fmla="*/ 0 h 4762500"/>
              <a:gd name="connsiteX1" fmla="*/ 5664200 w 5664200"/>
              <a:gd name="connsiteY1" fmla="*/ 0 h 4762500"/>
              <a:gd name="connsiteX2" fmla="*/ 5664200 w 5664200"/>
              <a:gd name="connsiteY2" fmla="*/ 4762500 h 4762500"/>
              <a:gd name="connsiteX3" fmla="*/ 0 w 5664200"/>
              <a:gd name="connsiteY3" fmla="*/ 4762500 h 4762500"/>
            </a:gdLst>
            <a:ahLst/>
            <a:cxnLst>
              <a:cxn ang="0">
                <a:pos x="connsiteX0" y="connsiteY0"/>
              </a:cxn>
              <a:cxn ang="0">
                <a:pos x="connsiteX1" y="connsiteY1"/>
              </a:cxn>
              <a:cxn ang="0">
                <a:pos x="connsiteX2" y="connsiteY2"/>
              </a:cxn>
              <a:cxn ang="0">
                <a:pos x="connsiteX3" y="connsiteY3"/>
              </a:cxn>
            </a:cxnLst>
            <a:rect l="l" t="t" r="r" b="b"/>
            <a:pathLst>
              <a:path w="5664200" h="4762500">
                <a:moveTo>
                  <a:pt x="2778109" y="0"/>
                </a:moveTo>
                <a:lnTo>
                  <a:pt x="5664200" y="0"/>
                </a:lnTo>
                <a:lnTo>
                  <a:pt x="5664200" y="4762500"/>
                </a:lnTo>
                <a:lnTo>
                  <a:pt x="0" y="4762500"/>
                </a:lnTo>
                <a:close/>
              </a:path>
            </a:pathLst>
          </a:custGeom>
          <a:pattFill prst="narVert">
            <a:fgClr>
              <a:srgbClr val="000000">
                <a:lumMod val="75000"/>
                <a:lumOff val="25000"/>
              </a:srgbClr>
            </a:fgClr>
            <a:bgClr>
              <a:srgbClr val="000000">
                <a:lumMod val="85000"/>
                <a:lumOff val="15000"/>
              </a:srgbClr>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0" name="文本框 9"/>
          <p:cNvSpPr txBox="1"/>
          <p:nvPr>
            <p:custDataLst>
              <p:tags r:id="rId4"/>
            </p:custDataLst>
          </p:nvPr>
        </p:nvSpPr>
        <p:spPr>
          <a:xfrm>
            <a:off x="378460" y="2019935"/>
            <a:ext cx="4048760" cy="161671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5750" lvl="0" indent="-285750" algn="just" fontAlgn="ctr">
              <a:lnSpc>
                <a:spcPct val="130000"/>
              </a:lnSpc>
              <a:spcBef>
                <a:spcPts val="1000"/>
              </a:spcBef>
              <a:spcAft>
                <a:spcPts val="0"/>
              </a:spcAft>
              <a:buSzPct val="100000"/>
              <a:buFont typeface="Wingdings" panose="05000000000000000000" charset="0"/>
              <a:buChar char="l"/>
            </a:pPr>
            <a:r>
              <a:rPr sz="1200" dirty="0">
                <a:solidFill>
                  <a:srgbClr val="FFFFFF"/>
                </a:solidFill>
                <a:latin typeface="Arial" panose="020B0604020202020204" pitchFamily="34" charset="0"/>
                <a:ea typeface="微软雅黑" panose="020B0503020204020204" charset="-122"/>
                <a:sym typeface="+mn-ea"/>
              </a:rPr>
              <a:t>计算机键盘是向计算机输入数据的主要设备。我们首先要了解键盘上的键位布局情况，并按照正确的指法进行操作，以便逐步实现盲打，提高数据录入效率。</a:t>
            </a:r>
          </a:p>
          <a:p>
            <a:pPr marL="285750" lvl="0" indent="-285750" algn="just" fontAlgn="ctr">
              <a:lnSpc>
                <a:spcPct val="130000"/>
              </a:lnSpc>
              <a:spcBef>
                <a:spcPts val="1000"/>
              </a:spcBef>
              <a:spcAft>
                <a:spcPts val="0"/>
              </a:spcAft>
              <a:buSzPct val="100000"/>
              <a:buFont typeface="Wingdings" panose="05000000000000000000" charset="0"/>
              <a:buChar char="l"/>
            </a:pPr>
            <a:r>
              <a:rPr sz="1200" dirty="0">
                <a:solidFill>
                  <a:srgbClr val="FFFFFF"/>
                </a:solidFill>
                <a:latin typeface="Arial" panose="020B0604020202020204" pitchFamily="34" charset="0"/>
                <a:ea typeface="微软雅黑" panose="020B0503020204020204" charset="-122"/>
                <a:sym typeface="+mn-ea"/>
              </a:rPr>
              <a:t>键盘由排列成阵列的按键组成。目前普遍使用101键或104键的通用扩展键盘，如图1-12所示。</a:t>
            </a:r>
          </a:p>
        </p:txBody>
      </p:sp>
      <p:sp>
        <p:nvSpPr>
          <p:cNvPr id="11" name="文本框 10"/>
          <p:cNvSpPr txBox="1"/>
          <p:nvPr>
            <p:custDataLst>
              <p:tags r:id="rId5"/>
            </p:custDataLst>
          </p:nvPr>
        </p:nvSpPr>
        <p:spPr>
          <a:xfrm>
            <a:off x="378460" y="1497330"/>
            <a:ext cx="2724150" cy="468630"/>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pPr>
            <a:r>
              <a:rPr lang="zh-CN" altLang="en-US" sz="2700" b="1" spc="300" dirty="0">
                <a:solidFill>
                  <a:srgbClr val="FFFFFF"/>
                </a:solidFill>
                <a:latin typeface="Arial" panose="020B0604020202020204" pitchFamily="34" charset="0"/>
                <a:ea typeface="微软雅黑" panose="020B0503020204020204" charset="-122"/>
                <a:sym typeface="+mn-ea"/>
              </a:rPr>
              <a:t>键盘布局</a:t>
            </a:r>
          </a:p>
        </p:txBody>
      </p:sp>
      <p:pic>
        <p:nvPicPr>
          <p:cNvPr id="8" name="图片 7"/>
          <p:cNvPicPr/>
          <p:nvPr>
            <p:custDataLst>
              <p:tags r:id="rId6"/>
            </p:custDataLst>
          </p:nvPr>
        </p:nvPicPr>
        <p:blipFill rotWithShape="1">
          <a:blip r:embed="rId9"/>
          <a:srcRect l="5668" r="5668"/>
          <a:stretch>
            <a:fillRect/>
          </a:stretch>
        </p:blipFill>
        <p:spPr>
          <a:xfrm>
            <a:off x="4619625" y="1497330"/>
            <a:ext cx="4278630" cy="213868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平行四边形 257"/>
          <p:cNvSpPr/>
          <p:nvPr>
            <p:custDataLst>
              <p:tags r:id="rId2"/>
            </p:custDataLst>
          </p:nvPr>
        </p:nvSpPr>
        <p:spPr>
          <a:xfrm>
            <a:off x="3879533" y="0"/>
            <a:ext cx="5132070" cy="5143500"/>
          </a:xfrm>
          <a:prstGeom prst="parallelogram">
            <a:avLst>
              <a:gd name="adj" fmla="val 49944"/>
            </a:avLst>
          </a:prstGeom>
          <a:solidFill>
            <a:sysClr val="window" lastClr="FFFFFF">
              <a:lumMod val="95000"/>
              <a:alpha val="40000"/>
            </a:sysClr>
          </a:solidFill>
          <a:ln>
            <a:noFill/>
          </a:ln>
          <a:effectLst>
            <a:outerShdw blurRad="406400" dist="292100" algn="l" rotWithShape="0">
              <a:prstClr val="black">
                <a:alpha val="4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21" name="平行四边形 620"/>
          <p:cNvSpPr/>
          <p:nvPr>
            <p:custDataLst>
              <p:tags r:id="rId3"/>
            </p:custDataLst>
          </p:nvPr>
        </p:nvSpPr>
        <p:spPr>
          <a:xfrm>
            <a:off x="1197293" y="3729038"/>
            <a:ext cx="998696" cy="1414463"/>
          </a:xfrm>
          <a:prstGeom prst="parallelogram">
            <a:avLst>
              <a:gd name="adj" fmla="val 71296"/>
            </a:avLst>
          </a:prstGeom>
          <a:solidFill>
            <a:sysClr val="window" lastClr="FFFFFF">
              <a:lumMod val="95000"/>
              <a:alpha val="50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22" name="平行四边形 621"/>
          <p:cNvSpPr/>
          <p:nvPr>
            <p:custDataLst>
              <p:tags r:id="rId4"/>
            </p:custDataLst>
          </p:nvPr>
        </p:nvSpPr>
        <p:spPr>
          <a:xfrm>
            <a:off x="622935" y="3729038"/>
            <a:ext cx="998696" cy="1414463"/>
          </a:xfrm>
          <a:prstGeom prst="parallelogram">
            <a:avLst>
              <a:gd name="adj" fmla="val 71296"/>
            </a:avLst>
          </a:prstGeom>
          <a:solidFill>
            <a:sysClr val="window" lastClr="FFFFFF">
              <a:lumMod val="95000"/>
              <a:alpha val="50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23" name="平行四边形 622"/>
          <p:cNvSpPr/>
          <p:nvPr>
            <p:custDataLst>
              <p:tags r:id="rId5"/>
            </p:custDataLst>
          </p:nvPr>
        </p:nvSpPr>
        <p:spPr>
          <a:xfrm>
            <a:off x="48101" y="3729038"/>
            <a:ext cx="998696" cy="1414463"/>
          </a:xfrm>
          <a:prstGeom prst="parallelogram">
            <a:avLst>
              <a:gd name="adj" fmla="val 71296"/>
            </a:avLst>
          </a:prstGeom>
          <a:solidFill>
            <a:sysClr val="window" lastClr="FFFFFF">
              <a:lumMod val="95000"/>
              <a:alpha val="50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1" name="任意多边形: 形状 136"/>
          <p:cNvSpPr/>
          <p:nvPr>
            <p:custDataLst>
              <p:tags r:id="rId6"/>
            </p:custDataLst>
          </p:nvPr>
        </p:nvSpPr>
        <p:spPr>
          <a:xfrm>
            <a:off x="7984331" y="1162050"/>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2" name="任意多边形: 形状 137"/>
          <p:cNvSpPr/>
          <p:nvPr>
            <p:custDataLst>
              <p:tags r:id="rId7"/>
            </p:custDataLst>
          </p:nvPr>
        </p:nvSpPr>
        <p:spPr>
          <a:xfrm>
            <a:off x="8091011" y="1162050"/>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3" name="任意多边形: 形状 138"/>
          <p:cNvSpPr/>
          <p:nvPr>
            <p:custDataLst>
              <p:tags r:id="rId8"/>
            </p:custDataLst>
          </p:nvPr>
        </p:nvSpPr>
        <p:spPr>
          <a:xfrm>
            <a:off x="8197691" y="1162050"/>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4" name="任意多边形: 形状 139"/>
          <p:cNvSpPr/>
          <p:nvPr>
            <p:custDataLst>
              <p:tags r:id="rId9"/>
            </p:custDataLst>
          </p:nvPr>
        </p:nvSpPr>
        <p:spPr>
          <a:xfrm>
            <a:off x="8305324" y="1162050"/>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5" name="任意多边形: 形状 140"/>
          <p:cNvSpPr/>
          <p:nvPr>
            <p:custDataLst>
              <p:tags r:id="rId10"/>
            </p:custDataLst>
          </p:nvPr>
        </p:nvSpPr>
        <p:spPr>
          <a:xfrm>
            <a:off x="8412004" y="1162050"/>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6" name="任意多边形: 形状 141"/>
          <p:cNvSpPr/>
          <p:nvPr>
            <p:custDataLst>
              <p:tags r:id="rId11"/>
            </p:custDataLst>
          </p:nvPr>
        </p:nvSpPr>
        <p:spPr>
          <a:xfrm>
            <a:off x="8626316" y="116205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7" name="任意多边形: 形状 142"/>
          <p:cNvSpPr/>
          <p:nvPr>
            <p:custDataLst>
              <p:tags r:id="rId12"/>
            </p:custDataLst>
          </p:nvPr>
        </p:nvSpPr>
        <p:spPr>
          <a:xfrm>
            <a:off x="8839676" y="116205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8" name="任意多边形: 形状 143"/>
          <p:cNvSpPr/>
          <p:nvPr>
            <p:custDataLst>
              <p:tags r:id="rId13"/>
            </p:custDataLst>
          </p:nvPr>
        </p:nvSpPr>
        <p:spPr>
          <a:xfrm>
            <a:off x="8518684" y="116205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9" name="任意多边形: 形状 144"/>
          <p:cNvSpPr/>
          <p:nvPr>
            <p:custDataLst>
              <p:tags r:id="rId14"/>
            </p:custDataLst>
          </p:nvPr>
        </p:nvSpPr>
        <p:spPr>
          <a:xfrm>
            <a:off x="8732996" y="1162050"/>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20" name="任意多边形: 形状 145"/>
          <p:cNvSpPr/>
          <p:nvPr>
            <p:custDataLst>
              <p:tags r:id="rId15"/>
            </p:custDataLst>
          </p:nvPr>
        </p:nvSpPr>
        <p:spPr>
          <a:xfrm>
            <a:off x="7877651" y="1162050"/>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1" name="任意多边形: 形状 147"/>
          <p:cNvSpPr/>
          <p:nvPr>
            <p:custDataLst>
              <p:tags r:id="rId16"/>
            </p:custDataLst>
          </p:nvPr>
        </p:nvSpPr>
        <p:spPr>
          <a:xfrm>
            <a:off x="7984331" y="1268730"/>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2" name="任意多边形: 形状 148"/>
          <p:cNvSpPr/>
          <p:nvPr>
            <p:custDataLst>
              <p:tags r:id="rId17"/>
            </p:custDataLst>
          </p:nvPr>
        </p:nvSpPr>
        <p:spPr>
          <a:xfrm>
            <a:off x="8091011" y="1268730"/>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3" name="任意多边形: 形状 149"/>
          <p:cNvSpPr/>
          <p:nvPr>
            <p:custDataLst>
              <p:tags r:id="rId18"/>
            </p:custDataLst>
          </p:nvPr>
        </p:nvSpPr>
        <p:spPr>
          <a:xfrm>
            <a:off x="8197691" y="1268730"/>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4" name="任意多边形: 形状 150"/>
          <p:cNvSpPr/>
          <p:nvPr>
            <p:custDataLst>
              <p:tags r:id="rId19"/>
            </p:custDataLst>
          </p:nvPr>
        </p:nvSpPr>
        <p:spPr>
          <a:xfrm>
            <a:off x="8305324" y="1268730"/>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5" name="任意多边形: 形状 151"/>
          <p:cNvSpPr/>
          <p:nvPr>
            <p:custDataLst>
              <p:tags r:id="rId20"/>
            </p:custDataLst>
          </p:nvPr>
        </p:nvSpPr>
        <p:spPr>
          <a:xfrm>
            <a:off x="8412004" y="1268730"/>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6" name="任意多边形: 形状 152"/>
          <p:cNvSpPr/>
          <p:nvPr>
            <p:custDataLst>
              <p:tags r:id="rId21"/>
            </p:custDataLst>
          </p:nvPr>
        </p:nvSpPr>
        <p:spPr>
          <a:xfrm>
            <a:off x="8626316" y="126873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7" name="任意多边形: 形状 153"/>
          <p:cNvSpPr/>
          <p:nvPr>
            <p:custDataLst>
              <p:tags r:id="rId22"/>
            </p:custDataLst>
          </p:nvPr>
        </p:nvSpPr>
        <p:spPr>
          <a:xfrm>
            <a:off x="8839676" y="126873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8" name="任意多边形: 形状 154"/>
          <p:cNvSpPr/>
          <p:nvPr>
            <p:custDataLst>
              <p:tags r:id="rId23"/>
            </p:custDataLst>
          </p:nvPr>
        </p:nvSpPr>
        <p:spPr>
          <a:xfrm>
            <a:off x="8518684" y="126873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9" name="任意多边形: 形状 155"/>
          <p:cNvSpPr/>
          <p:nvPr>
            <p:custDataLst>
              <p:tags r:id="rId24"/>
            </p:custDataLst>
          </p:nvPr>
        </p:nvSpPr>
        <p:spPr>
          <a:xfrm>
            <a:off x="8732996" y="1268730"/>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10" name="任意多边形: 形状 156"/>
          <p:cNvSpPr/>
          <p:nvPr>
            <p:custDataLst>
              <p:tags r:id="rId25"/>
            </p:custDataLst>
          </p:nvPr>
        </p:nvSpPr>
        <p:spPr>
          <a:xfrm>
            <a:off x="7877651" y="1268730"/>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1" name="任意多边形: 形状 158"/>
          <p:cNvSpPr/>
          <p:nvPr>
            <p:custDataLst>
              <p:tags r:id="rId26"/>
            </p:custDataLst>
          </p:nvPr>
        </p:nvSpPr>
        <p:spPr>
          <a:xfrm>
            <a:off x="7984331" y="137636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2" name="任意多边形: 形状 159"/>
          <p:cNvSpPr/>
          <p:nvPr>
            <p:custDataLst>
              <p:tags r:id="rId27"/>
            </p:custDataLst>
          </p:nvPr>
        </p:nvSpPr>
        <p:spPr>
          <a:xfrm>
            <a:off x="8091011" y="137636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3" name="任意多边形: 形状 160"/>
          <p:cNvSpPr/>
          <p:nvPr>
            <p:custDataLst>
              <p:tags r:id="rId28"/>
            </p:custDataLst>
          </p:nvPr>
        </p:nvSpPr>
        <p:spPr>
          <a:xfrm>
            <a:off x="8197691" y="137636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4" name="任意多边形: 形状 161"/>
          <p:cNvSpPr/>
          <p:nvPr>
            <p:custDataLst>
              <p:tags r:id="rId29"/>
            </p:custDataLst>
          </p:nvPr>
        </p:nvSpPr>
        <p:spPr>
          <a:xfrm>
            <a:off x="8305324" y="137636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5" name="任意多边形: 形状 162"/>
          <p:cNvSpPr/>
          <p:nvPr>
            <p:custDataLst>
              <p:tags r:id="rId30"/>
            </p:custDataLst>
          </p:nvPr>
        </p:nvSpPr>
        <p:spPr>
          <a:xfrm>
            <a:off x="8412004" y="137636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6" name="任意多边形: 形状 163"/>
          <p:cNvSpPr/>
          <p:nvPr>
            <p:custDataLst>
              <p:tags r:id="rId31"/>
            </p:custDataLst>
          </p:nvPr>
        </p:nvSpPr>
        <p:spPr>
          <a:xfrm>
            <a:off x="8626316" y="137636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7" name="任意多边形: 形状 164"/>
          <p:cNvSpPr/>
          <p:nvPr>
            <p:custDataLst>
              <p:tags r:id="rId32"/>
            </p:custDataLst>
          </p:nvPr>
        </p:nvSpPr>
        <p:spPr>
          <a:xfrm>
            <a:off x="8839676" y="137636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8" name="任意多边形: 形状 165"/>
          <p:cNvSpPr/>
          <p:nvPr>
            <p:custDataLst>
              <p:tags r:id="rId33"/>
            </p:custDataLst>
          </p:nvPr>
        </p:nvSpPr>
        <p:spPr>
          <a:xfrm>
            <a:off x="8518684" y="137636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9" name="任意多边形: 形状 166"/>
          <p:cNvSpPr/>
          <p:nvPr>
            <p:custDataLst>
              <p:tags r:id="rId34"/>
            </p:custDataLst>
          </p:nvPr>
        </p:nvSpPr>
        <p:spPr>
          <a:xfrm>
            <a:off x="8732996" y="137636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600" name="任意多边形: 形状 167"/>
          <p:cNvSpPr/>
          <p:nvPr>
            <p:custDataLst>
              <p:tags r:id="rId35"/>
            </p:custDataLst>
          </p:nvPr>
        </p:nvSpPr>
        <p:spPr>
          <a:xfrm>
            <a:off x="7877651" y="1376363"/>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1" name="任意多边形: 形状 169"/>
          <p:cNvSpPr/>
          <p:nvPr>
            <p:custDataLst>
              <p:tags r:id="rId36"/>
            </p:custDataLst>
          </p:nvPr>
        </p:nvSpPr>
        <p:spPr>
          <a:xfrm>
            <a:off x="7984331" y="148304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2" name="任意多边形: 形状 170"/>
          <p:cNvSpPr/>
          <p:nvPr>
            <p:custDataLst>
              <p:tags r:id="rId37"/>
            </p:custDataLst>
          </p:nvPr>
        </p:nvSpPr>
        <p:spPr>
          <a:xfrm>
            <a:off x="8091011" y="148304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3" name="任意多边形: 形状 171"/>
          <p:cNvSpPr/>
          <p:nvPr>
            <p:custDataLst>
              <p:tags r:id="rId38"/>
            </p:custDataLst>
          </p:nvPr>
        </p:nvSpPr>
        <p:spPr>
          <a:xfrm>
            <a:off x="8197691" y="148304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4" name="任意多边形: 形状 172"/>
          <p:cNvSpPr/>
          <p:nvPr>
            <p:custDataLst>
              <p:tags r:id="rId39"/>
            </p:custDataLst>
          </p:nvPr>
        </p:nvSpPr>
        <p:spPr>
          <a:xfrm>
            <a:off x="8305324" y="148304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5" name="任意多边形: 形状 173"/>
          <p:cNvSpPr/>
          <p:nvPr>
            <p:custDataLst>
              <p:tags r:id="rId40"/>
            </p:custDataLst>
          </p:nvPr>
        </p:nvSpPr>
        <p:spPr>
          <a:xfrm>
            <a:off x="8412004" y="148304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6" name="任意多边形: 形状 174"/>
          <p:cNvSpPr/>
          <p:nvPr>
            <p:custDataLst>
              <p:tags r:id="rId41"/>
            </p:custDataLst>
          </p:nvPr>
        </p:nvSpPr>
        <p:spPr>
          <a:xfrm>
            <a:off x="8626316" y="148304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7" name="任意多边形: 形状 175"/>
          <p:cNvSpPr/>
          <p:nvPr>
            <p:custDataLst>
              <p:tags r:id="rId42"/>
            </p:custDataLst>
          </p:nvPr>
        </p:nvSpPr>
        <p:spPr>
          <a:xfrm>
            <a:off x="8839676" y="148304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8" name="任意多边形: 形状 176"/>
          <p:cNvSpPr/>
          <p:nvPr>
            <p:custDataLst>
              <p:tags r:id="rId43"/>
            </p:custDataLst>
          </p:nvPr>
        </p:nvSpPr>
        <p:spPr>
          <a:xfrm>
            <a:off x="8518684" y="148304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9" name="任意多边形: 形状 177"/>
          <p:cNvSpPr/>
          <p:nvPr>
            <p:custDataLst>
              <p:tags r:id="rId44"/>
            </p:custDataLst>
          </p:nvPr>
        </p:nvSpPr>
        <p:spPr>
          <a:xfrm>
            <a:off x="8732996" y="148304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90" name="任意多边形: 形状 178"/>
          <p:cNvSpPr/>
          <p:nvPr>
            <p:custDataLst>
              <p:tags r:id="rId45"/>
            </p:custDataLst>
          </p:nvPr>
        </p:nvSpPr>
        <p:spPr>
          <a:xfrm>
            <a:off x="7877651" y="1483043"/>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1" name="任意多边形: 形状 180"/>
          <p:cNvSpPr/>
          <p:nvPr>
            <p:custDataLst>
              <p:tags r:id="rId46"/>
            </p:custDataLst>
          </p:nvPr>
        </p:nvSpPr>
        <p:spPr>
          <a:xfrm>
            <a:off x="7984331" y="158972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2" name="任意多边形: 形状 181"/>
          <p:cNvSpPr/>
          <p:nvPr>
            <p:custDataLst>
              <p:tags r:id="rId47"/>
            </p:custDataLst>
          </p:nvPr>
        </p:nvSpPr>
        <p:spPr>
          <a:xfrm>
            <a:off x="8091011" y="158972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3" name="任意多边形: 形状 182"/>
          <p:cNvSpPr/>
          <p:nvPr>
            <p:custDataLst>
              <p:tags r:id="rId48"/>
            </p:custDataLst>
          </p:nvPr>
        </p:nvSpPr>
        <p:spPr>
          <a:xfrm>
            <a:off x="8197691" y="158972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4" name="任意多边形: 形状 183"/>
          <p:cNvSpPr/>
          <p:nvPr>
            <p:custDataLst>
              <p:tags r:id="rId49"/>
            </p:custDataLst>
          </p:nvPr>
        </p:nvSpPr>
        <p:spPr>
          <a:xfrm>
            <a:off x="8305324" y="158972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5" name="任意多边形: 形状 184"/>
          <p:cNvSpPr/>
          <p:nvPr>
            <p:custDataLst>
              <p:tags r:id="rId50"/>
            </p:custDataLst>
          </p:nvPr>
        </p:nvSpPr>
        <p:spPr>
          <a:xfrm>
            <a:off x="8412004" y="158972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6" name="任意多边形: 形状 185"/>
          <p:cNvSpPr/>
          <p:nvPr>
            <p:custDataLst>
              <p:tags r:id="rId51"/>
            </p:custDataLst>
          </p:nvPr>
        </p:nvSpPr>
        <p:spPr>
          <a:xfrm>
            <a:off x="8626316" y="158972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7" name="任意多边形: 形状 186"/>
          <p:cNvSpPr/>
          <p:nvPr>
            <p:custDataLst>
              <p:tags r:id="rId52"/>
            </p:custDataLst>
          </p:nvPr>
        </p:nvSpPr>
        <p:spPr>
          <a:xfrm>
            <a:off x="8839676" y="158972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8" name="任意多边形: 形状 187"/>
          <p:cNvSpPr/>
          <p:nvPr>
            <p:custDataLst>
              <p:tags r:id="rId53"/>
            </p:custDataLst>
          </p:nvPr>
        </p:nvSpPr>
        <p:spPr>
          <a:xfrm>
            <a:off x="8518684" y="158972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9" name="任意多边形: 形状 188"/>
          <p:cNvSpPr/>
          <p:nvPr>
            <p:custDataLst>
              <p:tags r:id="rId54"/>
            </p:custDataLst>
          </p:nvPr>
        </p:nvSpPr>
        <p:spPr>
          <a:xfrm>
            <a:off x="8732996" y="158972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80" name="任意多边形: 形状 189"/>
          <p:cNvSpPr/>
          <p:nvPr>
            <p:custDataLst>
              <p:tags r:id="rId55"/>
            </p:custDataLst>
          </p:nvPr>
        </p:nvSpPr>
        <p:spPr>
          <a:xfrm>
            <a:off x="7877651" y="1589723"/>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1" name="任意多边形: 形状 191"/>
          <p:cNvSpPr/>
          <p:nvPr>
            <p:custDataLst>
              <p:tags r:id="rId56"/>
            </p:custDataLst>
          </p:nvPr>
        </p:nvSpPr>
        <p:spPr>
          <a:xfrm>
            <a:off x="7984331" y="169735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2" name="任意多边形: 形状 192"/>
          <p:cNvSpPr/>
          <p:nvPr>
            <p:custDataLst>
              <p:tags r:id="rId57"/>
            </p:custDataLst>
          </p:nvPr>
        </p:nvSpPr>
        <p:spPr>
          <a:xfrm>
            <a:off x="8091011" y="169735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3" name="任意多边形: 形状 193"/>
          <p:cNvSpPr/>
          <p:nvPr>
            <p:custDataLst>
              <p:tags r:id="rId58"/>
            </p:custDataLst>
          </p:nvPr>
        </p:nvSpPr>
        <p:spPr>
          <a:xfrm>
            <a:off x="8197691" y="169735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4" name="任意多边形: 形状 194"/>
          <p:cNvSpPr/>
          <p:nvPr>
            <p:custDataLst>
              <p:tags r:id="rId59"/>
            </p:custDataLst>
          </p:nvPr>
        </p:nvSpPr>
        <p:spPr>
          <a:xfrm>
            <a:off x="8305324" y="169735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5" name="任意多边形: 形状 195"/>
          <p:cNvSpPr/>
          <p:nvPr>
            <p:custDataLst>
              <p:tags r:id="rId60"/>
            </p:custDataLst>
          </p:nvPr>
        </p:nvSpPr>
        <p:spPr>
          <a:xfrm>
            <a:off x="8412004" y="169735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6" name="任意多边形: 形状 196"/>
          <p:cNvSpPr/>
          <p:nvPr>
            <p:custDataLst>
              <p:tags r:id="rId61"/>
            </p:custDataLst>
          </p:nvPr>
        </p:nvSpPr>
        <p:spPr>
          <a:xfrm>
            <a:off x="8626316" y="169735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7" name="任意多边形: 形状 197"/>
          <p:cNvSpPr/>
          <p:nvPr>
            <p:custDataLst>
              <p:tags r:id="rId62"/>
            </p:custDataLst>
          </p:nvPr>
        </p:nvSpPr>
        <p:spPr>
          <a:xfrm>
            <a:off x="8839676" y="169735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8" name="任意多边形: 形状 198"/>
          <p:cNvSpPr/>
          <p:nvPr>
            <p:custDataLst>
              <p:tags r:id="rId63"/>
            </p:custDataLst>
          </p:nvPr>
        </p:nvSpPr>
        <p:spPr>
          <a:xfrm>
            <a:off x="8518684" y="169735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9" name="任意多边形: 形状 199"/>
          <p:cNvSpPr/>
          <p:nvPr>
            <p:custDataLst>
              <p:tags r:id="rId64"/>
            </p:custDataLst>
          </p:nvPr>
        </p:nvSpPr>
        <p:spPr>
          <a:xfrm>
            <a:off x="8732996" y="169735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70" name="任意多边形: 形状 200"/>
          <p:cNvSpPr/>
          <p:nvPr>
            <p:custDataLst>
              <p:tags r:id="rId65"/>
            </p:custDataLst>
          </p:nvPr>
        </p:nvSpPr>
        <p:spPr>
          <a:xfrm>
            <a:off x="7877651" y="1696403"/>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1" name="任意多边形: 形状 202"/>
          <p:cNvSpPr/>
          <p:nvPr>
            <p:custDataLst>
              <p:tags r:id="rId66"/>
            </p:custDataLst>
          </p:nvPr>
        </p:nvSpPr>
        <p:spPr>
          <a:xfrm>
            <a:off x="7984331" y="180403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2" name="任意多边形: 形状 203"/>
          <p:cNvSpPr/>
          <p:nvPr>
            <p:custDataLst>
              <p:tags r:id="rId67"/>
            </p:custDataLst>
          </p:nvPr>
        </p:nvSpPr>
        <p:spPr>
          <a:xfrm>
            <a:off x="8091011" y="180403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3" name="任意多边形: 形状 204"/>
          <p:cNvSpPr/>
          <p:nvPr>
            <p:custDataLst>
              <p:tags r:id="rId68"/>
            </p:custDataLst>
          </p:nvPr>
        </p:nvSpPr>
        <p:spPr>
          <a:xfrm>
            <a:off x="8197691" y="180403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4" name="任意多边形: 形状 205"/>
          <p:cNvSpPr/>
          <p:nvPr>
            <p:custDataLst>
              <p:tags r:id="rId69"/>
            </p:custDataLst>
          </p:nvPr>
        </p:nvSpPr>
        <p:spPr>
          <a:xfrm>
            <a:off x="8305324" y="180403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5" name="任意多边形: 形状 206"/>
          <p:cNvSpPr/>
          <p:nvPr>
            <p:custDataLst>
              <p:tags r:id="rId70"/>
            </p:custDataLst>
          </p:nvPr>
        </p:nvSpPr>
        <p:spPr>
          <a:xfrm>
            <a:off x="8412004" y="180403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6" name="任意多边形: 形状 207"/>
          <p:cNvSpPr/>
          <p:nvPr>
            <p:custDataLst>
              <p:tags r:id="rId71"/>
            </p:custDataLst>
          </p:nvPr>
        </p:nvSpPr>
        <p:spPr>
          <a:xfrm>
            <a:off x="8626316" y="180403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7" name="任意多边形: 形状 208"/>
          <p:cNvSpPr/>
          <p:nvPr>
            <p:custDataLst>
              <p:tags r:id="rId72"/>
            </p:custDataLst>
          </p:nvPr>
        </p:nvSpPr>
        <p:spPr>
          <a:xfrm>
            <a:off x="8839676" y="180403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8" name="任意多边形: 形状 209"/>
          <p:cNvSpPr/>
          <p:nvPr>
            <p:custDataLst>
              <p:tags r:id="rId73"/>
            </p:custDataLst>
          </p:nvPr>
        </p:nvSpPr>
        <p:spPr>
          <a:xfrm>
            <a:off x="8518684" y="180403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9" name="任意多边形: 形状 210"/>
          <p:cNvSpPr/>
          <p:nvPr>
            <p:custDataLst>
              <p:tags r:id="rId74"/>
            </p:custDataLst>
          </p:nvPr>
        </p:nvSpPr>
        <p:spPr>
          <a:xfrm>
            <a:off x="8732996" y="180403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60" name="任意多边形: 形状 211"/>
          <p:cNvSpPr/>
          <p:nvPr>
            <p:custDataLst>
              <p:tags r:id="rId75"/>
            </p:custDataLst>
          </p:nvPr>
        </p:nvSpPr>
        <p:spPr>
          <a:xfrm>
            <a:off x="7877651" y="1804035"/>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1" name="任意多边形: 形状 213"/>
          <p:cNvSpPr/>
          <p:nvPr>
            <p:custDataLst>
              <p:tags r:id="rId76"/>
            </p:custDataLst>
          </p:nvPr>
        </p:nvSpPr>
        <p:spPr>
          <a:xfrm>
            <a:off x="7984331" y="191071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2" name="任意多边形: 形状 214"/>
          <p:cNvSpPr/>
          <p:nvPr>
            <p:custDataLst>
              <p:tags r:id="rId77"/>
            </p:custDataLst>
          </p:nvPr>
        </p:nvSpPr>
        <p:spPr>
          <a:xfrm>
            <a:off x="8091011" y="191071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3" name="任意多边形: 形状 215"/>
          <p:cNvSpPr/>
          <p:nvPr>
            <p:custDataLst>
              <p:tags r:id="rId78"/>
            </p:custDataLst>
          </p:nvPr>
        </p:nvSpPr>
        <p:spPr>
          <a:xfrm>
            <a:off x="8197691" y="191071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4" name="任意多边形: 形状 216"/>
          <p:cNvSpPr/>
          <p:nvPr>
            <p:custDataLst>
              <p:tags r:id="rId79"/>
            </p:custDataLst>
          </p:nvPr>
        </p:nvSpPr>
        <p:spPr>
          <a:xfrm>
            <a:off x="8305324" y="191071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5" name="任意多边形: 形状 217"/>
          <p:cNvSpPr/>
          <p:nvPr>
            <p:custDataLst>
              <p:tags r:id="rId80"/>
            </p:custDataLst>
          </p:nvPr>
        </p:nvSpPr>
        <p:spPr>
          <a:xfrm>
            <a:off x="8412004" y="191071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6" name="任意多边形: 形状 218"/>
          <p:cNvSpPr/>
          <p:nvPr>
            <p:custDataLst>
              <p:tags r:id="rId81"/>
            </p:custDataLst>
          </p:nvPr>
        </p:nvSpPr>
        <p:spPr>
          <a:xfrm>
            <a:off x="8626316" y="191071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7" name="任意多边形: 形状 219"/>
          <p:cNvSpPr/>
          <p:nvPr>
            <p:custDataLst>
              <p:tags r:id="rId82"/>
            </p:custDataLst>
          </p:nvPr>
        </p:nvSpPr>
        <p:spPr>
          <a:xfrm>
            <a:off x="8839676" y="191071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8" name="任意多边形: 形状 220"/>
          <p:cNvSpPr/>
          <p:nvPr>
            <p:custDataLst>
              <p:tags r:id="rId83"/>
            </p:custDataLst>
          </p:nvPr>
        </p:nvSpPr>
        <p:spPr>
          <a:xfrm>
            <a:off x="8518684" y="191071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9" name="任意多边形: 形状 221"/>
          <p:cNvSpPr/>
          <p:nvPr>
            <p:custDataLst>
              <p:tags r:id="rId84"/>
            </p:custDataLst>
          </p:nvPr>
        </p:nvSpPr>
        <p:spPr>
          <a:xfrm>
            <a:off x="8732996" y="191071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50" name="任意多边形: 形状 222"/>
          <p:cNvSpPr/>
          <p:nvPr>
            <p:custDataLst>
              <p:tags r:id="rId85"/>
            </p:custDataLst>
          </p:nvPr>
        </p:nvSpPr>
        <p:spPr>
          <a:xfrm>
            <a:off x="7877651" y="1910715"/>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1" name="任意多边形: 形状 224"/>
          <p:cNvSpPr/>
          <p:nvPr>
            <p:custDataLst>
              <p:tags r:id="rId86"/>
            </p:custDataLst>
          </p:nvPr>
        </p:nvSpPr>
        <p:spPr>
          <a:xfrm>
            <a:off x="7984331" y="2018348"/>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2" name="任意多边形: 形状 225"/>
          <p:cNvSpPr/>
          <p:nvPr>
            <p:custDataLst>
              <p:tags r:id="rId87"/>
            </p:custDataLst>
          </p:nvPr>
        </p:nvSpPr>
        <p:spPr>
          <a:xfrm>
            <a:off x="8091011" y="2018348"/>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3" name="任意多边形: 形状 226"/>
          <p:cNvSpPr/>
          <p:nvPr>
            <p:custDataLst>
              <p:tags r:id="rId88"/>
            </p:custDataLst>
          </p:nvPr>
        </p:nvSpPr>
        <p:spPr>
          <a:xfrm>
            <a:off x="8197691" y="2018348"/>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4" name="任意多边形: 形状 227"/>
          <p:cNvSpPr/>
          <p:nvPr>
            <p:custDataLst>
              <p:tags r:id="rId89"/>
            </p:custDataLst>
          </p:nvPr>
        </p:nvSpPr>
        <p:spPr>
          <a:xfrm>
            <a:off x="8305324" y="2018348"/>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5" name="任意多边形: 形状 228"/>
          <p:cNvSpPr/>
          <p:nvPr>
            <p:custDataLst>
              <p:tags r:id="rId90"/>
            </p:custDataLst>
          </p:nvPr>
        </p:nvSpPr>
        <p:spPr>
          <a:xfrm>
            <a:off x="8412004" y="2018348"/>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6" name="任意多边形: 形状 229"/>
          <p:cNvSpPr/>
          <p:nvPr>
            <p:custDataLst>
              <p:tags r:id="rId91"/>
            </p:custDataLst>
          </p:nvPr>
        </p:nvSpPr>
        <p:spPr>
          <a:xfrm>
            <a:off x="8626316" y="201834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7" name="任意多边形: 形状 230"/>
          <p:cNvSpPr/>
          <p:nvPr>
            <p:custDataLst>
              <p:tags r:id="rId92"/>
            </p:custDataLst>
          </p:nvPr>
        </p:nvSpPr>
        <p:spPr>
          <a:xfrm>
            <a:off x="8839676" y="201834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8" name="任意多边形: 形状 231"/>
          <p:cNvSpPr/>
          <p:nvPr>
            <p:custDataLst>
              <p:tags r:id="rId93"/>
            </p:custDataLst>
          </p:nvPr>
        </p:nvSpPr>
        <p:spPr>
          <a:xfrm>
            <a:off x="8518684" y="201834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9" name="任意多边形: 形状 232"/>
          <p:cNvSpPr/>
          <p:nvPr>
            <p:custDataLst>
              <p:tags r:id="rId94"/>
            </p:custDataLst>
          </p:nvPr>
        </p:nvSpPr>
        <p:spPr>
          <a:xfrm>
            <a:off x="8732996" y="2018348"/>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40" name="任意多边形: 形状 233"/>
          <p:cNvSpPr/>
          <p:nvPr>
            <p:custDataLst>
              <p:tags r:id="rId95"/>
            </p:custDataLst>
          </p:nvPr>
        </p:nvSpPr>
        <p:spPr>
          <a:xfrm>
            <a:off x="7877651" y="2017395"/>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1" name="任意多边形: 形状 235"/>
          <p:cNvSpPr/>
          <p:nvPr>
            <p:custDataLst>
              <p:tags r:id="rId96"/>
            </p:custDataLst>
          </p:nvPr>
        </p:nvSpPr>
        <p:spPr>
          <a:xfrm>
            <a:off x="7984331" y="2125028"/>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2" name="任意多边形: 形状 236"/>
          <p:cNvSpPr/>
          <p:nvPr>
            <p:custDataLst>
              <p:tags r:id="rId97"/>
            </p:custDataLst>
          </p:nvPr>
        </p:nvSpPr>
        <p:spPr>
          <a:xfrm>
            <a:off x="8091011" y="2125028"/>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3" name="任意多边形: 形状 237"/>
          <p:cNvSpPr/>
          <p:nvPr>
            <p:custDataLst>
              <p:tags r:id="rId98"/>
            </p:custDataLst>
          </p:nvPr>
        </p:nvSpPr>
        <p:spPr>
          <a:xfrm>
            <a:off x="8197691" y="2125028"/>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4" name="任意多边形: 形状 238"/>
          <p:cNvSpPr/>
          <p:nvPr>
            <p:custDataLst>
              <p:tags r:id="rId99"/>
            </p:custDataLst>
          </p:nvPr>
        </p:nvSpPr>
        <p:spPr>
          <a:xfrm>
            <a:off x="8305324" y="2125028"/>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5" name="任意多边形: 形状 239"/>
          <p:cNvSpPr/>
          <p:nvPr>
            <p:custDataLst>
              <p:tags r:id="rId100"/>
            </p:custDataLst>
          </p:nvPr>
        </p:nvSpPr>
        <p:spPr>
          <a:xfrm>
            <a:off x="8412004" y="2125028"/>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6" name="任意多边形: 形状 240"/>
          <p:cNvSpPr/>
          <p:nvPr>
            <p:custDataLst>
              <p:tags r:id="rId101"/>
            </p:custDataLst>
          </p:nvPr>
        </p:nvSpPr>
        <p:spPr>
          <a:xfrm>
            <a:off x="8626316" y="212502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7" name="任意多边形: 形状 241"/>
          <p:cNvSpPr/>
          <p:nvPr>
            <p:custDataLst>
              <p:tags r:id="rId102"/>
            </p:custDataLst>
          </p:nvPr>
        </p:nvSpPr>
        <p:spPr>
          <a:xfrm>
            <a:off x="8839676" y="212502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8" name="任意多边形: 形状 242"/>
          <p:cNvSpPr/>
          <p:nvPr>
            <p:custDataLst>
              <p:tags r:id="rId103"/>
            </p:custDataLst>
          </p:nvPr>
        </p:nvSpPr>
        <p:spPr>
          <a:xfrm>
            <a:off x="8518684" y="212502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29" name="任意多边形: 形状 243"/>
          <p:cNvSpPr/>
          <p:nvPr>
            <p:custDataLst>
              <p:tags r:id="rId104"/>
            </p:custDataLst>
          </p:nvPr>
        </p:nvSpPr>
        <p:spPr>
          <a:xfrm>
            <a:off x="8732996" y="2125028"/>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30" name="任意多边形: 形状 244"/>
          <p:cNvSpPr/>
          <p:nvPr>
            <p:custDataLst>
              <p:tags r:id="rId105"/>
            </p:custDataLst>
          </p:nvPr>
        </p:nvSpPr>
        <p:spPr>
          <a:xfrm>
            <a:off x="7877651" y="2125028"/>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10" name="矩形: 圆角 1127"/>
          <p:cNvSpPr/>
          <p:nvPr>
            <p:custDataLst>
              <p:tags r:id="rId106"/>
            </p:custDataLst>
          </p:nvPr>
        </p:nvSpPr>
        <p:spPr>
          <a:xfrm>
            <a:off x="1191101" y="1530668"/>
            <a:ext cx="4544378" cy="3129915"/>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8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11" name="矩形: 圆角 1128"/>
          <p:cNvSpPr/>
          <p:nvPr>
            <p:custDataLst>
              <p:tags r:id="rId107"/>
            </p:custDataLst>
          </p:nvPr>
        </p:nvSpPr>
        <p:spPr>
          <a:xfrm>
            <a:off x="6053138" y="1530191"/>
            <a:ext cx="1900714" cy="3129915"/>
          </a:xfrm>
          <a:prstGeom prst="roundRect">
            <a:avLst>
              <a:gd name="adj" fmla="val 7429"/>
            </a:avLst>
          </a:prstGeom>
          <a:solidFill>
            <a:sysClr val="window" lastClr="FFFFFF"/>
          </a:solidFill>
          <a:ln w="12700">
            <a:solidFill>
              <a:srgbClr val="44546A">
                <a:lumMod val="75000"/>
              </a:srgbClr>
            </a:solidFill>
          </a:ln>
          <a:effectLst>
            <a:outerShdw blurRad="50800" dist="76200" dir="5400000" algn="t" rotWithShape="0">
              <a:prstClr val="black">
                <a:alpha val="11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pic>
        <p:nvPicPr>
          <p:cNvPr id="10" name="图片 9" descr="C:\Users\18645\Desktop\图片2.png图片2"/>
          <p:cNvPicPr>
            <a:picLocks noChangeAspect="1"/>
          </p:cNvPicPr>
          <p:nvPr>
            <p:custDataLst>
              <p:tags r:id="rId108"/>
            </p:custDataLst>
          </p:nvPr>
        </p:nvPicPr>
        <p:blipFill>
          <a:blip r:embed="rId116"/>
          <a:srcRect l="35427" t="7960" r="30132" b="10601"/>
          <a:stretch>
            <a:fillRect/>
          </a:stretch>
        </p:blipFill>
        <p:spPr>
          <a:xfrm>
            <a:off x="6183630" y="1637665"/>
            <a:ext cx="1640840" cy="2917190"/>
          </a:xfrm>
          <a:prstGeom prst="roundRect">
            <a:avLst>
              <a:gd name="adj" fmla="val 3442"/>
            </a:avLst>
          </a:prstGeom>
        </p:spPr>
      </p:pic>
      <p:sp>
        <p:nvSpPr>
          <p:cNvPr id="515" name="同心圆 262"/>
          <p:cNvSpPr/>
          <p:nvPr>
            <p:custDataLst>
              <p:tags r:id="rId109"/>
            </p:custDataLst>
          </p:nvPr>
        </p:nvSpPr>
        <p:spPr>
          <a:xfrm>
            <a:off x="7660005" y="4379119"/>
            <a:ext cx="225743" cy="22574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11" name="同心圆 262"/>
          <p:cNvSpPr/>
          <p:nvPr>
            <p:custDataLst>
              <p:tags r:id="rId110"/>
            </p:custDataLst>
          </p:nvPr>
        </p:nvSpPr>
        <p:spPr>
          <a:xfrm>
            <a:off x="1264920" y="1578293"/>
            <a:ext cx="225743" cy="22574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12" name="文本框 11"/>
          <p:cNvSpPr txBox="1"/>
          <p:nvPr>
            <p:custDataLst>
              <p:tags r:id="rId111"/>
            </p:custDataLst>
          </p:nvPr>
        </p:nvSpPr>
        <p:spPr>
          <a:xfrm>
            <a:off x="1325387" y="2680335"/>
            <a:ext cx="4275807" cy="830580"/>
          </a:xfrm>
          <a:prstGeom prst="rect">
            <a:avLst/>
          </a:prstGeom>
          <a:noFill/>
        </p:spPr>
        <p:txBody>
          <a:bodyPr wrap="square" lIns="76200" tIns="0" rIns="61912" bIns="0" rtlCol="0" anchor="ctr" anchorCtr="0">
            <a:noAutofit/>
          </a:bodyPr>
          <a:lstStyle>
            <a:defPPr>
              <a:defRPr lang="zh-CN"/>
            </a:defPPr>
            <a:lvl1pPr fontAlgn="auto">
              <a:lnSpc>
                <a:spcPct val="130000"/>
              </a:lnSpc>
              <a:spcAft>
                <a:spcPts val="1000"/>
              </a:spcAft>
              <a:defRPr sz="1600" spc="150"/>
            </a:lvl1pPr>
          </a:lstStyle>
          <a:p>
            <a:pPr marL="0" lvl="0" indent="0" algn="l">
              <a:lnSpc>
                <a:spcPct val="150000"/>
              </a:lnSpc>
              <a:spcBef>
                <a:spcPts val="0"/>
              </a:spcBef>
              <a:spcAft>
                <a:spcPts val="1000"/>
              </a:spcAft>
              <a:buSzPct val="100000"/>
            </a:pPr>
            <a:r>
              <a:rPr sz="1400" dirty="0">
                <a:solidFill>
                  <a:sysClr val="windowText" lastClr="000000">
                    <a:lumMod val="50000"/>
                    <a:lumOff val="50000"/>
                  </a:sysClr>
                </a:solidFill>
                <a:latin typeface="微软雅黑" panose="020B0503020204020204" charset="-122"/>
                <a:ea typeface="微软雅黑" panose="020B0503020204020204" charset="-122"/>
              </a:rPr>
              <a:t>在进行键盘操作时，指法是熟练使用计算机的基础。所谓键盘操作指法，就是将打字键区所有键位合理地分配给双手各手指，使每个手指分工明确。正确的操作指法，不但能提高输入速度，而且可以提高输入质量。</a:t>
            </a:r>
          </a:p>
        </p:txBody>
      </p:sp>
      <p:sp>
        <p:nvSpPr>
          <p:cNvPr id="6" name="斜纹 5"/>
          <p:cNvSpPr/>
          <p:nvPr>
            <p:custDataLst>
              <p:tags r:id="rId112"/>
            </p:custDataLst>
          </p:nvPr>
        </p:nvSpPr>
        <p:spPr>
          <a:xfrm rot="8100000">
            <a:off x="-182095" y="398132"/>
            <a:ext cx="366095" cy="366095"/>
          </a:xfrm>
          <a:prstGeom prst="diagStripe">
            <a:avLst/>
          </a:prstGeom>
          <a:solidFill>
            <a:srgbClr val="44546A">
              <a:lumMod val="20000"/>
              <a:lumOff val="80000"/>
            </a:srgbClr>
          </a:solidFill>
          <a:ln>
            <a:noFill/>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7" name="文本框 6"/>
          <p:cNvSpPr txBox="1"/>
          <p:nvPr>
            <p:custDataLst>
              <p:tags r:id="rId113"/>
            </p:custDataLst>
          </p:nvPr>
        </p:nvSpPr>
        <p:spPr>
          <a:xfrm>
            <a:off x="400289" y="360398"/>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00000"/>
              </a:lnSpc>
              <a:spcBef>
                <a:spcPts val="0"/>
              </a:spcBef>
              <a:spcAft>
                <a:spcPts val="0"/>
              </a:spcAft>
              <a:buSzPct val="100000"/>
            </a:pPr>
            <a:r>
              <a:rPr lang="zh-CN" altLang="en-US" sz="2400" b="1" spc="300" dirty="0">
                <a:solidFill>
                  <a:sysClr val="windowText" lastClr="000000">
                    <a:lumMod val="85000"/>
                    <a:lumOff val="15000"/>
                  </a:sysClr>
                </a:solidFill>
                <a:latin typeface="Arial" panose="020B0604020202020204" pitchFamily="34" charset="0"/>
                <a:sym typeface="+mn-ea"/>
              </a:rPr>
              <a:t>键盘操作指法</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481148" y="767466"/>
            <a:ext cx="8434208" cy="3989591"/>
          </a:xfrm>
          <a:prstGeom prst="rect">
            <a:avLst/>
          </a:prstGeom>
          <a:pattFill prst="dkUpDiag">
            <a:fgClr>
              <a:srgbClr val="FFFFFF">
                <a:lumMod val="95000"/>
              </a:srgbClr>
            </a:fgClr>
            <a:bgClr>
              <a:srgbClr val="FFFFFF"/>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60" name="矩形 159"/>
          <p:cNvSpPr/>
          <p:nvPr>
            <p:custDataLst>
              <p:tags r:id="rId3"/>
            </p:custDataLst>
          </p:nvPr>
        </p:nvSpPr>
        <p:spPr>
          <a:xfrm>
            <a:off x="300718" y="600075"/>
            <a:ext cx="8434208" cy="3943350"/>
          </a:xfrm>
          <a:prstGeom prst="rect">
            <a:avLst/>
          </a:prstGeom>
          <a:noFill/>
          <a:ln w="38100">
            <a:solidFill>
              <a:srgbClr val="000000">
                <a:lumMod val="75000"/>
                <a:lumOff val="25000"/>
              </a:srgbClr>
            </a:solid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8" name="矩形 7"/>
          <p:cNvSpPr/>
          <p:nvPr>
            <p:custDataLst>
              <p:tags r:id="rId4"/>
            </p:custDataLst>
          </p:nvPr>
        </p:nvSpPr>
        <p:spPr>
          <a:xfrm>
            <a:off x="191906" y="491264"/>
            <a:ext cx="217622" cy="217622"/>
          </a:xfrm>
          <a:prstGeom prst="rect">
            <a:avLst/>
          </a:prstGeom>
          <a:solidFill>
            <a:srgbClr val="1E6BC5">
              <a:lumMod val="75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1" name="文本框 10"/>
          <p:cNvSpPr txBox="1"/>
          <p:nvPr>
            <p:custDataLst>
              <p:tags r:id="rId5"/>
            </p:custDataLst>
          </p:nvPr>
        </p:nvSpPr>
        <p:spPr>
          <a:xfrm>
            <a:off x="560070" y="2130425"/>
            <a:ext cx="4192905" cy="161671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5750" lvl="0" indent="-285750" algn="just" fontAlgn="ctr">
              <a:lnSpc>
                <a:spcPct val="130000"/>
              </a:lnSpc>
              <a:spcBef>
                <a:spcPts val="1000"/>
              </a:spcBef>
              <a:spcAft>
                <a:spcPts val="0"/>
              </a:spcAft>
              <a:buSzPct val="100000"/>
              <a:buFont typeface="Wingdings" panose="05000000000000000000" charset="0"/>
              <a:buChar char="l"/>
            </a:pPr>
            <a:r>
              <a:rPr sz="1200" dirty="0">
                <a:solidFill>
                  <a:srgbClr val="000000">
                    <a:lumMod val="50000"/>
                    <a:lumOff val="50000"/>
                  </a:srgbClr>
                </a:solidFill>
                <a:latin typeface="微软雅黑" panose="020B0503020204020204" charset="-122"/>
                <a:ea typeface="微软雅黑" panose="020B0503020204020204" charset="-122"/>
                <a:cs typeface="微软雅黑" panose="020B0503020204020204" charset="-122"/>
                <a:sym typeface="+mn-ea"/>
              </a:rPr>
              <a:t>键盘上的基准键位与手指的对应关系，如图1-13所示。</a:t>
            </a:r>
          </a:p>
          <a:p>
            <a:pPr marL="285750" lvl="0" indent="-285750" algn="just" fontAlgn="ctr">
              <a:lnSpc>
                <a:spcPct val="130000"/>
              </a:lnSpc>
              <a:spcBef>
                <a:spcPts val="1000"/>
              </a:spcBef>
              <a:spcAft>
                <a:spcPts val="0"/>
              </a:spcAft>
              <a:buSzPct val="100000"/>
              <a:buFont typeface="Wingdings" panose="05000000000000000000" charset="0"/>
              <a:buChar char="l"/>
            </a:pPr>
            <a:r>
              <a:rPr sz="1200" dirty="0">
                <a:solidFill>
                  <a:srgbClr val="000000">
                    <a:lumMod val="50000"/>
                    <a:lumOff val="50000"/>
                  </a:srgbClr>
                </a:solidFill>
                <a:latin typeface="微软雅黑" panose="020B0503020204020204" charset="-122"/>
                <a:ea typeface="微软雅黑" panose="020B0503020204020204" charset="-122"/>
                <a:cs typeface="微软雅黑" panose="020B0503020204020204" charset="-122"/>
                <a:sym typeface="+mn-ea"/>
              </a:rPr>
              <a:t>基准键位是键盘上第3排的8个键位（A</a:t>
            </a:r>
            <a:r>
              <a:rPr lang="zh-CN" sz="1200" dirty="0">
                <a:solidFill>
                  <a:srgbClr val="000000">
                    <a:lumMod val="50000"/>
                    <a:lumOff val="50000"/>
                  </a:srgbClr>
                </a:solidFill>
                <a:latin typeface="微软雅黑" panose="020B0503020204020204" charset="-122"/>
                <a:ea typeface="微软雅黑" panose="020B0503020204020204" charset="-122"/>
                <a:cs typeface="微软雅黑" panose="020B0503020204020204" charset="-122"/>
                <a:sym typeface="+mn-ea"/>
              </a:rPr>
              <a:t>、</a:t>
            </a:r>
            <a:r>
              <a:rPr sz="1200" dirty="0">
                <a:solidFill>
                  <a:srgbClr val="000000">
                    <a:lumMod val="50000"/>
                    <a:lumOff val="50000"/>
                  </a:srgbClr>
                </a:solidFill>
                <a:latin typeface="微软雅黑" panose="020B0503020204020204" charset="-122"/>
                <a:ea typeface="微软雅黑" panose="020B0503020204020204" charset="-122"/>
                <a:cs typeface="微软雅黑" panose="020B0503020204020204" charset="-122"/>
                <a:sym typeface="+mn-ea"/>
              </a:rPr>
              <a:t>S、D、F、J、K、L 及；）。击键时，手指均从基准键位上伸出，击键完毕，手指必须返回到相应的基准键位上。</a:t>
            </a:r>
          </a:p>
        </p:txBody>
      </p:sp>
      <p:sp>
        <p:nvSpPr>
          <p:cNvPr id="12" name="文本框 11"/>
          <p:cNvSpPr txBox="1"/>
          <p:nvPr>
            <p:custDataLst>
              <p:tags r:id="rId6"/>
            </p:custDataLst>
          </p:nvPr>
        </p:nvSpPr>
        <p:spPr>
          <a:xfrm>
            <a:off x="502920" y="1475105"/>
            <a:ext cx="2724150" cy="468630"/>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pPr>
            <a:r>
              <a:rPr lang="zh-CN" altLang="en-US" sz="2700" b="1" spc="300" dirty="0">
                <a:solidFill>
                  <a:srgbClr val="000000">
                    <a:lumMod val="75000"/>
                    <a:lumOff val="25000"/>
                  </a:srgbClr>
                </a:solidFill>
                <a:latin typeface="Arial" panose="020B0604020202020204" pitchFamily="34" charset="0"/>
                <a:ea typeface="微软雅黑" panose="020B0503020204020204" charset="-122"/>
                <a:sym typeface="+mn-ea"/>
              </a:rPr>
              <a:t>键盘布局</a:t>
            </a:r>
          </a:p>
        </p:txBody>
      </p:sp>
      <p:sp>
        <p:nvSpPr>
          <p:cNvPr id="6" name="矩形 5"/>
          <p:cNvSpPr/>
          <p:nvPr>
            <p:custDataLst>
              <p:tags r:id="rId7"/>
            </p:custDataLst>
          </p:nvPr>
        </p:nvSpPr>
        <p:spPr>
          <a:xfrm>
            <a:off x="5153025" y="1381125"/>
            <a:ext cx="3451315" cy="2658450"/>
          </a:xfrm>
          <a:prstGeom prst="rect">
            <a:avLst/>
          </a:prstGeom>
          <a:solidFill>
            <a:srgbClr val="1E6BC5">
              <a:lumMod val="75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pic>
        <p:nvPicPr>
          <p:cNvPr id="13" name="图片 12"/>
          <p:cNvPicPr/>
          <p:nvPr>
            <p:custDataLst>
              <p:tags r:id="rId8"/>
            </p:custDataLst>
          </p:nvPr>
        </p:nvPicPr>
        <p:blipFill rotWithShape="1">
          <a:blip r:embed="rId11"/>
          <a:srcRect l="3793" r="3793"/>
          <a:stretch>
            <a:fillRect/>
          </a:stretch>
        </p:blipFill>
        <p:spPr>
          <a:xfrm>
            <a:off x="4871720" y="1212850"/>
            <a:ext cx="3623310" cy="2717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custDataLst>
              <p:tags r:id="rId2"/>
            </p:custDataLst>
          </p:nvPr>
        </p:nvSpPr>
        <p:spPr>
          <a:xfrm>
            <a:off x="1639015" y="1606154"/>
            <a:ext cx="2400300" cy="1351360"/>
          </a:xfrm>
          <a:prstGeom prst="rect">
            <a:avLst/>
          </a:prstGeom>
          <a:noFill/>
        </p:spPr>
        <p:txBody>
          <a:bodyPr lIns="67627" tIns="35242" rIns="67627" bIns="35242" anchor="b" anchorCtr="0">
            <a:normAutofit fontScale="92500" lnSpcReduction="10000"/>
          </a:bodyPr>
          <a:lstStyle/>
          <a:p>
            <a:pPr marL="0" marR="0" indent="0" algn="r" defTabSz="914400" fontAlgn="auto">
              <a:lnSpc>
                <a:spcPct val="120000"/>
              </a:lnSpc>
              <a:spcBef>
                <a:spcPts val="0"/>
              </a:spcBef>
              <a:spcAft>
                <a:spcPts val="0"/>
              </a:spcAft>
              <a:buSzPct val="100000"/>
              <a:buFontTx/>
              <a:defRPr/>
            </a:pPr>
            <a:r>
              <a:rPr kumimoji="0" lang="zh-CN" altLang="en-US" sz="2700" b="1" kern="1200" cap="none" spc="300" normalizeH="0" noProof="1">
                <a:solidFill>
                  <a:srgbClr val="000000">
                    <a:lumMod val="75000"/>
                    <a:lumOff val="25000"/>
                  </a:srgbClr>
                </a:solidFill>
                <a:latin typeface="Arial" panose="020B0604020202020204" pitchFamily="34" charset="0"/>
                <a:ea typeface="微软雅黑" panose="020B0503020204020204" charset="-122"/>
                <a:cs typeface="+mn-ea"/>
                <a:sym typeface="+mn-ea"/>
              </a:rPr>
              <a:t>在Windows 中选用汉字输入法</a:t>
            </a:r>
          </a:p>
        </p:txBody>
      </p:sp>
      <p:sp>
        <p:nvSpPr>
          <p:cNvPr id="6" name="任意多边形 5"/>
          <p:cNvSpPr/>
          <p:nvPr>
            <p:custDataLst>
              <p:tags r:id="rId3"/>
            </p:custDataLst>
          </p:nvPr>
        </p:nvSpPr>
        <p:spPr>
          <a:xfrm>
            <a:off x="1458516" y="1193006"/>
            <a:ext cx="2761060" cy="2757488"/>
          </a:xfrm>
          <a:custGeom>
            <a:avLst/>
            <a:gdLst>
              <a:gd name="connsiteX0" fmla="*/ 0 w 5797"/>
              <a:gd name="connsiteY0" fmla="*/ 0 h 5789"/>
              <a:gd name="connsiteX1" fmla="*/ 5789 w 5797"/>
              <a:gd name="connsiteY1" fmla="*/ 0 h 5789"/>
              <a:gd name="connsiteX2" fmla="*/ 5797 w 5797"/>
              <a:gd name="connsiteY2" fmla="*/ 2664 h 5789"/>
              <a:gd name="connsiteX3" fmla="*/ 5789 w 5797"/>
              <a:gd name="connsiteY3" fmla="*/ 5789 h 5789"/>
              <a:gd name="connsiteX4" fmla="*/ 0 w 5797"/>
              <a:gd name="connsiteY4" fmla="*/ 5789 h 5789"/>
              <a:gd name="connsiteX5" fmla="*/ 0 w 5797"/>
              <a:gd name="connsiteY5" fmla="*/ 0 h 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7" h="5789">
                <a:moveTo>
                  <a:pt x="0" y="0"/>
                </a:moveTo>
                <a:lnTo>
                  <a:pt x="5789" y="0"/>
                </a:lnTo>
                <a:lnTo>
                  <a:pt x="5797" y="2664"/>
                </a:lnTo>
                <a:lnTo>
                  <a:pt x="5789" y="5789"/>
                </a:lnTo>
                <a:lnTo>
                  <a:pt x="0" y="5789"/>
                </a:lnTo>
                <a:lnTo>
                  <a:pt x="0" y="0"/>
                </a:lnTo>
                <a:close/>
              </a:path>
            </a:pathLst>
          </a:custGeom>
          <a:noFill/>
          <a:ln w="63500">
            <a:solidFill>
              <a:srgbClr val="2C87B8"/>
            </a:solidFill>
          </a:ln>
        </p:spPr>
        <p:style>
          <a:lnRef idx="2">
            <a:srgbClr val="00A5CC">
              <a:shade val="50000"/>
            </a:srgbClr>
          </a:lnRef>
          <a:fillRef idx="1">
            <a:srgbClr val="00A5CC"/>
          </a:fillRef>
          <a:effectRef idx="0">
            <a:srgbClr val="00A5C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cxnSp>
        <p:nvCxnSpPr>
          <p:cNvPr id="18" name="直接连接符 17"/>
          <p:cNvCxnSpPr/>
          <p:nvPr>
            <p:custDataLst>
              <p:tags r:id="rId4"/>
            </p:custDataLst>
          </p:nvPr>
        </p:nvCxnSpPr>
        <p:spPr>
          <a:xfrm>
            <a:off x="3586480" y="3151505"/>
            <a:ext cx="358140" cy="0"/>
          </a:xfrm>
          <a:prstGeom prst="line">
            <a:avLst/>
          </a:prstGeom>
          <a:ln w="88900"/>
        </p:spPr>
        <p:style>
          <a:lnRef idx="1">
            <a:srgbClr val="00A5CC"/>
          </a:lnRef>
          <a:fillRef idx="0">
            <a:srgbClr val="00A5CC"/>
          </a:fillRef>
          <a:effectRef idx="0">
            <a:srgbClr val="00A5CC"/>
          </a:effectRef>
          <a:fontRef idx="minor">
            <a:srgbClr val="000000"/>
          </a:fontRef>
        </p:style>
      </p:cxnSp>
      <p:cxnSp>
        <p:nvCxnSpPr>
          <p:cNvPr id="19" name="直接连接符 18"/>
          <p:cNvCxnSpPr/>
          <p:nvPr>
            <p:custDataLst>
              <p:tags r:id="rId5"/>
            </p:custDataLst>
          </p:nvPr>
        </p:nvCxnSpPr>
        <p:spPr>
          <a:xfrm>
            <a:off x="3166110" y="3151505"/>
            <a:ext cx="358140" cy="0"/>
          </a:xfrm>
          <a:prstGeom prst="line">
            <a:avLst/>
          </a:prstGeom>
          <a:ln w="88900">
            <a:solidFill>
              <a:srgbClr val="00A5CC">
                <a:lumMod val="40000"/>
                <a:lumOff val="60000"/>
              </a:srgbClr>
            </a:solidFill>
          </a:ln>
        </p:spPr>
        <p:style>
          <a:lnRef idx="1">
            <a:srgbClr val="00A5CC"/>
          </a:lnRef>
          <a:fillRef idx="0">
            <a:srgbClr val="00A5CC"/>
          </a:fillRef>
          <a:effectRef idx="0">
            <a:srgbClr val="00A5CC"/>
          </a:effectRef>
          <a:fontRef idx="minor">
            <a:srgbClr val="000000"/>
          </a:fontRef>
        </p:style>
      </p:cxnSp>
      <p:cxnSp>
        <p:nvCxnSpPr>
          <p:cNvPr id="20" name="直接连接符 19"/>
          <p:cNvCxnSpPr/>
          <p:nvPr>
            <p:custDataLst>
              <p:tags r:id="rId6"/>
            </p:custDataLst>
          </p:nvPr>
        </p:nvCxnSpPr>
        <p:spPr>
          <a:xfrm>
            <a:off x="2745740" y="3151505"/>
            <a:ext cx="358140" cy="0"/>
          </a:xfrm>
          <a:prstGeom prst="line">
            <a:avLst/>
          </a:prstGeom>
          <a:ln w="88900">
            <a:solidFill>
              <a:srgbClr val="00A5CC">
                <a:lumMod val="20000"/>
                <a:lumOff val="80000"/>
              </a:srgbClr>
            </a:solidFill>
          </a:ln>
        </p:spPr>
        <p:style>
          <a:lnRef idx="1">
            <a:srgbClr val="00A5CC"/>
          </a:lnRef>
          <a:fillRef idx="0">
            <a:srgbClr val="00A5CC"/>
          </a:fillRef>
          <a:effectRef idx="0">
            <a:srgbClr val="00A5CC"/>
          </a:effectRef>
          <a:fontRef idx="minor">
            <a:srgbClr val="000000"/>
          </a:fontRef>
        </p:style>
      </p:cxnSp>
      <p:sp>
        <p:nvSpPr>
          <p:cNvPr id="17" name="文本框 16"/>
          <p:cNvSpPr txBox="1"/>
          <p:nvPr>
            <p:custDataLst>
              <p:tags r:id="rId7"/>
            </p:custDataLst>
          </p:nvPr>
        </p:nvSpPr>
        <p:spPr>
          <a:xfrm>
            <a:off x="4650740" y="1514475"/>
            <a:ext cx="3243580" cy="2116455"/>
          </a:xfrm>
          <a:prstGeom prst="rect">
            <a:avLst/>
          </a:prstGeom>
          <a:noFill/>
        </p:spPr>
        <p:txBody>
          <a:bodyPr wrap="square" lIns="67627" tIns="35242" rIns="67627" bIns="35242" anchor="ctr" anchorCtr="0">
            <a:spAutoFit/>
          </a:bodyPr>
          <a:lstStyle>
            <a:defPPr>
              <a:defRPr lang="zh-CN"/>
            </a:defPPr>
            <a:lvl1pPr fontAlgn="auto">
              <a:lnSpc>
                <a:spcPct val="130000"/>
              </a:lnSpc>
              <a:spcAft>
                <a:spcPts val="1000"/>
              </a:spcAft>
              <a:defRPr sz="1600" spc="150"/>
            </a:lvl1pPr>
          </a:lstStyle>
          <a:p>
            <a:pPr marL="0" marR="0" lvl="0" indent="0" algn="just" defTabSz="914400" rtl="0" eaLnBrk="1" fontAlgn="ctr" latinLnBrk="0" hangingPunct="1">
              <a:lnSpc>
                <a:spcPct val="130000"/>
              </a:lnSpc>
              <a:spcBef>
                <a:spcPts val="1000"/>
              </a:spcBef>
              <a:spcAft>
                <a:spcPts val="0"/>
              </a:spcAft>
              <a:buClr>
                <a:srgbClr val="E8F5F8"/>
              </a:buClr>
              <a:buSzPct val="130000"/>
              <a:buFont typeface="WPS-Numbers" pitchFamily="2" charset="0"/>
              <a:buNone/>
              <a:defRPr/>
            </a:pPr>
            <a:r>
              <a:rPr kumimoji="0" sz="1200" b="0" i="0" kern="1200" cap="none" spc="150" normalizeH="0" noProof="1">
                <a:ln>
                  <a:noFill/>
                </a:ln>
                <a:solidFill>
                  <a:srgbClr val="000000">
                    <a:lumMod val="75000"/>
                    <a:lumOff val="25000"/>
                  </a:srgbClr>
                </a:solidFill>
                <a:effectLst/>
                <a:latin typeface="Arial" panose="020B0604020202020204" pitchFamily="34" charset="0"/>
                <a:ea typeface="微软雅黑" panose="020B0503020204020204" charset="-122"/>
                <a:cs typeface="+mn-ea"/>
                <a:sym typeface="+mn-ea"/>
              </a:rPr>
              <a:t>在语言栏中，用户可以根据需要方便地在各种输入法之间选择。方法为：单击当前使用的输入法图标，在弹出的输入法列表中，选择需要的输入法，如“搜狗拼音输入法”。</a:t>
            </a:r>
          </a:p>
          <a:p>
            <a:pPr marL="0" marR="0" lvl="0" indent="0" algn="just" defTabSz="914400" rtl="0" eaLnBrk="1" fontAlgn="ctr" latinLnBrk="0" hangingPunct="1">
              <a:lnSpc>
                <a:spcPct val="130000"/>
              </a:lnSpc>
              <a:spcBef>
                <a:spcPts val="1000"/>
              </a:spcBef>
              <a:spcAft>
                <a:spcPts val="0"/>
              </a:spcAft>
              <a:buClr>
                <a:srgbClr val="E8F5F8"/>
              </a:buClr>
              <a:buSzPct val="130000"/>
              <a:buFont typeface="WPS-Numbers" pitchFamily="2" charset="0"/>
              <a:buNone/>
              <a:defRPr/>
            </a:pPr>
            <a:r>
              <a:rPr kumimoji="0" sz="1200" b="0" i="0" kern="1200" cap="none" spc="150" normalizeH="0" noProof="1">
                <a:ln>
                  <a:noFill/>
                </a:ln>
                <a:solidFill>
                  <a:srgbClr val="000000">
                    <a:lumMod val="75000"/>
                    <a:lumOff val="25000"/>
                  </a:srgbClr>
                </a:solidFill>
                <a:effectLst/>
                <a:latin typeface="Arial" panose="020B0604020202020204" pitchFamily="34" charset="0"/>
                <a:ea typeface="微软雅黑" panose="020B0503020204020204" charset="-122"/>
                <a:cs typeface="+mn-ea"/>
                <a:sym typeface="+mn-ea"/>
              </a:rPr>
              <a:t>用户也可以使用组合键来快速切换输入法。在Windows 10 系统中，按Ctrl+Shift和Win+ 空格键，都可以快速切换输入法。</a:t>
            </a:r>
          </a:p>
        </p:txBody>
      </p:sp>
      <p:sp>
        <p:nvSpPr>
          <p:cNvPr id="7" name="任意多边形: 形状 5"/>
          <p:cNvSpPr/>
          <p:nvPr>
            <p:custDataLst>
              <p:tags r:id="rId8"/>
            </p:custDataLst>
          </p:nvPr>
        </p:nvSpPr>
        <p:spPr bwMode="auto">
          <a:xfrm flipV="1">
            <a:off x="7760494" y="0"/>
            <a:ext cx="1383506" cy="746522"/>
          </a:xfrm>
          <a:custGeom>
            <a:avLst/>
            <a:gdLst>
              <a:gd name="connsiteX0" fmla="*/ 3876024 w 6564479"/>
              <a:gd name="connsiteY0" fmla="*/ 0 h 3537752"/>
              <a:gd name="connsiteX1" fmla="*/ 6352244 w 6564479"/>
              <a:gd name="connsiteY1" fmla="*/ 888940 h 3537752"/>
              <a:gd name="connsiteX2" fmla="*/ 6564479 w 6564479"/>
              <a:gd name="connsiteY2" fmla="*/ 1081832 h 3537752"/>
              <a:gd name="connsiteX3" fmla="*/ 6564479 w 6564479"/>
              <a:gd name="connsiteY3" fmla="*/ 3537752 h 3537752"/>
              <a:gd name="connsiteX4" fmla="*/ 0 w 6564479"/>
              <a:gd name="connsiteY4" fmla="*/ 3537752 h 3537752"/>
              <a:gd name="connsiteX5" fmla="*/ 3264 w 6564479"/>
              <a:gd name="connsiteY5" fmla="*/ 3494837 h 3537752"/>
              <a:gd name="connsiteX6" fmla="*/ 3876024 w 6564479"/>
              <a:gd name="connsiteY6" fmla="*/ 0 h 35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64479" h="3537752">
                <a:moveTo>
                  <a:pt x="3876024" y="0"/>
                </a:moveTo>
                <a:cubicBezTo>
                  <a:pt x="4816635" y="0"/>
                  <a:pt x="5679328" y="333601"/>
                  <a:pt x="6352244" y="888940"/>
                </a:cubicBezTo>
                <a:lnTo>
                  <a:pt x="6564479" y="1081832"/>
                </a:lnTo>
                <a:lnTo>
                  <a:pt x="6564479" y="3537752"/>
                </a:lnTo>
                <a:lnTo>
                  <a:pt x="0" y="3537752"/>
                </a:lnTo>
                <a:lnTo>
                  <a:pt x="3264" y="3494837"/>
                </a:lnTo>
                <a:cubicBezTo>
                  <a:pt x="202617" y="1531839"/>
                  <a:pt x="1860430" y="0"/>
                  <a:pt x="3876024" y="0"/>
                </a:cubicBezTo>
                <a:close/>
              </a:path>
            </a:pathLst>
          </a:custGeom>
          <a:solidFill>
            <a:srgbClr val="2C87B8">
              <a:lumMod val="60000"/>
              <a:lumOff val="40000"/>
              <a:alpha val="63000"/>
            </a:srgbClr>
          </a:solidFill>
          <a:ln>
            <a:noFill/>
          </a:ln>
        </p:spPr>
        <p:style>
          <a:lnRef idx="2">
            <a:srgbClr val="00A5CC">
              <a:shade val="50000"/>
            </a:srgbClr>
          </a:lnRef>
          <a:fillRef idx="1">
            <a:srgbClr val="00A5CC"/>
          </a:fillRef>
          <a:effectRef idx="0">
            <a:srgbClr val="00A5CC"/>
          </a:effectRef>
          <a:fontRef idx="minor">
            <a:srgbClr val="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13" name="椭圆 12"/>
          <p:cNvSpPr/>
          <p:nvPr>
            <p:custDataLst>
              <p:tags r:id="rId9"/>
            </p:custDataLst>
          </p:nvPr>
        </p:nvSpPr>
        <p:spPr bwMode="auto">
          <a:xfrm rot="5400000" flipV="1">
            <a:off x="7539038" y="589360"/>
            <a:ext cx="354806" cy="354806"/>
          </a:xfrm>
          <a:prstGeom prst="ellipse">
            <a:avLst/>
          </a:prstGeom>
          <a:solidFill>
            <a:srgbClr val="2C87B8">
              <a:lumMod val="40000"/>
              <a:lumOff val="60000"/>
              <a:alpha val="90000"/>
            </a:srgbClr>
          </a:solidFill>
          <a:ln>
            <a:noFill/>
          </a:ln>
        </p:spPr>
        <p:style>
          <a:lnRef idx="2">
            <a:srgbClr val="00A5CC">
              <a:shade val="50000"/>
            </a:srgbClr>
          </a:lnRef>
          <a:fillRef idx="1">
            <a:srgbClr val="00A5CC"/>
          </a:fillRef>
          <a:effectRef idx="0">
            <a:srgbClr val="00A5CC"/>
          </a:effectRef>
          <a:fontRef idx="minor">
            <a:srgbClr val="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15" name="椭圆 14"/>
          <p:cNvSpPr/>
          <p:nvPr>
            <p:custDataLst>
              <p:tags r:id="rId10"/>
            </p:custDataLst>
          </p:nvPr>
        </p:nvSpPr>
        <p:spPr bwMode="auto">
          <a:xfrm rot="5400000" flipV="1">
            <a:off x="7984331" y="944166"/>
            <a:ext cx="259556" cy="259556"/>
          </a:xfrm>
          <a:prstGeom prst="ellipse">
            <a:avLst/>
          </a:prstGeom>
          <a:solidFill>
            <a:srgbClr val="2C87B8">
              <a:lumMod val="20000"/>
              <a:lumOff val="80000"/>
              <a:alpha val="63000"/>
            </a:srgbClr>
          </a:solidFill>
          <a:ln>
            <a:noFill/>
          </a:ln>
        </p:spPr>
        <p:style>
          <a:lnRef idx="2">
            <a:srgbClr val="00A5CC">
              <a:shade val="50000"/>
            </a:srgbClr>
          </a:lnRef>
          <a:fillRef idx="1">
            <a:srgbClr val="00A5CC"/>
          </a:fillRef>
          <a:effectRef idx="0">
            <a:srgbClr val="00A5CC"/>
          </a:effectRef>
          <a:fontRef idx="minor">
            <a:srgbClr val="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任意多边形: 形状 256"/>
          <p:cNvSpPr/>
          <p:nvPr>
            <p:custDataLst>
              <p:tags r:id="rId2"/>
            </p:custDataLst>
          </p:nvPr>
        </p:nvSpPr>
        <p:spPr>
          <a:xfrm flipH="1" flipV="1">
            <a:off x="10256" y="10001"/>
            <a:ext cx="2588420" cy="5143499"/>
          </a:xfrm>
          <a:custGeom>
            <a:avLst/>
            <a:gdLst>
              <a:gd name="connsiteX0" fmla="*/ 3417548 w 3451226"/>
              <a:gd name="connsiteY0" fmla="*/ 0 h 6857999"/>
              <a:gd name="connsiteX1" fmla="*/ 3451226 w 3451226"/>
              <a:gd name="connsiteY1" fmla="*/ 0 h 6857999"/>
              <a:gd name="connsiteX2" fmla="*/ 3451226 w 3451226"/>
              <a:gd name="connsiteY2" fmla="*/ 6805797 h 6857999"/>
              <a:gd name="connsiteX3" fmla="*/ 3425212 w 3451226"/>
              <a:gd name="connsiteY3" fmla="*/ 6857999 h 6857999"/>
              <a:gd name="connsiteX4" fmla="*/ 0 w 3451226"/>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226" h="6857999">
                <a:moveTo>
                  <a:pt x="3417548" y="0"/>
                </a:moveTo>
                <a:lnTo>
                  <a:pt x="3451226" y="0"/>
                </a:lnTo>
                <a:lnTo>
                  <a:pt x="3451226" y="6805797"/>
                </a:lnTo>
                <a:lnTo>
                  <a:pt x="3425212" y="6857999"/>
                </a:lnTo>
                <a:lnTo>
                  <a:pt x="0" y="6857999"/>
                </a:lnTo>
                <a:close/>
              </a:path>
            </a:pathLst>
          </a:custGeom>
          <a:solidFill>
            <a:sysClr val="window" lastClr="FFFFFF">
              <a:lumMod val="95000"/>
              <a:alpha val="20000"/>
            </a:sysClr>
          </a:solidFill>
          <a:ln>
            <a:noFill/>
          </a:ln>
          <a:effectLst>
            <a:outerShdw blurRad="406400" dist="292100" algn="l" rotWithShape="0">
              <a:prstClr val="black">
                <a:alpha val="4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58" name="任意多边形: 形状 257"/>
          <p:cNvSpPr/>
          <p:nvPr>
            <p:custDataLst>
              <p:tags r:id="rId3"/>
            </p:custDataLst>
          </p:nvPr>
        </p:nvSpPr>
        <p:spPr>
          <a:xfrm>
            <a:off x="6555581" y="-10000"/>
            <a:ext cx="2588420" cy="5143499"/>
          </a:xfrm>
          <a:custGeom>
            <a:avLst/>
            <a:gdLst>
              <a:gd name="connsiteX0" fmla="*/ 3417548 w 3451226"/>
              <a:gd name="connsiteY0" fmla="*/ 0 h 6857999"/>
              <a:gd name="connsiteX1" fmla="*/ 3451226 w 3451226"/>
              <a:gd name="connsiteY1" fmla="*/ 0 h 6857999"/>
              <a:gd name="connsiteX2" fmla="*/ 3451226 w 3451226"/>
              <a:gd name="connsiteY2" fmla="*/ 6805797 h 6857999"/>
              <a:gd name="connsiteX3" fmla="*/ 3425212 w 3451226"/>
              <a:gd name="connsiteY3" fmla="*/ 6857999 h 6857999"/>
              <a:gd name="connsiteX4" fmla="*/ 0 w 3451226"/>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226" h="6857999">
                <a:moveTo>
                  <a:pt x="3417548" y="0"/>
                </a:moveTo>
                <a:lnTo>
                  <a:pt x="3451226" y="0"/>
                </a:lnTo>
                <a:lnTo>
                  <a:pt x="3451226" y="6805797"/>
                </a:lnTo>
                <a:lnTo>
                  <a:pt x="3425212" y="6857999"/>
                </a:lnTo>
                <a:lnTo>
                  <a:pt x="0" y="6857999"/>
                </a:lnTo>
                <a:close/>
              </a:path>
            </a:pathLst>
          </a:custGeom>
          <a:solidFill>
            <a:sysClr val="window" lastClr="FFFFFF">
              <a:lumMod val="95000"/>
              <a:alpha val="40000"/>
            </a:sysClr>
          </a:solidFill>
          <a:ln>
            <a:noFill/>
          </a:ln>
          <a:effectLst>
            <a:outerShdw blurRad="406400" dist="292100" algn="l" rotWithShape="0">
              <a:prstClr val="black">
                <a:alpha val="4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wrap="square" rtlCol="0" anchor="ctr">
            <a:noAutofit/>
          </a:bodyP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0" name="平行四边形 259"/>
          <p:cNvSpPr/>
          <p:nvPr>
            <p:custDataLst>
              <p:tags r:id="rId4"/>
            </p:custDataLst>
          </p:nvPr>
        </p:nvSpPr>
        <p:spPr>
          <a:xfrm>
            <a:off x="1190625" y="4011295"/>
            <a:ext cx="789940" cy="1118235"/>
          </a:xfrm>
          <a:prstGeom prst="parallelogram">
            <a:avLst>
              <a:gd name="adj" fmla="val 71296"/>
            </a:avLst>
          </a:pr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1" name="平行四边形 260"/>
          <p:cNvSpPr/>
          <p:nvPr>
            <p:custDataLst>
              <p:tags r:id="rId5"/>
            </p:custDataLst>
          </p:nvPr>
        </p:nvSpPr>
        <p:spPr>
          <a:xfrm>
            <a:off x="735965" y="4011295"/>
            <a:ext cx="789940" cy="1118235"/>
          </a:xfrm>
          <a:prstGeom prst="parallelogram">
            <a:avLst>
              <a:gd name="adj" fmla="val 71296"/>
            </a:avLst>
          </a:pr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2" name="平行四边形 261"/>
          <p:cNvSpPr/>
          <p:nvPr>
            <p:custDataLst>
              <p:tags r:id="rId6"/>
            </p:custDataLst>
          </p:nvPr>
        </p:nvSpPr>
        <p:spPr>
          <a:xfrm>
            <a:off x="281940" y="4011295"/>
            <a:ext cx="789940" cy="1118235"/>
          </a:xfrm>
          <a:prstGeom prst="parallelogram">
            <a:avLst>
              <a:gd name="adj" fmla="val 71296"/>
            </a:avLst>
          </a:pr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12" name="任意多边形: 形状 136"/>
          <p:cNvSpPr/>
          <p:nvPr>
            <p:custDataLst>
              <p:tags r:id="rId7"/>
            </p:custDataLst>
          </p:nvPr>
        </p:nvSpPr>
        <p:spPr>
          <a:xfrm>
            <a:off x="7908290" y="17837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613" name="任意多边形: 形状 137"/>
          <p:cNvSpPr/>
          <p:nvPr>
            <p:custDataLst>
              <p:tags r:id="rId8"/>
            </p:custDataLst>
          </p:nvPr>
        </p:nvSpPr>
        <p:spPr>
          <a:xfrm>
            <a:off x="8014970" y="17837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14" name="任意多边形: 形状 138"/>
          <p:cNvSpPr/>
          <p:nvPr>
            <p:custDataLst>
              <p:tags r:id="rId9"/>
            </p:custDataLst>
          </p:nvPr>
        </p:nvSpPr>
        <p:spPr>
          <a:xfrm>
            <a:off x="8121650" y="17837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15" name="任意多边形: 形状 139"/>
          <p:cNvSpPr/>
          <p:nvPr>
            <p:custDataLst>
              <p:tags r:id="rId10"/>
            </p:custDataLst>
          </p:nvPr>
        </p:nvSpPr>
        <p:spPr>
          <a:xfrm>
            <a:off x="8228965" y="17837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16" name="任意多边形: 形状 140"/>
          <p:cNvSpPr/>
          <p:nvPr>
            <p:custDataLst>
              <p:tags r:id="rId11"/>
            </p:custDataLst>
          </p:nvPr>
        </p:nvSpPr>
        <p:spPr>
          <a:xfrm>
            <a:off x="8335645" y="17837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17" name="任意多边形: 形状 141"/>
          <p:cNvSpPr/>
          <p:nvPr>
            <p:custDataLst>
              <p:tags r:id="rId12"/>
            </p:custDataLst>
          </p:nvPr>
        </p:nvSpPr>
        <p:spPr>
          <a:xfrm>
            <a:off x="8550275" y="1783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18" name="任意多边形: 形状 142"/>
          <p:cNvSpPr/>
          <p:nvPr>
            <p:custDataLst>
              <p:tags r:id="rId13"/>
            </p:custDataLst>
          </p:nvPr>
        </p:nvSpPr>
        <p:spPr>
          <a:xfrm>
            <a:off x="8763635" y="1783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19" name="任意多边形: 形状 143"/>
          <p:cNvSpPr/>
          <p:nvPr>
            <p:custDataLst>
              <p:tags r:id="rId14"/>
            </p:custDataLst>
          </p:nvPr>
        </p:nvSpPr>
        <p:spPr>
          <a:xfrm>
            <a:off x="8442325" y="1783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20" name="任意多边形: 形状 144"/>
          <p:cNvSpPr/>
          <p:nvPr>
            <p:custDataLst>
              <p:tags r:id="rId15"/>
            </p:custDataLst>
          </p:nvPr>
        </p:nvSpPr>
        <p:spPr>
          <a:xfrm>
            <a:off x="8656955" y="17837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21" name="任意多边形: 形状 145"/>
          <p:cNvSpPr/>
          <p:nvPr>
            <p:custDataLst>
              <p:tags r:id="rId16"/>
            </p:custDataLst>
          </p:nvPr>
        </p:nvSpPr>
        <p:spPr>
          <a:xfrm>
            <a:off x="7801610" y="178371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2" name="任意多边形: 形状 147"/>
          <p:cNvSpPr/>
          <p:nvPr>
            <p:custDataLst>
              <p:tags r:id="rId17"/>
            </p:custDataLst>
          </p:nvPr>
        </p:nvSpPr>
        <p:spPr>
          <a:xfrm>
            <a:off x="7908290" y="189039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3" name="任意多边形: 形状 148"/>
          <p:cNvSpPr/>
          <p:nvPr>
            <p:custDataLst>
              <p:tags r:id="rId18"/>
            </p:custDataLst>
          </p:nvPr>
        </p:nvSpPr>
        <p:spPr>
          <a:xfrm>
            <a:off x="8014970" y="189039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4" name="任意多边形: 形状 149"/>
          <p:cNvSpPr/>
          <p:nvPr>
            <p:custDataLst>
              <p:tags r:id="rId19"/>
            </p:custDataLst>
          </p:nvPr>
        </p:nvSpPr>
        <p:spPr>
          <a:xfrm>
            <a:off x="8121650" y="189039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5" name="任意多边形: 形状 150"/>
          <p:cNvSpPr/>
          <p:nvPr>
            <p:custDataLst>
              <p:tags r:id="rId20"/>
            </p:custDataLst>
          </p:nvPr>
        </p:nvSpPr>
        <p:spPr>
          <a:xfrm>
            <a:off x="8228965" y="189039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6" name="任意多边形: 形状 151"/>
          <p:cNvSpPr/>
          <p:nvPr>
            <p:custDataLst>
              <p:tags r:id="rId21"/>
            </p:custDataLst>
          </p:nvPr>
        </p:nvSpPr>
        <p:spPr>
          <a:xfrm>
            <a:off x="8335645" y="189039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7" name="任意多边形: 形状 152"/>
          <p:cNvSpPr/>
          <p:nvPr>
            <p:custDataLst>
              <p:tags r:id="rId22"/>
            </p:custDataLst>
          </p:nvPr>
        </p:nvSpPr>
        <p:spPr>
          <a:xfrm>
            <a:off x="8550275" y="18903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8" name="任意多边形: 形状 153"/>
          <p:cNvSpPr/>
          <p:nvPr>
            <p:custDataLst>
              <p:tags r:id="rId23"/>
            </p:custDataLst>
          </p:nvPr>
        </p:nvSpPr>
        <p:spPr>
          <a:xfrm>
            <a:off x="8763635" y="18903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9" name="任意多边形: 形状 154"/>
          <p:cNvSpPr/>
          <p:nvPr>
            <p:custDataLst>
              <p:tags r:id="rId24"/>
            </p:custDataLst>
          </p:nvPr>
        </p:nvSpPr>
        <p:spPr>
          <a:xfrm>
            <a:off x="8442325" y="18903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10" name="任意多边形: 形状 155"/>
          <p:cNvSpPr/>
          <p:nvPr>
            <p:custDataLst>
              <p:tags r:id="rId25"/>
            </p:custDataLst>
          </p:nvPr>
        </p:nvSpPr>
        <p:spPr>
          <a:xfrm>
            <a:off x="8656955" y="189039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11" name="任意多边形: 形状 156"/>
          <p:cNvSpPr/>
          <p:nvPr>
            <p:custDataLst>
              <p:tags r:id="rId26"/>
            </p:custDataLst>
          </p:nvPr>
        </p:nvSpPr>
        <p:spPr>
          <a:xfrm>
            <a:off x="7801610" y="189039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2" name="任意多边形: 形状 158"/>
          <p:cNvSpPr/>
          <p:nvPr>
            <p:custDataLst>
              <p:tags r:id="rId27"/>
            </p:custDataLst>
          </p:nvPr>
        </p:nvSpPr>
        <p:spPr>
          <a:xfrm>
            <a:off x="7908290" y="19977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3" name="任意多边形: 形状 159"/>
          <p:cNvSpPr/>
          <p:nvPr>
            <p:custDataLst>
              <p:tags r:id="rId28"/>
            </p:custDataLst>
          </p:nvPr>
        </p:nvSpPr>
        <p:spPr>
          <a:xfrm>
            <a:off x="8014970" y="19977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4" name="任意多边形: 形状 160"/>
          <p:cNvSpPr/>
          <p:nvPr>
            <p:custDataLst>
              <p:tags r:id="rId29"/>
            </p:custDataLst>
          </p:nvPr>
        </p:nvSpPr>
        <p:spPr>
          <a:xfrm>
            <a:off x="8121650" y="19977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5" name="任意多边形: 形状 161"/>
          <p:cNvSpPr/>
          <p:nvPr>
            <p:custDataLst>
              <p:tags r:id="rId30"/>
            </p:custDataLst>
          </p:nvPr>
        </p:nvSpPr>
        <p:spPr>
          <a:xfrm>
            <a:off x="8228965" y="19977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6" name="任意多边形: 形状 162"/>
          <p:cNvSpPr/>
          <p:nvPr>
            <p:custDataLst>
              <p:tags r:id="rId31"/>
            </p:custDataLst>
          </p:nvPr>
        </p:nvSpPr>
        <p:spPr>
          <a:xfrm>
            <a:off x="8335645" y="19977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7" name="任意多边形: 形状 163"/>
          <p:cNvSpPr/>
          <p:nvPr>
            <p:custDataLst>
              <p:tags r:id="rId32"/>
            </p:custDataLst>
          </p:nvPr>
        </p:nvSpPr>
        <p:spPr>
          <a:xfrm>
            <a:off x="8550275" y="1997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8" name="任意多边形: 形状 164"/>
          <p:cNvSpPr/>
          <p:nvPr>
            <p:custDataLst>
              <p:tags r:id="rId33"/>
            </p:custDataLst>
          </p:nvPr>
        </p:nvSpPr>
        <p:spPr>
          <a:xfrm>
            <a:off x="8763635" y="1997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9" name="任意多边形: 形状 165"/>
          <p:cNvSpPr/>
          <p:nvPr>
            <p:custDataLst>
              <p:tags r:id="rId34"/>
            </p:custDataLst>
          </p:nvPr>
        </p:nvSpPr>
        <p:spPr>
          <a:xfrm>
            <a:off x="8442325" y="1997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0" name="任意多边形: 形状 166"/>
          <p:cNvSpPr/>
          <p:nvPr>
            <p:custDataLst>
              <p:tags r:id="rId35"/>
            </p:custDataLst>
          </p:nvPr>
        </p:nvSpPr>
        <p:spPr>
          <a:xfrm>
            <a:off x="8656955" y="19977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01" name="任意多边形: 形状 167"/>
          <p:cNvSpPr/>
          <p:nvPr>
            <p:custDataLst>
              <p:tags r:id="rId36"/>
            </p:custDataLst>
          </p:nvPr>
        </p:nvSpPr>
        <p:spPr>
          <a:xfrm>
            <a:off x="7801610" y="199771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2" name="任意多边形: 形状 169"/>
          <p:cNvSpPr/>
          <p:nvPr>
            <p:custDataLst>
              <p:tags r:id="rId37"/>
            </p:custDataLst>
          </p:nvPr>
        </p:nvSpPr>
        <p:spPr>
          <a:xfrm>
            <a:off x="7908290" y="21043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3" name="任意多边形: 形状 170"/>
          <p:cNvSpPr/>
          <p:nvPr>
            <p:custDataLst>
              <p:tags r:id="rId38"/>
            </p:custDataLst>
          </p:nvPr>
        </p:nvSpPr>
        <p:spPr>
          <a:xfrm>
            <a:off x="8014970" y="21043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4" name="任意多边形: 形状 171"/>
          <p:cNvSpPr/>
          <p:nvPr>
            <p:custDataLst>
              <p:tags r:id="rId39"/>
            </p:custDataLst>
          </p:nvPr>
        </p:nvSpPr>
        <p:spPr>
          <a:xfrm>
            <a:off x="8121650" y="210439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5" name="任意多边形: 形状 172"/>
          <p:cNvSpPr/>
          <p:nvPr>
            <p:custDataLst>
              <p:tags r:id="rId40"/>
            </p:custDataLst>
          </p:nvPr>
        </p:nvSpPr>
        <p:spPr>
          <a:xfrm>
            <a:off x="8228965" y="210439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6" name="任意多边形: 形状 173"/>
          <p:cNvSpPr/>
          <p:nvPr>
            <p:custDataLst>
              <p:tags r:id="rId41"/>
            </p:custDataLst>
          </p:nvPr>
        </p:nvSpPr>
        <p:spPr>
          <a:xfrm>
            <a:off x="8335645" y="210439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7" name="任意多边形: 形状 174"/>
          <p:cNvSpPr/>
          <p:nvPr>
            <p:custDataLst>
              <p:tags r:id="rId42"/>
            </p:custDataLst>
          </p:nvPr>
        </p:nvSpPr>
        <p:spPr>
          <a:xfrm>
            <a:off x="8550275" y="210439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8" name="任意多边形: 形状 175"/>
          <p:cNvSpPr/>
          <p:nvPr>
            <p:custDataLst>
              <p:tags r:id="rId43"/>
            </p:custDataLst>
          </p:nvPr>
        </p:nvSpPr>
        <p:spPr>
          <a:xfrm>
            <a:off x="8763635" y="210439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9" name="任意多边形: 形状 176"/>
          <p:cNvSpPr/>
          <p:nvPr>
            <p:custDataLst>
              <p:tags r:id="rId44"/>
            </p:custDataLst>
          </p:nvPr>
        </p:nvSpPr>
        <p:spPr>
          <a:xfrm>
            <a:off x="8442325" y="210439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0" name="任意多边形: 形状 177"/>
          <p:cNvSpPr/>
          <p:nvPr>
            <p:custDataLst>
              <p:tags r:id="rId45"/>
            </p:custDataLst>
          </p:nvPr>
        </p:nvSpPr>
        <p:spPr>
          <a:xfrm>
            <a:off x="8656955" y="210439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91" name="任意多边形: 形状 178"/>
          <p:cNvSpPr/>
          <p:nvPr>
            <p:custDataLst>
              <p:tags r:id="rId46"/>
            </p:custDataLst>
          </p:nvPr>
        </p:nvSpPr>
        <p:spPr>
          <a:xfrm>
            <a:off x="7801610" y="210439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2" name="任意多边形: 形状 180"/>
          <p:cNvSpPr/>
          <p:nvPr>
            <p:custDataLst>
              <p:tags r:id="rId47"/>
            </p:custDataLst>
          </p:nvPr>
        </p:nvSpPr>
        <p:spPr>
          <a:xfrm>
            <a:off x="7908290" y="22110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3" name="任意多边形: 形状 181"/>
          <p:cNvSpPr/>
          <p:nvPr>
            <p:custDataLst>
              <p:tags r:id="rId48"/>
            </p:custDataLst>
          </p:nvPr>
        </p:nvSpPr>
        <p:spPr>
          <a:xfrm>
            <a:off x="8014970" y="22110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4" name="任意多边形: 形状 182"/>
          <p:cNvSpPr/>
          <p:nvPr>
            <p:custDataLst>
              <p:tags r:id="rId49"/>
            </p:custDataLst>
          </p:nvPr>
        </p:nvSpPr>
        <p:spPr>
          <a:xfrm>
            <a:off x="8121650" y="221107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5" name="任意多边形: 形状 183"/>
          <p:cNvSpPr/>
          <p:nvPr>
            <p:custDataLst>
              <p:tags r:id="rId50"/>
            </p:custDataLst>
          </p:nvPr>
        </p:nvSpPr>
        <p:spPr>
          <a:xfrm>
            <a:off x="8228965" y="221107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6" name="任意多边形: 形状 184"/>
          <p:cNvSpPr/>
          <p:nvPr>
            <p:custDataLst>
              <p:tags r:id="rId51"/>
            </p:custDataLst>
          </p:nvPr>
        </p:nvSpPr>
        <p:spPr>
          <a:xfrm>
            <a:off x="8335645" y="221107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7" name="任意多边形: 形状 185"/>
          <p:cNvSpPr/>
          <p:nvPr>
            <p:custDataLst>
              <p:tags r:id="rId52"/>
            </p:custDataLst>
          </p:nvPr>
        </p:nvSpPr>
        <p:spPr>
          <a:xfrm>
            <a:off x="8550275" y="221107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8" name="任意多边形: 形状 186"/>
          <p:cNvSpPr/>
          <p:nvPr>
            <p:custDataLst>
              <p:tags r:id="rId53"/>
            </p:custDataLst>
          </p:nvPr>
        </p:nvSpPr>
        <p:spPr>
          <a:xfrm>
            <a:off x="8763635" y="221107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9" name="任意多边形: 形状 187"/>
          <p:cNvSpPr/>
          <p:nvPr>
            <p:custDataLst>
              <p:tags r:id="rId54"/>
            </p:custDataLst>
          </p:nvPr>
        </p:nvSpPr>
        <p:spPr>
          <a:xfrm>
            <a:off x="8442325" y="221107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0" name="任意多边形: 形状 188"/>
          <p:cNvSpPr/>
          <p:nvPr>
            <p:custDataLst>
              <p:tags r:id="rId55"/>
            </p:custDataLst>
          </p:nvPr>
        </p:nvSpPr>
        <p:spPr>
          <a:xfrm>
            <a:off x="8656955" y="221107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81" name="任意多边形: 形状 189"/>
          <p:cNvSpPr/>
          <p:nvPr>
            <p:custDataLst>
              <p:tags r:id="rId56"/>
            </p:custDataLst>
          </p:nvPr>
        </p:nvSpPr>
        <p:spPr>
          <a:xfrm>
            <a:off x="7801610" y="221107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2" name="任意多边形: 形状 191"/>
          <p:cNvSpPr/>
          <p:nvPr>
            <p:custDataLst>
              <p:tags r:id="rId57"/>
            </p:custDataLst>
          </p:nvPr>
        </p:nvSpPr>
        <p:spPr>
          <a:xfrm>
            <a:off x="7908290" y="231902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3" name="任意多边形: 形状 192"/>
          <p:cNvSpPr/>
          <p:nvPr>
            <p:custDataLst>
              <p:tags r:id="rId58"/>
            </p:custDataLst>
          </p:nvPr>
        </p:nvSpPr>
        <p:spPr>
          <a:xfrm>
            <a:off x="8014970" y="231902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4" name="任意多边形: 形状 193"/>
          <p:cNvSpPr/>
          <p:nvPr>
            <p:custDataLst>
              <p:tags r:id="rId59"/>
            </p:custDataLst>
          </p:nvPr>
        </p:nvSpPr>
        <p:spPr>
          <a:xfrm>
            <a:off x="8121650" y="231902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5" name="任意多边形: 形状 194"/>
          <p:cNvSpPr/>
          <p:nvPr>
            <p:custDataLst>
              <p:tags r:id="rId60"/>
            </p:custDataLst>
          </p:nvPr>
        </p:nvSpPr>
        <p:spPr>
          <a:xfrm>
            <a:off x="8228965" y="231902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6" name="任意多边形: 形状 195"/>
          <p:cNvSpPr/>
          <p:nvPr>
            <p:custDataLst>
              <p:tags r:id="rId61"/>
            </p:custDataLst>
          </p:nvPr>
        </p:nvSpPr>
        <p:spPr>
          <a:xfrm>
            <a:off x="8335645" y="231902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7" name="任意多边形: 形状 196"/>
          <p:cNvSpPr/>
          <p:nvPr>
            <p:custDataLst>
              <p:tags r:id="rId62"/>
            </p:custDataLst>
          </p:nvPr>
        </p:nvSpPr>
        <p:spPr>
          <a:xfrm>
            <a:off x="8550275" y="231902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8" name="任意多边形: 形状 197"/>
          <p:cNvSpPr/>
          <p:nvPr>
            <p:custDataLst>
              <p:tags r:id="rId63"/>
            </p:custDataLst>
          </p:nvPr>
        </p:nvSpPr>
        <p:spPr>
          <a:xfrm>
            <a:off x="8763635" y="231902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9" name="任意多边形: 形状 198"/>
          <p:cNvSpPr/>
          <p:nvPr>
            <p:custDataLst>
              <p:tags r:id="rId64"/>
            </p:custDataLst>
          </p:nvPr>
        </p:nvSpPr>
        <p:spPr>
          <a:xfrm>
            <a:off x="8442325" y="231902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0" name="任意多边形: 形状 199"/>
          <p:cNvSpPr/>
          <p:nvPr>
            <p:custDataLst>
              <p:tags r:id="rId65"/>
            </p:custDataLst>
          </p:nvPr>
        </p:nvSpPr>
        <p:spPr>
          <a:xfrm>
            <a:off x="8656955" y="231902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71" name="任意多边形: 形状 200"/>
          <p:cNvSpPr/>
          <p:nvPr>
            <p:custDataLst>
              <p:tags r:id="rId66"/>
            </p:custDataLst>
          </p:nvPr>
        </p:nvSpPr>
        <p:spPr>
          <a:xfrm>
            <a:off x="7801610" y="231775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2" name="任意多边形: 形状 202"/>
          <p:cNvSpPr/>
          <p:nvPr>
            <p:custDataLst>
              <p:tags r:id="rId67"/>
            </p:custDataLst>
          </p:nvPr>
        </p:nvSpPr>
        <p:spPr>
          <a:xfrm>
            <a:off x="7908290" y="242570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3" name="任意多边形: 形状 203"/>
          <p:cNvSpPr/>
          <p:nvPr>
            <p:custDataLst>
              <p:tags r:id="rId68"/>
            </p:custDataLst>
          </p:nvPr>
        </p:nvSpPr>
        <p:spPr>
          <a:xfrm>
            <a:off x="8014970" y="242570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4" name="任意多边形: 形状 204"/>
          <p:cNvSpPr/>
          <p:nvPr>
            <p:custDataLst>
              <p:tags r:id="rId69"/>
            </p:custDataLst>
          </p:nvPr>
        </p:nvSpPr>
        <p:spPr>
          <a:xfrm>
            <a:off x="8121650" y="242570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5" name="任意多边形: 形状 205"/>
          <p:cNvSpPr/>
          <p:nvPr>
            <p:custDataLst>
              <p:tags r:id="rId70"/>
            </p:custDataLst>
          </p:nvPr>
        </p:nvSpPr>
        <p:spPr>
          <a:xfrm>
            <a:off x="8228965" y="242570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6" name="任意多边形: 形状 206"/>
          <p:cNvSpPr/>
          <p:nvPr>
            <p:custDataLst>
              <p:tags r:id="rId71"/>
            </p:custDataLst>
          </p:nvPr>
        </p:nvSpPr>
        <p:spPr>
          <a:xfrm>
            <a:off x="8335645" y="242570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7" name="任意多边形: 形状 207"/>
          <p:cNvSpPr/>
          <p:nvPr>
            <p:custDataLst>
              <p:tags r:id="rId72"/>
            </p:custDataLst>
          </p:nvPr>
        </p:nvSpPr>
        <p:spPr>
          <a:xfrm>
            <a:off x="8550275" y="242570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8" name="任意多边形: 形状 208"/>
          <p:cNvSpPr/>
          <p:nvPr>
            <p:custDataLst>
              <p:tags r:id="rId73"/>
            </p:custDataLst>
          </p:nvPr>
        </p:nvSpPr>
        <p:spPr>
          <a:xfrm>
            <a:off x="8763635" y="242570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9" name="任意多边形: 形状 209"/>
          <p:cNvSpPr/>
          <p:nvPr>
            <p:custDataLst>
              <p:tags r:id="rId74"/>
            </p:custDataLst>
          </p:nvPr>
        </p:nvSpPr>
        <p:spPr>
          <a:xfrm>
            <a:off x="8442325" y="242570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0" name="任意多边形: 形状 210"/>
          <p:cNvSpPr/>
          <p:nvPr>
            <p:custDataLst>
              <p:tags r:id="rId75"/>
            </p:custDataLst>
          </p:nvPr>
        </p:nvSpPr>
        <p:spPr>
          <a:xfrm>
            <a:off x="8656955" y="242570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61" name="任意多边形: 形状 211"/>
          <p:cNvSpPr/>
          <p:nvPr>
            <p:custDataLst>
              <p:tags r:id="rId76"/>
            </p:custDataLst>
          </p:nvPr>
        </p:nvSpPr>
        <p:spPr>
          <a:xfrm>
            <a:off x="7801610" y="242570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2" name="任意多边形: 形状 213"/>
          <p:cNvSpPr/>
          <p:nvPr>
            <p:custDataLst>
              <p:tags r:id="rId77"/>
            </p:custDataLst>
          </p:nvPr>
        </p:nvSpPr>
        <p:spPr>
          <a:xfrm>
            <a:off x="7908290" y="25323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3" name="任意多边形: 形状 214"/>
          <p:cNvSpPr/>
          <p:nvPr>
            <p:custDataLst>
              <p:tags r:id="rId78"/>
            </p:custDataLst>
          </p:nvPr>
        </p:nvSpPr>
        <p:spPr>
          <a:xfrm>
            <a:off x="8014970" y="25323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4" name="任意多边形: 形状 215"/>
          <p:cNvSpPr/>
          <p:nvPr>
            <p:custDataLst>
              <p:tags r:id="rId79"/>
            </p:custDataLst>
          </p:nvPr>
        </p:nvSpPr>
        <p:spPr>
          <a:xfrm>
            <a:off x="8121650" y="253238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5" name="任意多边形: 形状 216"/>
          <p:cNvSpPr/>
          <p:nvPr>
            <p:custDataLst>
              <p:tags r:id="rId80"/>
            </p:custDataLst>
          </p:nvPr>
        </p:nvSpPr>
        <p:spPr>
          <a:xfrm>
            <a:off x="8228965" y="253238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6" name="任意多边形: 形状 217"/>
          <p:cNvSpPr/>
          <p:nvPr>
            <p:custDataLst>
              <p:tags r:id="rId81"/>
            </p:custDataLst>
          </p:nvPr>
        </p:nvSpPr>
        <p:spPr>
          <a:xfrm>
            <a:off x="8335645" y="253238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7" name="任意多边形: 形状 218"/>
          <p:cNvSpPr/>
          <p:nvPr>
            <p:custDataLst>
              <p:tags r:id="rId82"/>
            </p:custDataLst>
          </p:nvPr>
        </p:nvSpPr>
        <p:spPr>
          <a:xfrm>
            <a:off x="8550275" y="253238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8" name="任意多边形: 形状 219"/>
          <p:cNvSpPr/>
          <p:nvPr>
            <p:custDataLst>
              <p:tags r:id="rId83"/>
            </p:custDataLst>
          </p:nvPr>
        </p:nvSpPr>
        <p:spPr>
          <a:xfrm>
            <a:off x="8763635" y="253238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9" name="任意多边形: 形状 220"/>
          <p:cNvSpPr/>
          <p:nvPr>
            <p:custDataLst>
              <p:tags r:id="rId84"/>
            </p:custDataLst>
          </p:nvPr>
        </p:nvSpPr>
        <p:spPr>
          <a:xfrm>
            <a:off x="8442325" y="253238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0" name="任意多边形: 形状 221"/>
          <p:cNvSpPr/>
          <p:nvPr>
            <p:custDataLst>
              <p:tags r:id="rId85"/>
            </p:custDataLst>
          </p:nvPr>
        </p:nvSpPr>
        <p:spPr>
          <a:xfrm>
            <a:off x="8656955" y="253238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51" name="任意多边形: 形状 222"/>
          <p:cNvSpPr/>
          <p:nvPr>
            <p:custDataLst>
              <p:tags r:id="rId86"/>
            </p:custDataLst>
          </p:nvPr>
        </p:nvSpPr>
        <p:spPr>
          <a:xfrm>
            <a:off x="7801610" y="253238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2" name="任意多边形: 形状 224"/>
          <p:cNvSpPr/>
          <p:nvPr>
            <p:custDataLst>
              <p:tags r:id="rId87"/>
            </p:custDataLst>
          </p:nvPr>
        </p:nvSpPr>
        <p:spPr>
          <a:xfrm>
            <a:off x="7908290" y="263969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3" name="任意多边形: 形状 225"/>
          <p:cNvSpPr/>
          <p:nvPr>
            <p:custDataLst>
              <p:tags r:id="rId88"/>
            </p:custDataLst>
          </p:nvPr>
        </p:nvSpPr>
        <p:spPr>
          <a:xfrm>
            <a:off x="8014970" y="263969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4" name="任意多边形: 形状 226"/>
          <p:cNvSpPr/>
          <p:nvPr>
            <p:custDataLst>
              <p:tags r:id="rId89"/>
            </p:custDataLst>
          </p:nvPr>
        </p:nvSpPr>
        <p:spPr>
          <a:xfrm>
            <a:off x="8121650" y="263969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5" name="任意多边形: 形状 227"/>
          <p:cNvSpPr/>
          <p:nvPr>
            <p:custDataLst>
              <p:tags r:id="rId90"/>
            </p:custDataLst>
          </p:nvPr>
        </p:nvSpPr>
        <p:spPr>
          <a:xfrm>
            <a:off x="8228965" y="263969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6" name="任意多边形: 形状 228"/>
          <p:cNvSpPr/>
          <p:nvPr>
            <p:custDataLst>
              <p:tags r:id="rId91"/>
            </p:custDataLst>
          </p:nvPr>
        </p:nvSpPr>
        <p:spPr>
          <a:xfrm>
            <a:off x="8335645" y="263969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7" name="任意多边形: 形状 229"/>
          <p:cNvSpPr/>
          <p:nvPr>
            <p:custDataLst>
              <p:tags r:id="rId92"/>
            </p:custDataLst>
          </p:nvPr>
        </p:nvSpPr>
        <p:spPr>
          <a:xfrm>
            <a:off x="8550275" y="26396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8" name="任意多边形: 形状 230"/>
          <p:cNvSpPr/>
          <p:nvPr>
            <p:custDataLst>
              <p:tags r:id="rId93"/>
            </p:custDataLst>
          </p:nvPr>
        </p:nvSpPr>
        <p:spPr>
          <a:xfrm>
            <a:off x="8763635" y="26396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9" name="任意多边形: 形状 231"/>
          <p:cNvSpPr/>
          <p:nvPr>
            <p:custDataLst>
              <p:tags r:id="rId94"/>
            </p:custDataLst>
          </p:nvPr>
        </p:nvSpPr>
        <p:spPr>
          <a:xfrm>
            <a:off x="8442325" y="263969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0" name="任意多边形: 形状 232"/>
          <p:cNvSpPr/>
          <p:nvPr>
            <p:custDataLst>
              <p:tags r:id="rId95"/>
            </p:custDataLst>
          </p:nvPr>
        </p:nvSpPr>
        <p:spPr>
          <a:xfrm>
            <a:off x="8656955" y="263969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41" name="任意多边形: 形状 233"/>
          <p:cNvSpPr/>
          <p:nvPr>
            <p:custDataLst>
              <p:tags r:id="rId96"/>
            </p:custDataLst>
          </p:nvPr>
        </p:nvSpPr>
        <p:spPr>
          <a:xfrm>
            <a:off x="7801610" y="263906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22" name="任意多边形: 形状 235"/>
          <p:cNvSpPr/>
          <p:nvPr>
            <p:custDataLst>
              <p:tags r:id="rId97"/>
            </p:custDataLst>
          </p:nvPr>
        </p:nvSpPr>
        <p:spPr>
          <a:xfrm>
            <a:off x="7908290" y="274637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23" name="任意多边形: 形状 236"/>
          <p:cNvSpPr/>
          <p:nvPr>
            <p:custDataLst>
              <p:tags r:id="rId98"/>
            </p:custDataLst>
          </p:nvPr>
        </p:nvSpPr>
        <p:spPr>
          <a:xfrm>
            <a:off x="8014970" y="274637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24" name="任意多边形: 形状 237"/>
          <p:cNvSpPr/>
          <p:nvPr>
            <p:custDataLst>
              <p:tags r:id="rId99"/>
            </p:custDataLst>
          </p:nvPr>
        </p:nvSpPr>
        <p:spPr>
          <a:xfrm>
            <a:off x="8121650" y="274637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25" name="任意多边形: 形状 238"/>
          <p:cNvSpPr/>
          <p:nvPr>
            <p:custDataLst>
              <p:tags r:id="rId100"/>
            </p:custDataLst>
          </p:nvPr>
        </p:nvSpPr>
        <p:spPr>
          <a:xfrm>
            <a:off x="8228965" y="274637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26" name="任意多边形: 形状 239"/>
          <p:cNvSpPr/>
          <p:nvPr>
            <p:custDataLst>
              <p:tags r:id="rId101"/>
            </p:custDataLst>
          </p:nvPr>
        </p:nvSpPr>
        <p:spPr>
          <a:xfrm>
            <a:off x="8335645" y="274637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27" name="任意多边形: 形状 240"/>
          <p:cNvSpPr/>
          <p:nvPr>
            <p:custDataLst>
              <p:tags r:id="rId102"/>
            </p:custDataLst>
          </p:nvPr>
        </p:nvSpPr>
        <p:spPr>
          <a:xfrm>
            <a:off x="8550275" y="274637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28" name="任意多边形: 形状 241"/>
          <p:cNvSpPr/>
          <p:nvPr>
            <p:custDataLst>
              <p:tags r:id="rId103"/>
            </p:custDataLst>
          </p:nvPr>
        </p:nvSpPr>
        <p:spPr>
          <a:xfrm>
            <a:off x="8763635" y="274637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29" name="任意多边形: 形状 242"/>
          <p:cNvSpPr/>
          <p:nvPr>
            <p:custDataLst>
              <p:tags r:id="rId104"/>
            </p:custDataLst>
          </p:nvPr>
        </p:nvSpPr>
        <p:spPr>
          <a:xfrm>
            <a:off x="8442325" y="274637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0" name="任意多边形: 形状 243"/>
          <p:cNvSpPr/>
          <p:nvPr>
            <p:custDataLst>
              <p:tags r:id="rId105"/>
            </p:custDataLst>
          </p:nvPr>
        </p:nvSpPr>
        <p:spPr>
          <a:xfrm>
            <a:off x="8656955" y="274637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31" name="任意多边形: 形状 244"/>
          <p:cNvSpPr/>
          <p:nvPr>
            <p:custDataLst>
              <p:tags r:id="rId106"/>
            </p:custDataLst>
          </p:nvPr>
        </p:nvSpPr>
        <p:spPr>
          <a:xfrm>
            <a:off x="7801610" y="274637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ysClr val="window" lastClr="FFFFFF">
              <a:lumMod val="85000"/>
            </a:sysClr>
          </a:solidFill>
          <a:ln w="12700" cap="flat" cmpd="sng" algn="ctr">
            <a:no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13" name="斜纹 512"/>
          <p:cNvSpPr/>
          <p:nvPr>
            <p:custDataLst>
              <p:tags r:id="rId107"/>
            </p:custDataLst>
          </p:nvPr>
        </p:nvSpPr>
        <p:spPr>
          <a:xfrm rot="8100000">
            <a:off x="-183048" y="407657"/>
            <a:ext cx="366095" cy="366095"/>
          </a:xfrm>
          <a:prstGeom prst="diagStripe">
            <a:avLst/>
          </a:prstGeom>
          <a:solidFill>
            <a:srgbClr val="44546A">
              <a:lumMod val="20000"/>
              <a:lumOff val="80000"/>
            </a:srgbClr>
          </a:solidFill>
          <a:ln>
            <a:noFill/>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kumimoji="1"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9" name="文本框 8"/>
          <p:cNvSpPr txBox="1"/>
          <p:nvPr>
            <p:custDataLst>
              <p:tags r:id="rId108"/>
            </p:custDataLst>
          </p:nvPr>
        </p:nvSpPr>
        <p:spPr>
          <a:xfrm>
            <a:off x="403622" y="369923"/>
            <a:ext cx="8058215" cy="474265"/>
          </a:xfrm>
          <a:prstGeom prst="rect">
            <a:avLst/>
          </a:prstGeom>
          <a:noFill/>
        </p:spPr>
        <p:txBody>
          <a:bodyPr wrap="square" lIns="68580" tIns="34290" rIns="68580" bIns="34290" rtlCol="0" anchor="t" anchorCtr="0">
            <a:norm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20000"/>
              </a:lnSpc>
              <a:spcBef>
                <a:spcPts val="0"/>
              </a:spcBef>
              <a:spcAft>
                <a:spcPts val="0"/>
              </a:spcAft>
              <a:buSzPct val="100000"/>
            </a:pPr>
            <a:r>
              <a:rPr lang="zh-CN" altLang="en-US" sz="2400" b="1" spc="300" dirty="0">
                <a:solidFill>
                  <a:sysClr val="windowText" lastClr="000000">
                    <a:lumMod val="85000"/>
                    <a:lumOff val="15000"/>
                  </a:sysClr>
                </a:solidFill>
                <a:latin typeface="Arial" panose="020B0604020202020204" pitchFamily="34" charset="0"/>
                <a:ea typeface="微软雅黑" panose="020B0503020204020204" charset="-122"/>
                <a:sym typeface="+mn-ea"/>
              </a:rPr>
              <a:t>在Windows 中选用汉字输入法</a:t>
            </a:r>
          </a:p>
        </p:txBody>
      </p:sp>
      <p:sp>
        <p:nvSpPr>
          <p:cNvPr id="115" name="矩形: 圆角 1128"/>
          <p:cNvSpPr/>
          <p:nvPr>
            <p:custDataLst>
              <p:tags r:id="rId109"/>
            </p:custDataLst>
          </p:nvPr>
        </p:nvSpPr>
        <p:spPr>
          <a:xfrm>
            <a:off x="2944297" y="2790350"/>
            <a:ext cx="5131594" cy="1953101"/>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11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3" name="矩形: 圆角 1128"/>
          <p:cNvSpPr/>
          <p:nvPr>
            <p:custDataLst>
              <p:tags r:id="rId110"/>
            </p:custDataLst>
          </p:nvPr>
        </p:nvSpPr>
        <p:spPr>
          <a:xfrm>
            <a:off x="911270" y="967502"/>
            <a:ext cx="5131594" cy="1953101"/>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11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pic>
        <p:nvPicPr>
          <p:cNvPr id="15" name="图片 14" descr="C:\Users\2GGTFQ2\Desktop\通用图片占位符\图片\31\124435379_31(2).jpg124435379_31(2)"/>
          <p:cNvPicPr>
            <a:picLocks noChangeAspect="1"/>
          </p:cNvPicPr>
          <p:nvPr>
            <p:custDataLst>
              <p:tags r:id="rId111"/>
            </p:custDataLst>
          </p:nvPr>
        </p:nvPicPr>
        <p:blipFill>
          <a:blip r:embed="rId115"/>
          <a:srcRect l="2366" r="2366"/>
          <a:stretch>
            <a:fillRect/>
          </a:stretch>
        </p:blipFill>
        <p:spPr>
          <a:xfrm>
            <a:off x="1068909" y="1141571"/>
            <a:ext cx="4816315" cy="1604962"/>
          </a:xfrm>
          <a:prstGeom prst="rect">
            <a:avLst/>
          </a:prstGeom>
        </p:spPr>
      </p:pic>
      <p:sp>
        <p:nvSpPr>
          <p:cNvPr id="10" name="文本框 9"/>
          <p:cNvSpPr txBox="1"/>
          <p:nvPr>
            <p:custDataLst>
              <p:tags r:id="rId112"/>
            </p:custDataLst>
          </p:nvPr>
        </p:nvSpPr>
        <p:spPr>
          <a:xfrm>
            <a:off x="3112057" y="3051810"/>
            <a:ext cx="4796075" cy="1453638"/>
          </a:xfrm>
          <a:prstGeom prst="rect">
            <a:avLst/>
          </a:prstGeom>
          <a:noFill/>
        </p:spPr>
        <p:txBody>
          <a:bodyPr wrap="square" lIns="68580" tIns="34290" rIns="68580" bIns="34290" rtlCol="0" anchor="ctr">
            <a:normAutofit/>
          </a:bodyPr>
          <a:lstStyle>
            <a:defPPr>
              <a:defRPr lang="zh-CN"/>
            </a:defPPr>
            <a:lvl1pPr>
              <a:defRPr sz="2400" spc="200">
                <a:latin typeface="微软雅黑" panose="020B0503020204020204" charset="-122"/>
                <a:ea typeface="微软雅黑" panose="020B0503020204020204" charset="-122"/>
              </a:defRPr>
            </a:lvl1pPr>
          </a:lstStyle>
          <a:p>
            <a:pPr marL="0" lvl="0" indent="0" algn="l">
              <a:lnSpc>
                <a:spcPct val="120000"/>
              </a:lnSpc>
              <a:spcBef>
                <a:spcPts val="0"/>
              </a:spcBef>
              <a:spcAft>
                <a:spcPts val="0"/>
              </a:spcAft>
              <a:buSzPct val="100000"/>
            </a:pPr>
            <a:r>
              <a:rPr sz="1350" spc="150" dirty="0">
                <a:latin typeface="Arial" panose="020B0604020202020204" pitchFamily="34" charset="0"/>
                <a:ea typeface="微软雅黑" panose="020B0503020204020204" charset="-122"/>
                <a:sym typeface="+mn-ea"/>
              </a:rPr>
              <a:t>选用了搜狗拼音输入法后，将在屏幕左下角出现由若干个按钮组成的搜狗输入法状态栏，如图1-14 所示。状态栏上的图标分别代表“输入状态”“全角/ 半角符号”“中文/ 英文标点”“图片表情”“语音输入”“输入方式”“登录账户”“皮肤盒子”“工具箱”。</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斜纹 22"/>
          <p:cNvSpPr/>
          <p:nvPr>
            <p:custDataLst>
              <p:tags r:id="rId2"/>
            </p:custDataLst>
          </p:nvPr>
        </p:nvSpPr>
        <p:spPr>
          <a:xfrm rot="10800000">
            <a:off x="7870371" y="3869871"/>
            <a:ext cx="1273629" cy="1273629"/>
          </a:xfrm>
          <a:prstGeom prst="diagStripe">
            <a:avLst/>
          </a:prstGeom>
          <a:solidFill>
            <a:srgbClr val="1E6BC5">
              <a:lumMod val="20000"/>
              <a:lumOff val="80000"/>
              <a:alpha val="40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5" name="任意多边形: 形状 14"/>
          <p:cNvSpPr>
            <a:spLocks noChangeAspect="1"/>
          </p:cNvSpPr>
          <p:nvPr>
            <p:custDataLst>
              <p:tags r:id="rId3"/>
            </p:custDataLst>
          </p:nvPr>
        </p:nvSpPr>
        <p:spPr>
          <a:xfrm>
            <a:off x="4227195" y="638175"/>
            <a:ext cx="351155" cy="540385"/>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1E6BC5">
              <a:lumMod val="40000"/>
              <a:lumOff val="6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lang="zh-CN" altLang="en-US" sz="1350"/>
          </a:p>
        </p:txBody>
      </p:sp>
      <p:sp>
        <p:nvSpPr>
          <p:cNvPr id="16" name="任意多边形: 形状 15"/>
          <p:cNvSpPr>
            <a:spLocks noChangeAspect="1"/>
          </p:cNvSpPr>
          <p:nvPr>
            <p:custDataLst>
              <p:tags r:id="rId4"/>
            </p:custDataLst>
          </p:nvPr>
        </p:nvSpPr>
        <p:spPr>
          <a:xfrm>
            <a:off x="4688205" y="638175"/>
            <a:ext cx="351155" cy="540385"/>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1E6BC5">
              <a:lumMod val="40000"/>
              <a:lumOff val="60000"/>
            </a:srgbClr>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lang="zh-CN" altLang="en-US" sz="1350"/>
          </a:p>
        </p:txBody>
      </p:sp>
      <p:sp>
        <p:nvSpPr>
          <p:cNvPr id="9" name="文本框 8"/>
          <p:cNvSpPr txBox="1"/>
          <p:nvPr>
            <p:custDataLst>
              <p:tags r:id="rId5"/>
            </p:custDataLst>
          </p:nvPr>
        </p:nvSpPr>
        <p:spPr>
          <a:xfrm>
            <a:off x="5320030" y="2931160"/>
            <a:ext cx="2542540" cy="161480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5750" lvl="0" indent="-285750" algn="l" fontAlgn="ctr">
              <a:lnSpc>
                <a:spcPct val="130000"/>
              </a:lnSpc>
              <a:spcBef>
                <a:spcPts val="1000"/>
              </a:spcBef>
              <a:spcAft>
                <a:spcPts val="0"/>
              </a:spcAft>
              <a:buClr>
                <a:srgbClr val="6CA5E9"/>
              </a:buClr>
              <a:buSzPct val="100000"/>
              <a:buFont typeface="Wingdings" panose="05000000000000000000" charset="0"/>
              <a:buChar char="p"/>
            </a:pPr>
            <a:r>
              <a:rPr lang="zh-CN" altLang="en-US" sz="1200">
                <a:solidFill>
                  <a:srgbClr val="000000">
                    <a:lumMod val="75000"/>
                    <a:lumOff val="25000"/>
                  </a:srgbClr>
                </a:solidFill>
                <a:latin typeface="Arial" panose="020B0604020202020204" pitchFamily="34" charset="0"/>
                <a:ea typeface="微软雅黑" panose="020B0503020204020204" charset="-122"/>
              </a:rPr>
              <a:t>单击“自定义状态栏”图标，将弹出选择框，如图1-15所示，可以自定义状态栏中显示的图标项目。</a:t>
            </a:r>
          </a:p>
        </p:txBody>
      </p:sp>
      <p:cxnSp>
        <p:nvCxnSpPr>
          <p:cNvPr id="8" name="直接连接符 7"/>
          <p:cNvCxnSpPr/>
          <p:nvPr>
            <p:custDataLst>
              <p:tags r:id="rId6"/>
            </p:custDataLst>
          </p:nvPr>
        </p:nvCxnSpPr>
        <p:spPr>
          <a:xfrm flipH="1">
            <a:off x="5430520" y="2658745"/>
            <a:ext cx="2308225" cy="8890"/>
          </a:xfrm>
          <a:prstGeom prst="line">
            <a:avLst/>
          </a:prstGeom>
          <a:ln w="1270">
            <a:solidFill>
              <a:srgbClr val="1E6BC5">
                <a:lumMod val="40000"/>
                <a:lumOff val="60000"/>
              </a:srgbClr>
            </a:solidFill>
            <a:prstDash val="dash"/>
            <a:headEnd type="oval"/>
            <a:tailEnd type="oval"/>
          </a:ln>
        </p:spPr>
        <p:style>
          <a:lnRef idx="1">
            <a:srgbClr val="1E6BC5"/>
          </a:lnRef>
          <a:fillRef idx="0">
            <a:srgbClr val="1E6BC5"/>
          </a:fillRef>
          <a:effectRef idx="0">
            <a:srgbClr val="1E6BC5"/>
          </a:effectRef>
          <a:fontRef idx="minor">
            <a:srgbClr val="000000"/>
          </a:fontRef>
        </p:style>
      </p:cxnSp>
      <p:sp>
        <p:nvSpPr>
          <p:cNvPr id="11" name="文本框 10"/>
          <p:cNvSpPr txBox="1"/>
          <p:nvPr>
            <p:custDataLst>
              <p:tags r:id="rId7"/>
            </p:custDataLst>
          </p:nvPr>
        </p:nvSpPr>
        <p:spPr>
          <a:xfrm>
            <a:off x="5328285" y="638175"/>
            <a:ext cx="2542223" cy="1733074"/>
          </a:xfrm>
          <a:prstGeom prst="rect">
            <a:avLst/>
          </a:prstGeom>
          <a:noFill/>
        </p:spPr>
        <p:txBody>
          <a:bodyPr wrap="square" lIns="76200" tIns="28575" rIns="47625" bIns="28575" rtlCol="0" anchor="b" anchorCtr="0">
            <a:noAutofit/>
          </a:bodyPr>
          <a:lstStyle/>
          <a:p>
            <a:pPr marL="0" indent="0" algn="ctr" fontAlgn="auto">
              <a:lnSpc>
                <a:spcPct val="10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在Windows中选用汉字输入法</a:t>
            </a:r>
          </a:p>
        </p:txBody>
      </p:sp>
      <p:sp>
        <p:nvSpPr>
          <p:cNvPr id="22" name="斜纹 21"/>
          <p:cNvSpPr/>
          <p:nvPr>
            <p:custDataLst>
              <p:tags r:id="rId8"/>
            </p:custDataLst>
          </p:nvPr>
        </p:nvSpPr>
        <p:spPr>
          <a:xfrm flipH="1">
            <a:off x="7861935" y="0"/>
            <a:ext cx="1273493" cy="1273493"/>
          </a:xfrm>
          <a:prstGeom prst="diagStripe">
            <a:avLst>
              <a:gd name="adj" fmla="val 49994"/>
            </a:avLst>
          </a:prstGeom>
          <a:solidFill>
            <a:srgbClr val="1E6BC5">
              <a:lumMod val="20000"/>
              <a:lumOff val="80000"/>
              <a:alpha val="40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pic>
        <p:nvPicPr>
          <p:cNvPr id="10" name="图片 9" descr="architecture-building-exterior-buildings-1984526"/>
          <p:cNvPicPr>
            <a:picLocks noChangeAspect="1"/>
          </p:cNvPicPr>
          <p:nvPr>
            <p:custDataLst>
              <p:tags r:id="rId9"/>
            </p:custDataLst>
          </p:nvPr>
        </p:nvPicPr>
        <p:blipFill>
          <a:blip r:embed="rId12"/>
          <a:srcRect l="-221" t="-1136" r="-1820" b="-1136"/>
          <a:stretch>
            <a:fillRect/>
          </a:stretch>
        </p:blipFill>
        <p:spPr>
          <a:xfrm>
            <a:off x="-8095" y="0"/>
            <a:ext cx="3810000" cy="51435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31" name="椭圆 30"/>
          <p:cNvSpPr/>
          <p:nvPr>
            <p:custDataLst>
              <p:tags r:id="rId2"/>
            </p:custDataLst>
          </p:nvPr>
        </p:nvSpPr>
        <p:spPr>
          <a:xfrm>
            <a:off x="2750067" y="391854"/>
            <a:ext cx="468630" cy="468630"/>
          </a:xfrm>
          <a:prstGeom prst="ellipse">
            <a:avLst/>
          </a:prstGeom>
          <a:pattFill prst="zigZag">
            <a:fgClr>
              <a:srgbClr val="F5FBFD"/>
            </a:fgClr>
            <a:bgClr>
              <a:srgbClr val="0070C0"/>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30" name="任意多边形: 形状 29"/>
          <p:cNvSpPr/>
          <p:nvPr>
            <p:custDataLst>
              <p:tags r:id="rId3"/>
            </p:custDataLst>
          </p:nvPr>
        </p:nvSpPr>
        <p:spPr>
          <a:xfrm>
            <a:off x="0" y="-1"/>
            <a:ext cx="2562225" cy="2813887"/>
          </a:xfrm>
          <a:custGeom>
            <a:avLst/>
            <a:gdLst>
              <a:gd name="connsiteX0" fmla="*/ 0 w 2133443"/>
              <a:gd name="connsiteY0" fmla="*/ 0 h 2342990"/>
              <a:gd name="connsiteX1" fmla="*/ 1953674 w 2133443"/>
              <a:gd name="connsiteY1" fmla="*/ 0 h 2342990"/>
              <a:gd name="connsiteX2" fmla="*/ 2007192 w 2133443"/>
              <a:gd name="connsiteY2" fmla="*/ 111098 h 2342990"/>
              <a:gd name="connsiteX3" fmla="*/ 2133443 w 2133443"/>
              <a:gd name="connsiteY3" fmla="*/ 736440 h 2342990"/>
              <a:gd name="connsiteX4" fmla="*/ 526893 w 2133443"/>
              <a:gd name="connsiteY4" fmla="*/ 2342990 h 2342990"/>
              <a:gd name="connsiteX5" fmla="*/ 49154 w 2133443"/>
              <a:gd name="connsiteY5" fmla="*/ 2270763 h 2342990"/>
              <a:gd name="connsiteX6" fmla="*/ 0 w 2133443"/>
              <a:gd name="connsiteY6" fmla="*/ 2252772 h 234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443" h="2342990">
                <a:moveTo>
                  <a:pt x="0" y="0"/>
                </a:moveTo>
                <a:lnTo>
                  <a:pt x="1953674" y="0"/>
                </a:lnTo>
                <a:lnTo>
                  <a:pt x="2007192" y="111098"/>
                </a:lnTo>
                <a:cubicBezTo>
                  <a:pt x="2088488" y="303303"/>
                  <a:pt x="2133443" y="514622"/>
                  <a:pt x="2133443" y="736440"/>
                </a:cubicBezTo>
                <a:cubicBezTo>
                  <a:pt x="2133443" y="1623713"/>
                  <a:pt x="1414166" y="2342990"/>
                  <a:pt x="526893" y="2342990"/>
                </a:cubicBezTo>
                <a:cubicBezTo>
                  <a:pt x="360529" y="2342990"/>
                  <a:pt x="200072" y="2317703"/>
                  <a:pt x="49154" y="2270763"/>
                </a:cubicBezTo>
                <a:lnTo>
                  <a:pt x="0" y="2252772"/>
                </a:lnTo>
                <a:close/>
              </a:path>
            </a:pathLst>
          </a:custGeom>
          <a:pattFill prst="pct20">
            <a:fgClr>
              <a:schemeClr val="bg1"/>
            </a:fgClr>
            <a:bgClr>
              <a:srgbClr val="0070C0"/>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26" name="矩形 25"/>
          <p:cNvSpPr/>
          <p:nvPr>
            <p:custDataLst>
              <p:tags r:id="rId4"/>
            </p:custDataLst>
          </p:nvPr>
        </p:nvSpPr>
        <p:spPr>
          <a:xfrm>
            <a:off x="279923" y="629322"/>
            <a:ext cx="8584154" cy="2734248"/>
          </a:xfrm>
          <a:prstGeom prst="rect">
            <a:avLst/>
          </a:prstGeom>
          <a:noFill/>
          <a:ln>
            <a:solidFill>
              <a:srgbClr val="FFFFFF"/>
            </a:solid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35" name="任意多边形: 形状 34"/>
          <p:cNvSpPr/>
          <p:nvPr>
            <p:custDataLst>
              <p:tags r:id="rId5"/>
            </p:custDataLst>
          </p:nvPr>
        </p:nvSpPr>
        <p:spPr>
          <a:xfrm>
            <a:off x="5753100" y="3705696"/>
            <a:ext cx="2667000" cy="1437804"/>
          </a:xfrm>
          <a:custGeom>
            <a:avLst/>
            <a:gdLst>
              <a:gd name="connsiteX0" fmla="*/ 1778000 w 3556000"/>
              <a:gd name="connsiteY0" fmla="*/ 0 h 1917072"/>
              <a:gd name="connsiteX1" fmla="*/ 3556000 w 3556000"/>
              <a:gd name="connsiteY1" fmla="*/ 1778000 h 1917072"/>
              <a:gd name="connsiteX2" fmla="*/ 3548977 w 3556000"/>
              <a:gd name="connsiteY2" fmla="*/ 1917072 h 1917072"/>
              <a:gd name="connsiteX3" fmla="*/ 7023 w 3556000"/>
              <a:gd name="connsiteY3" fmla="*/ 1917072 h 1917072"/>
              <a:gd name="connsiteX4" fmla="*/ 0 w 3556000"/>
              <a:gd name="connsiteY4" fmla="*/ 1778000 h 1917072"/>
              <a:gd name="connsiteX5" fmla="*/ 1778000 w 3556000"/>
              <a:gd name="connsiteY5" fmla="*/ 0 h 191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56000" h="1917072">
                <a:moveTo>
                  <a:pt x="1778000" y="0"/>
                </a:moveTo>
                <a:cubicBezTo>
                  <a:pt x="2759962" y="0"/>
                  <a:pt x="3556000" y="796038"/>
                  <a:pt x="3556000" y="1778000"/>
                </a:cubicBezTo>
                <a:lnTo>
                  <a:pt x="3548977" y="1917072"/>
                </a:lnTo>
                <a:lnTo>
                  <a:pt x="7023" y="1917072"/>
                </a:lnTo>
                <a:lnTo>
                  <a:pt x="0" y="1778000"/>
                </a:lnTo>
                <a:cubicBezTo>
                  <a:pt x="0" y="796038"/>
                  <a:pt x="796038" y="0"/>
                  <a:pt x="1778000" y="0"/>
                </a:cubicBezTo>
                <a:close/>
              </a:path>
            </a:pathLst>
          </a:custGeom>
          <a:pattFill prst="zigZag">
            <a:fgClr>
              <a:srgbClr val="F5FBFD"/>
            </a:fgClr>
            <a:bgClr>
              <a:srgbClr val="0070C0"/>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21" name="文本框 20"/>
          <p:cNvSpPr txBox="1"/>
          <p:nvPr>
            <p:custDataLst>
              <p:tags r:id="rId6"/>
            </p:custDataLst>
          </p:nvPr>
        </p:nvSpPr>
        <p:spPr>
          <a:xfrm>
            <a:off x="675640" y="3705860"/>
            <a:ext cx="7792720" cy="80835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lvl="0" indent="0" algn="l">
              <a:lnSpc>
                <a:spcPct val="130000"/>
              </a:lnSpc>
              <a:spcBef>
                <a:spcPts val="0"/>
              </a:spcBef>
              <a:spcAft>
                <a:spcPts val="1000"/>
              </a:spcAft>
              <a:buSzPct val="100000"/>
            </a:pPr>
            <a:r>
              <a:rPr sz="1200" dirty="0">
                <a:solidFill>
                  <a:srgbClr val="FFFFFF"/>
                </a:solidFill>
                <a:latin typeface="Arial" panose="020B0604020202020204" pitchFamily="34" charset="0"/>
                <a:ea typeface="微软雅黑" panose="020B0503020204020204" charset="-122"/>
                <a:sym typeface="+mn-ea"/>
              </a:rPr>
              <a:t>全拼输入是搜狗拼音输入法中最基本的输入方式。只要用Ctrl+Shift键切换到搜狗拼音输入法，在输入窗口输入拼音，如图1-16所示，然后依次选择需要的字或词即可。可以用默认的翻页键逗号（，）或句号（。）进行翻页。</a:t>
            </a:r>
          </a:p>
        </p:txBody>
      </p:sp>
      <p:pic>
        <p:nvPicPr>
          <p:cNvPr id="11" name="图片 10"/>
          <p:cNvPicPr/>
          <p:nvPr>
            <p:custDataLst>
              <p:tags r:id="rId7"/>
            </p:custDataLst>
          </p:nvPr>
        </p:nvPicPr>
        <p:blipFill rotWithShape="1">
          <a:blip r:embed="rId11"/>
          <a:srcRect l="2343" t="-3548" r="1715" b="-3226"/>
          <a:stretch>
            <a:fillRect/>
          </a:stretch>
        </p:blipFill>
        <p:spPr>
          <a:xfrm>
            <a:off x="3704590" y="735330"/>
            <a:ext cx="5044440" cy="2522220"/>
          </a:xfrm>
          <a:prstGeom prst="rect">
            <a:avLst/>
          </a:prstGeom>
        </p:spPr>
      </p:pic>
      <p:sp>
        <p:nvSpPr>
          <p:cNvPr id="12" name="文本框 11"/>
          <p:cNvSpPr txBox="1"/>
          <p:nvPr>
            <p:custDataLst>
              <p:tags r:id="rId8"/>
            </p:custDataLst>
          </p:nvPr>
        </p:nvSpPr>
        <p:spPr>
          <a:xfrm>
            <a:off x="502444" y="1723635"/>
            <a:ext cx="2724150" cy="468630"/>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pPr>
            <a:r>
              <a:rPr lang="zh-CN" altLang="en-US" sz="2700" b="1" spc="300" dirty="0">
                <a:solidFill>
                  <a:srgbClr val="FFFFFF"/>
                </a:solidFill>
                <a:latin typeface="Arial" panose="020B0604020202020204" pitchFamily="34" charset="0"/>
                <a:ea typeface="微软雅黑" panose="020B0503020204020204" charset="-122"/>
                <a:sym typeface="+mn-ea"/>
              </a:rPr>
              <a:t>全拼输入</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2"/>
            </p:custDataLst>
          </p:nvPr>
        </p:nvSpPr>
        <p:spPr>
          <a:xfrm>
            <a:off x="3696124" y="738187"/>
            <a:ext cx="4423938" cy="3667126"/>
          </a:xfrm>
          <a:prstGeom prst="rect">
            <a:avLst/>
          </a:prstGeom>
          <a:noFill/>
          <a:ln>
            <a:solidFill>
              <a:srgbClr val="FFFFFF">
                <a:lumMod val="85000"/>
              </a:srgbClr>
            </a:solidFill>
          </a:ln>
        </p:spPr>
        <p:style>
          <a:lnRef idx="2">
            <a:srgbClr val="DD4319">
              <a:shade val="50000"/>
            </a:srgbClr>
          </a:lnRef>
          <a:fillRef idx="1">
            <a:srgbClr val="DD4319"/>
          </a:fillRef>
          <a:effectRef idx="0">
            <a:srgbClr val="DD4319"/>
          </a:effectRef>
          <a:fontRef idx="minor">
            <a:srgbClr val="FFFFFF"/>
          </a:fontRef>
        </p:style>
        <p:txBody>
          <a:bodyPr rtlCol="0" anchor="ctr"/>
          <a:lstStyle/>
          <a:p>
            <a:pPr algn="ctr"/>
            <a:endParaRPr lang="zh-CN" altLang="en-US" sz="1350"/>
          </a:p>
        </p:txBody>
      </p:sp>
      <p:sp>
        <p:nvSpPr>
          <p:cNvPr id="7" name="矩形 6"/>
          <p:cNvSpPr/>
          <p:nvPr>
            <p:custDataLst>
              <p:tags r:id="rId3"/>
            </p:custDataLst>
          </p:nvPr>
        </p:nvSpPr>
        <p:spPr>
          <a:xfrm>
            <a:off x="431007" y="507683"/>
            <a:ext cx="4114800" cy="4114800"/>
          </a:xfrm>
          <a:prstGeom prst="rect">
            <a:avLst/>
          </a:prstGeom>
          <a:solidFill>
            <a:srgbClr val="DD4319"/>
          </a:solidFill>
          <a:ln>
            <a:noFill/>
          </a:ln>
        </p:spPr>
        <p:style>
          <a:lnRef idx="2">
            <a:srgbClr val="DD4319">
              <a:shade val="50000"/>
            </a:srgbClr>
          </a:lnRef>
          <a:fillRef idx="1">
            <a:srgbClr val="DD4319"/>
          </a:fillRef>
          <a:effectRef idx="0">
            <a:srgbClr val="DD4319"/>
          </a:effectRef>
          <a:fontRef idx="minor">
            <a:srgbClr val="FFFFFF"/>
          </a:fontRef>
        </p:style>
        <p:txBody>
          <a:bodyPr rtlCol="0" anchor="ctr"/>
          <a:lstStyle/>
          <a:p>
            <a:pPr algn="ctr"/>
            <a:endParaRPr lang="zh-CN" altLang="en-US" sz="1350"/>
          </a:p>
        </p:txBody>
      </p:sp>
      <p:sp>
        <p:nvSpPr>
          <p:cNvPr id="8" name="矩形 7"/>
          <p:cNvSpPr/>
          <p:nvPr>
            <p:custDataLst>
              <p:tags r:id="rId4"/>
            </p:custDataLst>
          </p:nvPr>
        </p:nvSpPr>
        <p:spPr>
          <a:xfrm>
            <a:off x="1625918" y="879290"/>
            <a:ext cx="6296450" cy="3384920"/>
          </a:xfrm>
          <a:prstGeom prst="rect">
            <a:avLst/>
          </a:prstGeom>
          <a:solidFill>
            <a:srgbClr val="FFFFFF">
              <a:lumMod val="95000"/>
              <a:alpha val="98000"/>
            </a:srgbClr>
          </a:solidFill>
          <a:ln>
            <a:noFill/>
          </a:ln>
        </p:spPr>
        <p:style>
          <a:lnRef idx="2">
            <a:srgbClr val="DD4319">
              <a:shade val="50000"/>
            </a:srgbClr>
          </a:lnRef>
          <a:fillRef idx="1">
            <a:srgbClr val="DD4319"/>
          </a:fillRef>
          <a:effectRef idx="0">
            <a:srgbClr val="DD4319"/>
          </a:effectRef>
          <a:fontRef idx="minor">
            <a:srgbClr val="FFFFFF"/>
          </a:fontRef>
        </p:style>
        <p:txBody>
          <a:bodyPr rtlCol="0" anchor="ctr"/>
          <a:lstStyle/>
          <a:p>
            <a:pPr algn="ctr"/>
            <a:endParaRPr lang="zh-CN" altLang="en-US" sz="1350"/>
          </a:p>
        </p:txBody>
      </p:sp>
      <p:sp>
        <p:nvSpPr>
          <p:cNvPr id="9" name="矩形 8"/>
          <p:cNvSpPr/>
          <p:nvPr>
            <p:custDataLst>
              <p:tags r:id="rId5"/>
            </p:custDataLst>
          </p:nvPr>
        </p:nvSpPr>
        <p:spPr>
          <a:xfrm>
            <a:off x="8021345" y="643909"/>
            <a:ext cx="197433" cy="197433"/>
          </a:xfrm>
          <a:prstGeom prst="rect">
            <a:avLst/>
          </a:prstGeom>
          <a:solidFill>
            <a:srgbClr val="DD4319"/>
          </a:solidFill>
          <a:ln>
            <a:noFill/>
          </a:ln>
        </p:spPr>
        <p:style>
          <a:lnRef idx="2">
            <a:srgbClr val="DD4319">
              <a:shade val="50000"/>
            </a:srgbClr>
          </a:lnRef>
          <a:fillRef idx="1">
            <a:srgbClr val="DD4319"/>
          </a:fillRef>
          <a:effectRef idx="0">
            <a:srgbClr val="DD4319"/>
          </a:effectRef>
          <a:fontRef idx="minor">
            <a:srgbClr val="FFFFFF"/>
          </a:fontRef>
        </p:style>
        <p:txBody>
          <a:bodyPr rtlCol="0" anchor="ctr"/>
          <a:lstStyle/>
          <a:p>
            <a:pPr algn="ctr"/>
            <a:endParaRPr lang="zh-CN" altLang="en-US" sz="1350"/>
          </a:p>
        </p:txBody>
      </p:sp>
      <p:sp>
        <p:nvSpPr>
          <p:cNvPr id="10" name="任意多边形: 形状 6"/>
          <p:cNvSpPr/>
          <p:nvPr>
            <p:custDataLst>
              <p:tags r:id="rId6"/>
            </p:custDataLst>
          </p:nvPr>
        </p:nvSpPr>
        <p:spPr>
          <a:xfrm>
            <a:off x="7904798" y="0"/>
            <a:ext cx="1242060" cy="889159"/>
          </a:xfrm>
          <a:custGeom>
            <a:avLst/>
            <a:gdLst>
              <a:gd name="connsiteX0" fmla="*/ 0 w 7836264"/>
              <a:gd name="connsiteY0" fmla="*/ 0 h 1185717"/>
              <a:gd name="connsiteX1" fmla="*/ 7836265 w 7836264"/>
              <a:gd name="connsiteY1" fmla="*/ 0 h 1185717"/>
              <a:gd name="connsiteX2" fmla="*/ 7836265 w 7836264"/>
              <a:gd name="connsiteY2" fmla="*/ 1185717 h 1185717"/>
            </a:gdLst>
            <a:ahLst/>
            <a:cxnLst>
              <a:cxn ang="0">
                <a:pos x="connsiteX0" y="connsiteY0"/>
              </a:cxn>
              <a:cxn ang="0">
                <a:pos x="connsiteX1" y="connsiteY1"/>
              </a:cxn>
              <a:cxn ang="0">
                <a:pos x="connsiteX2" y="connsiteY2"/>
              </a:cxn>
            </a:cxnLst>
            <a:rect l="l" t="t" r="r" b="b"/>
            <a:pathLst>
              <a:path w="7836264" h="1185717">
                <a:moveTo>
                  <a:pt x="0" y="0"/>
                </a:moveTo>
                <a:lnTo>
                  <a:pt x="7836265" y="0"/>
                </a:lnTo>
                <a:lnTo>
                  <a:pt x="7836265" y="1185717"/>
                </a:lnTo>
                <a:close/>
              </a:path>
            </a:pathLst>
          </a:custGeom>
          <a:solidFill>
            <a:srgbClr val="0894A5"/>
          </a:solidFill>
          <a:ln w="6340" cap="flat">
            <a:noFill/>
            <a:prstDash val="solid"/>
            <a:miter/>
          </a:ln>
        </p:spPr>
        <p:txBody>
          <a:bodyPr rtlCol="0" anchor="ctr"/>
          <a:lstStyle/>
          <a:p>
            <a:endParaRPr lang="zh-CN" altLang="en-US" sz="1350"/>
          </a:p>
        </p:txBody>
      </p:sp>
      <p:sp>
        <p:nvSpPr>
          <p:cNvPr id="11" name="文本框 10"/>
          <p:cNvSpPr txBox="1"/>
          <p:nvPr>
            <p:custDataLst>
              <p:tags r:id="rId7"/>
            </p:custDataLst>
          </p:nvPr>
        </p:nvSpPr>
        <p:spPr>
          <a:xfrm>
            <a:off x="1986439" y="2076450"/>
            <a:ext cx="5611178" cy="1722120"/>
          </a:xfrm>
          <a:prstGeom prst="rect">
            <a:avLst/>
          </a:prstGeom>
          <a:noFill/>
        </p:spPr>
        <p:txBody>
          <a:bodyPr wrap="square" lIns="67627" tIns="35242" rIns="67627" bIns="35242" rtlCol="0">
            <a:normAutofit/>
          </a:bodyPr>
          <a:lstStyle>
            <a:defPPr>
              <a:defRPr lang="zh-CN"/>
            </a:defPPr>
            <a:lvl1pPr fontAlgn="auto">
              <a:lnSpc>
                <a:spcPct val="130000"/>
              </a:lnSpc>
              <a:spcAft>
                <a:spcPts val="1000"/>
              </a:spcAft>
              <a:defRPr sz="1600" spc="150"/>
            </a:lvl1pPr>
          </a:lstStyle>
          <a:p>
            <a:pPr marL="354330" lvl="0" indent="-354330" algn="just" fontAlgn="ctr">
              <a:lnSpc>
                <a:spcPct val="130000"/>
              </a:lnSpc>
              <a:spcBef>
                <a:spcPts val="1000"/>
              </a:spcBef>
              <a:spcAft>
                <a:spcPts val="0"/>
              </a:spcAft>
              <a:buSzPct val="100000"/>
              <a:buFont typeface="WPS-Bullets" pitchFamily="2" charset="0"/>
              <a:buChar char=""/>
            </a:pPr>
            <a:r>
              <a:rPr sz="1200" b="1" dirty="0">
                <a:solidFill>
                  <a:srgbClr val="000000">
                    <a:lumMod val="75000"/>
                    <a:lumOff val="25000"/>
                  </a:srgbClr>
                </a:solidFill>
                <a:latin typeface="Arial" panose="020B0604020202020204" pitchFamily="34" charset="0"/>
                <a:ea typeface="微软雅黑" panose="020B0503020204020204" charset="-122"/>
                <a:sym typeface="+mn-ea"/>
              </a:rPr>
              <a:t>简拼是输入声母或声母的首字母来进行输入的一种方式。有效地利用简拼，可以大大提高输入效率。搜狗输入法现在支持的是声母简拼和声母的首字母简拼。例如，想输入“张靓颖”，只要输入“zhly”或者“zly”都可以得到“张靓颖”。同时，搜狗输入法支持简拼、全拼的混合输入，如输入“srf”“sruf”“shrfa”都可以得到“输入法”。</a:t>
            </a:r>
          </a:p>
        </p:txBody>
      </p:sp>
      <p:sp>
        <p:nvSpPr>
          <p:cNvPr id="12" name="文本框 11"/>
          <p:cNvSpPr txBox="1"/>
          <p:nvPr>
            <p:custDataLst>
              <p:tags r:id="rId8"/>
            </p:custDataLst>
          </p:nvPr>
        </p:nvSpPr>
        <p:spPr>
          <a:xfrm>
            <a:off x="1986439" y="1369219"/>
            <a:ext cx="5611178" cy="472440"/>
          </a:xfrm>
          <a:prstGeom prst="rect">
            <a:avLst/>
          </a:prstGeom>
          <a:noFill/>
        </p:spPr>
        <p:txBody>
          <a:bodyPr wrap="square" lIns="67627" tIns="35242" rIns="67627" bIns="35242" rtlCol="0">
            <a:normAutofit/>
          </a:bodyPr>
          <a:lstStyle/>
          <a:p>
            <a:pPr marL="0" indent="0" algn="l">
              <a:lnSpc>
                <a:spcPct val="10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简拼</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2"/>
            </p:custDataLst>
          </p:nvPr>
        </p:nvSpPr>
        <p:spPr>
          <a:xfrm>
            <a:off x="588532" y="1098515"/>
            <a:ext cx="3020939" cy="807914"/>
          </a:xfrm>
          <a:prstGeom prst="rect">
            <a:avLst/>
          </a:prstGeom>
          <a:noFill/>
        </p:spPr>
        <p:txBody>
          <a:bodyPr wrap="square" lIns="67500" tIns="35100" rIns="67500" bIns="35100" rtlCol="0" anchor="b" anchorCtr="0">
            <a:normAutofit/>
          </a:bodyPr>
          <a:lstStyle/>
          <a:p>
            <a:pPr marL="0" indent="0" algn="l" defTabSz="685800">
              <a:lnSpc>
                <a:spcPct val="100000"/>
              </a:lnSpc>
              <a:spcBef>
                <a:spcPts val="0"/>
              </a:spcBef>
              <a:spcAft>
                <a:spcPts val="0"/>
              </a:spcAft>
              <a:buSzPct val="100000"/>
            </a:pPr>
            <a:r>
              <a:rPr lang="zh-CN" altLang="en-US" sz="2400" b="1" spc="300" dirty="0">
                <a:solidFill>
                  <a:srgbClr val="000000"/>
                </a:solidFill>
                <a:latin typeface="Arial" panose="020B0604020202020204" pitchFamily="34" charset="0"/>
                <a:ea typeface="微软雅黑" panose="020B0503020204020204" charset="-122"/>
                <a:cs typeface="+mn-ea"/>
                <a:sym typeface="+mn-ea"/>
              </a:rPr>
              <a:t>提示</a:t>
            </a:r>
          </a:p>
        </p:txBody>
      </p:sp>
      <p:cxnSp>
        <p:nvCxnSpPr>
          <p:cNvPr id="5" name="直接连接符 4"/>
          <p:cNvCxnSpPr/>
          <p:nvPr>
            <p:custDataLst>
              <p:tags r:id="rId3"/>
            </p:custDataLst>
          </p:nvPr>
        </p:nvCxnSpPr>
        <p:spPr>
          <a:xfrm>
            <a:off x="667114" y="2021723"/>
            <a:ext cx="813522" cy="0"/>
          </a:xfrm>
          <a:prstGeom prst="line">
            <a:avLst/>
          </a:prstGeom>
          <a:ln>
            <a:solidFill>
              <a:srgbClr val="159F18"/>
            </a:solidFill>
          </a:ln>
        </p:spPr>
        <p:style>
          <a:lnRef idx="3">
            <a:srgbClr val="8ABC1B"/>
          </a:lnRef>
          <a:fillRef idx="0">
            <a:srgbClr val="8ABC1B"/>
          </a:fillRef>
          <a:effectRef idx="2">
            <a:srgbClr val="8ABC1B"/>
          </a:effectRef>
          <a:fontRef idx="minor">
            <a:srgbClr val="000000"/>
          </a:fontRef>
        </p:style>
      </p:cxnSp>
      <p:sp>
        <p:nvSpPr>
          <p:cNvPr id="16" name="矩形 23"/>
          <p:cNvSpPr/>
          <p:nvPr>
            <p:custDataLst>
              <p:tags r:id="rId4"/>
            </p:custDataLst>
          </p:nvPr>
        </p:nvSpPr>
        <p:spPr>
          <a:xfrm>
            <a:off x="0" y="4391025"/>
            <a:ext cx="588645" cy="622935"/>
          </a:xfrm>
          <a:custGeom>
            <a:avLst/>
            <a:gdLst>
              <a:gd name="connsiteX0" fmla="*/ 0 w 270142"/>
              <a:gd name="connsiteY0" fmla="*/ 0 h 1190625"/>
              <a:gd name="connsiteX1" fmla="*/ 270142 w 270142"/>
              <a:gd name="connsiteY1" fmla="*/ 0 h 1190625"/>
              <a:gd name="connsiteX2" fmla="*/ 270142 w 270142"/>
              <a:gd name="connsiteY2" fmla="*/ 1190625 h 1190625"/>
              <a:gd name="connsiteX3" fmla="*/ 0 w 270142"/>
              <a:gd name="connsiteY3" fmla="*/ 1190625 h 1190625"/>
              <a:gd name="connsiteX4" fmla="*/ 0 w 270142"/>
              <a:gd name="connsiteY4" fmla="*/ 0 h 1190625"/>
              <a:gd name="connsiteX0-1" fmla="*/ 0 w 546367"/>
              <a:gd name="connsiteY0-2" fmla="*/ 1003300 h 1190625"/>
              <a:gd name="connsiteX1-3" fmla="*/ 546367 w 546367"/>
              <a:gd name="connsiteY1-4" fmla="*/ 0 h 1190625"/>
              <a:gd name="connsiteX2-5" fmla="*/ 546367 w 546367"/>
              <a:gd name="connsiteY2-6" fmla="*/ 1190625 h 1190625"/>
              <a:gd name="connsiteX3-7" fmla="*/ 276225 w 546367"/>
              <a:gd name="connsiteY3-8" fmla="*/ 1190625 h 1190625"/>
              <a:gd name="connsiteX4-9" fmla="*/ 0 w 546367"/>
              <a:gd name="connsiteY4-10" fmla="*/ 1003300 h 1190625"/>
              <a:gd name="connsiteX0-11" fmla="*/ 0 w 546367"/>
              <a:gd name="connsiteY0-12" fmla="*/ 390525 h 577850"/>
              <a:gd name="connsiteX1-13" fmla="*/ 267 w 546367"/>
              <a:gd name="connsiteY1-14" fmla="*/ 0 h 577850"/>
              <a:gd name="connsiteX2-15" fmla="*/ 546367 w 546367"/>
              <a:gd name="connsiteY2-16" fmla="*/ 577850 h 577850"/>
              <a:gd name="connsiteX3-17" fmla="*/ 276225 w 546367"/>
              <a:gd name="connsiteY3-18" fmla="*/ 577850 h 577850"/>
              <a:gd name="connsiteX4-19" fmla="*/ 0 w 546367"/>
              <a:gd name="connsiteY4-20" fmla="*/ 390525 h 577850"/>
              <a:gd name="connsiteX0-21" fmla="*/ 0 w 784492"/>
              <a:gd name="connsiteY0-22" fmla="*/ 390525 h 806450"/>
              <a:gd name="connsiteX1-23" fmla="*/ 267 w 784492"/>
              <a:gd name="connsiteY1-24" fmla="*/ 0 h 806450"/>
              <a:gd name="connsiteX2-25" fmla="*/ 784492 w 784492"/>
              <a:gd name="connsiteY2-26" fmla="*/ 806450 h 806450"/>
              <a:gd name="connsiteX3-27" fmla="*/ 276225 w 784492"/>
              <a:gd name="connsiteY3-28" fmla="*/ 577850 h 806450"/>
              <a:gd name="connsiteX4-29" fmla="*/ 0 w 784492"/>
              <a:gd name="connsiteY4-30" fmla="*/ 390525 h 806450"/>
              <a:gd name="connsiteX0-31" fmla="*/ 0 w 784492"/>
              <a:gd name="connsiteY0-32" fmla="*/ 390525 h 809625"/>
              <a:gd name="connsiteX1-33" fmla="*/ 267 w 784492"/>
              <a:gd name="connsiteY1-34" fmla="*/ 0 h 809625"/>
              <a:gd name="connsiteX2-35" fmla="*/ 784492 w 784492"/>
              <a:gd name="connsiteY2-36" fmla="*/ 806450 h 809625"/>
              <a:gd name="connsiteX3-37" fmla="*/ 469900 w 784492"/>
              <a:gd name="connsiteY3-38" fmla="*/ 809625 h 809625"/>
              <a:gd name="connsiteX4-39" fmla="*/ 0 w 784492"/>
              <a:gd name="connsiteY4-40" fmla="*/ 390525 h 809625"/>
              <a:gd name="connsiteX0-41" fmla="*/ 0 w 784492"/>
              <a:gd name="connsiteY0-42" fmla="*/ 365125 h 809625"/>
              <a:gd name="connsiteX1-43" fmla="*/ 267 w 784492"/>
              <a:gd name="connsiteY1-44" fmla="*/ 0 h 809625"/>
              <a:gd name="connsiteX2-45" fmla="*/ 784492 w 784492"/>
              <a:gd name="connsiteY2-46" fmla="*/ 806450 h 809625"/>
              <a:gd name="connsiteX3-47" fmla="*/ 469900 w 784492"/>
              <a:gd name="connsiteY3-48" fmla="*/ 809625 h 809625"/>
              <a:gd name="connsiteX4-49" fmla="*/ 0 w 784492"/>
              <a:gd name="connsiteY4-50" fmla="*/ 365125 h 809625"/>
              <a:gd name="connsiteX0-51" fmla="*/ 0 w 784492"/>
              <a:gd name="connsiteY0-52" fmla="*/ 365125 h 835025"/>
              <a:gd name="connsiteX1-53" fmla="*/ 267 w 784492"/>
              <a:gd name="connsiteY1-54" fmla="*/ 0 h 835025"/>
              <a:gd name="connsiteX2-55" fmla="*/ 784492 w 784492"/>
              <a:gd name="connsiteY2-56" fmla="*/ 806450 h 835025"/>
              <a:gd name="connsiteX3-57" fmla="*/ 473075 w 784492"/>
              <a:gd name="connsiteY3-58" fmla="*/ 835025 h 835025"/>
              <a:gd name="connsiteX4-59" fmla="*/ 0 w 784492"/>
              <a:gd name="connsiteY4-60" fmla="*/ 365125 h 835025"/>
              <a:gd name="connsiteX0-61" fmla="*/ 0 w 791636"/>
              <a:gd name="connsiteY0-62" fmla="*/ 365125 h 835025"/>
              <a:gd name="connsiteX1-63" fmla="*/ 7411 w 791636"/>
              <a:gd name="connsiteY1-64" fmla="*/ 0 h 835025"/>
              <a:gd name="connsiteX2-65" fmla="*/ 791636 w 791636"/>
              <a:gd name="connsiteY2-66" fmla="*/ 806450 h 835025"/>
              <a:gd name="connsiteX3-67" fmla="*/ 480219 w 791636"/>
              <a:gd name="connsiteY3-68" fmla="*/ 835025 h 835025"/>
              <a:gd name="connsiteX4-69" fmla="*/ 0 w 791636"/>
              <a:gd name="connsiteY4-70" fmla="*/ 365125 h 835025"/>
              <a:gd name="connsiteX0-71" fmla="*/ 4495 w 784225"/>
              <a:gd name="connsiteY0-72" fmla="*/ 369887 h 835025"/>
              <a:gd name="connsiteX1-73" fmla="*/ 0 w 784225"/>
              <a:gd name="connsiteY1-74" fmla="*/ 0 h 835025"/>
              <a:gd name="connsiteX2-75" fmla="*/ 784225 w 784225"/>
              <a:gd name="connsiteY2-76" fmla="*/ 806450 h 835025"/>
              <a:gd name="connsiteX3-77" fmla="*/ 472808 w 784225"/>
              <a:gd name="connsiteY3-78" fmla="*/ 835025 h 835025"/>
              <a:gd name="connsiteX4-79" fmla="*/ 4495 w 784225"/>
              <a:gd name="connsiteY4-80" fmla="*/ 369887 h 835025"/>
              <a:gd name="connsiteX0-81" fmla="*/ 403 w 784896"/>
              <a:gd name="connsiteY0-82" fmla="*/ 384175 h 835025"/>
              <a:gd name="connsiteX1-83" fmla="*/ 671 w 784896"/>
              <a:gd name="connsiteY1-84" fmla="*/ 0 h 835025"/>
              <a:gd name="connsiteX2-85" fmla="*/ 784896 w 784896"/>
              <a:gd name="connsiteY2-86" fmla="*/ 806450 h 835025"/>
              <a:gd name="connsiteX3-87" fmla="*/ 473479 w 784896"/>
              <a:gd name="connsiteY3-88" fmla="*/ 835025 h 835025"/>
              <a:gd name="connsiteX4-89" fmla="*/ 403 w 784896"/>
              <a:gd name="connsiteY4-90" fmla="*/ 384175 h 835025"/>
              <a:gd name="connsiteX0-91" fmla="*/ 2113 w 784225"/>
              <a:gd name="connsiteY0-92" fmla="*/ 362744 h 835025"/>
              <a:gd name="connsiteX1-93" fmla="*/ 0 w 784225"/>
              <a:gd name="connsiteY1-94" fmla="*/ 0 h 835025"/>
              <a:gd name="connsiteX2-95" fmla="*/ 784225 w 784225"/>
              <a:gd name="connsiteY2-96" fmla="*/ 806450 h 835025"/>
              <a:gd name="connsiteX3-97" fmla="*/ 472808 w 784225"/>
              <a:gd name="connsiteY3-98" fmla="*/ 835025 h 835025"/>
              <a:gd name="connsiteX4-99" fmla="*/ 2113 w 784225"/>
              <a:gd name="connsiteY4-100" fmla="*/ 362744 h 835025"/>
              <a:gd name="connsiteX0-101" fmla="*/ 2113 w 784225"/>
              <a:gd name="connsiteY0-102" fmla="*/ 362744 h 830263"/>
              <a:gd name="connsiteX1-103" fmla="*/ 0 w 784225"/>
              <a:gd name="connsiteY1-104" fmla="*/ 0 h 830263"/>
              <a:gd name="connsiteX2-105" fmla="*/ 784225 w 784225"/>
              <a:gd name="connsiteY2-106" fmla="*/ 806450 h 830263"/>
              <a:gd name="connsiteX3-107" fmla="*/ 460902 w 784225"/>
              <a:gd name="connsiteY3-108" fmla="*/ 830263 h 830263"/>
              <a:gd name="connsiteX4-109" fmla="*/ 2113 w 784225"/>
              <a:gd name="connsiteY4-110" fmla="*/ 362744 h 830263"/>
              <a:gd name="connsiteX0-111" fmla="*/ 403 w 784897"/>
              <a:gd name="connsiteY0-112" fmla="*/ 360363 h 830263"/>
              <a:gd name="connsiteX1-113" fmla="*/ 672 w 784897"/>
              <a:gd name="connsiteY1-114" fmla="*/ 0 h 830263"/>
              <a:gd name="connsiteX2-115" fmla="*/ 784897 w 784897"/>
              <a:gd name="connsiteY2-116" fmla="*/ 806450 h 830263"/>
              <a:gd name="connsiteX3-117" fmla="*/ 461574 w 784897"/>
              <a:gd name="connsiteY3-118" fmla="*/ 830263 h 830263"/>
              <a:gd name="connsiteX4-119" fmla="*/ 403 w 784897"/>
              <a:gd name="connsiteY4-120" fmla="*/ 360363 h 830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4897" h="830263">
                <a:moveTo>
                  <a:pt x="403" y="360363"/>
                </a:moveTo>
                <a:cubicBezTo>
                  <a:pt x="-1095" y="237067"/>
                  <a:pt x="2170" y="123296"/>
                  <a:pt x="672" y="0"/>
                </a:cubicBezTo>
                <a:lnTo>
                  <a:pt x="784897" y="806450"/>
                </a:lnTo>
                <a:lnTo>
                  <a:pt x="461574" y="830263"/>
                </a:lnTo>
                <a:lnTo>
                  <a:pt x="403" y="360363"/>
                </a:lnTo>
                <a:close/>
              </a:path>
            </a:pathLst>
          </a:custGeom>
          <a:solidFill>
            <a:srgbClr val="D0EDD1">
              <a:lumMod val="9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a:solidFill>
                <a:srgbClr val="FFFFFF"/>
              </a:solidFill>
            </a:endParaRPr>
          </a:p>
        </p:txBody>
      </p:sp>
      <p:sp>
        <p:nvSpPr>
          <p:cNvPr id="17" name="矩形 24"/>
          <p:cNvSpPr/>
          <p:nvPr>
            <p:custDataLst>
              <p:tags r:id="rId5"/>
            </p:custDataLst>
          </p:nvPr>
        </p:nvSpPr>
        <p:spPr>
          <a:xfrm>
            <a:off x="8564880" y="4557395"/>
            <a:ext cx="580390" cy="586105"/>
          </a:xfrm>
          <a:custGeom>
            <a:avLst/>
            <a:gdLst>
              <a:gd name="connsiteX0" fmla="*/ 0 w 217743"/>
              <a:gd name="connsiteY0" fmla="*/ 0 h 657729"/>
              <a:gd name="connsiteX1" fmla="*/ 217743 w 217743"/>
              <a:gd name="connsiteY1" fmla="*/ 0 h 657729"/>
              <a:gd name="connsiteX2" fmla="*/ 217743 w 217743"/>
              <a:gd name="connsiteY2" fmla="*/ 657729 h 657729"/>
              <a:gd name="connsiteX3" fmla="*/ 0 w 217743"/>
              <a:gd name="connsiteY3" fmla="*/ 657729 h 657729"/>
              <a:gd name="connsiteX4" fmla="*/ 0 w 217743"/>
              <a:gd name="connsiteY4" fmla="*/ 0 h 657729"/>
              <a:gd name="connsiteX0-1" fmla="*/ 0 w 686849"/>
              <a:gd name="connsiteY0-2" fmla="*/ 0 h 678656"/>
              <a:gd name="connsiteX1-3" fmla="*/ 686849 w 686849"/>
              <a:gd name="connsiteY1-4" fmla="*/ 678656 h 678656"/>
              <a:gd name="connsiteX2-5" fmla="*/ 217743 w 686849"/>
              <a:gd name="connsiteY2-6" fmla="*/ 657729 h 678656"/>
              <a:gd name="connsiteX3-7" fmla="*/ 0 w 686849"/>
              <a:gd name="connsiteY3-8" fmla="*/ 657729 h 678656"/>
              <a:gd name="connsiteX4-9" fmla="*/ 0 w 686849"/>
              <a:gd name="connsiteY4-10" fmla="*/ 0 h 678656"/>
              <a:gd name="connsiteX0-11" fmla="*/ 676275 w 686849"/>
              <a:gd name="connsiteY0-12" fmla="*/ 0 h 450056"/>
              <a:gd name="connsiteX1-13" fmla="*/ 686849 w 686849"/>
              <a:gd name="connsiteY1-14" fmla="*/ 450056 h 450056"/>
              <a:gd name="connsiteX2-15" fmla="*/ 217743 w 686849"/>
              <a:gd name="connsiteY2-16" fmla="*/ 429129 h 450056"/>
              <a:gd name="connsiteX3-17" fmla="*/ 0 w 686849"/>
              <a:gd name="connsiteY3-18" fmla="*/ 429129 h 450056"/>
              <a:gd name="connsiteX4-19" fmla="*/ 676275 w 686849"/>
              <a:gd name="connsiteY4-20" fmla="*/ 0 h 450056"/>
              <a:gd name="connsiteX0-21" fmla="*/ 676275 w 686849"/>
              <a:gd name="connsiteY0-22" fmla="*/ 0 h 769648"/>
              <a:gd name="connsiteX1-23" fmla="*/ 686849 w 686849"/>
              <a:gd name="connsiteY1-24" fmla="*/ 450056 h 769648"/>
              <a:gd name="connsiteX2-25" fmla="*/ 351093 w 686849"/>
              <a:gd name="connsiteY2-26" fmla="*/ 769648 h 769648"/>
              <a:gd name="connsiteX3-27" fmla="*/ 0 w 686849"/>
              <a:gd name="connsiteY3-28" fmla="*/ 429129 h 769648"/>
              <a:gd name="connsiteX4-29" fmla="*/ 676275 w 686849"/>
              <a:gd name="connsiteY4-30" fmla="*/ 0 h 769648"/>
              <a:gd name="connsiteX0-31" fmla="*/ 762000 w 772574"/>
              <a:gd name="connsiteY0-32" fmla="*/ 0 h 779173"/>
              <a:gd name="connsiteX1-33" fmla="*/ 772574 w 772574"/>
              <a:gd name="connsiteY1-34" fmla="*/ 450056 h 779173"/>
              <a:gd name="connsiteX2-35" fmla="*/ 436818 w 772574"/>
              <a:gd name="connsiteY2-36" fmla="*/ 769648 h 779173"/>
              <a:gd name="connsiteX3-37" fmla="*/ 0 w 772574"/>
              <a:gd name="connsiteY3-38" fmla="*/ 779173 h 779173"/>
              <a:gd name="connsiteX4-39" fmla="*/ 762000 w 772574"/>
              <a:gd name="connsiteY4-40" fmla="*/ 0 h 779173"/>
              <a:gd name="connsiteX0-41" fmla="*/ 762000 w 772574"/>
              <a:gd name="connsiteY0-42" fmla="*/ 0 h 779173"/>
              <a:gd name="connsiteX1-43" fmla="*/ 772574 w 772574"/>
              <a:gd name="connsiteY1-44" fmla="*/ 450056 h 779173"/>
              <a:gd name="connsiteX2-45" fmla="*/ 453487 w 772574"/>
              <a:gd name="connsiteY2-46" fmla="*/ 776792 h 779173"/>
              <a:gd name="connsiteX3-47" fmla="*/ 0 w 772574"/>
              <a:gd name="connsiteY3-48" fmla="*/ 779173 h 779173"/>
              <a:gd name="connsiteX4-49" fmla="*/ 762000 w 772574"/>
              <a:gd name="connsiteY4-50" fmla="*/ 0 h 779173"/>
              <a:gd name="connsiteX0-51" fmla="*/ 773906 w 773906"/>
              <a:gd name="connsiteY0-52" fmla="*/ 0 h 781554"/>
              <a:gd name="connsiteX1-53" fmla="*/ 772574 w 773906"/>
              <a:gd name="connsiteY1-54" fmla="*/ 452437 h 781554"/>
              <a:gd name="connsiteX2-55" fmla="*/ 453487 w 773906"/>
              <a:gd name="connsiteY2-56" fmla="*/ 779173 h 781554"/>
              <a:gd name="connsiteX3-57" fmla="*/ 0 w 773906"/>
              <a:gd name="connsiteY3-58" fmla="*/ 781554 h 781554"/>
              <a:gd name="connsiteX4-59" fmla="*/ 773906 w 773906"/>
              <a:gd name="connsiteY4-60" fmla="*/ 0 h 781554"/>
              <a:gd name="connsiteX0-61" fmla="*/ 773906 w 773906"/>
              <a:gd name="connsiteY0-62" fmla="*/ 0 h 781554"/>
              <a:gd name="connsiteX1-63" fmla="*/ 772574 w 773906"/>
              <a:gd name="connsiteY1-64" fmla="*/ 452437 h 781554"/>
              <a:gd name="connsiteX2-65" fmla="*/ 453487 w 773906"/>
              <a:gd name="connsiteY2-66" fmla="*/ 779173 h 781554"/>
              <a:gd name="connsiteX3-67" fmla="*/ 0 w 773906"/>
              <a:gd name="connsiteY3-68" fmla="*/ 781554 h 781554"/>
              <a:gd name="connsiteX4-69" fmla="*/ 773906 w 773906"/>
              <a:gd name="connsiteY4-70" fmla="*/ 0 h 781554"/>
              <a:gd name="connsiteX0-71" fmla="*/ 773906 w 773906"/>
              <a:gd name="connsiteY0-72" fmla="*/ 0 h 781555"/>
              <a:gd name="connsiteX1-73" fmla="*/ 772574 w 773906"/>
              <a:gd name="connsiteY1-74" fmla="*/ 452437 h 781555"/>
              <a:gd name="connsiteX2-75" fmla="*/ 451105 w 773906"/>
              <a:gd name="connsiteY2-76" fmla="*/ 781555 h 781555"/>
              <a:gd name="connsiteX3-77" fmla="*/ 0 w 773906"/>
              <a:gd name="connsiteY3-78" fmla="*/ 781554 h 781555"/>
              <a:gd name="connsiteX4-79" fmla="*/ 773906 w 773906"/>
              <a:gd name="connsiteY4-80" fmla="*/ 0 h 7815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3906" h="781555">
                <a:moveTo>
                  <a:pt x="773906" y="0"/>
                </a:moveTo>
                <a:lnTo>
                  <a:pt x="772574" y="452437"/>
                </a:lnTo>
                <a:lnTo>
                  <a:pt x="451105" y="781555"/>
                </a:lnTo>
                <a:lnTo>
                  <a:pt x="0" y="781554"/>
                </a:lnTo>
                <a:lnTo>
                  <a:pt x="773906" y="0"/>
                </a:lnTo>
                <a:close/>
              </a:path>
            </a:pathLst>
          </a:custGeom>
          <a:solidFill>
            <a:srgbClr val="D0EDD1">
              <a:lumMod val="5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sp>
        <p:nvSpPr>
          <p:cNvPr id="18" name="矩形 25"/>
          <p:cNvSpPr/>
          <p:nvPr>
            <p:custDataLst>
              <p:tags r:id="rId6"/>
            </p:custDataLst>
          </p:nvPr>
        </p:nvSpPr>
        <p:spPr>
          <a:xfrm>
            <a:off x="440690" y="4702175"/>
            <a:ext cx="842010" cy="441325"/>
          </a:xfrm>
          <a:custGeom>
            <a:avLst/>
            <a:gdLst>
              <a:gd name="connsiteX0" fmla="*/ 0 w 250825"/>
              <a:gd name="connsiteY0" fmla="*/ 0 h 723900"/>
              <a:gd name="connsiteX1" fmla="*/ 250825 w 250825"/>
              <a:gd name="connsiteY1" fmla="*/ 0 h 723900"/>
              <a:gd name="connsiteX2" fmla="*/ 250825 w 250825"/>
              <a:gd name="connsiteY2" fmla="*/ 723900 h 723900"/>
              <a:gd name="connsiteX3" fmla="*/ 0 w 250825"/>
              <a:gd name="connsiteY3" fmla="*/ 723900 h 723900"/>
              <a:gd name="connsiteX4" fmla="*/ 0 w 250825"/>
              <a:gd name="connsiteY4" fmla="*/ 0 h 723900"/>
              <a:gd name="connsiteX0-1" fmla="*/ 0 w 1031875"/>
              <a:gd name="connsiteY0-2" fmla="*/ 152400 h 723900"/>
              <a:gd name="connsiteX1-3" fmla="*/ 1031875 w 1031875"/>
              <a:gd name="connsiteY1-4" fmla="*/ 0 h 723900"/>
              <a:gd name="connsiteX2-5" fmla="*/ 1031875 w 1031875"/>
              <a:gd name="connsiteY2-6" fmla="*/ 723900 h 723900"/>
              <a:gd name="connsiteX3-7" fmla="*/ 781050 w 1031875"/>
              <a:gd name="connsiteY3-8" fmla="*/ 723900 h 723900"/>
              <a:gd name="connsiteX4-9" fmla="*/ 0 w 1031875"/>
              <a:gd name="connsiteY4-10" fmla="*/ 152400 h 723900"/>
              <a:gd name="connsiteX0-11" fmla="*/ 0 w 1031875"/>
              <a:gd name="connsiteY0-12" fmla="*/ 0 h 571500"/>
              <a:gd name="connsiteX1-13" fmla="*/ 569912 w 1031875"/>
              <a:gd name="connsiteY1-14" fmla="*/ 50007 h 571500"/>
              <a:gd name="connsiteX2-15" fmla="*/ 1031875 w 1031875"/>
              <a:gd name="connsiteY2-16" fmla="*/ 571500 h 571500"/>
              <a:gd name="connsiteX3-17" fmla="*/ 781050 w 1031875"/>
              <a:gd name="connsiteY3-18" fmla="*/ 571500 h 571500"/>
              <a:gd name="connsiteX4-19" fmla="*/ 0 w 1031875"/>
              <a:gd name="connsiteY4-20" fmla="*/ 0 h 571500"/>
              <a:gd name="connsiteX0-21" fmla="*/ 0 w 1031875"/>
              <a:gd name="connsiteY0-22" fmla="*/ 0 h 571500"/>
              <a:gd name="connsiteX1-23" fmla="*/ 508000 w 1031875"/>
              <a:gd name="connsiteY1-24" fmla="*/ 7144 h 571500"/>
              <a:gd name="connsiteX2-25" fmla="*/ 1031875 w 1031875"/>
              <a:gd name="connsiteY2-26" fmla="*/ 571500 h 571500"/>
              <a:gd name="connsiteX3-27" fmla="*/ 781050 w 1031875"/>
              <a:gd name="connsiteY3-28" fmla="*/ 571500 h 571500"/>
              <a:gd name="connsiteX4-29" fmla="*/ 0 w 1031875"/>
              <a:gd name="connsiteY4-30" fmla="*/ 0 h 571500"/>
              <a:gd name="connsiteX0-31" fmla="*/ 0 w 1031875"/>
              <a:gd name="connsiteY0-32" fmla="*/ 0 h 578644"/>
              <a:gd name="connsiteX1-33" fmla="*/ 508000 w 1031875"/>
              <a:gd name="connsiteY1-34" fmla="*/ 7144 h 578644"/>
              <a:gd name="connsiteX2-35" fmla="*/ 1031875 w 1031875"/>
              <a:gd name="connsiteY2-36" fmla="*/ 571500 h 578644"/>
              <a:gd name="connsiteX3-37" fmla="*/ 573881 w 1031875"/>
              <a:gd name="connsiteY3-38" fmla="*/ 578644 h 578644"/>
              <a:gd name="connsiteX4-39" fmla="*/ 0 w 1031875"/>
              <a:gd name="connsiteY4-40" fmla="*/ 0 h 578644"/>
              <a:gd name="connsiteX0-41" fmla="*/ 0 w 1031875"/>
              <a:gd name="connsiteY0-42" fmla="*/ 0 h 573882"/>
              <a:gd name="connsiteX1-43" fmla="*/ 508000 w 1031875"/>
              <a:gd name="connsiteY1-44" fmla="*/ 7144 h 573882"/>
              <a:gd name="connsiteX2-45" fmla="*/ 1031875 w 1031875"/>
              <a:gd name="connsiteY2-46" fmla="*/ 571500 h 573882"/>
              <a:gd name="connsiteX3-47" fmla="*/ 585788 w 1031875"/>
              <a:gd name="connsiteY3-48" fmla="*/ 573882 h 573882"/>
              <a:gd name="connsiteX4-49" fmla="*/ 0 w 1031875"/>
              <a:gd name="connsiteY4-50" fmla="*/ 0 h 573882"/>
              <a:gd name="connsiteX0-51" fmla="*/ 0 w 1031875"/>
              <a:gd name="connsiteY0-52" fmla="*/ 0 h 581025"/>
              <a:gd name="connsiteX1-53" fmla="*/ 508000 w 1031875"/>
              <a:gd name="connsiteY1-54" fmla="*/ 7144 h 581025"/>
              <a:gd name="connsiteX2-55" fmla="*/ 1031875 w 1031875"/>
              <a:gd name="connsiteY2-56" fmla="*/ 571500 h 581025"/>
              <a:gd name="connsiteX3-57" fmla="*/ 573881 w 1031875"/>
              <a:gd name="connsiteY3-58" fmla="*/ 581025 h 581025"/>
              <a:gd name="connsiteX4-59" fmla="*/ 0 w 1031875"/>
              <a:gd name="connsiteY4-60" fmla="*/ 0 h 581025"/>
              <a:gd name="connsiteX0-61" fmla="*/ 0 w 889000"/>
              <a:gd name="connsiteY0-62" fmla="*/ 0 h 581025"/>
              <a:gd name="connsiteX1-63" fmla="*/ 508000 w 889000"/>
              <a:gd name="connsiteY1-64" fmla="*/ 7144 h 581025"/>
              <a:gd name="connsiteX2-65" fmla="*/ 889000 w 889000"/>
              <a:gd name="connsiteY2-66" fmla="*/ 578643 h 581025"/>
              <a:gd name="connsiteX3-67" fmla="*/ 573881 w 889000"/>
              <a:gd name="connsiteY3-68" fmla="*/ 581025 h 581025"/>
              <a:gd name="connsiteX4-69" fmla="*/ 0 w 889000"/>
              <a:gd name="connsiteY4-70" fmla="*/ 0 h 581025"/>
              <a:gd name="connsiteX0-71" fmla="*/ 0 w 1122362"/>
              <a:gd name="connsiteY0-72" fmla="*/ 0 h 588168"/>
              <a:gd name="connsiteX1-73" fmla="*/ 508000 w 1122362"/>
              <a:gd name="connsiteY1-74" fmla="*/ 7144 h 588168"/>
              <a:gd name="connsiteX2-75" fmla="*/ 1122362 w 1122362"/>
              <a:gd name="connsiteY2-76" fmla="*/ 588168 h 588168"/>
              <a:gd name="connsiteX3-77" fmla="*/ 573881 w 1122362"/>
              <a:gd name="connsiteY3-78" fmla="*/ 581025 h 588168"/>
              <a:gd name="connsiteX4-79" fmla="*/ 0 w 1122362"/>
              <a:gd name="connsiteY4-80" fmla="*/ 0 h 588168"/>
              <a:gd name="connsiteX0-81" fmla="*/ 0 w 1122362"/>
              <a:gd name="connsiteY0-82" fmla="*/ 0 h 588168"/>
              <a:gd name="connsiteX1-83" fmla="*/ 510381 w 1122362"/>
              <a:gd name="connsiteY1-84" fmla="*/ 0 h 588168"/>
              <a:gd name="connsiteX2-85" fmla="*/ 1122362 w 1122362"/>
              <a:gd name="connsiteY2-86" fmla="*/ 588168 h 588168"/>
              <a:gd name="connsiteX3-87" fmla="*/ 573881 w 1122362"/>
              <a:gd name="connsiteY3-88" fmla="*/ 581025 h 588168"/>
              <a:gd name="connsiteX4-89" fmla="*/ 0 w 1122362"/>
              <a:gd name="connsiteY4-90" fmla="*/ 0 h 588168"/>
              <a:gd name="connsiteX0-91" fmla="*/ 0 w 1122362"/>
              <a:gd name="connsiteY0-92" fmla="*/ 0 h 588169"/>
              <a:gd name="connsiteX1-93" fmla="*/ 510381 w 1122362"/>
              <a:gd name="connsiteY1-94" fmla="*/ 0 h 588169"/>
              <a:gd name="connsiteX2-95" fmla="*/ 1122362 w 1122362"/>
              <a:gd name="connsiteY2-96" fmla="*/ 588168 h 588169"/>
              <a:gd name="connsiteX3-97" fmla="*/ 578644 w 1122362"/>
              <a:gd name="connsiteY3-98" fmla="*/ 588169 h 588169"/>
              <a:gd name="connsiteX4-99" fmla="*/ 0 w 1122362"/>
              <a:gd name="connsiteY4-100" fmla="*/ 0 h 58816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22362" h="588169">
                <a:moveTo>
                  <a:pt x="0" y="0"/>
                </a:moveTo>
                <a:lnTo>
                  <a:pt x="510381" y="0"/>
                </a:lnTo>
                <a:lnTo>
                  <a:pt x="1122362" y="588168"/>
                </a:lnTo>
                <a:lnTo>
                  <a:pt x="578644" y="588169"/>
                </a:lnTo>
                <a:lnTo>
                  <a:pt x="0" y="0"/>
                </a:lnTo>
                <a:close/>
              </a:path>
            </a:pathLst>
          </a:custGeom>
          <a:solidFill>
            <a:srgbClr val="D0EDD1"/>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pic>
        <p:nvPicPr>
          <p:cNvPr id="6" name="图片 5" descr="图片1"/>
          <p:cNvPicPr>
            <a:picLocks noChangeAspect="1"/>
          </p:cNvPicPr>
          <p:nvPr>
            <p:custDataLst>
              <p:tags r:id="rId7"/>
            </p:custDataLst>
          </p:nvPr>
        </p:nvPicPr>
        <p:blipFill>
          <a:blip r:embed="rId11"/>
          <a:stretch>
            <a:fillRect/>
          </a:stretch>
        </p:blipFill>
        <p:spPr>
          <a:xfrm>
            <a:off x="3206115" y="1905"/>
            <a:ext cx="5929789" cy="5120640"/>
          </a:xfrm>
          <a:prstGeom prst="rect">
            <a:avLst/>
          </a:prstGeom>
        </p:spPr>
      </p:pic>
      <p:sp>
        <p:nvSpPr>
          <p:cNvPr id="8" name="文本框 17"/>
          <p:cNvSpPr txBox="1"/>
          <p:nvPr>
            <p:custDataLst>
              <p:tags r:id="rId8"/>
            </p:custDataLst>
          </p:nvPr>
        </p:nvSpPr>
        <p:spPr>
          <a:xfrm>
            <a:off x="588645" y="2155825"/>
            <a:ext cx="3466465" cy="2562860"/>
          </a:xfrm>
          <a:prstGeom prst="rect">
            <a:avLst/>
          </a:prstGeom>
        </p:spPr>
        <p:txBody>
          <a:bodyPr vert="horz" wrap="square"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0" lvl="0" indent="0" algn="just" defTabSz="685165" fontAlgn="auto">
              <a:lnSpc>
                <a:spcPct val="150000"/>
              </a:lnSpc>
              <a:spcBef>
                <a:spcPts val="800"/>
              </a:spcBef>
              <a:spcAft>
                <a:spcPts val="0"/>
              </a:spcAft>
              <a:buSzPct val="100000"/>
            </a:pPr>
            <a:r>
              <a:rPr sz="1200" spc="150" dirty="0">
                <a:solidFill>
                  <a:srgbClr val="000000"/>
                </a:solidFill>
                <a:latin typeface="Arial" panose="020B0604020202020204" pitchFamily="34" charset="0"/>
                <a:ea typeface="微软雅黑" panose="020B0503020204020204" charset="-122"/>
                <a:sym typeface="+mn-ea"/>
              </a:rPr>
              <a:t>这里的声母的首字母简拼的作用和模糊音中的“z、s、c”相同，但是也有区别，即使你没有选择设置里的模糊音，你同样可以用“zly”输入“张靓颖”。有效地用声母的首字母简拼可以提高输入效率，减少误打。例如，要输入“指示精神”这几个字，如果输入传统的声母简拼，只能输入“zhshjsh”，需要多个h 容易造成误打，而输入声母的首字母简拼“zsjs”能很快得到想要的词。</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34" name="平行四边形 33"/>
          <p:cNvSpPr/>
          <p:nvPr>
            <p:custDataLst>
              <p:tags r:id="rId2"/>
            </p:custDataLst>
          </p:nvPr>
        </p:nvSpPr>
        <p:spPr>
          <a:xfrm flipH="1">
            <a:off x="2028471" y="-4572"/>
            <a:ext cx="3547693" cy="5148071"/>
          </a:xfrm>
          <a:prstGeom prst="parallelogram">
            <a:avLst>
              <a:gd name="adj" fmla="val 33202"/>
            </a:avLst>
          </a:prstGeom>
          <a:solidFill>
            <a:sysClr val="window" lastClr="FFFFFF">
              <a:alpha val="2000"/>
            </a:sys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6" name="任意多边形: 形状 15"/>
          <p:cNvSpPr/>
          <p:nvPr>
            <p:custDataLst>
              <p:tags r:id="rId3"/>
            </p:custDataLst>
          </p:nvPr>
        </p:nvSpPr>
        <p:spPr>
          <a:xfrm flipH="1">
            <a:off x="6763724" y="-4572"/>
            <a:ext cx="2380276" cy="5148071"/>
          </a:xfrm>
          <a:custGeom>
            <a:avLst/>
            <a:gdLst>
              <a:gd name="connsiteX0" fmla="*/ 3173701 w 3173701"/>
              <a:gd name="connsiteY0" fmla="*/ 0 h 6864095"/>
              <a:gd name="connsiteX1" fmla="*/ 13984 w 3173701"/>
              <a:gd name="connsiteY1" fmla="*/ 0 h 6864095"/>
              <a:gd name="connsiteX2" fmla="*/ 0 w 3173701"/>
              <a:gd name="connsiteY2" fmla="*/ 61118 h 6864095"/>
              <a:gd name="connsiteX3" fmla="*/ 0 w 3173701"/>
              <a:gd name="connsiteY3" fmla="*/ 6864095 h 6864095"/>
              <a:gd name="connsiteX4" fmla="*/ 1603161 w 3173701"/>
              <a:gd name="connsiteY4" fmla="*/ 6864095 h 68640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3701" h="6864095">
                <a:moveTo>
                  <a:pt x="3173701" y="0"/>
                </a:moveTo>
                <a:lnTo>
                  <a:pt x="13984" y="0"/>
                </a:lnTo>
                <a:lnTo>
                  <a:pt x="0" y="61118"/>
                </a:lnTo>
                <a:lnTo>
                  <a:pt x="0" y="6864095"/>
                </a:lnTo>
                <a:lnTo>
                  <a:pt x="1603161" y="6864095"/>
                </a:lnTo>
                <a:close/>
              </a:path>
            </a:pathLst>
          </a:custGeom>
          <a:solidFill>
            <a:sysClr val="window" lastClr="FFFFFF">
              <a:alpha val="10000"/>
            </a:sysClr>
          </a:solidFill>
          <a:ln>
            <a:noFill/>
          </a:ln>
        </p:spPr>
        <p:style>
          <a:lnRef idx="2">
            <a:srgbClr val="1E6BC5">
              <a:shade val="50000"/>
            </a:srgbClr>
          </a:lnRef>
          <a:fillRef idx="1">
            <a:srgbClr val="1E6BC5"/>
          </a:fillRef>
          <a:effectRef idx="0">
            <a:srgbClr val="1E6BC5"/>
          </a:effectRef>
          <a:fontRef idx="minor">
            <a:sysClr val="window" lastClr="FFFFFF"/>
          </a:fontRef>
        </p:style>
        <p:txBody>
          <a:bodyPr wrap="square" rtlCol="0" anchor="ctr">
            <a:noAutofit/>
          </a:bodyP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9" name="平行四边形 8"/>
          <p:cNvSpPr/>
          <p:nvPr>
            <p:custDataLst>
              <p:tags r:id="rId4"/>
            </p:custDataLst>
          </p:nvPr>
        </p:nvSpPr>
        <p:spPr>
          <a:xfrm flipH="1">
            <a:off x="4391273" y="-4572"/>
            <a:ext cx="3547693" cy="5148071"/>
          </a:xfrm>
          <a:prstGeom prst="parallelogram">
            <a:avLst>
              <a:gd name="adj" fmla="val 33202"/>
            </a:avLst>
          </a:prstGeom>
          <a:solidFill>
            <a:sysClr val="window" lastClr="FFFFFF">
              <a:alpha val="5000"/>
            </a:sys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 name="矩形 5"/>
          <p:cNvSpPr/>
          <p:nvPr>
            <p:custDataLst>
              <p:tags r:id="rId5"/>
            </p:custDataLst>
          </p:nvPr>
        </p:nvSpPr>
        <p:spPr>
          <a:xfrm>
            <a:off x="0" y="2028825"/>
            <a:ext cx="6877050" cy="2528106"/>
          </a:xfrm>
          <a:prstGeom prst="rect">
            <a:avLst/>
          </a:prstGeom>
          <a:solidFill>
            <a:schemeClr val="accent5">
              <a:lumMod val="20000"/>
              <a:lumOff val="80000"/>
            </a:scheme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pic>
        <p:nvPicPr>
          <p:cNvPr id="7" name="Picture 24"/>
          <p:cNvPicPr>
            <a:picLocks noChangeAspect="1"/>
          </p:cNvPicPr>
          <p:nvPr>
            <p:custDataLst>
              <p:tags r:id="rId6"/>
            </p:custDataLst>
          </p:nvPr>
        </p:nvPicPr>
        <p:blipFill>
          <a:blip r:embed="rId15">
            <a:extLst>
              <a:ext uri="{28A0092B-C50C-407E-A947-70E740481C1C}">
                <a14:useLocalDpi xmlns:a14="http://schemas.microsoft.com/office/drawing/2010/main" val="0"/>
              </a:ext>
            </a:extLst>
          </a:blip>
          <a:stretch>
            <a:fillRect/>
          </a:stretch>
        </p:blipFill>
        <p:spPr>
          <a:xfrm>
            <a:off x="3973195" y="1296035"/>
            <a:ext cx="4981575" cy="3099435"/>
          </a:xfrm>
          <a:prstGeom prst="rect">
            <a:avLst/>
          </a:prstGeom>
        </p:spPr>
      </p:pic>
      <p:pic>
        <p:nvPicPr>
          <p:cNvPr id="8" name="图片 7" descr="图片 3"/>
          <p:cNvPicPr>
            <a:picLocks noChangeAspect="1"/>
          </p:cNvPicPr>
          <p:nvPr>
            <p:custDataLst>
              <p:tags r:id="rId7"/>
            </p:custDataLst>
          </p:nvPr>
        </p:nvPicPr>
        <p:blipFill>
          <a:blip r:embed="rId16"/>
          <a:srcRect t="3151" b="3151"/>
          <a:stretch>
            <a:fillRect/>
          </a:stretch>
        </p:blipFill>
        <p:spPr>
          <a:xfrm>
            <a:off x="4613910" y="1549400"/>
            <a:ext cx="3747770" cy="2342515"/>
          </a:xfrm>
          <a:prstGeom prst="rect">
            <a:avLst/>
          </a:prstGeom>
          <a:ln w="12700">
            <a:miter lim="400000"/>
            <a:headEnd/>
            <a:tailEnd/>
          </a:ln>
        </p:spPr>
      </p:pic>
      <p:sp>
        <p:nvSpPr>
          <p:cNvPr id="21" name="文本框 20"/>
          <p:cNvSpPr txBox="1"/>
          <p:nvPr>
            <p:custDataLst>
              <p:tags r:id="rId8"/>
            </p:custDataLst>
          </p:nvPr>
        </p:nvSpPr>
        <p:spPr>
          <a:xfrm>
            <a:off x="2909888" y="255363"/>
            <a:ext cx="3324225" cy="897786"/>
          </a:xfrm>
          <a:prstGeom prst="rect">
            <a:avLst/>
          </a:prstGeom>
          <a:noFill/>
        </p:spPr>
        <p:txBody>
          <a:bodyPr wrap="square" rtlCol="0" anchor="ctr" anchorCtr="0">
            <a:normAutofit/>
          </a:bodyPr>
          <a:lstStyle/>
          <a:p>
            <a:pPr marL="0" marR="0" lvl="0" indent="0" algn="ctr" defTabSz="914400" rtl="0" eaLnBrk="1" fontAlgn="auto" latinLnBrk="0" hangingPunct="1">
              <a:lnSpc>
                <a:spcPct val="120000"/>
              </a:lnSpc>
              <a:spcBef>
                <a:spcPts val="0"/>
              </a:spcBef>
              <a:spcAft>
                <a:spcPts val="0"/>
              </a:spcAft>
              <a:buSzPct val="100000"/>
              <a:buFontTx/>
              <a:buNone/>
              <a:defRPr/>
            </a:pPr>
            <a:r>
              <a:rPr kumimoji="0" lang="zh-CN" altLang="en-US" sz="3300" b="1" i="0" kern="1200" cap="none" spc="300" normalizeH="0" noProof="0" dirty="0">
                <a:ln>
                  <a:noFill/>
                </a:ln>
                <a:solidFill>
                  <a:sysClr val="window" lastClr="FFFFFF"/>
                </a:solidFill>
                <a:effectLst/>
                <a:latin typeface="Arial" panose="020B0604020202020204" pitchFamily="34" charset="0"/>
                <a:ea typeface="微软雅黑" panose="020B0503020204020204" charset="-122"/>
                <a:sym typeface="+mn-ea"/>
              </a:rPr>
              <a:t>双拼</a:t>
            </a:r>
          </a:p>
        </p:txBody>
      </p:sp>
      <p:sp>
        <p:nvSpPr>
          <p:cNvPr id="10" name="文本框 9"/>
          <p:cNvSpPr txBox="1"/>
          <p:nvPr>
            <p:custDataLst>
              <p:tags r:id="rId9"/>
            </p:custDataLst>
          </p:nvPr>
        </p:nvSpPr>
        <p:spPr>
          <a:xfrm>
            <a:off x="676275" y="2226945"/>
            <a:ext cx="3188335" cy="2168525"/>
          </a:xfrm>
          <a:prstGeom prst="rect">
            <a:avLst/>
          </a:prstGeom>
          <a:noFill/>
        </p:spPr>
        <p:txBody>
          <a:bodyPr wrap="square" rtlCol="0" anchor="ctr" anchorCtr="0">
            <a:normAutofit/>
          </a:bodyPr>
          <a:lstStyle/>
          <a:p>
            <a:pPr marL="0" lvl="0" indent="0" algn="just">
              <a:lnSpc>
                <a:spcPct val="150000"/>
              </a:lnSpc>
              <a:spcBef>
                <a:spcPts val="0"/>
              </a:spcBef>
              <a:spcAft>
                <a:spcPts val="0"/>
              </a:spcAft>
              <a:buSzPct val="100000"/>
            </a:pPr>
            <a:r>
              <a:rPr sz="1200" b="1" kern="0" spc="150" dirty="0">
                <a:solidFill>
                  <a:schemeClr val="tx1">
                    <a:lumMod val="95000"/>
                    <a:lumOff val="5000"/>
                  </a:schemeClr>
                </a:solidFill>
                <a:latin typeface="Arial" panose="020B0604020202020204" pitchFamily="34" charset="0"/>
                <a:ea typeface="微软雅黑" panose="020B0503020204020204" charset="-122"/>
                <a:cs typeface="微软雅黑" panose="020B0503020204020204" charset="-122"/>
              </a:rPr>
              <a:t>双拼是用定义好的单字母代替较长的多字母韵母或声母来进行输入的一种方式。例如，如果T=t，M=ian，键入两个字母“TM”就会输入拼音“tian”。使用双拼可以减少击键次数，但是需要记忆字母对应的键位，熟练之后效率会有一定提高。</a:t>
            </a:r>
          </a:p>
        </p:txBody>
      </p:sp>
      <p:sp>
        <p:nvSpPr>
          <p:cNvPr id="29" name="椭圆 28"/>
          <p:cNvSpPr/>
          <p:nvPr>
            <p:custDataLst>
              <p:tags r:id="rId10"/>
            </p:custDataLst>
          </p:nvPr>
        </p:nvSpPr>
        <p:spPr>
          <a:xfrm>
            <a:off x="8747760" y="249555"/>
            <a:ext cx="130175" cy="130175"/>
          </a:xfrm>
          <a:prstGeom prst="ellipse">
            <a:avLst/>
          </a:prstGeom>
          <a:solidFill>
            <a:srgbClr val="F5FBFD"/>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0" name="椭圆 29"/>
          <p:cNvSpPr/>
          <p:nvPr>
            <p:custDataLst>
              <p:tags r:id="rId11"/>
            </p:custDataLst>
          </p:nvPr>
        </p:nvSpPr>
        <p:spPr>
          <a:xfrm>
            <a:off x="8537575" y="249555"/>
            <a:ext cx="130175" cy="130175"/>
          </a:xfrm>
          <a:prstGeom prst="ellipse">
            <a:avLst/>
          </a:prstGeom>
          <a:solidFill>
            <a:srgbClr val="F5FBFD"/>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1" name="椭圆 30"/>
          <p:cNvSpPr/>
          <p:nvPr>
            <p:custDataLst>
              <p:tags r:id="rId12"/>
            </p:custDataLst>
          </p:nvPr>
        </p:nvSpPr>
        <p:spPr>
          <a:xfrm>
            <a:off x="8327390" y="249555"/>
            <a:ext cx="130175" cy="130175"/>
          </a:xfrm>
          <a:prstGeom prst="ellipse">
            <a:avLst/>
          </a:prstGeom>
          <a:solidFill>
            <a:srgbClr val="F5FBFD"/>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任意多边形: 形状 257"/>
          <p:cNvSpPr/>
          <p:nvPr>
            <p:custDataLst>
              <p:tags r:id="rId2"/>
            </p:custDataLst>
          </p:nvPr>
        </p:nvSpPr>
        <p:spPr>
          <a:xfrm flipH="1" flipV="1">
            <a:off x="10478" y="10001"/>
            <a:ext cx="2588419" cy="5143500"/>
          </a:xfrm>
          <a:custGeom>
            <a:avLst/>
            <a:gdLst>
              <a:gd name="connsiteX0" fmla="*/ 3417548 w 3451226"/>
              <a:gd name="connsiteY0" fmla="*/ 0 h 6857999"/>
              <a:gd name="connsiteX1" fmla="*/ 3451226 w 3451226"/>
              <a:gd name="connsiteY1" fmla="*/ 0 h 6857999"/>
              <a:gd name="connsiteX2" fmla="*/ 3451226 w 3451226"/>
              <a:gd name="connsiteY2" fmla="*/ 6805797 h 6857999"/>
              <a:gd name="connsiteX3" fmla="*/ 3425212 w 3451226"/>
              <a:gd name="connsiteY3" fmla="*/ 6857999 h 6857999"/>
              <a:gd name="connsiteX4" fmla="*/ 0 w 3451226"/>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226" h="6857999">
                <a:moveTo>
                  <a:pt x="3417548" y="0"/>
                </a:moveTo>
                <a:lnTo>
                  <a:pt x="3451226" y="0"/>
                </a:lnTo>
                <a:lnTo>
                  <a:pt x="3451226" y="6805797"/>
                </a:lnTo>
                <a:lnTo>
                  <a:pt x="3425212" y="6857999"/>
                </a:lnTo>
                <a:lnTo>
                  <a:pt x="0" y="6857999"/>
                </a:lnTo>
                <a:close/>
              </a:path>
            </a:pathLst>
          </a:custGeom>
          <a:solidFill>
            <a:sysClr val="window" lastClr="FFFFFF">
              <a:lumMod val="95000"/>
              <a:alpha val="20000"/>
            </a:sysClr>
          </a:solidFill>
          <a:ln>
            <a:noFill/>
          </a:ln>
          <a:effectLst>
            <a:outerShdw blurRad="406400" dist="292100" algn="l" rotWithShape="0">
              <a:prstClr val="black">
                <a:alpha val="4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wrap="square" rtlCol="0" anchor="ctr">
            <a:noAutofit/>
          </a:bodyPr>
          <a:lstStyle/>
          <a:p>
            <a:pPr algn="ctr"/>
            <a:endParaRPr lang="zh-CN" altLang="en-US" sz="1350"/>
          </a:p>
        </p:txBody>
      </p:sp>
      <p:sp>
        <p:nvSpPr>
          <p:cNvPr id="259" name="任意多边形: 形状 258"/>
          <p:cNvSpPr/>
          <p:nvPr>
            <p:custDataLst>
              <p:tags r:id="rId3"/>
            </p:custDataLst>
          </p:nvPr>
        </p:nvSpPr>
        <p:spPr>
          <a:xfrm>
            <a:off x="6555581" y="-10001"/>
            <a:ext cx="2588419" cy="5143500"/>
          </a:xfrm>
          <a:custGeom>
            <a:avLst/>
            <a:gdLst>
              <a:gd name="connsiteX0" fmla="*/ 3417548 w 3451226"/>
              <a:gd name="connsiteY0" fmla="*/ 0 h 6857999"/>
              <a:gd name="connsiteX1" fmla="*/ 3451226 w 3451226"/>
              <a:gd name="connsiteY1" fmla="*/ 0 h 6857999"/>
              <a:gd name="connsiteX2" fmla="*/ 3451226 w 3451226"/>
              <a:gd name="connsiteY2" fmla="*/ 6805797 h 6857999"/>
              <a:gd name="connsiteX3" fmla="*/ 3425212 w 3451226"/>
              <a:gd name="connsiteY3" fmla="*/ 6857999 h 6857999"/>
              <a:gd name="connsiteX4" fmla="*/ 0 w 3451226"/>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226" h="6857999">
                <a:moveTo>
                  <a:pt x="3417548" y="0"/>
                </a:moveTo>
                <a:lnTo>
                  <a:pt x="3451226" y="0"/>
                </a:lnTo>
                <a:lnTo>
                  <a:pt x="3451226" y="6805797"/>
                </a:lnTo>
                <a:lnTo>
                  <a:pt x="3425212" y="6857999"/>
                </a:lnTo>
                <a:lnTo>
                  <a:pt x="0" y="6857999"/>
                </a:lnTo>
                <a:close/>
              </a:path>
            </a:pathLst>
          </a:custGeom>
          <a:solidFill>
            <a:sysClr val="window" lastClr="FFFFFF">
              <a:lumMod val="95000"/>
              <a:alpha val="40000"/>
            </a:sysClr>
          </a:solidFill>
          <a:ln>
            <a:noFill/>
          </a:ln>
          <a:effectLst>
            <a:outerShdw blurRad="406400" dist="292100" algn="l" rotWithShape="0">
              <a:prstClr val="black">
                <a:alpha val="4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wrap="square" rtlCol="0" anchor="ctr">
            <a:noAutofit/>
          </a:bodyPr>
          <a:lstStyle/>
          <a:p>
            <a:pPr algn="ctr"/>
            <a:endParaRPr lang="zh-CN" altLang="en-US" sz="1350"/>
          </a:p>
        </p:txBody>
      </p:sp>
      <p:sp>
        <p:nvSpPr>
          <p:cNvPr id="372" name="平行四边形 371"/>
          <p:cNvSpPr/>
          <p:nvPr>
            <p:custDataLst>
              <p:tags r:id="rId4"/>
            </p:custDataLst>
          </p:nvPr>
        </p:nvSpPr>
        <p:spPr>
          <a:xfrm>
            <a:off x="7773829" y="4289108"/>
            <a:ext cx="602933" cy="854393"/>
          </a:xfrm>
          <a:prstGeom prst="parallelogram">
            <a:avLst>
              <a:gd name="adj" fmla="val 71296"/>
            </a:avLst>
          </a:pr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73" name="平行四边形 372"/>
          <p:cNvSpPr/>
          <p:nvPr>
            <p:custDataLst>
              <p:tags r:id="rId5"/>
            </p:custDataLst>
          </p:nvPr>
        </p:nvSpPr>
        <p:spPr>
          <a:xfrm>
            <a:off x="7426643" y="4289108"/>
            <a:ext cx="602933" cy="854393"/>
          </a:xfrm>
          <a:prstGeom prst="parallelogram">
            <a:avLst>
              <a:gd name="adj" fmla="val 71296"/>
            </a:avLst>
          </a:pr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74" name="平行四边形 373"/>
          <p:cNvSpPr/>
          <p:nvPr>
            <p:custDataLst>
              <p:tags r:id="rId6"/>
            </p:custDataLst>
          </p:nvPr>
        </p:nvSpPr>
        <p:spPr>
          <a:xfrm>
            <a:off x="7079456" y="4289108"/>
            <a:ext cx="602933" cy="854393"/>
          </a:xfrm>
          <a:prstGeom prst="parallelogram">
            <a:avLst>
              <a:gd name="adj" fmla="val 71296"/>
            </a:avLst>
          </a:prstGeom>
          <a:solidFill>
            <a:sysClr val="window" lastClr="FFFFFF">
              <a:lumMod val="9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2" name="任意多边形: 形状 136"/>
          <p:cNvSpPr/>
          <p:nvPr>
            <p:custDataLst>
              <p:tags r:id="rId7"/>
            </p:custDataLst>
          </p:nvPr>
        </p:nvSpPr>
        <p:spPr>
          <a:xfrm>
            <a:off x="7984331" y="1152049"/>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3" name="任意多边形: 形状 137"/>
          <p:cNvSpPr/>
          <p:nvPr>
            <p:custDataLst>
              <p:tags r:id="rId8"/>
            </p:custDataLst>
          </p:nvPr>
        </p:nvSpPr>
        <p:spPr>
          <a:xfrm>
            <a:off x="8091011" y="1152049"/>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4" name="任意多边形: 形状 138"/>
          <p:cNvSpPr/>
          <p:nvPr>
            <p:custDataLst>
              <p:tags r:id="rId9"/>
            </p:custDataLst>
          </p:nvPr>
        </p:nvSpPr>
        <p:spPr>
          <a:xfrm>
            <a:off x="8197691" y="1152049"/>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5" name="任意多边形: 形状 139"/>
          <p:cNvSpPr/>
          <p:nvPr>
            <p:custDataLst>
              <p:tags r:id="rId10"/>
            </p:custDataLst>
          </p:nvPr>
        </p:nvSpPr>
        <p:spPr>
          <a:xfrm>
            <a:off x="8305324" y="1152049"/>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6" name="任意多边形: 形状 140"/>
          <p:cNvSpPr/>
          <p:nvPr>
            <p:custDataLst>
              <p:tags r:id="rId11"/>
            </p:custDataLst>
          </p:nvPr>
        </p:nvSpPr>
        <p:spPr>
          <a:xfrm>
            <a:off x="8412004" y="1152049"/>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7" name="任意多边形: 形状 141"/>
          <p:cNvSpPr/>
          <p:nvPr>
            <p:custDataLst>
              <p:tags r:id="rId12"/>
            </p:custDataLst>
          </p:nvPr>
        </p:nvSpPr>
        <p:spPr>
          <a:xfrm>
            <a:off x="8626316" y="115204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8" name="任意多边形: 形状 142"/>
          <p:cNvSpPr/>
          <p:nvPr>
            <p:custDataLst>
              <p:tags r:id="rId13"/>
            </p:custDataLst>
          </p:nvPr>
        </p:nvSpPr>
        <p:spPr>
          <a:xfrm>
            <a:off x="8839676" y="115204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9" name="任意多边形: 形状 143"/>
          <p:cNvSpPr/>
          <p:nvPr>
            <p:custDataLst>
              <p:tags r:id="rId14"/>
            </p:custDataLst>
          </p:nvPr>
        </p:nvSpPr>
        <p:spPr>
          <a:xfrm>
            <a:off x="8518684" y="115204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70" name="任意多边形: 形状 144"/>
          <p:cNvSpPr/>
          <p:nvPr>
            <p:custDataLst>
              <p:tags r:id="rId15"/>
            </p:custDataLst>
          </p:nvPr>
        </p:nvSpPr>
        <p:spPr>
          <a:xfrm>
            <a:off x="8732996" y="1152049"/>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71" name="任意多边形: 形状 145"/>
          <p:cNvSpPr/>
          <p:nvPr>
            <p:custDataLst>
              <p:tags r:id="rId16"/>
            </p:custDataLst>
          </p:nvPr>
        </p:nvSpPr>
        <p:spPr>
          <a:xfrm>
            <a:off x="7877651" y="1152049"/>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2" name="任意多边形: 形状 147"/>
          <p:cNvSpPr/>
          <p:nvPr>
            <p:custDataLst>
              <p:tags r:id="rId17"/>
            </p:custDataLst>
          </p:nvPr>
        </p:nvSpPr>
        <p:spPr>
          <a:xfrm>
            <a:off x="7984331" y="1258729"/>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3" name="任意多边形: 形状 148"/>
          <p:cNvSpPr/>
          <p:nvPr>
            <p:custDataLst>
              <p:tags r:id="rId18"/>
            </p:custDataLst>
          </p:nvPr>
        </p:nvSpPr>
        <p:spPr>
          <a:xfrm>
            <a:off x="8091011" y="1258729"/>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4" name="任意多边形: 形状 149"/>
          <p:cNvSpPr/>
          <p:nvPr>
            <p:custDataLst>
              <p:tags r:id="rId19"/>
            </p:custDataLst>
          </p:nvPr>
        </p:nvSpPr>
        <p:spPr>
          <a:xfrm>
            <a:off x="8197691" y="1258729"/>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5" name="任意多边形: 形状 150"/>
          <p:cNvSpPr/>
          <p:nvPr>
            <p:custDataLst>
              <p:tags r:id="rId20"/>
            </p:custDataLst>
          </p:nvPr>
        </p:nvSpPr>
        <p:spPr>
          <a:xfrm>
            <a:off x="8305324" y="1258729"/>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6" name="任意多边形: 形状 151"/>
          <p:cNvSpPr/>
          <p:nvPr>
            <p:custDataLst>
              <p:tags r:id="rId21"/>
            </p:custDataLst>
          </p:nvPr>
        </p:nvSpPr>
        <p:spPr>
          <a:xfrm>
            <a:off x="8412004" y="1258729"/>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7" name="任意多边形: 形状 152"/>
          <p:cNvSpPr/>
          <p:nvPr>
            <p:custDataLst>
              <p:tags r:id="rId22"/>
            </p:custDataLst>
          </p:nvPr>
        </p:nvSpPr>
        <p:spPr>
          <a:xfrm>
            <a:off x="8626316" y="125872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8" name="任意多边形: 形状 153"/>
          <p:cNvSpPr/>
          <p:nvPr>
            <p:custDataLst>
              <p:tags r:id="rId23"/>
            </p:custDataLst>
          </p:nvPr>
        </p:nvSpPr>
        <p:spPr>
          <a:xfrm>
            <a:off x="8839676" y="125872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9" name="任意多边形: 形状 154"/>
          <p:cNvSpPr/>
          <p:nvPr>
            <p:custDataLst>
              <p:tags r:id="rId24"/>
            </p:custDataLst>
          </p:nvPr>
        </p:nvSpPr>
        <p:spPr>
          <a:xfrm>
            <a:off x="8518684" y="1258729"/>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0" name="任意多边形: 形状 155"/>
          <p:cNvSpPr/>
          <p:nvPr>
            <p:custDataLst>
              <p:tags r:id="rId25"/>
            </p:custDataLst>
          </p:nvPr>
        </p:nvSpPr>
        <p:spPr>
          <a:xfrm>
            <a:off x="8732996" y="1258729"/>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61" name="任意多边形: 形状 156"/>
          <p:cNvSpPr/>
          <p:nvPr>
            <p:custDataLst>
              <p:tags r:id="rId26"/>
            </p:custDataLst>
          </p:nvPr>
        </p:nvSpPr>
        <p:spPr>
          <a:xfrm>
            <a:off x="7877651" y="1258729"/>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2" name="任意多边形: 形状 158"/>
          <p:cNvSpPr/>
          <p:nvPr>
            <p:custDataLst>
              <p:tags r:id="rId27"/>
            </p:custDataLst>
          </p:nvPr>
        </p:nvSpPr>
        <p:spPr>
          <a:xfrm>
            <a:off x="7984331" y="136636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3" name="任意多边形: 形状 159"/>
          <p:cNvSpPr/>
          <p:nvPr>
            <p:custDataLst>
              <p:tags r:id="rId28"/>
            </p:custDataLst>
          </p:nvPr>
        </p:nvSpPr>
        <p:spPr>
          <a:xfrm>
            <a:off x="8091011" y="136636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4" name="任意多边形: 形状 160"/>
          <p:cNvSpPr/>
          <p:nvPr>
            <p:custDataLst>
              <p:tags r:id="rId29"/>
            </p:custDataLst>
          </p:nvPr>
        </p:nvSpPr>
        <p:spPr>
          <a:xfrm>
            <a:off x="8197691" y="136636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5" name="任意多边形: 形状 161"/>
          <p:cNvSpPr/>
          <p:nvPr>
            <p:custDataLst>
              <p:tags r:id="rId30"/>
            </p:custDataLst>
          </p:nvPr>
        </p:nvSpPr>
        <p:spPr>
          <a:xfrm>
            <a:off x="8305324" y="136636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6" name="任意多边形: 形状 162"/>
          <p:cNvSpPr/>
          <p:nvPr>
            <p:custDataLst>
              <p:tags r:id="rId31"/>
            </p:custDataLst>
          </p:nvPr>
        </p:nvSpPr>
        <p:spPr>
          <a:xfrm>
            <a:off x="8412004" y="136636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7" name="任意多边形: 形状 163"/>
          <p:cNvSpPr/>
          <p:nvPr>
            <p:custDataLst>
              <p:tags r:id="rId32"/>
            </p:custDataLst>
          </p:nvPr>
        </p:nvSpPr>
        <p:spPr>
          <a:xfrm>
            <a:off x="8626316" y="136636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8" name="任意多边形: 形状 164"/>
          <p:cNvSpPr/>
          <p:nvPr>
            <p:custDataLst>
              <p:tags r:id="rId33"/>
            </p:custDataLst>
          </p:nvPr>
        </p:nvSpPr>
        <p:spPr>
          <a:xfrm>
            <a:off x="8839676" y="136636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9" name="任意多边形: 形状 165"/>
          <p:cNvSpPr/>
          <p:nvPr>
            <p:custDataLst>
              <p:tags r:id="rId34"/>
            </p:custDataLst>
          </p:nvPr>
        </p:nvSpPr>
        <p:spPr>
          <a:xfrm>
            <a:off x="8518684" y="136636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0" name="任意多边形: 形状 166"/>
          <p:cNvSpPr/>
          <p:nvPr>
            <p:custDataLst>
              <p:tags r:id="rId35"/>
            </p:custDataLst>
          </p:nvPr>
        </p:nvSpPr>
        <p:spPr>
          <a:xfrm>
            <a:off x="8732996" y="136636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51" name="任意多边形: 形状 167"/>
          <p:cNvSpPr/>
          <p:nvPr>
            <p:custDataLst>
              <p:tags r:id="rId36"/>
            </p:custDataLst>
          </p:nvPr>
        </p:nvSpPr>
        <p:spPr>
          <a:xfrm>
            <a:off x="7877651" y="1366361"/>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2" name="任意多边形: 形状 169"/>
          <p:cNvSpPr/>
          <p:nvPr>
            <p:custDataLst>
              <p:tags r:id="rId37"/>
            </p:custDataLst>
          </p:nvPr>
        </p:nvSpPr>
        <p:spPr>
          <a:xfrm>
            <a:off x="7984331" y="147304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3" name="任意多边形: 形状 170"/>
          <p:cNvSpPr/>
          <p:nvPr>
            <p:custDataLst>
              <p:tags r:id="rId38"/>
            </p:custDataLst>
          </p:nvPr>
        </p:nvSpPr>
        <p:spPr>
          <a:xfrm>
            <a:off x="8091011" y="147304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4" name="任意多边形: 形状 171"/>
          <p:cNvSpPr/>
          <p:nvPr>
            <p:custDataLst>
              <p:tags r:id="rId39"/>
            </p:custDataLst>
          </p:nvPr>
        </p:nvSpPr>
        <p:spPr>
          <a:xfrm>
            <a:off x="8197691" y="147304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5" name="任意多边形: 形状 172"/>
          <p:cNvSpPr/>
          <p:nvPr>
            <p:custDataLst>
              <p:tags r:id="rId40"/>
            </p:custDataLst>
          </p:nvPr>
        </p:nvSpPr>
        <p:spPr>
          <a:xfrm>
            <a:off x="8305324" y="147304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6" name="任意多边形: 形状 173"/>
          <p:cNvSpPr/>
          <p:nvPr>
            <p:custDataLst>
              <p:tags r:id="rId41"/>
            </p:custDataLst>
          </p:nvPr>
        </p:nvSpPr>
        <p:spPr>
          <a:xfrm>
            <a:off x="8412004" y="147304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7" name="任意多边形: 形状 174"/>
          <p:cNvSpPr/>
          <p:nvPr>
            <p:custDataLst>
              <p:tags r:id="rId42"/>
            </p:custDataLst>
          </p:nvPr>
        </p:nvSpPr>
        <p:spPr>
          <a:xfrm>
            <a:off x="8626316" y="147304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8" name="任意多边形: 形状 175"/>
          <p:cNvSpPr/>
          <p:nvPr>
            <p:custDataLst>
              <p:tags r:id="rId43"/>
            </p:custDataLst>
          </p:nvPr>
        </p:nvSpPr>
        <p:spPr>
          <a:xfrm>
            <a:off x="8839676" y="147304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9" name="任意多边形: 形状 176"/>
          <p:cNvSpPr/>
          <p:nvPr>
            <p:custDataLst>
              <p:tags r:id="rId44"/>
            </p:custDataLst>
          </p:nvPr>
        </p:nvSpPr>
        <p:spPr>
          <a:xfrm>
            <a:off x="8518684" y="147304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0" name="任意多边形: 形状 177"/>
          <p:cNvSpPr/>
          <p:nvPr>
            <p:custDataLst>
              <p:tags r:id="rId45"/>
            </p:custDataLst>
          </p:nvPr>
        </p:nvSpPr>
        <p:spPr>
          <a:xfrm>
            <a:off x="8732996" y="147304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41" name="任意多边形: 形状 178"/>
          <p:cNvSpPr/>
          <p:nvPr>
            <p:custDataLst>
              <p:tags r:id="rId46"/>
            </p:custDataLst>
          </p:nvPr>
        </p:nvSpPr>
        <p:spPr>
          <a:xfrm>
            <a:off x="7877651" y="1473041"/>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2" name="任意多边形: 形状 180"/>
          <p:cNvSpPr/>
          <p:nvPr>
            <p:custDataLst>
              <p:tags r:id="rId47"/>
            </p:custDataLst>
          </p:nvPr>
        </p:nvSpPr>
        <p:spPr>
          <a:xfrm>
            <a:off x="7984331" y="157972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3" name="任意多边形: 形状 181"/>
          <p:cNvSpPr/>
          <p:nvPr>
            <p:custDataLst>
              <p:tags r:id="rId48"/>
            </p:custDataLst>
          </p:nvPr>
        </p:nvSpPr>
        <p:spPr>
          <a:xfrm>
            <a:off x="8091011" y="1579721"/>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4" name="任意多边形: 形状 182"/>
          <p:cNvSpPr/>
          <p:nvPr>
            <p:custDataLst>
              <p:tags r:id="rId49"/>
            </p:custDataLst>
          </p:nvPr>
        </p:nvSpPr>
        <p:spPr>
          <a:xfrm>
            <a:off x="8197691" y="157972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5" name="任意多边形: 形状 183"/>
          <p:cNvSpPr/>
          <p:nvPr>
            <p:custDataLst>
              <p:tags r:id="rId50"/>
            </p:custDataLst>
          </p:nvPr>
        </p:nvSpPr>
        <p:spPr>
          <a:xfrm>
            <a:off x="8305324" y="1579721"/>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6" name="任意多边形: 形状 184"/>
          <p:cNvSpPr/>
          <p:nvPr>
            <p:custDataLst>
              <p:tags r:id="rId51"/>
            </p:custDataLst>
          </p:nvPr>
        </p:nvSpPr>
        <p:spPr>
          <a:xfrm>
            <a:off x="8412004" y="157972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7" name="任意多边形: 形状 185"/>
          <p:cNvSpPr/>
          <p:nvPr>
            <p:custDataLst>
              <p:tags r:id="rId52"/>
            </p:custDataLst>
          </p:nvPr>
        </p:nvSpPr>
        <p:spPr>
          <a:xfrm>
            <a:off x="8626316" y="157972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8" name="任意多边形: 形状 186"/>
          <p:cNvSpPr/>
          <p:nvPr>
            <p:custDataLst>
              <p:tags r:id="rId53"/>
            </p:custDataLst>
          </p:nvPr>
        </p:nvSpPr>
        <p:spPr>
          <a:xfrm>
            <a:off x="8839676" y="157972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9" name="任意多边形: 形状 187"/>
          <p:cNvSpPr/>
          <p:nvPr>
            <p:custDataLst>
              <p:tags r:id="rId54"/>
            </p:custDataLst>
          </p:nvPr>
        </p:nvSpPr>
        <p:spPr>
          <a:xfrm>
            <a:off x="8518684" y="1579721"/>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0" name="任意多边形: 形状 188"/>
          <p:cNvSpPr/>
          <p:nvPr>
            <p:custDataLst>
              <p:tags r:id="rId55"/>
            </p:custDataLst>
          </p:nvPr>
        </p:nvSpPr>
        <p:spPr>
          <a:xfrm>
            <a:off x="8732996" y="1579721"/>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31" name="任意多边形: 形状 189"/>
          <p:cNvSpPr/>
          <p:nvPr>
            <p:custDataLst>
              <p:tags r:id="rId56"/>
            </p:custDataLst>
          </p:nvPr>
        </p:nvSpPr>
        <p:spPr>
          <a:xfrm>
            <a:off x="7877651" y="1579721"/>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2" name="任意多边形: 形状 191"/>
          <p:cNvSpPr/>
          <p:nvPr>
            <p:custDataLst>
              <p:tags r:id="rId57"/>
            </p:custDataLst>
          </p:nvPr>
        </p:nvSpPr>
        <p:spPr>
          <a:xfrm>
            <a:off x="7984331" y="168735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3" name="任意多边形: 形状 192"/>
          <p:cNvSpPr/>
          <p:nvPr>
            <p:custDataLst>
              <p:tags r:id="rId58"/>
            </p:custDataLst>
          </p:nvPr>
        </p:nvSpPr>
        <p:spPr>
          <a:xfrm>
            <a:off x="8091011" y="168735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4" name="任意多边形: 形状 193"/>
          <p:cNvSpPr/>
          <p:nvPr>
            <p:custDataLst>
              <p:tags r:id="rId59"/>
            </p:custDataLst>
          </p:nvPr>
        </p:nvSpPr>
        <p:spPr>
          <a:xfrm>
            <a:off x="8197691" y="168735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5" name="任意多边形: 形状 194"/>
          <p:cNvSpPr/>
          <p:nvPr>
            <p:custDataLst>
              <p:tags r:id="rId60"/>
            </p:custDataLst>
          </p:nvPr>
        </p:nvSpPr>
        <p:spPr>
          <a:xfrm>
            <a:off x="8305324" y="168735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6" name="任意多边形: 形状 195"/>
          <p:cNvSpPr/>
          <p:nvPr>
            <p:custDataLst>
              <p:tags r:id="rId61"/>
            </p:custDataLst>
          </p:nvPr>
        </p:nvSpPr>
        <p:spPr>
          <a:xfrm>
            <a:off x="8412004" y="168735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7" name="任意多边形: 形状 196"/>
          <p:cNvSpPr/>
          <p:nvPr>
            <p:custDataLst>
              <p:tags r:id="rId62"/>
            </p:custDataLst>
          </p:nvPr>
        </p:nvSpPr>
        <p:spPr>
          <a:xfrm>
            <a:off x="8626316" y="168735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8" name="任意多边形: 形状 197"/>
          <p:cNvSpPr/>
          <p:nvPr>
            <p:custDataLst>
              <p:tags r:id="rId63"/>
            </p:custDataLst>
          </p:nvPr>
        </p:nvSpPr>
        <p:spPr>
          <a:xfrm>
            <a:off x="8839676" y="168735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9" name="任意多边形: 形状 198"/>
          <p:cNvSpPr/>
          <p:nvPr>
            <p:custDataLst>
              <p:tags r:id="rId64"/>
            </p:custDataLst>
          </p:nvPr>
        </p:nvSpPr>
        <p:spPr>
          <a:xfrm>
            <a:off x="8518684" y="168735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0" name="任意多边形: 形状 199"/>
          <p:cNvSpPr/>
          <p:nvPr>
            <p:custDataLst>
              <p:tags r:id="rId65"/>
            </p:custDataLst>
          </p:nvPr>
        </p:nvSpPr>
        <p:spPr>
          <a:xfrm>
            <a:off x="8732996" y="168735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21" name="任意多边形: 形状 200"/>
          <p:cNvSpPr/>
          <p:nvPr>
            <p:custDataLst>
              <p:tags r:id="rId66"/>
            </p:custDataLst>
          </p:nvPr>
        </p:nvSpPr>
        <p:spPr>
          <a:xfrm>
            <a:off x="7877651" y="1686401"/>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2" name="任意多边形: 形状 202"/>
          <p:cNvSpPr/>
          <p:nvPr>
            <p:custDataLst>
              <p:tags r:id="rId67"/>
            </p:custDataLst>
          </p:nvPr>
        </p:nvSpPr>
        <p:spPr>
          <a:xfrm>
            <a:off x="7984331" y="179403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3" name="任意多边形: 形状 203"/>
          <p:cNvSpPr/>
          <p:nvPr>
            <p:custDataLst>
              <p:tags r:id="rId68"/>
            </p:custDataLst>
          </p:nvPr>
        </p:nvSpPr>
        <p:spPr>
          <a:xfrm>
            <a:off x="8091011" y="179403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4" name="任意多边形: 形状 204"/>
          <p:cNvSpPr/>
          <p:nvPr>
            <p:custDataLst>
              <p:tags r:id="rId69"/>
            </p:custDataLst>
          </p:nvPr>
        </p:nvSpPr>
        <p:spPr>
          <a:xfrm>
            <a:off x="8197691" y="179403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5" name="任意多边形: 形状 205"/>
          <p:cNvSpPr/>
          <p:nvPr>
            <p:custDataLst>
              <p:tags r:id="rId70"/>
            </p:custDataLst>
          </p:nvPr>
        </p:nvSpPr>
        <p:spPr>
          <a:xfrm>
            <a:off x="8305324" y="179403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6" name="任意多边形: 形状 206"/>
          <p:cNvSpPr/>
          <p:nvPr>
            <p:custDataLst>
              <p:tags r:id="rId71"/>
            </p:custDataLst>
          </p:nvPr>
        </p:nvSpPr>
        <p:spPr>
          <a:xfrm>
            <a:off x="8412004" y="179403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7" name="任意多边形: 形状 207"/>
          <p:cNvSpPr/>
          <p:nvPr>
            <p:custDataLst>
              <p:tags r:id="rId72"/>
            </p:custDataLst>
          </p:nvPr>
        </p:nvSpPr>
        <p:spPr>
          <a:xfrm>
            <a:off x="8626316" y="179403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8" name="任意多边形: 形状 208"/>
          <p:cNvSpPr/>
          <p:nvPr>
            <p:custDataLst>
              <p:tags r:id="rId73"/>
            </p:custDataLst>
          </p:nvPr>
        </p:nvSpPr>
        <p:spPr>
          <a:xfrm>
            <a:off x="8839676" y="179403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9" name="任意多边形: 形状 209"/>
          <p:cNvSpPr/>
          <p:nvPr>
            <p:custDataLst>
              <p:tags r:id="rId74"/>
            </p:custDataLst>
          </p:nvPr>
        </p:nvSpPr>
        <p:spPr>
          <a:xfrm>
            <a:off x="8518684" y="179403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0" name="任意多边形: 形状 210"/>
          <p:cNvSpPr/>
          <p:nvPr>
            <p:custDataLst>
              <p:tags r:id="rId75"/>
            </p:custDataLst>
          </p:nvPr>
        </p:nvSpPr>
        <p:spPr>
          <a:xfrm>
            <a:off x="8732996" y="179403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11" name="任意多边形: 形状 211"/>
          <p:cNvSpPr/>
          <p:nvPr>
            <p:custDataLst>
              <p:tags r:id="rId76"/>
            </p:custDataLst>
          </p:nvPr>
        </p:nvSpPr>
        <p:spPr>
          <a:xfrm>
            <a:off x="7877651" y="1794034"/>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2" name="任意多边形: 形状 213"/>
          <p:cNvSpPr/>
          <p:nvPr>
            <p:custDataLst>
              <p:tags r:id="rId77"/>
            </p:custDataLst>
          </p:nvPr>
        </p:nvSpPr>
        <p:spPr>
          <a:xfrm>
            <a:off x="7984331" y="190071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3" name="任意多边形: 形状 214"/>
          <p:cNvSpPr/>
          <p:nvPr>
            <p:custDataLst>
              <p:tags r:id="rId78"/>
            </p:custDataLst>
          </p:nvPr>
        </p:nvSpPr>
        <p:spPr>
          <a:xfrm>
            <a:off x="8091011" y="1900714"/>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4" name="任意多边形: 形状 215"/>
          <p:cNvSpPr/>
          <p:nvPr>
            <p:custDataLst>
              <p:tags r:id="rId79"/>
            </p:custDataLst>
          </p:nvPr>
        </p:nvSpPr>
        <p:spPr>
          <a:xfrm>
            <a:off x="8197691" y="190071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5" name="任意多边形: 形状 216"/>
          <p:cNvSpPr/>
          <p:nvPr>
            <p:custDataLst>
              <p:tags r:id="rId80"/>
            </p:custDataLst>
          </p:nvPr>
        </p:nvSpPr>
        <p:spPr>
          <a:xfrm>
            <a:off x="8305324" y="1900714"/>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6" name="任意多边形: 形状 217"/>
          <p:cNvSpPr/>
          <p:nvPr>
            <p:custDataLst>
              <p:tags r:id="rId81"/>
            </p:custDataLst>
          </p:nvPr>
        </p:nvSpPr>
        <p:spPr>
          <a:xfrm>
            <a:off x="8412004" y="190071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7" name="任意多边形: 形状 218"/>
          <p:cNvSpPr/>
          <p:nvPr>
            <p:custDataLst>
              <p:tags r:id="rId82"/>
            </p:custDataLst>
          </p:nvPr>
        </p:nvSpPr>
        <p:spPr>
          <a:xfrm>
            <a:off x="8626316" y="190071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8" name="任意多边形: 形状 219"/>
          <p:cNvSpPr/>
          <p:nvPr>
            <p:custDataLst>
              <p:tags r:id="rId83"/>
            </p:custDataLst>
          </p:nvPr>
        </p:nvSpPr>
        <p:spPr>
          <a:xfrm>
            <a:off x="8839676" y="190071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9" name="任意多边形: 形状 220"/>
          <p:cNvSpPr/>
          <p:nvPr>
            <p:custDataLst>
              <p:tags r:id="rId84"/>
            </p:custDataLst>
          </p:nvPr>
        </p:nvSpPr>
        <p:spPr>
          <a:xfrm>
            <a:off x="8518684" y="1900714"/>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0" name="任意多边形: 形状 221"/>
          <p:cNvSpPr/>
          <p:nvPr>
            <p:custDataLst>
              <p:tags r:id="rId85"/>
            </p:custDataLst>
          </p:nvPr>
        </p:nvSpPr>
        <p:spPr>
          <a:xfrm>
            <a:off x="8732996" y="1900714"/>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301" name="任意多边形: 形状 222"/>
          <p:cNvSpPr/>
          <p:nvPr>
            <p:custDataLst>
              <p:tags r:id="rId86"/>
            </p:custDataLst>
          </p:nvPr>
        </p:nvSpPr>
        <p:spPr>
          <a:xfrm>
            <a:off x="7877651" y="1900714"/>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2" name="任意多边形: 形状 224"/>
          <p:cNvSpPr/>
          <p:nvPr>
            <p:custDataLst>
              <p:tags r:id="rId87"/>
            </p:custDataLst>
          </p:nvPr>
        </p:nvSpPr>
        <p:spPr>
          <a:xfrm>
            <a:off x="7984331" y="2008346"/>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3" name="任意多边形: 形状 225"/>
          <p:cNvSpPr/>
          <p:nvPr>
            <p:custDataLst>
              <p:tags r:id="rId88"/>
            </p:custDataLst>
          </p:nvPr>
        </p:nvSpPr>
        <p:spPr>
          <a:xfrm>
            <a:off x="8091011" y="2008346"/>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4" name="任意多边形: 形状 226"/>
          <p:cNvSpPr/>
          <p:nvPr>
            <p:custDataLst>
              <p:tags r:id="rId89"/>
            </p:custDataLst>
          </p:nvPr>
        </p:nvSpPr>
        <p:spPr>
          <a:xfrm>
            <a:off x="8197691" y="2008346"/>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5" name="任意多边形: 形状 227"/>
          <p:cNvSpPr/>
          <p:nvPr>
            <p:custDataLst>
              <p:tags r:id="rId90"/>
            </p:custDataLst>
          </p:nvPr>
        </p:nvSpPr>
        <p:spPr>
          <a:xfrm>
            <a:off x="8305324" y="2008346"/>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6" name="任意多边形: 形状 228"/>
          <p:cNvSpPr/>
          <p:nvPr>
            <p:custDataLst>
              <p:tags r:id="rId91"/>
            </p:custDataLst>
          </p:nvPr>
        </p:nvSpPr>
        <p:spPr>
          <a:xfrm>
            <a:off x="8412004" y="2008346"/>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7" name="任意多边形: 形状 229"/>
          <p:cNvSpPr/>
          <p:nvPr>
            <p:custDataLst>
              <p:tags r:id="rId92"/>
            </p:custDataLst>
          </p:nvPr>
        </p:nvSpPr>
        <p:spPr>
          <a:xfrm>
            <a:off x="8626316" y="200834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8" name="任意多边形: 形状 230"/>
          <p:cNvSpPr/>
          <p:nvPr>
            <p:custDataLst>
              <p:tags r:id="rId93"/>
            </p:custDataLst>
          </p:nvPr>
        </p:nvSpPr>
        <p:spPr>
          <a:xfrm>
            <a:off x="8839676" y="200834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9" name="任意多边形: 形状 231"/>
          <p:cNvSpPr/>
          <p:nvPr>
            <p:custDataLst>
              <p:tags r:id="rId94"/>
            </p:custDataLst>
          </p:nvPr>
        </p:nvSpPr>
        <p:spPr>
          <a:xfrm>
            <a:off x="8518684" y="200834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0" name="任意多边形: 形状 232"/>
          <p:cNvSpPr/>
          <p:nvPr>
            <p:custDataLst>
              <p:tags r:id="rId95"/>
            </p:custDataLst>
          </p:nvPr>
        </p:nvSpPr>
        <p:spPr>
          <a:xfrm>
            <a:off x="8732996" y="2008346"/>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91" name="任意多边形: 形状 233"/>
          <p:cNvSpPr/>
          <p:nvPr>
            <p:custDataLst>
              <p:tags r:id="rId96"/>
            </p:custDataLst>
          </p:nvPr>
        </p:nvSpPr>
        <p:spPr>
          <a:xfrm>
            <a:off x="7877651" y="2007394"/>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72" name="任意多边形: 形状 235"/>
          <p:cNvSpPr/>
          <p:nvPr>
            <p:custDataLst>
              <p:tags r:id="rId97"/>
            </p:custDataLst>
          </p:nvPr>
        </p:nvSpPr>
        <p:spPr>
          <a:xfrm>
            <a:off x="7984331" y="2115026"/>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73" name="任意多边形: 形状 236"/>
          <p:cNvSpPr/>
          <p:nvPr>
            <p:custDataLst>
              <p:tags r:id="rId98"/>
            </p:custDataLst>
          </p:nvPr>
        </p:nvSpPr>
        <p:spPr>
          <a:xfrm>
            <a:off x="8091011" y="2115026"/>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74" name="任意多边形: 形状 237"/>
          <p:cNvSpPr/>
          <p:nvPr>
            <p:custDataLst>
              <p:tags r:id="rId99"/>
            </p:custDataLst>
          </p:nvPr>
        </p:nvSpPr>
        <p:spPr>
          <a:xfrm>
            <a:off x="8197691" y="2115026"/>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75" name="任意多边形: 形状 238"/>
          <p:cNvSpPr/>
          <p:nvPr>
            <p:custDataLst>
              <p:tags r:id="rId100"/>
            </p:custDataLst>
          </p:nvPr>
        </p:nvSpPr>
        <p:spPr>
          <a:xfrm>
            <a:off x="8305324" y="2115026"/>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76" name="任意多边形: 形状 239"/>
          <p:cNvSpPr/>
          <p:nvPr>
            <p:custDataLst>
              <p:tags r:id="rId101"/>
            </p:custDataLst>
          </p:nvPr>
        </p:nvSpPr>
        <p:spPr>
          <a:xfrm>
            <a:off x="8412004" y="2115026"/>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77" name="任意多边形: 形状 240"/>
          <p:cNvSpPr/>
          <p:nvPr>
            <p:custDataLst>
              <p:tags r:id="rId102"/>
            </p:custDataLst>
          </p:nvPr>
        </p:nvSpPr>
        <p:spPr>
          <a:xfrm>
            <a:off x="8626316" y="211502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78" name="任意多边形: 形状 241"/>
          <p:cNvSpPr/>
          <p:nvPr>
            <p:custDataLst>
              <p:tags r:id="rId103"/>
            </p:custDataLst>
          </p:nvPr>
        </p:nvSpPr>
        <p:spPr>
          <a:xfrm>
            <a:off x="8839676" y="211502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79" name="任意多边形: 形状 242"/>
          <p:cNvSpPr/>
          <p:nvPr>
            <p:custDataLst>
              <p:tags r:id="rId104"/>
            </p:custDataLst>
          </p:nvPr>
        </p:nvSpPr>
        <p:spPr>
          <a:xfrm>
            <a:off x="8518684" y="2115026"/>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0" name="任意多边形: 形状 243"/>
          <p:cNvSpPr/>
          <p:nvPr>
            <p:custDataLst>
              <p:tags r:id="rId105"/>
            </p:custDataLst>
          </p:nvPr>
        </p:nvSpPr>
        <p:spPr>
          <a:xfrm>
            <a:off x="8732996" y="2115026"/>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81" name="任意多边形: 形状 244"/>
          <p:cNvSpPr/>
          <p:nvPr>
            <p:custDataLst>
              <p:tags r:id="rId106"/>
            </p:custDataLst>
          </p:nvPr>
        </p:nvSpPr>
        <p:spPr>
          <a:xfrm>
            <a:off x="7877651" y="2115026"/>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53" name="斜纹 252"/>
          <p:cNvSpPr/>
          <p:nvPr>
            <p:custDataLst>
              <p:tags r:id="rId107"/>
            </p:custDataLst>
          </p:nvPr>
        </p:nvSpPr>
        <p:spPr>
          <a:xfrm rot="8100000">
            <a:off x="-183048" y="407657"/>
            <a:ext cx="366095" cy="366095"/>
          </a:xfrm>
          <a:prstGeom prst="diagStripe">
            <a:avLst/>
          </a:prstGeom>
          <a:solidFill>
            <a:srgbClr val="44546A">
              <a:lumMod val="20000"/>
              <a:lumOff val="80000"/>
            </a:srgbClr>
          </a:solidFill>
          <a:ln>
            <a:noFill/>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254" name="文本框 253"/>
          <p:cNvSpPr txBox="1"/>
          <p:nvPr>
            <p:custDataLst>
              <p:tags r:id="rId108"/>
            </p:custDataLst>
          </p:nvPr>
        </p:nvSpPr>
        <p:spPr>
          <a:xfrm>
            <a:off x="403622" y="369923"/>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00000"/>
              </a:lnSpc>
              <a:spcBef>
                <a:spcPts val="0"/>
              </a:spcBef>
              <a:spcAft>
                <a:spcPts val="0"/>
              </a:spcAft>
              <a:buSzPct val="100000"/>
            </a:pPr>
            <a:r>
              <a:rPr sz="2400" b="1" spc="300" dirty="0">
                <a:solidFill>
                  <a:sysClr val="windowText" lastClr="000000">
                    <a:lumMod val="85000"/>
                    <a:lumOff val="15000"/>
                  </a:sysClr>
                </a:solidFill>
                <a:latin typeface="Arial" panose="020B0604020202020204" pitchFamily="34" charset="0"/>
                <a:sym typeface="+mn-ea"/>
              </a:rPr>
              <a:t>如果使用双拼，需要先进行设置，方法如下。</a:t>
            </a:r>
          </a:p>
        </p:txBody>
      </p:sp>
      <p:sp>
        <p:nvSpPr>
          <p:cNvPr id="510" name="矩形: 圆角 1127"/>
          <p:cNvSpPr/>
          <p:nvPr>
            <p:custDataLst>
              <p:tags r:id="rId109"/>
            </p:custDataLst>
          </p:nvPr>
        </p:nvSpPr>
        <p:spPr>
          <a:xfrm>
            <a:off x="962025" y="1530191"/>
            <a:ext cx="4663440" cy="3023711"/>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8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511" name="矩形: 圆角 1128"/>
          <p:cNvSpPr/>
          <p:nvPr>
            <p:custDataLst>
              <p:tags r:id="rId110"/>
            </p:custDataLst>
          </p:nvPr>
        </p:nvSpPr>
        <p:spPr>
          <a:xfrm>
            <a:off x="5843111" y="1529715"/>
            <a:ext cx="2325053" cy="3024664"/>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11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pic>
        <p:nvPicPr>
          <p:cNvPr id="11" name="图片 10" descr="D:\设计制作\通用图片占位符\风景\34\302741613_34.jpg302741613_34"/>
          <p:cNvPicPr>
            <a:picLocks noChangeAspect="1"/>
          </p:cNvPicPr>
          <p:nvPr>
            <p:custDataLst>
              <p:tags r:id="rId111"/>
            </p:custDataLst>
          </p:nvPr>
        </p:nvPicPr>
        <p:blipFill>
          <a:blip r:embed="rId117"/>
          <a:srcRect l="8805" r="8805"/>
          <a:stretch>
            <a:fillRect/>
          </a:stretch>
        </p:blipFill>
        <p:spPr>
          <a:xfrm>
            <a:off x="5941060" y="1622425"/>
            <a:ext cx="2129790" cy="2839720"/>
          </a:xfrm>
          <a:prstGeom prst="roundRect">
            <a:avLst>
              <a:gd name="adj" fmla="val 3442"/>
            </a:avLst>
          </a:prstGeom>
        </p:spPr>
      </p:pic>
      <p:sp>
        <p:nvSpPr>
          <p:cNvPr id="8" name="同心圆 262"/>
          <p:cNvSpPr/>
          <p:nvPr>
            <p:custDataLst>
              <p:tags r:id="rId112"/>
            </p:custDataLst>
          </p:nvPr>
        </p:nvSpPr>
        <p:spPr>
          <a:xfrm>
            <a:off x="1014889" y="1569244"/>
            <a:ext cx="225743" cy="22574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515" name="同心圆 262"/>
          <p:cNvSpPr/>
          <p:nvPr>
            <p:custDataLst>
              <p:tags r:id="rId113"/>
            </p:custDataLst>
          </p:nvPr>
        </p:nvSpPr>
        <p:spPr>
          <a:xfrm>
            <a:off x="7883843" y="4264819"/>
            <a:ext cx="225743" cy="22574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12" name="文本框 11"/>
          <p:cNvSpPr txBox="1"/>
          <p:nvPr>
            <p:custDataLst>
              <p:tags r:id="rId114"/>
            </p:custDataLst>
          </p:nvPr>
        </p:nvSpPr>
        <p:spPr>
          <a:xfrm>
            <a:off x="1356360" y="2626360"/>
            <a:ext cx="3874135" cy="830580"/>
          </a:xfrm>
          <a:prstGeom prst="rect">
            <a:avLst/>
          </a:prstGeom>
          <a:noFill/>
        </p:spPr>
        <p:txBody>
          <a:bodyPr wrap="square" lIns="76200" tIns="0" rIns="61912" bIns="0" rtlCol="0" anchor="ctr" anchorCtr="0">
            <a:noAutofit/>
          </a:bodyPr>
          <a:lstStyle>
            <a:defPPr>
              <a:defRPr lang="zh-CN"/>
            </a:defPPr>
            <a:lvl1pPr fontAlgn="auto">
              <a:lnSpc>
                <a:spcPct val="130000"/>
              </a:lnSpc>
              <a:spcAft>
                <a:spcPts val="1000"/>
              </a:spcAft>
              <a:defRPr sz="1600" spc="150"/>
            </a:lvl1pPr>
          </a:lstStyle>
          <a:p>
            <a:pPr marL="0" lvl="0" indent="0" algn="l">
              <a:lnSpc>
                <a:spcPct val="150000"/>
              </a:lnSpc>
              <a:spcBef>
                <a:spcPts val="0"/>
              </a:spcBef>
              <a:spcAft>
                <a:spcPts val="1000"/>
              </a:spcAft>
              <a:buSzPct val="100000"/>
            </a:pPr>
            <a:r>
              <a:rPr lang="zh-CN" altLang="en-US" sz="1400" b="1" dirty="0">
                <a:solidFill>
                  <a:sysClr val="windowText" lastClr="000000">
                    <a:lumMod val="50000"/>
                    <a:lumOff val="50000"/>
                  </a:sysClr>
                </a:solidFill>
                <a:latin typeface="Arial" panose="020B0604020202020204" pitchFamily="34" charset="0"/>
                <a:ea typeface="微软雅黑" panose="020B0503020204020204" charset="-122"/>
                <a:sym typeface="+mn-ea"/>
              </a:rPr>
              <a:t>（1）右击状态栏，在弹出的快捷菜单中，单击“设置属性”项，如图1-17所示。</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任意多边形: 形状 144"/>
          <p:cNvSpPr/>
          <p:nvPr>
            <p:custDataLst>
              <p:tags r:id="rId2"/>
            </p:custDataLst>
          </p:nvPr>
        </p:nvSpPr>
        <p:spPr>
          <a:xfrm flipH="1">
            <a:off x="7254240" y="571500"/>
            <a:ext cx="1894046" cy="909638"/>
          </a:xfrm>
          <a:custGeom>
            <a:avLst/>
            <a:gdLst/>
            <a:ahLst/>
            <a:cxnLst/>
            <a:rect l="0" t="0" r="0" b="0"/>
            <a:pathLst>
              <a:path w="6191251" h="2971801">
                <a:moveTo>
                  <a:pt x="0" y="0"/>
                </a:moveTo>
                <a:lnTo>
                  <a:pt x="0" y="2971800"/>
                </a:lnTo>
                <a:lnTo>
                  <a:pt x="3813810" y="2971800"/>
                </a:lnTo>
                <a:lnTo>
                  <a:pt x="6191250" y="0"/>
                </a:lnTo>
              </a:path>
            </a:pathLst>
          </a:custGeom>
          <a:solidFill>
            <a:sysClr val="window" lastClr="FFFFFF">
              <a:lumMod val="95000"/>
              <a:alpha val="40000"/>
            </a:sysClr>
          </a:solidFill>
          <a:ln w="6350" cap="flat" cmpd="sng" algn="ctr">
            <a:noFill/>
            <a:prstDash val="solid"/>
            <a:miter lim="800000"/>
          </a:ln>
          <a:effectLst/>
        </p:spPr>
        <p:style>
          <a:lnRef idx="1">
            <a:srgbClr val="4472C4"/>
          </a:lnRef>
          <a:fillRef idx="0">
            <a:srgbClr val="4472C4"/>
          </a:fillRef>
          <a:effectRef idx="0">
            <a:srgbClr val="4472C4"/>
          </a:effectRef>
          <a:fontRef idx="minor">
            <a:sysClr val="windowText" lastClr="000000"/>
          </a:fontRef>
        </p:style>
        <p:txBody>
          <a:bodyPr rtlCol="0" anchor="ctr"/>
          <a:lstStyle/>
          <a:p>
            <a:pPr algn="ctr"/>
            <a:endParaRPr lang="zh-CN" altLang="en-US" sz="1350"/>
          </a:p>
        </p:txBody>
      </p:sp>
      <p:sp>
        <p:nvSpPr>
          <p:cNvPr id="264" name="任意多边形: 形状 145"/>
          <p:cNvSpPr/>
          <p:nvPr>
            <p:custDataLst>
              <p:tags r:id="rId3"/>
            </p:custDataLst>
          </p:nvPr>
        </p:nvSpPr>
        <p:spPr>
          <a:xfrm flipH="1">
            <a:off x="7471410" y="0"/>
            <a:ext cx="1682115" cy="2086451"/>
          </a:xfrm>
          <a:custGeom>
            <a:avLst/>
            <a:gdLst>
              <a:gd name="connsiteX0" fmla="*/ 4699000 w 5502910"/>
              <a:gd name="connsiteY0" fmla="*/ 441960 h 6822440"/>
              <a:gd name="connsiteX1" fmla="*/ 4516120 w 5502910"/>
              <a:gd name="connsiteY1" fmla="*/ 441960 h 6822440"/>
              <a:gd name="connsiteX2" fmla="*/ 4872990 w 5502910"/>
              <a:gd name="connsiteY2" fmla="*/ 0 h 6822440"/>
              <a:gd name="connsiteX3" fmla="*/ 4690110 w 5502910"/>
              <a:gd name="connsiteY3" fmla="*/ 0 h 6822440"/>
              <a:gd name="connsiteX4" fmla="*/ 4334510 w 5502910"/>
              <a:gd name="connsiteY4" fmla="*/ 441960 h 6822440"/>
              <a:gd name="connsiteX5" fmla="*/ 4152900 w 5502910"/>
              <a:gd name="connsiteY5" fmla="*/ 441960 h 6822440"/>
              <a:gd name="connsiteX6" fmla="*/ 4508500 w 5502910"/>
              <a:gd name="connsiteY6" fmla="*/ 0 h 6822440"/>
              <a:gd name="connsiteX7" fmla="*/ 4326890 w 5502910"/>
              <a:gd name="connsiteY7" fmla="*/ 0 h 6822440"/>
              <a:gd name="connsiteX8" fmla="*/ 3970020 w 5502910"/>
              <a:gd name="connsiteY8" fmla="*/ 441960 h 6822440"/>
              <a:gd name="connsiteX9" fmla="*/ 3788410 w 5502910"/>
              <a:gd name="connsiteY9" fmla="*/ 441960 h 6822440"/>
              <a:gd name="connsiteX10" fmla="*/ 4144010 w 5502910"/>
              <a:gd name="connsiteY10" fmla="*/ 0 h 6822440"/>
              <a:gd name="connsiteX11" fmla="*/ 3962400 w 5502910"/>
              <a:gd name="connsiteY11" fmla="*/ 0 h 6822440"/>
              <a:gd name="connsiteX12" fmla="*/ 3605530 w 5502910"/>
              <a:gd name="connsiteY12" fmla="*/ 441960 h 6822440"/>
              <a:gd name="connsiteX13" fmla="*/ 3423920 w 5502910"/>
              <a:gd name="connsiteY13" fmla="*/ 441960 h 6822440"/>
              <a:gd name="connsiteX14" fmla="*/ 3779520 w 5502910"/>
              <a:gd name="connsiteY14" fmla="*/ 0 h 6822440"/>
              <a:gd name="connsiteX15" fmla="*/ 3597910 w 5502910"/>
              <a:gd name="connsiteY15" fmla="*/ 0 h 6822440"/>
              <a:gd name="connsiteX16" fmla="*/ 3241040 w 5502910"/>
              <a:gd name="connsiteY16" fmla="*/ 441960 h 6822440"/>
              <a:gd name="connsiteX17" fmla="*/ 3081020 w 5502910"/>
              <a:gd name="connsiteY17" fmla="*/ 441960 h 6822440"/>
              <a:gd name="connsiteX18" fmla="*/ 3437890 w 5502910"/>
              <a:gd name="connsiteY18" fmla="*/ 0 h 6822440"/>
              <a:gd name="connsiteX19" fmla="*/ 0 w 5502910"/>
              <a:gd name="connsiteY19" fmla="*/ 0 h 6822440"/>
              <a:gd name="connsiteX20" fmla="*/ 0 w 5502910"/>
              <a:gd name="connsiteY20" fmla="*/ 6822440 h 6822440"/>
              <a:gd name="connsiteX21" fmla="*/ 5502910 w 5502910"/>
              <a:gd name="connsiteY21" fmla="*/ 0 h 6822440"/>
              <a:gd name="connsiteX22" fmla="*/ 5054600 w 5502910"/>
              <a:gd name="connsiteY22" fmla="*/ 0 h 6822440"/>
              <a:gd name="connsiteX23" fmla="*/ 4699000 w 5502910"/>
              <a:gd name="connsiteY23" fmla="*/ 441960 h 682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02910" h="6822440">
                <a:moveTo>
                  <a:pt x="4699000" y="441960"/>
                </a:moveTo>
                <a:lnTo>
                  <a:pt x="4516120" y="441960"/>
                </a:lnTo>
                <a:lnTo>
                  <a:pt x="4872990" y="0"/>
                </a:lnTo>
                <a:lnTo>
                  <a:pt x="4690110" y="0"/>
                </a:lnTo>
                <a:lnTo>
                  <a:pt x="4334510" y="441960"/>
                </a:lnTo>
                <a:lnTo>
                  <a:pt x="4152900" y="441960"/>
                </a:lnTo>
                <a:lnTo>
                  <a:pt x="4508500" y="0"/>
                </a:lnTo>
                <a:lnTo>
                  <a:pt x="4326890" y="0"/>
                </a:lnTo>
                <a:lnTo>
                  <a:pt x="3970020" y="441960"/>
                </a:lnTo>
                <a:lnTo>
                  <a:pt x="3788410" y="441960"/>
                </a:lnTo>
                <a:lnTo>
                  <a:pt x="4144010" y="0"/>
                </a:lnTo>
                <a:lnTo>
                  <a:pt x="3962400" y="0"/>
                </a:lnTo>
                <a:lnTo>
                  <a:pt x="3605530" y="441960"/>
                </a:lnTo>
                <a:lnTo>
                  <a:pt x="3423920" y="441960"/>
                </a:lnTo>
                <a:lnTo>
                  <a:pt x="3779520" y="0"/>
                </a:lnTo>
                <a:lnTo>
                  <a:pt x="3597910" y="0"/>
                </a:lnTo>
                <a:lnTo>
                  <a:pt x="3241040" y="441960"/>
                </a:lnTo>
                <a:lnTo>
                  <a:pt x="3081020" y="441960"/>
                </a:lnTo>
                <a:lnTo>
                  <a:pt x="3437890" y="0"/>
                </a:lnTo>
                <a:lnTo>
                  <a:pt x="0" y="0"/>
                </a:lnTo>
                <a:lnTo>
                  <a:pt x="0" y="6822440"/>
                </a:lnTo>
                <a:lnTo>
                  <a:pt x="5502910" y="0"/>
                </a:lnTo>
                <a:lnTo>
                  <a:pt x="5054600" y="0"/>
                </a:lnTo>
                <a:lnTo>
                  <a:pt x="4699000" y="441960"/>
                </a:lnTo>
              </a:path>
            </a:pathLst>
          </a:custGeom>
          <a:solidFill>
            <a:sysClr val="window" lastClr="FFFFFF">
              <a:lumMod val="95000"/>
            </a:sysClr>
          </a:solidFill>
          <a:ln w="6350" cap="flat" cmpd="sng" algn="ctr">
            <a:noFill/>
            <a:prstDash val="solid"/>
            <a:miter lim="800000"/>
          </a:ln>
          <a:effectLst/>
        </p:spPr>
        <p:style>
          <a:lnRef idx="1">
            <a:srgbClr val="4472C4"/>
          </a:lnRef>
          <a:fillRef idx="0">
            <a:srgbClr val="4472C4"/>
          </a:fillRef>
          <a:effectRef idx="0">
            <a:srgbClr val="4472C4"/>
          </a:effectRef>
          <a:fontRef idx="minor">
            <a:sysClr val="windowText" lastClr="000000"/>
          </a:fontRef>
        </p:style>
        <p:txBody>
          <a:bodyPr rtlCol="0" anchor="ctr"/>
          <a:lstStyle/>
          <a:p>
            <a:pPr algn="ctr"/>
            <a:endParaRPr lang="zh-CN" altLang="en-US" sz="1350"/>
          </a:p>
        </p:txBody>
      </p:sp>
      <p:cxnSp>
        <p:nvCxnSpPr>
          <p:cNvPr id="266" name="直接连接符 265"/>
          <p:cNvCxnSpPr/>
          <p:nvPr>
            <p:custDataLst>
              <p:tags r:id="rId4"/>
            </p:custDataLst>
          </p:nvPr>
        </p:nvCxnSpPr>
        <p:spPr>
          <a:xfrm>
            <a:off x="233680" y="2040255"/>
            <a:ext cx="0" cy="1348740"/>
          </a:xfrm>
          <a:prstGeom prst="line">
            <a:avLst/>
          </a:prstGeom>
          <a:ln>
            <a:solidFill>
              <a:sysClr val="window" lastClr="FFFFFF">
                <a:lumMod val="75000"/>
              </a:sysClr>
            </a:solidFill>
          </a:ln>
        </p:spPr>
        <p:style>
          <a:lnRef idx="1">
            <a:srgbClr val="4472C4"/>
          </a:lnRef>
          <a:fillRef idx="0">
            <a:srgbClr val="4472C4"/>
          </a:fillRef>
          <a:effectRef idx="0">
            <a:srgbClr val="4472C4"/>
          </a:effectRef>
          <a:fontRef idx="minor">
            <a:sysClr val="windowText" lastClr="000000"/>
          </a:fontRef>
        </p:style>
      </p:cxnSp>
      <p:cxnSp>
        <p:nvCxnSpPr>
          <p:cNvPr id="275" name="直接连接符 274"/>
          <p:cNvCxnSpPr/>
          <p:nvPr>
            <p:custDataLst>
              <p:tags r:id="rId5"/>
            </p:custDataLst>
          </p:nvPr>
        </p:nvCxnSpPr>
        <p:spPr>
          <a:xfrm flipV="1">
            <a:off x="234315" y="3958590"/>
            <a:ext cx="0" cy="42545"/>
          </a:xfrm>
          <a:prstGeom prst="line">
            <a:avLst/>
          </a:prstGeom>
          <a:ln>
            <a:solidFill>
              <a:sysClr val="window" lastClr="FFFFFF">
                <a:lumMod val="75000"/>
              </a:sysClr>
            </a:solidFill>
          </a:ln>
        </p:spPr>
        <p:style>
          <a:lnRef idx="1">
            <a:srgbClr val="4472C4"/>
          </a:lnRef>
          <a:fillRef idx="0">
            <a:srgbClr val="4472C4"/>
          </a:fillRef>
          <a:effectRef idx="0">
            <a:srgbClr val="4472C4"/>
          </a:effectRef>
          <a:fontRef idx="minor">
            <a:sysClr val="windowText" lastClr="000000"/>
          </a:fontRef>
        </p:style>
      </p:cxnSp>
      <p:cxnSp>
        <p:nvCxnSpPr>
          <p:cNvPr id="276" name="直接连接符 275"/>
          <p:cNvCxnSpPr/>
          <p:nvPr>
            <p:custDataLst>
              <p:tags r:id="rId6"/>
            </p:custDataLst>
          </p:nvPr>
        </p:nvCxnSpPr>
        <p:spPr>
          <a:xfrm rot="16200000" flipV="1">
            <a:off x="234315" y="3958590"/>
            <a:ext cx="0" cy="42545"/>
          </a:xfrm>
          <a:prstGeom prst="line">
            <a:avLst/>
          </a:prstGeom>
          <a:ln>
            <a:solidFill>
              <a:sysClr val="window" lastClr="FFFFFF">
                <a:lumMod val="75000"/>
              </a:sysClr>
            </a:solidFill>
          </a:ln>
        </p:spPr>
        <p:style>
          <a:lnRef idx="1">
            <a:srgbClr val="4472C4"/>
          </a:lnRef>
          <a:fillRef idx="0">
            <a:srgbClr val="4472C4"/>
          </a:fillRef>
          <a:effectRef idx="0">
            <a:srgbClr val="4472C4"/>
          </a:effectRef>
          <a:fontRef idx="minor">
            <a:sysClr val="windowText" lastClr="000000"/>
          </a:fontRef>
        </p:style>
      </p:cxnSp>
      <p:cxnSp>
        <p:nvCxnSpPr>
          <p:cNvPr id="273" name="直接连接符 272"/>
          <p:cNvCxnSpPr/>
          <p:nvPr>
            <p:custDataLst>
              <p:tags r:id="rId7"/>
            </p:custDataLst>
          </p:nvPr>
        </p:nvCxnSpPr>
        <p:spPr>
          <a:xfrm flipV="1">
            <a:off x="234315" y="3803015"/>
            <a:ext cx="0" cy="42545"/>
          </a:xfrm>
          <a:prstGeom prst="line">
            <a:avLst/>
          </a:prstGeom>
          <a:ln>
            <a:solidFill>
              <a:sysClr val="window" lastClr="FFFFFF">
                <a:lumMod val="75000"/>
              </a:sysClr>
            </a:solidFill>
          </a:ln>
        </p:spPr>
        <p:style>
          <a:lnRef idx="1">
            <a:srgbClr val="4472C4"/>
          </a:lnRef>
          <a:fillRef idx="0">
            <a:srgbClr val="4472C4"/>
          </a:fillRef>
          <a:effectRef idx="0">
            <a:srgbClr val="4472C4"/>
          </a:effectRef>
          <a:fontRef idx="minor">
            <a:sysClr val="windowText" lastClr="000000"/>
          </a:fontRef>
        </p:style>
      </p:cxnSp>
      <p:cxnSp>
        <p:nvCxnSpPr>
          <p:cNvPr id="274" name="直接连接符 273"/>
          <p:cNvCxnSpPr/>
          <p:nvPr>
            <p:custDataLst>
              <p:tags r:id="rId8"/>
            </p:custDataLst>
          </p:nvPr>
        </p:nvCxnSpPr>
        <p:spPr>
          <a:xfrm rot="16200000" flipV="1">
            <a:off x="234315" y="3803015"/>
            <a:ext cx="0" cy="42545"/>
          </a:xfrm>
          <a:prstGeom prst="line">
            <a:avLst/>
          </a:prstGeom>
          <a:ln>
            <a:solidFill>
              <a:sysClr val="window" lastClr="FFFFFF">
                <a:lumMod val="75000"/>
              </a:sysClr>
            </a:solidFill>
          </a:ln>
        </p:spPr>
        <p:style>
          <a:lnRef idx="1">
            <a:srgbClr val="4472C4"/>
          </a:lnRef>
          <a:fillRef idx="0">
            <a:srgbClr val="4472C4"/>
          </a:fillRef>
          <a:effectRef idx="0">
            <a:srgbClr val="4472C4"/>
          </a:effectRef>
          <a:fontRef idx="minor">
            <a:sysClr val="windowText" lastClr="000000"/>
          </a:fontRef>
        </p:style>
      </p:cxnSp>
      <p:cxnSp>
        <p:nvCxnSpPr>
          <p:cNvPr id="271" name="直接连接符 270"/>
          <p:cNvCxnSpPr/>
          <p:nvPr>
            <p:custDataLst>
              <p:tags r:id="rId9"/>
            </p:custDataLst>
          </p:nvPr>
        </p:nvCxnSpPr>
        <p:spPr>
          <a:xfrm flipV="1">
            <a:off x="234315" y="3644900"/>
            <a:ext cx="0" cy="42545"/>
          </a:xfrm>
          <a:prstGeom prst="line">
            <a:avLst/>
          </a:prstGeom>
          <a:ln>
            <a:solidFill>
              <a:sysClr val="window" lastClr="FFFFFF">
                <a:lumMod val="75000"/>
              </a:sysClr>
            </a:solidFill>
          </a:ln>
        </p:spPr>
        <p:style>
          <a:lnRef idx="1">
            <a:srgbClr val="4472C4"/>
          </a:lnRef>
          <a:fillRef idx="0">
            <a:srgbClr val="4472C4"/>
          </a:fillRef>
          <a:effectRef idx="0">
            <a:srgbClr val="4472C4"/>
          </a:effectRef>
          <a:fontRef idx="minor">
            <a:sysClr val="windowText" lastClr="000000"/>
          </a:fontRef>
        </p:style>
      </p:cxnSp>
      <p:cxnSp>
        <p:nvCxnSpPr>
          <p:cNvPr id="272" name="直接连接符 271"/>
          <p:cNvCxnSpPr/>
          <p:nvPr>
            <p:custDataLst>
              <p:tags r:id="rId10"/>
            </p:custDataLst>
          </p:nvPr>
        </p:nvCxnSpPr>
        <p:spPr>
          <a:xfrm rot="16200000" flipV="1">
            <a:off x="234315" y="3644900"/>
            <a:ext cx="0" cy="42545"/>
          </a:xfrm>
          <a:prstGeom prst="line">
            <a:avLst/>
          </a:prstGeom>
          <a:ln>
            <a:solidFill>
              <a:sysClr val="window" lastClr="FFFFFF">
                <a:lumMod val="75000"/>
              </a:sysClr>
            </a:solidFill>
          </a:ln>
        </p:spPr>
        <p:style>
          <a:lnRef idx="1">
            <a:srgbClr val="4472C4"/>
          </a:lnRef>
          <a:fillRef idx="0">
            <a:srgbClr val="4472C4"/>
          </a:fillRef>
          <a:effectRef idx="0">
            <a:srgbClr val="4472C4"/>
          </a:effectRef>
          <a:fontRef idx="minor">
            <a:sysClr val="windowText" lastClr="000000"/>
          </a:fontRef>
        </p:style>
      </p:cxnSp>
      <p:sp>
        <p:nvSpPr>
          <p:cNvPr id="260" name="矩形: 圆角 1128"/>
          <p:cNvSpPr/>
          <p:nvPr>
            <p:custDataLst>
              <p:tags r:id="rId11"/>
            </p:custDataLst>
          </p:nvPr>
        </p:nvSpPr>
        <p:spPr>
          <a:xfrm>
            <a:off x="475934" y="1184182"/>
            <a:ext cx="8191766" cy="3654187"/>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11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p>
        </p:txBody>
      </p:sp>
      <p:sp>
        <p:nvSpPr>
          <p:cNvPr id="261" name="同心圆 262"/>
          <p:cNvSpPr/>
          <p:nvPr>
            <p:custDataLst>
              <p:tags r:id="rId12"/>
            </p:custDataLst>
          </p:nvPr>
        </p:nvSpPr>
        <p:spPr>
          <a:xfrm>
            <a:off x="8328896" y="4503157"/>
            <a:ext cx="225533" cy="22553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262" name="同心圆 262"/>
          <p:cNvSpPr/>
          <p:nvPr>
            <p:custDataLst>
              <p:tags r:id="rId13"/>
            </p:custDataLst>
          </p:nvPr>
        </p:nvSpPr>
        <p:spPr>
          <a:xfrm>
            <a:off x="596501" y="1305138"/>
            <a:ext cx="225533" cy="22553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510" name="斜纹 509"/>
          <p:cNvSpPr/>
          <p:nvPr>
            <p:custDataLst>
              <p:tags r:id="rId14"/>
            </p:custDataLst>
          </p:nvPr>
        </p:nvSpPr>
        <p:spPr>
          <a:xfrm rot="8100000">
            <a:off x="-182095" y="398132"/>
            <a:ext cx="366095" cy="366095"/>
          </a:xfrm>
          <a:prstGeom prst="diagStripe">
            <a:avLst/>
          </a:prstGeom>
          <a:solidFill>
            <a:srgbClr val="44546A">
              <a:lumMod val="20000"/>
              <a:lumOff val="80000"/>
            </a:srgbClr>
          </a:solidFill>
          <a:ln>
            <a:noFill/>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kumimoji="1" lang="zh-CN" altLang="en-US" sz="1350">
              <a:solidFill>
                <a:sysClr val="windowText" lastClr="000000"/>
              </a:solidFill>
            </a:endParaRPr>
          </a:p>
        </p:txBody>
      </p:sp>
      <p:sp>
        <p:nvSpPr>
          <p:cNvPr id="511" name="文本框 510"/>
          <p:cNvSpPr txBox="1"/>
          <p:nvPr>
            <p:custDataLst>
              <p:tags r:id="rId15"/>
            </p:custDataLst>
          </p:nvPr>
        </p:nvSpPr>
        <p:spPr>
          <a:xfrm>
            <a:off x="400289" y="360398"/>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00000"/>
              </a:lnSpc>
              <a:spcBef>
                <a:spcPts val="0"/>
              </a:spcBef>
              <a:spcAft>
                <a:spcPts val="0"/>
              </a:spcAft>
              <a:buSzPct val="100000"/>
            </a:pPr>
            <a:r>
              <a:rPr lang="zh-CN" altLang="en-US" sz="2400" b="1" spc="300" dirty="0">
                <a:solidFill>
                  <a:sysClr val="windowText" lastClr="000000">
                    <a:lumMod val="85000"/>
                    <a:lumOff val="15000"/>
                  </a:sysClr>
                </a:solidFill>
                <a:latin typeface="Arial" panose="020B0604020202020204" pitchFamily="34" charset="0"/>
                <a:sym typeface="+mn-ea"/>
              </a:rPr>
              <a:t>如果使用双拼，需要先进行设置，方法如下。</a:t>
            </a:r>
          </a:p>
        </p:txBody>
      </p:sp>
      <p:pic>
        <p:nvPicPr>
          <p:cNvPr id="10" name="图片 9" descr="C:\Users\2GGTFQ2\Desktop\通用图片占位符\图片\21\166657089_21.jpg166657089_21"/>
          <p:cNvPicPr>
            <a:picLocks noChangeAspect="1"/>
          </p:cNvPicPr>
          <p:nvPr>
            <p:custDataLst>
              <p:tags r:id="rId16"/>
            </p:custDataLst>
          </p:nvPr>
        </p:nvPicPr>
        <p:blipFill>
          <a:blip r:embed="rId20"/>
          <a:srcRect t="1620" b="1620"/>
          <a:stretch>
            <a:fillRect/>
          </a:stretch>
        </p:blipFill>
        <p:spPr>
          <a:xfrm>
            <a:off x="2227238" y="2185035"/>
            <a:ext cx="4689158" cy="2344579"/>
          </a:xfrm>
          <a:prstGeom prst="roundRect">
            <a:avLst>
              <a:gd name="adj" fmla="val 3472"/>
            </a:avLst>
          </a:prstGeom>
          <a:effectLst>
            <a:outerShdw blurRad="127000" dist="38100" dir="5400000" algn="t" rotWithShape="0">
              <a:prstClr val="black">
                <a:alpha val="40000"/>
              </a:prstClr>
            </a:outerShdw>
          </a:effectLst>
        </p:spPr>
      </p:pic>
      <p:sp>
        <p:nvSpPr>
          <p:cNvPr id="12" name="文本框 11"/>
          <p:cNvSpPr txBox="1"/>
          <p:nvPr>
            <p:custDataLst>
              <p:tags r:id="rId17"/>
            </p:custDataLst>
          </p:nvPr>
        </p:nvSpPr>
        <p:spPr>
          <a:xfrm>
            <a:off x="2447211" y="1439228"/>
            <a:ext cx="4249579" cy="553879"/>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lvl="0" indent="0" algn="ctr">
              <a:lnSpc>
                <a:spcPct val="150000"/>
              </a:lnSpc>
              <a:spcBef>
                <a:spcPts val="0"/>
              </a:spcBef>
              <a:spcAft>
                <a:spcPts val="1000"/>
              </a:spcAft>
              <a:buSzPct val="100000"/>
            </a:pPr>
            <a:r>
              <a:rPr sz="1200" dirty="0">
                <a:solidFill>
                  <a:sysClr val="windowText" lastClr="000000">
                    <a:lumMod val="50000"/>
                    <a:lumOff val="50000"/>
                  </a:sysClr>
                </a:solidFill>
                <a:latin typeface="Arial" panose="020B0604020202020204" pitchFamily="34" charset="0"/>
                <a:ea typeface="微软雅黑" panose="020B0503020204020204" charset="-122"/>
                <a:sym typeface="+mn-ea"/>
              </a:rPr>
              <a:t>在“属性设置”窗口中选中“双拼”，如图1-18 所示，并单击“双拼方案设置”按钮。</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任意多边形: 形状 144"/>
          <p:cNvSpPr/>
          <p:nvPr>
            <p:custDataLst>
              <p:tags r:id="rId2"/>
            </p:custDataLst>
          </p:nvPr>
        </p:nvSpPr>
        <p:spPr>
          <a:xfrm flipH="1">
            <a:off x="7254240" y="571500"/>
            <a:ext cx="1894046" cy="909638"/>
          </a:xfrm>
          <a:custGeom>
            <a:avLst/>
            <a:gdLst/>
            <a:ahLst/>
            <a:cxnLst/>
            <a:rect l="0" t="0" r="0" b="0"/>
            <a:pathLst>
              <a:path w="6191251" h="2971801">
                <a:moveTo>
                  <a:pt x="0" y="0"/>
                </a:moveTo>
                <a:lnTo>
                  <a:pt x="0" y="2971800"/>
                </a:lnTo>
                <a:lnTo>
                  <a:pt x="3813810" y="2971800"/>
                </a:lnTo>
                <a:lnTo>
                  <a:pt x="6191250" y="0"/>
                </a:lnTo>
              </a:path>
            </a:pathLst>
          </a:custGeom>
          <a:solidFill>
            <a:srgbClr val="FFFFFF">
              <a:lumMod val="95000"/>
              <a:alpha val="40000"/>
            </a:srgbClr>
          </a:solidFill>
          <a:ln w="6350" cap="flat" cmpd="sng" algn="ctr">
            <a:noFill/>
            <a:prstDash val="solid"/>
            <a:miter lim="800000"/>
          </a:ln>
          <a:effectLst/>
        </p:spPr>
        <p:style>
          <a:lnRef idx="1">
            <a:srgbClr val="5B9BD5"/>
          </a:lnRef>
          <a:fillRef idx="0">
            <a:srgbClr val="5B9BD5"/>
          </a:fillRef>
          <a:effectRef idx="0">
            <a:srgbClr val="5B9BD5"/>
          </a:effectRef>
          <a:fontRef idx="minor">
            <a:srgbClr val="000000"/>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ea"/>
            </a:endParaRPr>
          </a:p>
        </p:txBody>
      </p:sp>
      <p:sp>
        <p:nvSpPr>
          <p:cNvPr id="622" name="任意多边形: 形状 145"/>
          <p:cNvSpPr/>
          <p:nvPr>
            <p:custDataLst>
              <p:tags r:id="rId3"/>
            </p:custDataLst>
          </p:nvPr>
        </p:nvSpPr>
        <p:spPr>
          <a:xfrm flipH="1">
            <a:off x="7471410" y="0"/>
            <a:ext cx="1682115" cy="2086451"/>
          </a:xfrm>
          <a:custGeom>
            <a:avLst/>
            <a:gdLst>
              <a:gd name="connsiteX0" fmla="*/ 4699000 w 5502910"/>
              <a:gd name="connsiteY0" fmla="*/ 441960 h 6822440"/>
              <a:gd name="connsiteX1" fmla="*/ 4516120 w 5502910"/>
              <a:gd name="connsiteY1" fmla="*/ 441960 h 6822440"/>
              <a:gd name="connsiteX2" fmla="*/ 4872990 w 5502910"/>
              <a:gd name="connsiteY2" fmla="*/ 0 h 6822440"/>
              <a:gd name="connsiteX3" fmla="*/ 4690110 w 5502910"/>
              <a:gd name="connsiteY3" fmla="*/ 0 h 6822440"/>
              <a:gd name="connsiteX4" fmla="*/ 4334510 w 5502910"/>
              <a:gd name="connsiteY4" fmla="*/ 441960 h 6822440"/>
              <a:gd name="connsiteX5" fmla="*/ 4152900 w 5502910"/>
              <a:gd name="connsiteY5" fmla="*/ 441960 h 6822440"/>
              <a:gd name="connsiteX6" fmla="*/ 4508500 w 5502910"/>
              <a:gd name="connsiteY6" fmla="*/ 0 h 6822440"/>
              <a:gd name="connsiteX7" fmla="*/ 4326890 w 5502910"/>
              <a:gd name="connsiteY7" fmla="*/ 0 h 6822440"/>
              <a:gd name="connsiteX8" fmla="*/ 3970020 w 5502910"/>
              <a:gd name="connsiteY8" fmla="*/ 441960 h 6822440"/>
              <a:gd name="connsiteX9" fmla="*/ 3788410 w 5502910"/>
              <a:gd name="connsiteY9" fmla="*/ 441960 h 6822440"/>
              <a:gd name="connsiteX10" fmla="*/ 4144010 w 5502910"/>
              <a:gd name="connsiteY10" fmla="*/ 0 h 6822440"/>
              <a:gd name="connsiteX11" fmla="*/ 3962400 w 5502910"/>
              <a:gd name="connsiteY11" fmla="*/ 0 h 6822440"/>
              <a:gd name="connsiteX12" fmla="*/ 3605530 w 5502910"/>
              <a:gd name="connsiteY12" fmla="*/ 441960 h 6822440"/>
              <a:gd name="connsiteX13" fmla="*/ 3423920 w 5502910"/>
              <a:gd name="connsiteY13" fmla="*/ 441960 h 6822440"/>
              <a:gd name="connsiteX14" fmla="*/ 3779520 w 5502910"/>
              <a:gd name="connsiteY14" fmla="*/ 0 h 6822440"/>
              <a:gd name="connsiteX15" fmla="*/ 3597910 w 5502910"/>
              <a:gd name="connsiteY15" fmla="*/ 0 h 6822440"/>
              <a:gd name="connsiteX16" fmla="*/ 3241040 w 5502910"/>
              <a:gd name="connsiteY16" fmla="*/ 441960 h 6822440"/>
              <a:gd name="connsiteX17" fmla="*/ 3081020 w 5502910"/>
              <a:gd name="connsiteY17" fmla="*/ 441960 h 6822440"/>
              <a:gd name="connsiteX18" fmla="*/ 3437890 w 5502910"/>
              <a:gd name="connsiteY18" fmla="*/ 0 h 6822440"/>
              <a:gd name="connsiteX19" fmla="*/ 0 w 5502910"/>
              <a:gd name="connsiteY19" fmla="*/ 0 h 6822440"/>
              <a:gd name="connsiteX20" fmla="*/ 0 w 5502910"/>
              <a:gd name="connsiteY20" fmla="*/ 6822440 h 6822440"/>
              <a:gd name="connsiteX21" fmla="*/ 5502910 w 5502910"/>
              <a:gd name="connsiteY21" fmla="*/ 0 h 6822440"/>
              <a:gd name="connsiteX22" fmla="*/ 5054600 w 5502910"/>
              <a:gd name="connsiteY22" fmla="*/ 0 h 6822440"/>
              <a:gd name="connsiteX23" fmla="*/ 4699000 w 5502910"/>
              <a:gd name="connsiteY23" fmla="*/ 441960 h 682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02910" h="6822440">
                <a:moveTo>
                  <a:pt x="4699000" y="441960"/>
                </a:moveTo>
                <a:lnTo>
                  <a:pt x="4516120" y="441960"/>
                </a:lnTo>
                <a:lnTo>
                  <a:pt x="4872990" y="0"/>
                </a:lnTo>
                <a:lnTo>
                  <a:pt x="4690110" y="0"/>
                </a:lnTo>
                <a:lnTo>
                  <a:pt x="4334510" y="441960"/>
                </a:lnTo>
                <a:lnTo>
                  <a:pt x="4152900" y="441960"/>
                </a:lnTo>
                <a:lnTo>
                  <a:pt x="4508500" y="0"/>
                </a:lnTo>
                <a:lnTo>
                  <a:pt x="4326890" y="0"/>
                </a:lnTo>
                <a:lnTo>
                  <a:pt x="3970020" y="441960"/>
                </a:lnTo>
                <a:lnTo>
                  <a:pt x="3788410" y="441960"/>
                </a:lnTo>
                <a:lnTo>
                  <a:pt x="4144010" y="0"/>
                </a:lnTo>
                <a:lnTo>
                  <a:pt x="3962400" y="0"/>
                </a:lnTo>
                <a:lnTo>
                  <a:pt x="3605530" y="441960"/>
                </a:lnTo>
                <a:lnTo>
                  <a:pt x="3423920" y="441960"/>
                </a:lnTo>
                <a:lnTo>
                  <a:pt x="3779520" y="0"/>
                </a:lnTo>
                <a:lnTo>
                  <a:pt x="3597910" y="0"/>
                </a:lnTo>
                <a:lnTo>
                  <a:pt x="3241040" y="441960"/>
                </a:lnTo>
                <a:lnTo>
                  <a:pt x="3081020" y="441960"/>
                </a:lnTo>
                <a:lnTo>
                  <a:pt x="3437890" y="0"/>
                </a:lnTo>
                <a:lnTo>
                  <a:pt x="0" y="0"/>
                </a:lnTo>
                <a:lnTo>
                  <a:pt x="0" y="6822440"/>
                </a:lnTo>
                <a:lnTo>
                  <a:pt x="5502910" y="0"/>
                </a:lnTo>
                <a:lnTo>
                  <a:pt x="5054600" y="0"/>
                </a:lnTo>
                <a:lnTo>
                  <a:pt x="4699000" y="441960"/>
                </a:lnTo>
              </a:path>
            </a:pathLst>
          </a:custGeom>
          <a:solidFill>
            <a:srgbClr val="FFFFFF">
              <a:lumMod val="95000"/>
            </a:srgbClr>
          </a:solidFill>
          <a:ln w="6350" cap="flat" cmpd="sng" algn="ctr">
            <a:noFill/>
            <a:prstDash val="solid"/>
            <a:miter lim="800000"/>
          </a:ln>
          <a:effectLst/>
        </p:spPr>
        <p:style>
          <a:lnRef idx="1">
            <a:srgbClr val="5B9BD5"/>
          </a:lnRef>
          <a:fillRef idx="0">
            <a:srgbClr val="5B9BD5"/>
          </a:fillRef>
          <a:effectRef idx="0">
            <a:srgbClr val="5B9BD5"/>
          </a:effectRef>
          <a:fontRef idx="minor">
            <a:srgbClr val="000000"/>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ea"/>
            </a:endParaRPr>
          </a:p>
        </p:txBody>
      </p:sp>
      <p:cxnSp>
        <p:nvCxnSpPr>
          <p:cNvPr id="624" name="直接连接符 623"/>
          <p:cNvCxnSpPr/>
          <p:nvPr>
            <p:custDataLst>
              <p:tags r:id="rId4"/>
            </p:custDataLst>
          </p:nvPr>
        </p:nvCxnSpPr>
        <p:spPr>
          <a:xfrm>
            <a:off x="233839" y="2040255"/>
            <a:ext cx="0" cy="1348740"/>
          </a:xfrm>
          <a:prstGeom prst="line">
            <a:avLst/>
          </a:prstGeom>
          <a:ln>
            <a:solidFill>
              <a:srgbClr val="FFFFFF">
                <a:lumMod val="75000"/>
              </a:srgbClr>
            </a:solidFill>
          </a:ln>
        </p:spPr>
        <p:style>
          <a:lnRef idx="1">
            <a:srgbClr val="5B9BD5"/>
          </a:lnRef>
          <a:fillRef idx="0">
            <a:srgbClr val="5B9BD5"/>
          </a:fillRef>
          <a:effectRef idx="0">
            <a:srgbClr val="5B9BD5"/>
          </a:effectRef>
          <a:fontRef idx="minor">
            <a:srgbClr val="000000"/>
          </a:fontRef>
        </p:style>
      </p:cxnSp>
      <p:cxnSp>
        <p:nvCxnSpPr>
          <p:cNvPr id="633" name="直接连接符 632"/>
          <p:cNvCxnSpPr/>
          <p:nvPr>
            <p:custDataLst>
              <p:tags r:id="rId5"/>
            </p:custDataLst>
          </p:nvPr>
        </p:nvCxnSpPr>
        <p:spPr>
          <a:xfrm flipV="1">
            <a:off x="233839" y="3958590"/>
            <a:ext cx="0" cy="42863"/>
          </a:xfrm>
          <a:prstGeom prst="line">
            <a:avLst/>
          </a:prstGeom>
          <a:ln>
            <a:solidFill>
              <a:srgbClr val="FFFFFF">
                <a:lumMod val="75000"/>
              </a:srgbClr>
            </a:solidFill>
          </a:ln>
        </p:spPr>
        <p:style>
          <a:lnRef idx="1">
            <a:srgbClr val="5B9BD5"/>
          </a:lnRef>
          <a:fillRef idx="0">
            <a:srgbClr val="5B9BD5"/>
          </a:fillRef>
          <a:effectRef idx="0">
            <a:srgbClr val="5B9BD5"/>
          </a:effectRef>
          <a:fontRef idx="minor">
            <a:srgbClr val="000000"/>
          </a:fontRef>
        </p:style>
      </p:cxnSp>
      <p:cxnSp>
        <p:nvCxnSpPr>
          <p:cNvPr id="634" name="直接连接符 633"/>
          <p:cNvCxnSpPr/>
          <p:nvPr>
            <p:custDataLst>
              <p:tags r:id="rId6"/>
            </p:custDataLst>
          </p:nvPr>
        </p:nvCxnSpPr>
        <p:spPr>
          <a:xfrm rot="16200000" flipV="1">
            <a:off x="233839" y="3958590"/>
            <a:ext cx="0" cy="42863"/>
          </a:xfrm>
          <a:prstGeom prst="line">
            <a:avLst/>
          </a:prstGeom>
          <a:ln>
            <a:solidFill>
              <a:srgbClr val="FFFFFF">
                <a:lumMod val="75000"/>
              </a:srgbClr>
            </a:solidFill>
          </a:ln>
        </p:spPr>
        <p:style>
          <a:lnRef idx="1">
            <a:srgbClr val="5B9BD5"/>
          </a:lnRef>
          <a:fillRef idx="0">
            <a:srgbClr val="5B9BD5"/>
          </a:fillRef>
          <a:effectRef idx="0">
            <a:srgbClr val="5B9BD5"/>
          </a:effectRef>
          <a:fontRef idx="minor">
            <a:srgbClr val="000000"/>
          </a:fontRef>
        </p:style>
      </p:cxnSp>
      <p:cxnSp>
        <p:nvCxnSpPr>
          <p:cNvPr id="631" name="直接连接符 630"/>
          <p:cNvCxnSpPr/>
          <p:nvPr>
            <p:custDataLst>
              <p:tags r:id="rId7"/>
            </p:custDataLst>
          </p:nvPr>
        </p:nvCxnSpPr>
        <p:spPr>
          <a:xfrm flipV="1">
            <a:off x="233839" y="3803333"/>
            <a:ext cx="0" cy="42863"/>
          </a:xfrm>
          <a:prstGeom prst="line">
            <a:avLst/>
          </a:prstGeom>
          <a:ln>
            <a:solidFill>
              <a:srgbClr val="FFFFFF">
                <a:lumMod val="75000"/>
              </a:srgbClr>
            </a:solidFill>
          </a:ln>
        </p:spPr>
        <p:style>
          <a:lnRef idx="1">
            <a:srgbClr val="5B9BD5"/>
          </a:lnRef>
          <a:fillRef idx="0">
            <a:srgbClr val="5B9BD5"/>
          </a:fillRef>
          <a:effectRef idx="0">
            <a:srgbClr val="5B9BD5"/>
          </a:effectRef>
          <a:fontRef idx="minor">
            <a:srgbClr val="000000"/>
          </a:fontRef>
        </p:style>
      </p:cxnSp>
      <p:cxnSp>
        <p:nvCxnSpPr>
          <p:cNvPr id="632" name="直接连接符 631"/>
          <p:cNvCxnSpPr/>
          <p:nvPr>
            <p:custDataLst>
              <p:tags r:id="rId8"/>
            </p:custDataLst>
          </p:nvPr>
        </p:nvCxnSpPr>
        <p:spPr>
          <a:xfrm rot="16200000" flipV="1">
            <a:off x="233839" y="3803333"/>
            <a:ext cx="0" cy="42863"/>
          </a:xfrm>
          <a:prstGeom prst="line">
            <a:avLst/>
          </a:prstGeom>
          <a:ln>
            <a:solidFill>
              <a:srgbClr val="FFFFFF">
                <a:lumMod val="75000"/>
              </a:srgbClr>
            </a:solidFill>
          </a:ln>
        </p:spPr>
        <p:style>
          <a:lnRef idx="1">
            <a:srgbClr val="5B9BD5"/>
          </a:lnRef>
          <a:fillRef idx="0">
            <a:srgbClr val="5B9BD5"/>
          </a:fillRef>
          <a:effectRef idx="0">
            <a:srgbClr val="5B9BD5"/>
          </a:effectRef>
          <a:fontRef idx="minor">
            <a:srgbClr val="000000"/>
          </a:fontRef>
        </p:style>
      </p:cxnSp>
      <p:cxnSp>
        <p:nvCxnSpPr>
          <p:cNvPr id="629" name="直接连接符 628"/>
          <p:cNvCxnSpPr/>
          <p:nvPr>
            <p:custDataLst>
              <p:tags r:id="rId9"/>
            </p:custDataLst>
          </p:nvPr>
        </p:nvCxnSpPr>
        <p:spPr>
          <a:xfrm flipV="1">
            <a:off x="233839" y="3645218"/>
            <a:ext cx="0" cy="42863"/>
          </a:xfrm>
          <a:prstGeom prst="line">
            <a:avLst/>
          </a:prstGeom>
          <a:ln>
            <a:solidFill>
              <a:srgbClr val="FFFFFF">
                <a:lumMod val="75000"/>
              </a:srgbClr>
            </a:solidFill>
          </a:ln>
        </p:spPr>
        <p:style>
          <a:lnRef idx="1">
            <a:srgbClr val="5B9BD5"/>
          </a:lnRef>
          <a:fillRef idx="0">
            <a:srgbClr val="5B9BD5"/>
          </a:fillRef>
          <a:effectRef idx="0">
            <a:srgbClr val="5B9BD5"/>
          </a:effectRef>
          <a:fontRef idx="minor">
            <a:srgbClr val="000000"/>
          </a:fontRef>
        </p:style>
      </p:cxnSp>
      <p:cxnSp>
        <p:nvCxnSpPr>
          <p:cNvPr id="630" name="直接连接符 629"/>
          <p:cNvCxnSpPr/>
          <p:nvPr>
            <p:custDataLst>
              <p:tags r:id="rId10"/>
            </p:custDataLst>
          </p:nvPr>
        </p:nvCxnSpPr>
        <p:spPr>
          <a:xfrm rot="16200000" flipV="1">
            <a:off x="233839" y="3645218"/>
            <a:ext cx="0" cy="42863"/>
          </a:xfrm>
          <a:prstGeom prst="line">
            <a:avLst/>
          </a:prstGeom>
          <a:ln>
            <a:solidFill>
              <a:srgbClr val="FFFFFF">
                <a:lumMod val="75000"/>
              </a:srgbClr>
            </a:solidFill>
          </a:ln>
        </p:spPr>
        <p:style>
          <a:lnRef idx="1">
            <a:srgbClr val="5B9BD5"/>
          </a:lnRef>
          <a:fillRef idx="0">
            <a:srgbClr val="5B9BD5"/>
          </a:fillRef>
          <a:effectRef idx="0">
            <a:srgbClr val="5B9BD5"/>
          </a:effectRef>
          <a:fontRef idx="minor">
            <a:srgbClr val="000000"/>
          </a:fontRef>
        </p:style>
      </p:cxnSp>
      <p:sp>
        <p:nvSpPr>
          <p:cNvPr id="253" name="矩形: 圆角 1128"/>
          <p:cNvSpPr/>
          <p:nvPr>
            <p:custDataLst>
              <p:tags r:id="rId11"/>
            </p:custDataLst>
          </p:nvPr>
        </p:nvSpPr>
        <p:spPr>
          <a:xfrm>
            <a:off x="479268" y="1193707"/>
            <a:ext cx="8191766" cy="3654187"/>
          </a:xfrm>
          <a:prstGeom prst="roundRect">
            <a:avLst>
              <a:gd name="adj" fmla="val 4386"/>
            </a:avLst>
          </a:prstGeom>
          <a:solidFill>
            <a:srgbClr val="FFFFFF"/>
          </a:solidFill>
          <a:ln w="12700">
            <a:solidFill>
              <a:srgbClr val="000000">
                <a:lumMod val="75000"/>
                <a:lumOff val="25000"/>
              </a:srgbClr>
            </a:solidFill>
          </a:ln>
          <a:effectLst>
            <a:outerShdw blurRad="50800" dist="76200" dir="5400000" algn="t" rotWithShape="0">
              <a:srgbClr val="000000">
                <a:alpha val="11000"/>
              </a:srgbClr>
            </a:outerShdw>
          </a:effectLst>
        </p:spPr>
        <p:style>
          <a:lnRef idx="2">
            <a:srgbClr val="5B9BD5">
              <a:shade val="50000"/>
            </a:srgbClr>
          </a:lnRef>
          <a:fillRef idx="1">
            <a:srgbClr val="5B9BD5"/>
          </a:fillRef>
          <a:effectRef idx="0">
            <a:srgbClr val="5B9BD5"/>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ea"/>
            </a:endParaRPr>
          </a:p>
        </p:txBody>
      </p:sp>
      <p:sp>
        <p:nvSpPr>
          <p:cNvPr id="515" name="同心圆 262"/>
          <p:cNvSpPr/>
          <p:nvPr>
            <p:custDataLst>
              <p:tags r:id="rId12"/>
            </p:custDataLst>
          </p:nvPr>
        </p:nvSpPr>
        <p:spPr>
          <a:xfrm>
            <a:off x="8332230" y="4512682"/>
            <a:ext cx="225533" cy="225533"/>
          </a:xfrm>
          <a:prstGeom prst="donut">
            <a:avLst/>
          </a:prstGeom>
          <a:ln w="25400">
            <a:solidFill>
              <a:srgbClr val="FFFFFF"/>
            </a:solidFill>
          </a:ln>
        </p:spPr>
        <p:style>
          <a:lnRef idx="2">
            <a:srgbClr val="5B9BD5">
              <a:shade val="50000"/>
            </a:srgbClr>
          </a:lnRef>
          <a:fillRef idx="1">
            <a:srgbClr val="5B9BD5"/>
          </a:fillRef>
          <a:effectRef idx="0">
            <a:srgbClr val="5B9BD5"/>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ea"/>
            </a:endParaRPr>
          </a:p>
        </p:txBody>
      </p:sp>
      <p:sp>
        <p:nvSpPr>
          <p:cNvPr id="15" name="同心圆 262"/>
          <p:cNvSpPr/>
          <p:nvPr>
            <p:custDataLst>
              <p:tags r:id="rId13"/>
            </p:custDataLst>
          </p:nvPr>
        </p:nvSpPr>
        <p:spPr>
          <a:xfrm>
            <a:off x="599835" y="1314663"/>
            <a:ext cx="225533" cy="225533"/>
          </a:xfrm>
          <a:prstGeom prst="donut">
            <a:avLst/>
          </a:prstGeom>
          <a:ln w="25400">
            <a:solidFill>
              <a:srgbClr val="FFFFFF"/>
            </a:solidFill>
          </a:ln>
        </p:spPr>
        <p:style>
          <a:lnRef idx="2">
            <a:srgbClr val="5B9BD5">
              <a:shade val="50000"/>
            </a:srgbClr>
          </a:lnRef>
          <a:fillRef idx="1">
            <a:srgbClr val="5B9BD5"/>
          </a:fillRef>
          <a:effectRef idx="0">
            <a:srgbClr val="5B9BD5"/>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ea"/>
            </a:endParaRPr>
          </a:p>
        </p:txBody>
      </p:sp>
      <p:sp>
        <p:nvSpPr>
          <p:cNvPr id="11" name="文本框 10"/>
          <p:cNvSpPr txBox="1"/>
          <p:nvPr>
            <p:custDataLst>
              <p:tags r:id="rId14"/>
            </p:custDataLst>
          </p:nvPr>
        </p:nvSpPr>
        <p:spPr>
          <a:xfrm>
            <a:off x="403622" y="369923"/>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400" b="1" i="0" kern="1200" cap="none" spc="300" normalizeH="0" noProof="0" dirty="0">
                <a:ln>
                  <a:noFill/>
                </a:ln>
                <a:solidFill>
                  <a:srgbClr val="000000">
                    <a:lumMod val="75000"/>
                    <a:lumOff val="25000"/>
                  </a:srgbClr>
                </a:solidFill>
                <a:effectLst/>
                <a:latin typeface="Arial" panose="020B0604020202020204" pitchFamily="34" charset="0"/>
                <a:ea typeface="微软雅黑" panose="020B0503020204020204" charset="-122"/>
                <a:cs typeface="+mn-ea"/>
                <a:sym typeface="+mn-ea"/>
              </a:rPr>
              <a:t>如果使用双拼，需要先进行设置，方法如下。</a:t>
            </a:r>
          </a:p>
        </p:txBody>
      </p:sp>
      <p:sp>
        <p:nvSpPr>
          <p:cNvPr id="513" name="斜纹 512"/>
          <p:cNvSpPr/>
          <p:nvPr>
            <p:custDataLst>
              <p:tags r:id="rId15"/>
            </p:custDataLst>
          </p:nvPr>
        </p:nvSpPr>
        <p:spPr>
          <a:xfrm rot="8100000">
            <a:off x="-183048" y="407657"/>
            <a:ext cx="366095" cy="366095"/>
          </a:xfrm>
          <a:prstGeom prst="diagStripe">
            <a:avLst/>
          </a:prstGeom>
          <a:solidFill>
            <a:srgbClr val="5B9BD5">
              <a:lumMod val="20000"/>
              <a:lumOff val="80000"/>
            </a:srgbClr>
          </a:solidFill>
          <a:ln>
            <a:noFill/>
          </a:ln>
          <a:effectLst/>
        </p:spPr>
        <p:style>
          <a:lnRef idx="2">
            <a:srgbClr val="5B9BD5">
              <a:shade val="50000"/>
            </a:srgbClr>
          </a:lnRef>
          <a:fillRef idx="1">
            <a:srgbClr val="5B9BD5"/>
          </a:fillRef>
          <a:effectRef idx="0">
            <a:srgbClr val="5B9BD5"/>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ea"/>
            </a:endParaRPr>
          </a:p>
        </p:txBody>
      </p:sp>
      <p:sp>
        <p:nvSpPr>
          <p:cNvPr id="5" name="文本框 4"/>
          <p:cNvSpPr txBox="1"/>
          <p:nvPr>
            <p:custDataLst>
              <p:tags r:id="rId16"/>
            </p:custDataLst>
          </p:nvPr>
        </p:nvSpPr>
        <p:spPr>
          <a:xfrm>
            <a:off x="902970" y="1671638"/>
            <a:ext cx="7338060" cy="2428399"/>
          </a:xfrm>
          <a:prstGeom prst="rect">
            <a:avLst/>
          </a:prstGeom>
          <a:noFill/>
        </p:spPr>
        <p:txBody>
          <a:bodyPr wrap="square" lIns="76200" tIns="0" rIns="57150" bIns="0" rtlCol="0" anchor="ctr" anchorCtr="0">
            <a:noAutofit/>
          </a:bodyPr>
          <a:lstStyle>
            <a:defPPr>
              <a:defRPr lang="zh-CN"/>
            </a:defPPr>
            <a:lvl1pPr fontAlgn="auto">
              <a:lnSpc>
                <a:spcPct val="130000"/>
              </a:lnSpc>
              <a:spcAft>
                <a:spcPts val="1000"/>
              </a:spcAft>
              <a:defRPr sz="1600" spc="150"/>
            </a:lvl1pPr>
          </a:lstStyle>
          <a:p>
            <a:pPr marL="0" marR="0" lvl="0" indent="0" algn="just" defTabSz="914400" rtl="0" eaLnBrk="1" fontAlgn="auto" latinLnBrk="0" hangingPunct="1">
              <a:lnSpc>
                <a:spcPct val="130000"/>
              </a:lnSpc>
              <a:spcBef>
                <a:spcPts val="1000"/>
              </a:spcBef>
              <a:spcAft>
                <a:spcPts val="0"/>
              </a:spcAft>
              <a:buSzPct val="100000"/>
              <a:buFontTx/>
              <a:buNone/>
              <a:defRPr/>
            </a:pPr>
            <a:r>
              <a:rPr kumimoji="0" b="0" i="0" kern="1200" cap="none" spc="200" normalizeH="0" noProof="0" dirty="0">
                <a:ln>
                  <a:noFill/>
                </a:ln>
                <a:solidFill>
                  <a:srgbClr val="000000">
                    <a:lumMod val="75000"/>
                    <a:lumOff val="25000"/>
                  </a:srgbClr>
                </a:solidFill>
                <a:effectLst/>
                <a:latin typeface="Arial" panose="020B0604020202020204" pitchFamily="34" charset="0"/>
                <a:ea typeface="微软雅黑" panose="020B0503020204020204" charset="-122"/>
                <a:cs typeface="微软雅黑" panose="020B0503020204020204" charset="-122"/>
                <a:sym typeface="+mn-ea"/>
              </a:rPr>
              <a:t>在弹出的“双拼方案设置”窗口选择一种双拼方案，单击“确定”按钮。特殊拼音的双拼输入规则有：对于单韵母字，需要在前面输入字母O+ 韵母。例如，输入OA → A，输入OO → O，输入OE → E。而在自然码双拼方案中，与自然码输入法的双拼方式一致，对于单韵母字，需要输入双韵母，如输入AA → A，输入OO → O，输入EE → E。</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9"/>
          <p:cNvGrpSpPr/>
          <p:nvPr/>
        </p:nvGrpSpPr>
        <p:grpSpPr>
          <a:xfrm>
            <a:off x="793431" y="1496217"/>
            <a:ext cx="26994" cy="1773264"/>
            <a:chOff x="1331651" y="1597980"/>
            <a:chExt cx="36000" cy="2364481"/>
          </a:xfrm>
          <a:solidFill>
            <a:schemeClr val="accent1"/>
          </a:solidFill>
        </p:grpSpPr>
        <p:cxnSp>
          <p:nvCxnSpPr>
            <p:cNvPr id="13" name="直接连接符 12"/>
            <p:cNvCxnSpPr/>
            <p:nvPr/>
          </p:nvCxnSpPr>
          <p:spPr>
            <a:xfrm>
              <a:off x="1331651" y="1597980"/>
              <a:ext cx="0" cy="2364481"/>
            </a:xfrm>
            <a:prstGeom prst="line">
              <a:avLst/>
            </a:prstGeom>
            <a:grpFill/>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31651" y="1597980"/>
              <a:ext cx="36000" cy="108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3" name="组合 23"/>
          <p:cNvGrpSpPr/>
          <p:nvPr/>
        </p:nvGrpSpPr>
        <p:grpSpPr>
          <a:xfrm flipV="1">
            <a:off x="2600980" y="2513697"/>
            <a:ext cx="26994" cy="1792648"/>
            <a:chOff x="1331651" y="1572132"/>
            <a:chExt cx="36000" cy="2390327"/>
          </a:xfrm>
          <a:solidFill>
            <a:srgbClr val="008C8A"/>
          </a:solidFill>
        </p:grpSpPr>
        <p:cxnSp>
          <p:nvCxnSpPr>
            <p:cNvPr id="25" name="直接连接符 24"/>
            <p:cNvCxnSpPr/>
            <p:nvPr/>
          </p:nvCxnSpPr>
          <p:spPr>
            <a:xfrm>
              <a:off x="1331651" y="1576008"/>
              <a:ext cx="0" cy="2386451"/>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331651" y="1572132"/>
              <a:ext cx="36000" cy="1080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4" name="组合 28"/>
          <p:cNvGrpSpPr/>
          <p:nvPr/>
        </p:nvGrpSpPr>
        <p:grpSpPr>
          <a:xfrm>
            <a:off x="4408530" y="1496217"/>
            <a:ext cx="26994" cy="1773264"/>
            <a:chOff x="1331651" y="1597980"/>
            <a:chExt cx="36000" cy="2364481"/>
          </a:xfrm>
          <a:solidFill>
            <a:srgbClr val="F29548"/>
          </a:solidFill>
        </p:grpSpPr>
        <p:cxnSp>
          <p:nvCxnSpPr>
            <p:cNvPr id="30" name="直接连接符 29"/>
            <p:cNvCxnSpPr/>
            <p:nvPr/>
          </p:nvCxnSpPr>
          <p:spPr>
            <a:xfrm>
              <a:off x="1331651" y="1597980"/>
              <a:ext cx="0" cy="2364481"/>
            </a:xfrm>
            <a:prstGeom prst="line">
              <a:avLst/>
            </a:prstGeom>
            <a:grpFill/>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1331651" y="1597980"/>
              <a:ext cx="36000" cy="108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5" name="组合 33"/>
          <p:cNvGrpSpPr/>
          <p:nvPr/>
        </p:nvGrpSpPr>
        <p:grpSpPr>
          <a:xfrm flipV="1">
            <a:off x="6216077" y="2513695"/>
            <a:ext cx="26994" cy="1792649"/>
            <a:chOff x="1331651" y="1572132"/>
            <a:chExt cx="36000" cy="2390328"/>
          </a:xfrm>
          <a:solidFill>
            <a:schemeClr val="accent4"/>
          </a:solidFill>
        </p:grpSpPr>
        <p:cxnSp>
          <p:nvCxnSpPr>
            <p:cNvPr id="35" name="直接连接符 34"/>
            <p:cNvCxnSpPr/>
            <p:nvPr/>
          </p:nvCxnSpPr>
          <p:spPr>
            <a:xfrm>
              <a:off x="1331651" y="1576008"/>
              <a:ext cx="0" cy="2386452"/>
            </a:xfrm>
            <a:prstGeom prst="line">
              <a:avLst/>
            </a:prstGeom>
            <a:grpFill/>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331651" y="1572132"/>
              <a:ext cx="36000" cy="1080000"/>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6" name="组合 2"/>
          <p:cNvGrpSpPr/>
          <p:nvPr/>
        </p:nvGrpSpPr>
        <p:grpSpPr>
          <a:xfrm>
            <a:off x="793431" y="2513697"/>
            <a:ext cx="1574556" cy="762929"/>
            <a:chOff x="1331651" y="2945166"/>
            <a:chExt cx="2099921" cy="1017295"/>
          </a:xfrm>
        </p:grpSpPr>
        <p:sp>
          <p:nvSpPr>
            <p:cNvPr id="7" name="矩形 6"/>
            <p:cNvSpPr/>
            <p:nvPr/>
          </p:nvSpPr>
          <p:spPr>
            <a:xfrm>
              <a:off x="1331651" y="2945166"/>
              <a:ext cx="2099921" cy="1017295"/>
            </a:xfrm>
            <a:prstGeom prst="rect">
              <a:avLst/>
            </a:prstGeom>
            <a:solidFill>
              <a:schemeClr val="accent1"/>
            </a:solid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p>
              <a:pPr algn="ctr">
                <a:lnSpc>
                  <a:spcPct val="130000"/>
                </a:lnSpc>
              </a:pPr>
              <a:endParaRPr lang="zh-CN" altLang="en-US" sz="1400" kern="0" dirty="0">
                <a:solidFill>
                  <a:sysClr val="window" lastClr="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8" name="文本框 67"/>
            <p:cNvSpPr txBox="1"/>
            <p:nvPr/>
          </p:nvSpPr>
          <p:spPr>
            <a:xfrm>
              <a:off x="1843808" y="2945166"/>
              <a:ext cx="1075605" cy="703016"/>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charset="-122"/>
                </a:defRPr>
              </a:lvl1pPr>
            </a:lstStyle>
            <a:p>
              <a:r>
                <a:rPr lang="en-US" altLang="zh-CN" sz="3000" dirty="0">
                  <a:latin typeface="微软雅黑" panose="020B0503020204020204" pitchFamily="34" charset="-122"/>
                  <a:ea typeface="微软雅黑" panose="020B0503020204020204" pitchFamily="34" charset="-122"/>
                  <a:sym typeface="Arial" panose="020B0604020202020204" pitchFamily="34" charset="0"/>
                </a:rPr>
                <a:t>1</a:t>
              </a:r>
              <a:endParaRPr lang="zh-CN" altLang="en-US" sz="30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8" name="组合 3"/>
          <p:cNvGrpSpPr/>
          <p:nvPr/>
        </p:nvGrpSpPr>
        <p:grpSpPr>
          <a:xfrm>
            <a:off x="2600980" y="2513694"/>
            <a:ext cx="1574556" cy="762929"/>
            <a:chOff x="3742306" y="2945166"/>
            <a:chExt cx="2099921" cy="1017295"/>
          </a:xfrm>
        </p:grpSpPr>
        <p:sp>
          <p:nvSpPr>
            <p:cNvPr id="23" name="矩形 22"/>
            <p:cNvSpPr/>
            <p:nvPr/>
          </p:nvSpPr>
          <p:spPr>
            <a:xfrm flipV="1">
              <a:off x="3742306" y="2945166"/>
              <a:ext cx="2099921" cy="10172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9" name="文本框 68"/>
            <p:cNvSpPr txBox="1"/>
            <p:nvPr/>
          </p:nvSpPr>
          <p:spPr>
            <a:xfrm>
              <a:off x="4270418" y="3042091"/>
              <a:ext cx="1075605" cy="738534"/>
            </a:xfrm>
            <a:prstGeom prst="rect">
              <a:avLst/>
            </a:prstGeom>
            <a:noFill/>
          </p:spPr>
          <p:txBody>
            <a:bodyPr wrap="square" rtlCol="0">
              <a:spAutoFit/>
            </a:bodyPr>
            <a:lstStyle/>
            <a:p>
              <a:pPr algn="ctr">
                <a:spcBef>
                  <a:spcPts val="750"/>
                </a:spcBef>
              </a:pPr>
              <a:r>
                <a:rPr lang="en-US" altLang="zh-CN"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2</a:t>
              </a:r>
              <a:endParaRPr lang="zh-CN" altLang="en-US"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 name="组合 4"/>
          <p:cNvGrpSpPr/>
          <p:nvPr/>
        </p:nvGrpSpPr>
        <p:grpSpPr>
          <a:xfrm>
            <a:off x="4408529" y="2513697"/>
            <a:ext cx="1574556" cy="762929"/>
            <a:chOff x="6152961" y="2945166"/>
            <a:chExt cx="2099921" cy="1017295"/>
          </a:xfrm>
        </p:grpSpPr>
        <p:sp>
          <p:nvSpPr>
            <p:cNvPr id="28" name="矩形 27"/>
            <p:cNvSpPr/>
            <p:nvPr/>
          </p:nvSpPr>
          <p:spPr>
            <a:xfrm>
              <a:off x="6152961" y="2945166"/>
              <a:ext cx="2099921" cy="1017295"/>
            </a:xfrm>
            <a:prstGeom prst="rect">
              <a:avLst/>
            </a:prstGeom>
            <a:solidFill>
              <a:schemeClr val="accent3"/>
            </a:solid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p>
              <a:pPr algn="ctr">
                <a:lnSpc>
                  <a:spcPct val="130000"/>
                </a:lnSpc>
              </a:pPr>
              <a:endParaRPr lang="zh-CN" altLang="en-US" sz="1400" kern="0" dirty="0">
                <a:solidFill>
                  <a:sysClr val="window" lastClr="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0" name="文本框 69"/>
            <p:cNvSpPr txBox="1"/>
            <p:nvPr/>
          </p:nvSpPr>
          <p:spPr>
            <a:xfrm>
              <a:off x="6665116" y="3042093"/>
              <a:ext cx="1075605" cy="703016"/>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charset="-122"/>
                </a:defRPr>
              </a:lvl1pPr>
            </a:lstStyle>
            <a:p>
              <a:r>
                <a:rPr lang="en-US" altLang="zh-CN" sz="3000" dirty="0">
                  <a:latin typeface="微软雅黑" panose="020B0503020204020204" pitchFamily="34" charset="-122"/>
                  <a:ea typeface="微软雅黑" panose="020B0503020204020204" pitchFamily="34" charset="-122"/>
                  <a:sym typeface="Arial" panose="020B0604020202020204" pitchFamily="34" charset="0"/>
                </a:rPr>
                <a:t>3</a:t>
              </a:r>
              <a:endParaRPr lang="zh-CN" altLang="en-US" sz="3000" dirty="0">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0" name="组合 5"/>
          <p:cNvGrpSpPr/>
          <p:nvPr/>
        </p:nvGrpSpPr>
        <p:grpSpPr>
          <a:xfrm>
            <a:off x="6216077" y="2513694"/>
            <a:ext cx="1574556" cy="762929"/>
            <a:chOff x="8563615" y="2945166"/>
            <a:chExt cx="2099921" cy="1017295"/>
          </a:xfrm>
        </p:grpSpPr>
        <p:sp>
          <p:nvSpPr>
            <p:cNvPr id="33" name="矩形 32"/>
            <p:cNvSpPr/>
            <p:nvPr/>
          </p:nvSpPr>
          <p:spPr>
            <a:xfrm flipV="1">
              <a:off x="8563615" y="2945166"/>
              <a:ext cx="2099921" cy="10172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1" name="文本框 70"/>
            <p:cNvSpPr txBox="1"/>
            <p:nvPr/>
          </p:nvSpPr>
          <p:spPr>
            <a:xfrm>
              <a:off x="9087650" y="3042091"/>
              <a:ext cx="1075605" cy="738534"/>
            </a:xfrm>
            <a:prstGeom prst="rect">
              <a:avLst/>
            </a:prstGeom>
            <a:noFill/>
          </p:spPr>
          <p:txBody>
            <a:bodyPr wrap="square" rtlCol="0">
              <a:spAutoFit/>
            </a:bodyPr>
            <a:lstStyle/>
            <a:p>
              <a:pPr algn="ctr">
                <a:spcBef>
                  <a:spcPts val="750"/>
                </a:spcBef>
              </a:pPr>
              <a:r>
                <a:rPr lang="en-US" altLang="zh-CN"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4</a:t>
              </a:r>
              <a:endParaRPr lang="zh-CN" altLang="en-US" sz="3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52" name="Text Placeholder 7"/>
          <p:cNvSpPr txBox="1"/>
          <p:nvPr/>
        </p:nvSpPr>
        <p:spPr>
          <a:xfrm>
            <a:off x="980795" y="1494263"/>
            <a:ext cx="1889396" cy="253755"/>
          </a:xfrm>
          <a:prstGeom prst="rect">
            <a:avLst/>
          </a:prstGeom>
        </p:spPr>
        <p:txBody>
          <a:bodyPr vert="horz" lIns="0" tIns="73842" rIns="0" bIns="73842" anchor="t" anchorCtr="0"/>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200" dirty="0">
                <a:solidFill>
                  <a:schemeClr val="bg1">
                    <a:lumMod val="50000"/>
                  </a:schemeClr>
                </a:solidFill>
                <a:ea typeface="微软雅黑" panose="020B0503020204020204" pitchFamily="34" charset="-122"/>
              </a:rPr>
              <a:t>在“属性设置”窗口中，点击“高级”选项卡。</a:t>
            </a:r>
          </a:p>
        </p:txBody>
      </p:sp>
      <p:sp>
        <p:nvSpPr>
          <p:cNvPr id="54" name="Text Placeholder 7"/>
          <p:cNvSpPr txBox="1"/>
          <p:nvPr/>
        </p:nvSpPr>
        <p:spPr>
          <a:xfrm>
            <a:off x="2741526" y="3566902"/>
            <a:ext cx="1889396" cy="253755"/>
          </a:xfrm>
          <a:prstGeom prst="rect">
            <a:avLst/>
          </a:prstGeom>
        </p:spPr>
        <p:txBody>
          <a:bodyPr vert="horz" lIns="0" tIns="73842" rIns="0" bIns="73842" anchor="t" anchorCtr="0"/>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200" dirty="0">
                <a:solidFill>
                  <a:schemeClr val="bg1">
                    <a:lumMod val="50000"/>
                  </a:schemeClr>
                </a:solidFill>
                <a:ea typeface="微软雅黑" panose="020B0503020204020204" pitchFamily="34" charset="-122"/>
              </a:rPr>
              <a:t>单击“模糊音设置”按钮，如图1-19 所示。</a:t>
            </a:r>
          </a:p>
        </p:txBody>
      </p:sp>
      <p:sp>
        <p:nvSpPr>
          <p:cNvPr id="56" name="Text Placeholder 7"/>
          <p:cNvSpPr txBox="1"/>
          <p:nvPr/>
        </p:nvSpPr>
        <p:spPr>
          <a:xfrm>
            <a:off x="4596765" y="1562100"/>
            <a:ext cx="2012950" cy="254000"/>
          </a:xfrm>
          <a:prstGeom prst="rect">
            <a:avLst/>
          </a:prstGeom>
        </p:spPr>
        <p:txBody>
          <a:bodyPr vert="horz" lIns="0" tIns="73842" rIns="0" bIns="73842" anchor="t" anchorCtr="0"/>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200" dirty="0">
                <a:solidFill>
                  <a:schemeClr val="bg1">
                    <a:lumMod val="50000"/>
                  </a:schemeClr>
                </a:solidFill>
                <a:ea typeface="微软雅黑" panose="020B0503020204020204" pitchFamily="34" charset="-122"/>
              </a:rPr>
              <a:t>在弹出的“模糊音设置”对话框中，勾选要启用的模糊音。</a:t>
            </a:r>
          </a:p>
        </p:txBody>
      </p:sp>
      <p:sp>
        <p:nvSpPr>
          <p:cNvPr id="58" name="Text Placeholder 7"/>
          <p:cNvSpPr txBox="1"/>
          <p:nvPr/>
        </p:nvSpPr>
        <p:spPr>
          <a:xfrm>
            <a:off x="6371590" y="3648075"/>
            <a:ext cx="2052320" cy="254000"/>
          </a:xfrm>
          <a:prstGeom prst="rect">
            <a:avLst/>
          </a:prstGeom>
        </p:spPr>
        <p:txBody>
          <a:bodyPr vert="horz" lIns="0" tIns="73842" rIns="0" bIns="73842" anchor="t" anchorCtr="0"/>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200" dirty="0">
                <a:solidFill>
                  <a:schemeClr val="bg1">
                    <a:lumMod val="50000"/>
                  </a:schemeClr>
                </a:solidFill>
                <a:ea typeface="微软雅黑" panose="020B0503020204020204" pitchFamily="34" charset="-122"/>
              </a:rPr>
              <a:t>单击“确定”按钮返回“属性设置”窗口，单击“确定”按钮即可启用模糊音功能。</a:t>
            </a:r>
          </a:p>
        </p:txBody>
      </p:sp>
      <p:sp>
        <p:nvSpPr>
          <p:cNvPr id="11" name="文本框 10"/>
          <p:cNvSpPr txBox="1"/>
          <p:nvPr/>
        </p:nvSpPr>
        <p:spPr>
          <a:xfrm>
            <a:off x="685800" y="224790"/>
            <a:ext cx="2540000" cy="368300"/>
          </a:xfrm>
          <a:prstGeom prst="rect">
            <a:avLst/>
          </a:prstGeom>
          <a:noFill/>
        </p:spPr>
        <p:txBody>
          <a:bodyPr wrap="square" rtlCol="0" anchor="ctr" anchorCtr="0">
            <a:spAutoFit/>
          </a:bodyPr>
          <a:lstStyle/>
          <a:p>
            <a:r>
              <a:rPr lang="zh-CN" altLang="en-US" b="1">
                <a:latin typeface="微软雅黑" panose="020B0503020204020204" charset="-122"/>
                <a:ea typeface="微软雅黑" panose="020B0503020204020204" charset="-122"/>
              </a:rPr>
              <a:t>利用模糊音输入汉字</a:t>
            </a:r>
          </a:p>
        </p:txBody>
      </p:sp>
      <p:sp>
        <p:nvSpPr>
          <p:cNvPr id="12" name="文本框 11"/>
          <p:cNvSpPr txBox="1"/>
          <p:nvPr/>
        </p:nvSpPr>
        <p:spPr>
          <a:xfrm>
            <a:off x="822960" y="705485"/>
            <a:ext cx="6245225" cy="521970"/>
          </a:xfrm>
          <a:prstGeom prst="rect">
            <a:avLst/>
          </a:prstGeom>
          <a:noFill/>
        </p:spPr>
        <p:txBody>
          <a:bodyPr wrap="square" rtlCol="0" anchor="t">
            <a:spAutoFit/>
          </a:bodyPr>
          <a:lstStyle/>
          <a:p>
            <a:r>
              <a:rPr lang="zh-CN" altLang="en-US" sz="1400"/>
              <a:t>模糊音是专为对某些音节容易混淆的人而设计的。由于各地的方言发音不同，有些用户对某些音节容易混淆。</a:t>
            </a:r>
          </a:p>
        </p:txBody>
      </p:sp>
      <p:sp>
        <p:nvSpPr>
          <p:cNvPr id="15" name="文本框 14"/>
          <p:cNvSpPr txBox="1"/>
          <p:nvPr/>
        </p:nvSpPr>
        <p:spPr>
          <a:xfrm>
            <a:off x="822960" y="4543425"/>
            <a:ext cx="7476490" cy="306705"/>
          </a:xfrm>
          <a:prstGeom prst="rect">
            <a:avLst/>
          </a:prstGeom>
          <a:noFill/>
        </p:spPr>
        <p:txBody>
          <a:bodyPr wrap="square" rtlCol="0" anchor="t">
            <a:spAutoFit/>
          </a:bodyPr>
          <a:lstStyle/>
          <a:p>
            <a:r>
              <a:rPr lang="zh-CN" altLang="en-US" sz="1400">
                <a:solidFill>
                  <a:schemeClr val="accent6"/>
                </a:solidFill>
              </a:rPr>
              <a:t>启用了模糊音后，如s=sh，输入“si”也可以出来“十”，输入“shi”也可以出来“四”。</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par>
                                <p:cTn id="21" presetID="22" presetClass="entr" presetSubtype="4" fill="hold" nodeType="withEffect">
                                  <p:stCondLst>
                                    <p:cond delay="50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250"/>
                                        <p:tgtEl>
                                          <p:spTgt spid="2"/>
                                        </p:tgtEl>
                                      </p:cBhvr>
                                    </p:animEffect>
                                  </p:childTnLst>
                                </p:cTn>
                              </p:par>
                              <p:par>
                                <p:cTn id="24" presetID="22" presetClass="entr" presetSubtype="1" fill="hold" nodeType="withEffect">
                                  <p:stCondLst>
                                    <p:cond delay="75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250"/>
                                        <p:tgtEl>
                                          <p:spTgt spid="3"/>
                                        </p:tgtEl>
                                      </p:cBhvr>
                                    </p:animEffect>
                                  </p:childTnLst>
                                </p:cTn>
                              </p:par>
                              <p:par>
                                <p:cTn id="27" presetID="22" presetClass="entr" presetSubtype="4" fill="hold" nodeType="withEffect">
                                  <p:stCondLst>
                                    <p:cond delay="100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250"/>
                                        <p:tgtEl>
                                          <p:spTgt spid="4"/>
                                        </p:tgtEl>
                                      </p:cBhvr>
                                    </p:animEffect>
                                  </p:childTnLst>
                                </p:cTn>
                              </p:par>
                              <p:par>
                                <p:cTn id="30" presetID="22" presetClass="entr" presetSubtype="1" fill="hold" nodeType="withEffect">
                                  <p:stCondLst>
                                    <p:cond delay="125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250"/>
                                        <p:tgtEl>
                                          <p:spTgt spid="5"/>
                                        </p:tgtEl>
                                      </p:cBhvr>
                                    </p:animEffect>
                                  </p:childTnLst>
                                </p:cTn>
                              </p:par>
                            </p:childTnLst>
                          </p:cTn>
                        </p:par>
                        <p:par>
                          <p:cTn id="33" fill="hold">
                            <p:stCondLst>
                              <p:cond delay="500"/>
                            </p:stCondLst>
                            <p:childTnLst>
                              <p:par>
                                <p:cTn id="34" presetID="53" presetClass="entr" presetSubtype="16" fill="hold" grpId="0" nodeType="afterEffect">
                                  <p:stCondLst>
                                    <p:cond delay="0"/>
                                  </p:stCondLst>
                                  <p:childTnLst>
                                    <p:set>
                                      <p:cBhvr>
                                        <p:cTn id="35" dur="1" fill="hold">
                                          <p:stCondLst>
                                            <p:cond delay="0"/>
                                          </p:stCondLst>
                                        </p:cTn>
                                        <p:tgtEl>
                                          <p:spTgt spid="52">
                                            <p:txEl>
                                              <p:pRg st="0" end="0"/>
                                            </p:txEl>
                                          </p:spTgt>
                                        </p:tgtEl>
                                        <p:attrNameLst>
                                          <p:attrName>style.visibility</p:attrName>
                                        </p:attrNameLst>
                                      </p:cBhvr>
                                      <p:to>
                                        <p:strVal val="visible"/>
                                      </p:to>
                                    </p:set>
                                    <p:anim calcmode="lin" valueType="num">
                                      <p:cBhvr>
                                        <p:cTn id="36" dur="400" fill="hold"/>
                                        <p:tgtEl>
                                          <p:spTgt spid="52">
                                            <p:txEl>
                                              <p:pRg st="0" end="0"/>
                                            </p:txEl>
                                          </p:spTgt>
                                        </p:tgtEl>
                                        <p:attrNameLst>
                                          <p:attrName>ppt_w</p:attrName>
                                        </p:attrNameLst>
                                      </p:cBhvr>
                                      <p:tavLst>
                                        <p:tav tm="0">
                                          <p:val>
                                            <p:fltVal val="0"/>
                                          </p:val>
                                        </p:tav>
                                        <p:tav tm="100000">
                                          <p:val>
                                            <p:strVal val="#ppt_w"/>
                                          </p:val>
                                        </p:tav>
                                      </p:tavLst>
                                    </p:anim>
                                    <p:anim calcmode="lin" valueType="num">
                                      <p:cBhvr>
                                        <p:cTn id="37" dur="400" fill="hold"/>
                                        <p:tgtEl>
                                          <p:spTgt spid="52">
                                            <p:txEl>
                                              <p:pRg st="0" end="0"/>
                                            </p:txEl>
                                          </p:spTgt>
                                        </p:tgtEl>
                                        <p:attrNameLst>
                                          <p:attrName>ppt_h</p:attrName>
                                        </p:attrNameLst>
                                      </p:cBhvr>
                                      <p:tavLst>
                                        <p:tav tm="0">
                                          <p:val>
                                            <p:fltVal val="0"/>
                                          </p:val>
                                        </p:tav>
                                        <p:tav tm="100000">
                                          <p:val>
                                            <p:strVal val="#ppt_h"/>
                                          </p:val>
                                        </p:tav>
                                      </p:tavLst>
                                    </p:anim>
                                    <p:animEffect transition="in" filter="fade">
                                      <p:cBhvr>
                                        <p:cTn id="38" dur="400"/>
                                        <p:tgtEl>
                                          <p:spTgt spid="52">
                                            <p:txEl>
                                              <p:pRg st="0" end="0"/>
                                            </p:txEl>
                                          </p:spTgt>
                                        </p:tgtEl>
                                      </p:cBhvr>
                                    </p:animEffect>
                                  </p:childTnLst>
                                </p:cTn>
                              </p:par>
                            </p:childTnLst>
                          </p:cTn>
                        </p:par>
                        <p:par>
                          <p:cTn id="39" fill="hold">
                            <p:stCondLst>
                              <p:cond delay="1000"/>
                            </p:stCondLst>
                            <p:childTnLst>
                              <p:par>
                                <p:cTn id="40" presetID="53" presetClass="entr" presetSubtype="16" fill="hold" grpId="0" nodeType="afterEffect">
                                  <p:stCondLst>
                                    <p:cond delay="0"/>
                                  </p:stCondLst>
                                  <p:childTnLst>
                                    <p:set>
                                      <p:cBhvr>
                                        <p:cTn id="41" dur="1" fill="hold">
                                          <p:stCondLst>
                                            <p:cond delay="0"/>
                                          </p:stCondLst>
                                        </p:cTn>
                                        <p:tgtEl>
                                          <p:spTgt spid="54">
                                            <p:txEl>
                                              <p:pRg st="0" end="0"/>
                                            </p:txEl>
                                          </p:spTgt>
                                        </p:tgtEl>
                                        <p:attrNameLst>
                                          <p:attrName>style.visibility</p:attrName>
                                        </p:attrNameLst>
                                      </p:cBhvr>
                                      <p:to>
                                        <p:strVal val="visible"/>
                                      </p:to>
                                    </p:set>
                                    <p:anim calcmode="lin" valueType="num">
                                      <p:cBhvr>
                                        <p:cTn id="42" dur="400" fill="hold"/>
                                        <p:tgtEl>
                                          <p:spTgt spid="54">
                                            <p:txEl>
                                              <p:pRg st="0" end="0"/>
                                            </p:txEl>
                                          </p:spTgt>
                                        </p:tgtEl>
                                        <p:attrNameLst>
                                          <p:attrName>ppt_w</p:attrName>
                                        </p:attrNameLst>
                                      </p:cBhvr>
                                      <p:tavLst>
                                        <p:tav tm="0">
                                          <p:val>
                                            <p:fltVal val="0"/>
                                          </p:val>
                                        </p:tav>
                                        <p:tav tm="100000">
                                          <p:val>
                                            <p:strVal val="#ppt_w"/>
                                          </p:val>
                                        </p:tav>
                                      </p:tavLst>
                                    </p:anim>
                                    <p:anim calcmode="lin" valueType="num">
                                      <p:cBhvr>
                                        <p:cTn id="43" dur="400" fill="hold"/>
                                        <p:tgtEl>
                                          <p:spTgt spid="54">
                                            <p:txEl>
                                              <p:pRg st="0" end="0"/>
                                            </p:txEl>
                                          </p:spTgt>
                                        </p:tgtEl>
                                        <p:attrNameLst>
                                          <p:attrName>ppt_h</p:attrName>
                                        </p:attrNameLst>
                                      </p:cBhvr>
                                      <p:tavLst>
                                        <p:tav tm="0">
                                          <p:val>
                                            <p:fltVal val="0"/>
                                          </p:val>
                                        </p:tav>
                                        <p:tav tm="100000">
                                          <p:val>
                                            <p:strVal val="#ppt_h"/>
                                          </p:val>
                                        </p:tav>
                                      </p:tavLst>
                                    </p:anim>
                                    <p:animEffect transition="in" filter="fade">
                                      <p:cBhvr>
                                        <p:cTn id="44" dur="400"/>
                                        <p:tgtEl>
                                          <p:spTgt spid="54">
                                            <p:txEl>
                                              <p:pRg st="0" end="0"/>
                                            </p:txEl>
                                          </p:spTgt>
                                        </p:tgtEl>
                                      </p:cBhvr>
                                    </p:animEffect>
                                  </p:childTnLst>
                                </p:cTn>
                              </p:par>
                            </p:childTnLst>
                          </p:cTn>
                        </p:par>
                        <p:par>
                          <p:cTn id="45" fill="hold">
                            <p:stCondLst>
                              <p:cond delay="1500"/>
                            </p:stCondLst>
                            <p:childTnLst>
                              <p:par>
                                <p:cTn id="46" presetID="53" presetClass="entr" presetSubtype="16" fill="hold" grpId="0" nodeType="afterEffect">
                                  <p:stCondLst>
                                    <p:cond delay="0"/>
                                  </p:stCondLst>
                                  <p:childTnLst>
                                    <p:set>
                                      <p:cBhvr>
                                        <p:cTn id="47" dur="1" fill="hold">
                                          <p:stCondLst>
                                            <p:cond delay="0"/>
                                          </p:stCondLst>
                                        </p:cTn>
                                        <p:tgtEl>
                                          <p:spTgt spid="56">
                                            <p:txEl>
                                              <p:pRg st="0" end="0"/>
                                            </p:txEl>
                                          </p:spTgt>
                                        </p:tgtEl>
                                        <p:attrNameLst>
                                          <p:attrName>style.visibility</p:attrName>
                                        </p:attrNameLst>
                                      </p:cBhvr>
                                      <p:to>
                                        <p:strVal val="visible"/>
                                      </p:to>
                                    </p:set>
                                    <p:anim calcmode="lin" valueType="num">
                                      <p:cBhvr>
                                        <p:cTn id="48" dur="400" fill="hold"/>
                                        <p:tgtEl>
                                          <p:spTgt spid="56">
                                            <p:txEl>
                                              <p:pRg st="0" end="0"/>
                                            </p:txEl>
                                          </p:spTgt>
                                        </p:tgtEl>
                                        <p:attrNameLst>
                                          <p:attrName>ppt_w</p:attrName>
                                        </p:attrNameLst>
                                      </p:cBhvr>
                                      <p:tavLst>
                                        <p:tav tm="0">
                                          <p:val>
                                            <p:fltVal val="0"/>
                                          </p:val>
                                        </p:tav>
                                        <p:tav tm="100000">
                                          <p:val>
                                            <p:strVal val="#ppt_w"/>
                                          </p:val>
                                        </p:tav>
                                      </p:tavLst>
                                    </p:anim>
                                    <p:anim calcmode="lin" valueType="num">
                                      <p:cBhvr>
                                        <p:cTn id="49" dur="400" fill="hold"/>
                                        <p:tgtEl>
                                          <p:spTgt spid="56">
                                            <p:txEl>
                                              <p:pRg st="0" end="0"/>
                                            </p:txEl>
                                          </p:spTgt>
                                        </p:tgtEl>
                                        <p:attrNameLst>
                                          <p:attrName>ppt_h</p:attrName>
                                        </p:attrNameLst>
                                      </p:cBhvr>
                                      <p:tavLst>
                                        <p:tav tm="0">
                                          <p:val>
                                            <p:fltVal val="0"/>
                                          </p:val>
                                        </p:tav>
                                        <p:tav tm="100000">
                                          <p:val>
                                            <p:strVal val="#ppt_h"/>
                                          </p:val>
                                        </p:tav>
                                      </p:tavLst>
                                    </p:anim>
                                    <p:animEffect transition="in" filter="fade">
                                      <p:cBhvr>
                                        <p:cTn id="50" dur="400"/>
                                        <p:tgtEl>
                                          <p:spTgt spid="56">
                                            <p:txEl>
                                              <p:pRg st="0" end="0"/>
                                            </p:txEl>
                                          </p:spTgt>
                                        </p:tgtEl>
                                      </p:cBhvr>
                                    </p:animEffect>
                                  </p:childTnLst>
                                </p:cTn>
                              </p:par>
                            </p:childTnLst>
                          </p:cTn>
                        </p:par>
                        <p:par>
                          <p:cTn id="51" fill="hold">
                            <p:stCondLst>
                              <p:cond delay="2000"/>
                            </p:stCondLst>
                            <p:childTnLst>
                              <p:par>
                                <p:cTn id="52" presetID="53" presetClass="entr" presetSubtype="16" fill="hold" grpId="0" nodeType="afterEffect">
                                  <p:stCondLst>
                                    <p:cond delay="0"/>
                                  </p:stCondLst>
                                  <p:childTnLst>
                                    <p:set>
                                      <p:cBhvr>
                                        <p:cTn id="53" dur="1" fill="hold">
                                          <p:stCondLst>
                                            <p:cond delay="0"/>
                                          </p:stCondLst>
                                        </p:cTn>
                                        <p:tgtEl>
                                          <p:spTgt spid="58">
                                            <p:txEl>
                                              <p:pRg st="0" end="0"/>
                                            </p:txEl>
                                          </p:spTgt>
                                        </p:tgtEl>
                                        <p:attrNameLst>
                                          <p:attrName>style.visibility</p:attrName>
                                        </p:attrNameLst>
                                      </p:cBhvr>
                                      <p:to>
                                        <p:strVal val="visible"/>
                                      </p:to>
                                    </p:set>
                                    <p:anim calcmode="lin" valueType="num">
                                      <p:cBhvr>
                                        <p:cTn id="54" dur="400" fill="hold"/>
                                        <p:tgtEl>
                                          <p:spTgt spid="58">
                                            <p:txEl>
                                              <p:pRg st="0" end="0"/>
                                            </p:txEl>
                                          </p:spTgt>
                                        </p:tgtEl>
                                        <p:attrNameLst>
                                          <p:attrName>ppt_w</p:attrName>
                                        </p:attrNameLst>
                                      </p:cBhvr>
                                      <p:tavLst>
                                        <p:tav tm="0">
                                          <p:val>
                                            <p:fltVal val="0"/>
                                          </p:val>
                                        </p:tav>
                                        <p:tav tm="100000">
                                          <p:val>
                                            <p:strVal val="#ppt_w"/>
                                          </p:val>
                                        </p:tav>
                                      </p:tavLst>
                                    </p:anim>
                                    <p:anim calcmode="lin" valueType="num">
                                      <p:cBhvr>
                                        <p:cTn id="55" dur="400" fill="hold"/>
                                        <p:tgtEl>
                                          <p:spTgt spid="58">
                                            <p:txEl>
                                              <p:pRg st="0" end="0"/>
                                            </p:txEl>
                                          </p:spTgt>
                                        </p:tgtEl>
                                        <p:attrNameLst>
                                          <p:attrName>ppt_h</p:attrName>
                                        </p:attrNameLst>
                                      </p:cBhvr>
                                      <p:tavLst>
                                        <p:tav tm="0">
                                          <p:val>
                                            <p:fltVal val="0"/>
                                          </p:val>
                                        </p:tav>
                                        <p:tav tm="100000">
                                          <p:val>
                                            <p:strVal val="#ppt_h"/>
                                          </p:val>
                                        </p:tav>
                                      </p:tavLst>
                                    </p:anim>
                                    <p:animEffect transition="in" filter="fade">
                                      <p:cBhvr>
                                        <p:cTn id="56" dur="400"/>
                                        <p:tgtEl>
                                          <p:spTgt spid="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uild="p">
        <p:tmplLst>
          <p:tmpl lvl="1">
            <p:tnLst>
              <p:par>
                <p:cTn presetID="53" presetClass="entr" presetSubtype="16" fill="hold" nodeType="after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p:cTn dur="400" fill="hold"/>
                        <p:tgtEl>
                          <p:spTgt spid="52"/>
                        </p:tgtEl>
                        <p:attrNameLst>
                          <p:attrName>ppt_w</p:attrName>
                        </p:attrNameLst>
                      </p:cBhvr>
                      <p:tavLst>
                        <p:tav tm="0">
                          <p:val>
                            <p:fltVal val="0"/>
                          </p:val>
                        </p:tav>
                        <p:tav tm="100000">
                          <p:val>
                            <p:strVal val="#ppt_w"/>
                          </p:val>
                        </p:tav>
                      </p:tavLst>
                    </p:anim>
                    <p:anim calcmode="lin" valueType="num">
                      <p:cBhvr>
                        <p:cTn dur="400" fill="hold"/>
                        <p:tgtEl>
                          <p:spTgt spid="52"/>
                        </p:tgtEl>
                        <p:attrNameLst>
                          <p:attrName>ppt_h</p:attrName>
                        </p:attrNameLst>
                      </p:cBhvr>
                      <p:tavLst>
                        <p:tav tm="0">
                          <p:val>
                            <p:fltVal val="0"/>
                          </p:val>
                        </p:tav>
                        <p:tav tm="100000">
                          <p:val>
                            <p:strVal val="#ppt_h"/>
                          </p:val>
                        </p:tav>
                      </p:tavLst>
                    </p:anim>
                    <p:animEffect transition="in" filter="fade">
                      <p:cBhvr>
                        <p:cTn dur="400"/>
                        <p:tgtEl>
                          <p:spTgt spid="52"/>
                        </p:tgtEl>
                      </p:cBhvr>
                    </p:animEffect>
                  </p:childTnLst>
                </p:cTn>
              </p:par>
            </p:tnLst>
          </p:tmpl>
        </p:tmplLst>
      </p:bldP>
      <p:bldP spid="54" grpId="0" build="p">
        <p:tmplLst>
          <p:tmpl lvl="1">
            <p:tnLst>
              <p:par>
                <p:cTn presetID="53" presetClass="entr" presetSubtype="16" fill="hold" nodeType="after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p:cTn dur="400" fill="hold"/>
                        <p:tgtEl>
                          <p:spTgt spid="54"/>
                        </p:tgtEl>
                        <p:attrNameLst>
                          <p:attrName>ppt_w</p:attrName>
                        </p:attrNameLst>
                      </p:cBhvr>
                      <p:tavLst>
                        <p:tav tm="0">
                          <p:val>
                            <p:fltVal val="0"/>
                          </p:val>
                        </p:tav>
                        <p:tav tm="100000">
                          <p:val>
                            <p:strVal val="#ppt_w"/>
                          </p:val>
                        </p:tav>
                      </p:tavLst>
                    </p:anim>
                    <p:anim calcmode="lin" valueType="num">
                      <p:cBhvr>
                        <p:cTn dur="400" fill="hold"/>
                        <p:tgtEl>
                          <p:spTgt spid="54"/>
                        </p:tgtEl>
                        <p:attrNameLst>
                          <p:attrName>ppt_h</p:attrName>
                        </p:attrNameLst>
                      </p:cBhvr>
                      <p:tavLst>
                        <p:tav tm="0">
                          <p:val>
                            <p:fltVal val="0"/>
                          </p:val>
                        </p:tav>
                        <p:tav tm="100000">
                          <p:val>
                            <p:strVal val="#ppt_h"/>
                          </p:val>
                        </p:tav>
                      </p:tavLst>
                    </p:anim>
                    <p:animEffect transition="in" filter="fade">
                      <p:cBhvr>
                        <p:cTn dur="400"/>
                        <p:tgtEl>
                          <p:spTgt spid="54"/>
                        </p:tgtEl>
                      </p:cBhvr>
                    </p:animEffect>
                  </p:childTnLst>
                </p:cTn>
              </p:par>
            </p:tnLst>
          </p:tmpl>
        </p:tmplLst>
      </p:bldP>
      <p:bldP spid="56" grpId="0" build="p">
        <p:tmplLst>
          <p:tmpl lvl="1">
            <p:tnLst>
              <p:par>
                <p:cTn presetID="53" presetClass="entr" presetSubtype="16"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p:cTn dur="400" fill="hold"/>
                        <p:tgtEl>
                          <p:spTgt spid="56"/>
                        </p:tgtEl>
                        <p:attrNameLst>
                          <p:attrName>ppt_w</p:attrName>
                        </p:attrNameLst>
                      </p:cBhvr>
                      <p:tavLst>
                        <p:tav tm="0">
                          <p:val>
                            <p:fltVal val="0"/>
                          </p:val>
                        </p:tav>
                        <p:tav tm="100000">
                          <p:val>
                            <p:strVal val="#ppt_w"/>
                          </p:val>
                        </p:tav>
                      </p:tavLst>
                    </p:anim>
                    <p:anim calcmode="lin" valueType="num">
                      <p:cBhvr>
                        <p:cTn dur="400" fill="hold"/>
                        <p:tgtEl>
                          <p:spTgt spid="56"/>
                        </p:tgtEl>
                        <p:attrNameLst>
                          <p:attrName>ppt_h</p:attrName>
                        </p:attrNameLst>
                      </p:cBhvr>
                      <p:tavLst>
                        <p:tav tm="0">
                          <p:val>
                            <p:fltVal val="0"/>
                          </p:val>
                        </p:tav>
                        <p:tav tm="100000">
                          <p:val>
                            <p:strVal val="#ppt_h"/>
                          </p:val>
                        </p:tav>
                      </p:tavLst>
                    </p:anim>
                    <p:animEffect transition="in" filter="fade">
                      <p:cBhvr>
                        <p:cTn dur="400"/>
                        <p:tgtEl>
                          <p:spTgt spid="56"/>
                        </p:tgtEl>
                      </p:cBhvr>
                    </p:animEffect>
                  </p:childTnLst>
                </p:cTn>
              </p:par>
            </p:tnLst>
          </p:tmpl>
        </p:tmplLst>
      </p:bldP>
      <p:bldP spid="58" grpId="0" build="p">
        <p:tmplLst>
          <p:tmpl lvl="1">
            <p:tnLst>
              <p:par>
                <p:cTn presetID="53" presetClass="entr" presetSubtype="16" fill="hold" nodeType="afterEffect">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p:cTn dur="400" fill="hold"/>
                        <p:tgtEl>
                          <p:spTgt spid="58"/>
                        </p:tgtEl>
                        <p:attrNameLst>
                          <p:attrName>ppt_w</p:attrName>
                        </p:attrNameLst>
                      </p:cBhvr>
                      <p:tavLst>
                        <p:tav tm="0">
                          <p:val>
                            <p:fltVal val="0"/>
                          </p:val>
                        </p:tav>
                        <p:tav tm="100000">
                          <p:val>
                            <p:strVal val="#ppt_w"/>
                          </p:val>
                        </p:tav>
                      </p:tavLst>
                    </p:anim>
                    <p:anim calcmode="lin" valueType="num">
                      <p:cBhvr>
                        <p:cTn dur="400" fill="hold"/>
                        <p:tgtEl>
                          <p:spTgt spid="58"/>
                        </p:tgtEl>
                        <p:attrNameLst>
                          <p:attrName>ppt_h</p:attrName>
                        </p:attrNameLst>
                      </p:cBhvr>
                      <p:tavLst>
                        <p:tav tm="0">
                          <p:val>
                            <p:fltVal val="0"/>
                          </p:val>
                        </p:tav>
                        <p:tav tm="100000">
                          <p:val>
                            <p:strVal val="#ppt_h"/>
                          </p:val>
                        </p:tav>
                      </p:tavLst>
                    </p:anim>
                    <p:animEffect transition="in" filter="fade">
                      <p:cBhvr>
                        <p:cTn dur="400"/>
                        <p:tgtEl>
                          <p:spTgt spid="58"/>
                        </p:tgtEl>
                      </p:cBhvr>
                    </p:animEffect>
                  </p:childTnLst>
                </p:cTn>
              </p:par>
            </p:tnLst>
          </p:tmpl>
        </p:tmplLst>
      </p:b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04632" y="207694"/>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350">
              <a:solidFill>
                <a:schemeClr val="accent1"/>
              </a:solidFill>
              <a:latin typeface="+mj-ea"/>
              <a:ea typeface="+mj-ea"/>
            </a:endParaRPr>
          </a:p>
        </p:txBody>
      </p:sp>
      <p:pic>
        <p:nvPicPr>
          <p:cNvPr id="5" name="图片 4"/>
          <p:cNvPicPr>
            <a:picLocks noChangeAspect="1"/>
          </p:cNvPicPr>
          <p:nvPr/>
        </p:nvPicPr>
        <p:blipFill>
          <a:blip r:embed="rId3"/>
          <a:stretch>
            <a:fillRect/>
          </a:stretch>
        </p:blipFill>
        <p:spPr>
          <a:xfrm>
            <a:off x="252095" y="363220"/>
            <a:ext cx="8640000" cy="441735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2"/>
            </p:custDataLst>
          </p:nvPr>
        </p:nvSpPr>
        <p:spPr>
          <a:xfrm>
            <a:off x="452" y="0"/>
            <a:ext cx="2509520" cy="5143500"/>
          </a:xfrm>
          <a:prstGeom prst="rect">
            <a:avLst/>
          </a:prstGeom>
          <a:solidFill>
            <a:srgbClr val="FFFFFF">
              <a:lumMod val="85000"/>
            </a:srgbClr>
          </a:solidFill>
          <a:ln>
            <a:noFill/>
          </a:ln>
        </p:spPr>
        <p:style>
          <a:lnRef idx="2">
            <a:srgbClr val="5B9BD5">
              <a:shade val="50000"/>
            </a:srgbClr>
          </a:lnRef>
          <a:fillRef idx="1">
            <a:srgbClr val="5B9BD5"/>
          </a:fillRef>
          <a:effectRef idx="0">
            <a:srgbClr val="5B9BD5"/>
          </a:effectRef>
          <a:fontRef idx="minor">
            <a:srgbClr val="FFFFFF"/>
          </a:fontRef>
        </p:style>
        <p:txBody>
          <a:bodyPr rtlCol="0" anchor="ctr"/>
          <a:lstStyle/>
          <a:p>
            <a:pPr algn="ctr" defTabSz="456565"/>
            <a:endParaRPr lang="zh-CN" altLang="en-US" sz="2400">
              <a:solidFill>
                <a:srgbClr val="FFFFFF"/>
              </a:solidFill>
              <a:cs typeface="Arial" panose="020B0604020202020204" pitchFamily="34" charset="0"/>
            </a:endParaRPr>
          </a:p>
        </p:txBody>
      </p:sp>
      <p:sp>
        <p:nvSpPr>
          <p:cNvPr id="19" name="文本框 18"/>
          <p:cNvSpPr txBox="1"/>
          <p:nvPr>
            <p:custDataLst>
              <p:tags r:id="rId3"/>
            </p:custDataLst>
          </p:nvPr>
        </p:nvSpPr>
        <p:spPr>
          <a:xfrm>
            <a:off x="4052570" y="1899285"/>
            <a:ext cx="415290" cy="1729105"/>
          </a:xfrm>
          <a:prstGeom prst="rect">
            <a:avLst/>
          </a:prstGeom>
          <a:noFill/>
        </p:spPr>
        <p:txBody>
          <a:bodyPr vert="eaVert" wrap="square" lIns="67500" tIns="35100" rIns="67500" bIns="35100" rtlCol="0">
            <a:normAutofit fontScale="85000" lnSpcReduction="20000"/>
          </a:bodyPr>
          <a:lstStyle/>
          <a:p>
            <a:pPr defTabSz="456565"/>
            <a:r>
              <a:rPr lang="en-US" altLang="zh-CN" sz="1350" dirty="0">
                <a:solidFill>
                  <a:srgbClr val="000000">
                    <a:lumMod val="50000"/>
                    <a:lumOff val="50000"/>
                  </a:srgbClr>
                </a:solidFill>
              </a:rPr>
              <a:t>www.textbookcenter.cn</a:t>
            </a:r>
          </a:p>
        </p:txBody>
      </p:sp>
      <p:cxnSp>
        <p:nvCxnSpPr>
          <p:cNvPr id="8" name="直接连接符 7"/>
          <p:cNvCxnSpPr/>
          <p:nvPr>
            <p:custDataLst>
              <p:tags r:id="rId4"/>
            </p:custDataLst>
          </p:nvPr>
        </p:nvCxnSpPr>
        <p:spPr>
          <a:xfrm flipH="1">
            <a:off x="4239260" y="895985"/>
            <a:ext cx="15240" cy="767715"/>
          </a:xfrm>
          <a:prstGeom prst="line">
            <a:avLst/>
          </a:prstGeom>
          <a:ln w="22225">
            <a:solidFill>
              <a:srgbClr val="FFFFFF">
                <a:lumMod val="50000"/>
              </a:srgbClr>
            </a:solidFill>
          </a:ln>
        </p:spPr>
        <p:style>
          <a:lnRef idx="1">
            <a:srgbClr val="5B9BD5"/>
          </a:lnRef>
          <a:fillRef idx="0">
            <a:srgbClr val="5B9BD5"/>
          </a:fillRef>
          <a:effectRef idx="0">
            <a:srgbClr val="5B9BD5"/>
          </a:effectRef>
          <a:fontRef idx="minor">
            <a:srgbClr val="000000"/>
          </a:fontRef>
        </p:style>
      </p:cxnSp>
      <p:pic>
        <p:nvPicPr>
          <p:cNvPr id="21" name="Picture 2"/>
          <p:cNvPicPr>
            <a:picLocks noChangeAspect="1" noChangeArrowheads="1"/>
          </p:cNvPicPr>
          <p:nvPr>
            <p:custDataLst>
              <p:tags r:id="rId5"/>
            </p:custDataLst>
          </p:nvPr>
        </p:nvPicPr>
        <p:blipFill rotWithShape="1">
          <a:blip r:embed="rId16"/>
          <a:srcRect t="18239" b="18239"/>
          <a:stretch>
            <a:fillRect/>
          </a:stretch>
        </p:blipFill>
        <p:spPr bwMode="auto">
          <a:xfrm>
            <a:off x="1092200" y="895985"/>
            <a:ext cx="2970530" cy="335026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接连接符 8"/>
          <p:cNvCxnSpPr/>
          <p:nvPr>
            <p:custDataLst>
              <p:tags r:id="rId6"/>
            </p:custDataLst>
          </p:nvPr>
        </p:nvCxnSpPr>
        <p:spPr>
          <a:xfrm>
            <a:off x="324485" y="297815"/>
            <a:ext cx="247650" cy="0"/>
          </a:xfrm>
          <a:prstGeom prst="line">
            <a:avLst/>
          </a:prstGeom>
          <a:ln w="38100">
            <a:solidFill>
              <a:srgbClr val="516E86"/>
            </a:solidFill>
          </a:ln>
        </p:spPr>
        <p:style>
          <a:lnRef idx="1">
            <a:srgbClr val="5B9BD5"/>
          </a:lnRef>
          <a:fillRef idx="0">
            <a:srgbClr val="5B9BD5"/>
          </a:fillRef>
          <a:effectRef idx="0">
            <a:srgbClr val="5B9BD5"/>
          </a:effectRef>
          <a:fontRef idx="minor">
            <a:srgbClr val="000000"/>
          </a:fontRef>
        </p:style>
      </p:cxnSp>
      <p:cxnSp>
        <p:nvCxnSpPr>
          <p:cNvPr id="13" name="直接连接符 12"/>
          <p:cNvCxnSpPr/>
          <p:nvPr>
            <p:custDataLst>
              <p:tags r:id="rId7"/>
            </p:custDataLst>
          </p:nvPr>
        </p:nvCxnSpPr>
        <p:spPr>
          <a:xfrm>
            <a:off x="324485" y="370205"/>
            <a:ext cx="247650" cy="0"/>
          </a:xfrm>
          <a:prstGeom prst="line">
            <a:avLst/>
          </a:prstGeom>
          <a:ln w="38100">
            <a:solidFill>
              <a:srgbClr val="516E86"/>
            </a:solidFill>
          </a:ln>
        </p:spPr>
        <p:style>
          <a:lnRef idx="1">
            <a:srgbClr val="5B9BD5"/>
          </a:lnRef>
          <a:fillRef idx="0">
            <a:srgbClr val="5B9BD5"/>
          </a:fillRef>
          <a:effectRef idx="0">
            <a:srgbClr val="5B9BD5"/>
          </a:effectRef>
          <a:fontRef idx="minor">
            <a:srgbClr val="000000"/>
          </a:fontRef>
        </p:style>
      </p:cxnSp>
      <p:cxnSp>
        <p:nvCxnSpPr>
          <p:cNvPr id="14" name="直接连接符 13"/>
          <p:cNvCxnSpPr/>
          <p:nvPr>
            <p:custDataLst>
              <p:tags r:id="rId8"/>
            </p:custDataLst>
          </p:nvPr>
        </p:nvCxnSpPr>
        <p:spPr>
          <a:xfrm>
            <a:off x="324485" y="443230"/>
            <a:ext cx="247650" cy="0"/>
          </a:xfrm>
          <a:prstGeom prst="line">
            <a:avLst/>
          </a:prstGeom>
          <a:ln w="38100">
            <a:solidFill>
              <a:srgbClr val="516E86"/>
            </a:solidFill>
          </a:ln>
        </p:spPr>
        <p:style>
          <a:lnRef idx="1">
            <a:srgbClr val="5B9BD5"/>
          </a:lnRef>
          <a:fillRef idx="0">
            <a:srgbClr val="5B9BD5"/>
          </a:fillRef>
          <a:effectRef idx="0">
            <a:srgbClr val="5B9BD5"/>
          </a:effectRef>
          <a:fontRef idx="minor">
            <a:srgbClr val="000000"/>
          </a:fontRef>
        </p:style>
      </p:cxnSp>
      <p:sp>
        <p:nvSpPr>
          <p:cNvPr id="16" name="椭圆 15"/>
          <p:cNvSpPr/>
          <p:nvPr>
            <p:custDataLst>
              <p:tags r:id="rId9"/>
            </p:custDataLst>
          </p:nvPr>
        </p:nvSpPr>
        <p:spPr>
          <a:xfrm rot="16200000">
            <a:off x="8364855" y="372745"/>
            <a:ext cx="48895" cy="48895"/>
          </a:xfrm>
          <a:prstGeom prst="ellipse">
            <a:avLst/>
          </a:prstGeom>
          <a:solidFill>
            <a:srgbClr val="516E86"/>
          </a:solidFill>
          <a:ln>
            <a:noFill/>
          </a:ln>
        </p:spPr>
        <p:style>
          <a:lnRef idx="2">
            <a:srgbClr val="5B9BD5">
              <a:shade val="50000"/>
            </a:srgbClr>
          </a:lnRef>
          <a:fillRef idx="1">
            <a:srgbClr val="5B9BD5"/>
          </a:fillRef>
          <a:effectRef idx="0">
            <a:srgbClr val="5B9BD5"/>
          </a:effectRef>
          <a:fontRef idx="minor">
            <a:srgbClr val="FFFFFF"/>
          </a:fontRef>
        </p:style>
        <p:txBody>
          <a:bodyPr rtlCol="0" anchor="ctr"/>
          <a:lstStyle/>
          <a:p>
            <a:pPr algn="ctr" defTabSz="456565"/>
            <a:endParaRPr lang="zh-CN" altLang="en-US" sz="1350">
              <a:solidFill>
                <a:srgbClr val="FFFFFF"/>
              </a:solidFill>
            </a:endParaRPr>
          </a:p>
        </p:txBody>
      </p:sp>
      <p:sp>
        <p:nvSpPr>
          <p:cNvPr id="17" name="椭圆 16"/>
          <p:cNvSpPr/>
          <p:nvPr>
            <p:custDataLst>
              <p:tags r:id="rId10"/>
            </p:custDataLst>
          </p:nvPr>
        </p:nvSpPr>
        <p:spPr>
          <a:xfrm rot="16200000">
            <a:off x="8548370" y="372745"/>
            <a:ext cx="48895" cy="48895"/>
          </a:xfrm>
          <a:prstGeom prst="ellipse">
            <a:avLst/>
          </a:prstGeom>
          <a:solidFill>
            <a:srgbClr val="516E86"/>
          </a:solidFill>
          <a:ln>
            <a:noFill/>
          </a:ln>
        </p:spPr>
        <p:style>
          <a:lnRef idx="2">
            <a:srgbClr val="5B9BD5">
              <a:shade val="50000"/>
            </a:srgbClr>
          </a:lnRef>
          <a:fillRef idx="1">
            <a:srgbClr val="5B9BD5"/>
          </a:fillRef>
          <a:effectRef idx="0">
            <a:srgbClr val="5B9BD5"/>
          </a:effectRef>
          <a:fontRef idx="minor">
            <a:srgbClr val="FFFFFF"/>
          </a:fontRef>
        </p:style>
        <p:txBody>
          <a:bodyPr rtlCol="0" anchor="ctr"/>
          <a:lstStyle/>
          <a:p>
            <a:pPr algn="ctr" defTabSz="456565"/>
            <a:endParaRPr lang="zh-CN" altLang="en-US" sz="1350">
              <a:solidFill>
                <a:srgbClr val="FFFFFF"/>
              </a:solidFill>
            </a:endParaRPr>
          </a:p>
        </p:txBody>
      </p:sp>
      <p:sp>
        <p:nvSpPr>
          <p:cNvPr id="18" name="椭圆 17"/>
          <p:cNvSpPr/>
          <p:nvPr>
            <p:custDataLst>
              <p:tags r:id="rId11"/>
            </p:custDataLst>
          </p:nvPr>
        </p:nvSpPr>
        <p:spPr>
          <a:xfrm rot="16200000">
            <a:off x="8731885" y="372745"/>
            <a:ext cx="48895" cy="48895"/>
          </a:xfrm>
          <a:prstGeom prst="ellipse">
            <a:avLst/>
          </a:prstGeom>
          <a:solidFill>
            <a:srgbClr val="516E86"/>
          </a:solidFill>
          <a:ln>
            <a:noFill/>
          </a:ln>
        </p:spPr>
        <p:style>
          <a:lnRef idx="2">
            <a:srgbClr val="5B9BD5">
              <a:shade val="50000"/>
            </a:srgbClr>
          </a:lnRef>
          <a:fillRef idx="1">
            <a:srgbClr val="5B9BD5"/>
          </a:fillRef>
          <a:effectRef idx="0">
            <a:srgbClr val="5B9BD5"/>
          </a:effectRef>
          <a:fontRef idx="minor">
            <a:srgbClr val="FFFFFF"/>
          </a:fontRef>
        </p:style>
        <p:txBody>
          <a:bodyPr rtlCol="0" anchor="ctr"/>
          <a:lstStyle/>
          <a:p>
            <a:pPr algn="ctr" defTabSz="456565"/>
            <a:endParaRPr lang="zh-CN" altLang="en-US" sz="1350">
              <a:solidFill>
                <a:srgbClr val="FFFFFF"/>
              </a:solidFill>
            </a:endParaRPr>
          </a:p>
        </p:txBody>
      </p:sp>
      <p:sp>
        <p:nvSpPr>
          <p:cNvPr id="20" name="文本框 19"/>
          <p:cNvSpPr txBox="1"/>
          <p:nvPr>
            <p:custDataLst>
              <p:tags r:id="rId12"/>
            </p:custDataLst>
          </p:nvPr>
        </p:nvSpPr>
        <p:spPr>
          <a:xfrm>
            <a:off x="4911090" y="1355725"/>
            <a:ext cx="3649980" cy="1002665"/>
          </a:xfrm>
          <a:prstGeom prst="rect">
            <a:avLst/>
          </a:prstGeom>
          <a:noFill/>
        </p:spPr>
        <p:txBody>
          <a:bodyPr wrap="square" lIns="67500" tIns="35100" rIns="67500" bIns="35100" rtlCol="0" anchor="b" anchorCtr="0">
            <a:normAutofit/>
          </a:bodyPr>
          <a:lstStyle/>
          <a:p>
            <a:pPr marL="0" indent="0" algn="l" defTabSz="456565">
              <a:lnSpc>
                <a:spcPct val="100000"/>
              </a:lnSpc>
              <a:spcBef>
                <a:spcPts val="0"/>
              </a:spcBef>
              <a:spcAft>
                <a:spcPts val="0"/>
              </a:spcAft>
              <a:buSzPct val="100000"/>
            </a:pPr>
            <a:r>
              <a:rPr lang="zh-CN" altLang="en-US" sz="3600" dirty="0">
                <a:solidFill>
                  <a:srgbClr val="000000">
                    <a:lumMod val="75000"/>
                    <a:lumOff val="25000"/>
                  </a:srgbClr>
                </a:solidFill>
                <a:latin typeface="Arial" panose="020B0604020202020204" pitchFamily="34" charset="0"/>
                <a:ea typeface="+mn-ea"/>
                <a:cs typeface="+mn-ea"/>
                <a:sym typeface="+mn-ea"/>
              </a:rPr>
              <a:t>U模式笔画输入</a:t>
            </a:r>
          </a:p>
        </p:txBody>
      </p:sp>
      <p:sp>
        <p:nvSpPr>
          <p:cNvPr id="22" name="文本框 21"/>
          <p:cNvSpPr txBox="1"/>
          <p:nvPr>
            <p:custDataLst>
              <p:tags r:id="rId13"/>
            </p:custDataLst>
          </p:nvPr>
        </p:nvSpPr>
        <p:spPr>
          <a:xfrm>
            <a:off x="4928870" y="2520950"/>
            <a:ext cx="3435350" cy="1419225"/>
          </a:xfrm>
          <a:prstGeom prst="rect">
            <a:avLst/>
          </a:prstGeom>
          <a:noFill/>
          <a:ln>
            <a:noFill/>
          </a:ln>
        </p:spPr>
        <p:txBody>
          <a:bodyPr wrap="square" lIns="67500" tIns="35100" rIns="67500" bIns="35100" anchor="t" anchorCtr="0">
            <a:spAutoFit/>
          </a:bodyPr>
          <a:lstStyle>
            <a:defPPr>
              <a:defRPr lang="en-US"/>
            </a:defPPr>
            <a:lvl1pPr>
              <a:lnSpc>
                <a:spcPct val="130000"/>
              </a:lnSpc>
              <a:buSzPct val="25000"/>
              <a:defRPr sz="1800">
                <a:solidFill>
                  <a:srgbClr val="000000">
                    <a:lumMod val="75000"/>
                    <a:lumOff val="25000"/>
                  </a:srgbClr>
                </a:solidFill>
                <a:ea typeface="方正舒体" panose="02010601030101010101" pitchFamily="2" charset="-122"/>
                <a:cs typeface="Arial" panose="020B0604020202020204" pitchFamily="34" charset="0"/>
              </a:defRPr>
            </a:lvl1pPr>
          </a:lstStyle>
          <a:p>
            <a:pPr marL="0" lvl="0" indent="0" algn="just" defTabSz="456565">
              <a:lnSpc>
                <a:spcPct val="130000"/>
              </a:lnSpc>
              <a:spcBef>
                <a:spcPts val="0"/>
              </a:spcBef>
              <a:spcAft>
                <a:spcPts val="0"/>
              </a:spcAft>
            </a:pPr>
            <a:r>
              <a:rPr sz="1350" dirty="0">
                <a:solidFill>
                  <a:srgbClr val="000000"/>
                </a:solidFill>
                <a:ea typeface="+mn-ea"/>
                <a:cs typeface="+mn-ea"/>
              </a:rPr>
              <a:t>U 模式主要用来输入不会读（不知道拼音）的字等。在按下U 键后，输入笔画拼音首字母或者组成部分拼音，即可得到想要的字。</a:t>
            </a:r>
          </a:p>
          <a:p>
            <a:pPr marL="0" lvl="0" indent="0" algn="just" defTabSz="456565">
              <a:lnSpc>
                <a:spcPct val="130000"/>
              </a:lnSpc>
              <a:spcBef>
                <a:spcPts val="0"/>
              </a:spcBef>
              <a:spcAft>
                <a:spcPts val="0"/>
              </a:spcAft>
            </a:pPr>
            <a:r>
              <a:rPr sz="1350" dirty="0">
                <a:solidFill>
                  <a:srgbClr val="000000"/>
                </a:solidFill>
                <a:ea typeface="+mn-ea"/>
                <a:cs typeface="+mn-ea"/>
              </a:rPr>
              <a:t>由于双拼占用了U 键，所以双拼下需要按Shift+U 进入U模式。</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4"/>
          <p:cNvGrpSpPr/>
          <p:nvPr/>
        </p:nvGrpSpPr>
        <p:grpSpPr>
          <a:xfrm>
            <a:off x="649725" y="3195270"/>
            <a:ext cx="2593340" cy="1064260"/>
            <a:chOff x="6306333" y="2621088"/>
            <a:chExt cx="3144412" cy="1290016"/>
          </a:xfrm>
        </p:grpSpPr>
        <p:sp>
          <p:nvSpPr>
            <p:cNvPr id="26" name="文本框 59"/>
            <p:cNvSpPr txBox="1"/>
            <p:nvPr/>
          </p:nvSpPr>
          <p:spPr>
            <a:xfrm>
              <a:off x="7399675" y="2621088"/>
              <a:ext cx="1780467" cy="334050"/>
            </a:xfrm>
            <a:prstGeom prst="rect">
              <a:avLst/>
            </a:prstGeom>
            <a:noFill/>
          </p:spPr>
          <p:txBody>
            <a:bodyPr wrap="square" rtlCol="0">
              <a:spAutoFit/>
            </a:bodyPr>
            <a:lstStyle/>
            <a:p>
              <a:pPr algn="ctr"/>
              <a:r>
                <a:rPr lang="zh-CN" altLang="en-US" sz="1200" dirty="0">
                  <a:solidFill>
                    <a:schemeClr val="tx1">
                      <a:lumMod val="75000"/>
                      <a:lumOff val="25000"/>
                    </a:schemeClr>
                  </a:solidFill>
                  <a:latin typeface="+mn-ea"/>
                </a:rPr>
                <a:t>笔画输入</a:t>
              </a:r>
            </a:p>
          </p:txBody>
        </p:sp>
        <p:sp>
          <p:nvSpPr>
            <p:cNvPr id="27" name="文本框 60"/>
            <p:cNvSpPr txBox="1"/>
            <p:nvPr/>
          </p:nvSpPr>
          <p:spPr>
            <a:xfrm>
              <a:off x="6306333" y="2930507"/>
              <a:ext cx="3144412" cy="980597"/>
            </a:xfrm>
            <a:prstGeom prst="rect">
              <a:avLst/>
            </a:prstGeom>
            <a:noFill/>
          </p:spPr>
          <p:txBody>
            <a:bodyPr wrap="square" rtlCol="0">
              <a:spAutoFit/>
            </a:bodyPr>
            <a:lstStyle/>
            <a:p>
              <a:pPr>
                <a:lnSpc>
                  <a:spcPct val="130000"/>
                </a:lnSpc>
              </a:pPr>
              <a:r>
                <a:rPr lang="zh-CN" altLang="en-US" sz="900" dirty="0">
                  <a:solidFill>
                    <a:schemeClr val="bg1">
                      <a:lumMod val="50000"/>
                    </a:schemeClr>
                  </a:solidFill>
                  <a:latin typeface="+mn-ea"/>
                </a:rPr>
                <a:t>仅通过输入文字构成笔画的拼音首字母来打出想要的字。例如，“木”字由横（h）、竖（s）、撇（p）、捺（n）构成，因此输入hspn 即可得到需要的“木”字，如图1-20所示。</a:t>
              </a:r>
              <a:endParaRPr lang="en-US" altLang="zh-CN" sz="900" dirty="0">
                <a:solidFill>
                  <a:schemeClr val="bg1">
                    <a:lumMod val="50000"/>
                  </a:schemeClr>
                </a:solidFill>
                <a:latin typeface="+mn-ea"/>
              </a:endParaRPr>
            </a:p>
          </p:txBody>
        </p:sp>
      </p:grpSp>
      <p:grpSp>
        <p:nvGrpSpPr>
          <p:cNvPr id="3" name="组合 27"/>
          <p:cNvGrpSpPr/>
          <p:nvPr/>
        </p:nvGrpSpPr>
        <p:grpSpPr>
          <a:xfrm>
            <a:off x="3110174" y="3899016"/>
            <a:ext cx="2780030" cy="885190"/>
            <a:chOff x="6633202" y="2621083"/>
            <a:chExt cx="3370772" cy="1072957"/>
          </a:xfrm>
        </p:grpSpPr>
        <p:sp>
          <p:nvSpPr>
            <p:cNvPr id="29" name="文本框 62"/>
            <p:cNvSpPr txBox="1"/>
            <p:nvPr/>
          </p:nvSpPr>
          <p:spPr>
            <a:xfrm>
              <a:off x="7401917" y="2621083"/>
              <a:ext cx="1780466" cy="334048"/>
            </a:xfrm>
            <a:prstGeom prst="rect">
              <a:avLst/>
            </a:prstGeom>
            <a:noFill/>
          </p:spPr>
          <p:txBody>
            <a:bodyPr wrap="square" rtlCol="0">
              <a:spAutoFit/>
            </a:bodyPr>
            <a:lstStyle/>
            <a:p>
              <a:pPr algn="ctr"/>
              <a:r>
                <a:rPr lang="zh-CN" altLang="en-US" sz="1200" dirty="0">
                  <a:solidFill>
                    <a:schemeClr val="tx1">
                      <a:lumMod val="75000"/>
                      <a:lumOff val="25000"/>
                    </a:schemeClr>
                  </a:solidFill>
                  <a:latin typeface="+mn-ea"/>
                </a:rPr>
                <a:t>拆分输入</a:t>
              </a:r>
            </a:p>
          </p:txBody>
        </p:sp>
        <p:sp>
          <p:nvSpPr>
            <p:cNvPr id="30" name="文本框 63"/>
            <p:cNvSpPr txBox="1"/>
            <p:nvPr/>
          </p:nvSpPr>
          <p:spPr>
            <a:xfrm>
              <a:off x="6633202" y="2930501"/>
              <a:ext cx="3370772" cy="763539"/>
            </a:xfrm>
            <a:prstGeom prst="rect">
              <a:avLst/>
            </a:prstGeom>
            <a:noFill/>
          </p:spPr>
          <p:txBody>
            <a:bodyPr wrap="square" rtlCol="0">
              <a:spAutoFit/>
            </a:bodyPr>
            <a:lstStyle/>
            <a:p>
              <a:pPr>
                <a:lnSpc>
                  <a:spcPct val="130000"/>
                </a:lnSpc>
              </a:pPr>
              <a:r>
                <a:rPr lang="zh-CN" altLang="en-US" sz="900" dirty="0">
                  <a:solidFill>
                    <a:schemeClr val="bg1">
                      <a:lumMod val="50000"/>
                    </a:schemeClr>
                  </a:solidFill>
                  <a:latin typeface="+mn-ea"/>
                </a:rPr>
                <a:t>将一个汉字拆分成多个组成部分，U 模式下分别输入各部分的拼音即可得到对应的汉字。如“林”字，可拆分为两个独立的“木”字，如图1-21所示。</a:t>
              </a:r>
            </a:p>
          </p:txBody>
        </p:sp>
      </p:grpSp>
      <p:grpSp>
        <p:nvGrpSpPr>
          <p:cNvPr id="4" name="组合 30"/>
          <p:cNvGrpSpPr/>
          <p:nvPr/>
        </p:nvGrpSpPr>
        <p:grpSpPr>
          <a:xfrm>
            <a:off x="5713527" y="3195277"/>
            <a:ext cx="2798445" cy="705485"/>
            <a:chOff x="7286857" y="2621083"/>
            <a:chExt cx="3393102" cy="855133"/>
          </a:xfrm>
        </p:grpSpPr>
        <p:sp>
          <p:nvSpPr>
            <p:cNvPr id="32" name="文本框 72"/>
            <p:cNvSpPr txBox="1"/>
            <p:nvPr/>
          </p:nvSpPr>
          <p:spPr>
            <a:xfrm>
              <a:off x="7374141" y="2621083"/>
              <a:ext cx="1780467" cy="334048"/>
            </a:xfrm>
            <a:prstGeom prst="rect">
              <a:avLst/>
            </a:prstGeom>
            <a:noFill/>
          </p:spPr>
          <p:txBody>
            <a:bodyPr wrap="square" rtlCol="0">
              <a:spAutoFit/>
            </a:bodyPr>
            <a:lstStyle/>
            <a:p>
              <a:pPr algn="ctr"/>
              <a:r>
                <a:rPr lang="zh-CN" altLang="en-US" sz="1200" dirty="0">
                  <a:solidFill>
                    <a:schemeClr val="tx1">
                      <a:lumMod val="75000"/>
                      <a:lumOff val="25000"/>
                    </a:schemeClr>
                  </a:solidFill>
                  <a:latin typeface="+mn-ea"/>
                </a:rPr>
                <a:t>笔画拆分混输</a:t>
              </a:r>
            </a:p>
          </p:txBody>
        </p:sp>
        <p:sp>
          <p:nvSpPr>
            <p:cNvPr id="33" name="文本框 73"/>
            <p:cNvSpPr txBox="1"/>
            <p:nvPr/>
          </p:nvSpPr>
          <p:spPr>
            <a:xfrm>
              <a:off x="7286857" y="2930501"/>
              <a:ext cx="3393102" cy="545715"/>
            </a:xfrm>
            <a:prstGeom prst="rect">
              <a:avLst/>
            </a:prstGeom>
            <a:noFill/>
          </p:spPr>
          <p:txBody>
            <a:bodyPr wrap="square" rtlCol="0">
              <a:spAutoFit/>
            </a:bodyPr>
            <a:lstStyle/>
            <a:p>
              <a:pPr>
                <a:lnSpc>
                  <a:spcPct val="130000"/>
                </a:lnSpc>
              </a:pPr>
              <a:r>
                <a:rPr lang="zh-CN" altLang="en-US" sz="900" dirty="0">
                  <a:solidFill>
                    <a:schemeClr val="bg1">
                      <a:lumMod val="50000"/>
                    </a:schemeClr>
                  </a:solidFill>
                  <a:latin typeface="+mn-ea"/>
                </a:rPr>
                <a:t>U模式下还可以进行“笔画+ 拆分”混合操作，如图1-22所示。</a:t>
              </a:r>
            </a:p>
          </p:txBody>
        </p:sp>
      </p:grpSp>
      <p:grpSp>
        <p:nvGrpSpPr>
          <p:cNvPr id="5" name="组合 33"/>
          <p:cNvGrpSpPr/>
          <p:nvPr/>
        </p:nvGrpSpPr>
        <p:grpSpPr>
          <a:xfrm>
            <a:off x="3408157" y="472323"/>
            <a:ext cx="2037264" cy="2030673"/>
            <a:chOff x="4860914" y="803830"/>
            <a:chExt cx="2470173" cy="2461421"/>
          </a:xfrm>
        </p:grpSpPr>
        <p:grpSp>
          <p:nvGrpSpPr>
            <p:cNvPr id="6" name="组合 34"/>
            <p:cNvGrpSpPr/>
            <p:nvPr/>
          </p:nvGrpSpPr>
          <p:grpSpPr>
            <a:xfrm>
              <a:off x="4860914" y="803830"/>
              <a:ext cx="2470173" cy="2461421"/>
              <a:chOff x="4860914" y="803830"/>
              <a:chExt cx="2470173" cy="2461421"/>
            </a:xfrm>
          </p:grpSpPr>
          <p:sp>
            <p:nvSpPr>
              <p:cNvPr id="42" name="Freeform 5"/>
              <p:cNvSpPr>
                <a:spLocks noEditPoints="1"/>
              </p:cNvSpPr>
              <p:nvPr/>
            </p:nvSpPr>
            <p:spPr bwMode="auto">
              <a:xfrm>
                <a:off x="4860914" y="803830"/>
                <a:ext cx="2470173" cy="2461421"/>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2"/>
              </a:solidFill>
              <a:ln>
                <a:noFill/>
              </a:ln>
              <a:effectLst/>
            </p:spPr>
            <p:txBody>
              <a:bodyPr vert="horz" wrap="square" lIns="91412" tIns="45706" rIns="91412" bIns="45706" numCol="1" anchor="t" anchorCtr="0" compatLnSpc="1"/>
              <a:lstStyle/>
              <a:p>
                <a:endParaRPr lang="zh-CN" altLang="en-US" sz="900" dirty="0">
                  <a:solidFill>
                    <a:prstClr val="black"/>
                  </a:solidFill>
                  <a:latin typeface="+mn-ea"/>
                </a:endParaRPr>
              </a:p>
            </p:txBody>
          </p:sp>
          <p:sp>
            <p:nvSpPr>
              <p:cNvPr id="43" name="椭圆 42"/>
              <p:cNvSpPr/>
              <p:nvPr/>
            </p:nvSpPr>
            <p:spPr>
              <a:xfrm>
                <a:off x="5169252" y="1107791"/>
                <a:ext cx="1853501" cy="1853502"/>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solidFill>
                    <a:prstClr val="white"/>
                  </a:solidFill>
                  <a:latin typeface="+mn-ea"/>
                </a:endParaRPr>
              </a:p>
            </p:txBody>
          </p:sp>
        </p:grpSp>
        <p:grpSp>
          <p:nvGrpSpPr>
            <p:cNvPr id="7" name="组合 35"/>
            <p:cNvGrpSpPr/>
            <p:nvPr/>
          </p:nvGrpSpPr>
          <p:grpSpPr>
            <a:xfrm>
              <a:off x="5306945" y="1317858"/>
              <a:ext cx="1578366" cy="1433368"/>
              <a:chOff x="5306945" y="1317858"/>
              <a:chExt cx="1578366" cy="1433368"/>
            </a:xfrm>
          </p:grpSpPr>
          <p:sp>
            <p:nvSpPr>
              <p:cNvPr id="37" name="椭圆 36"/>
              <p:cNvSpPr/>
              <p:nvPr/>
            </p:nvSpPr>
            <p:spPr>
              <a:xfrm>
                <a:off x="5379319" y="1317858"/>
                <a:ext cx="1433367" cy="1433368"/>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solidFill>
                    <a:prstClr val="white"/>
                  </a:solidFill>
                  <a:latin typeface="+mn-ea"/>
                </a:endParaRPr>
              </a:p>
            </p:txBody>
          </p:sp>
          <p:sp>
            <p:nvSpPr>
              <p:cNvPr id="40" name="文本框 49"/>
              <p:cNvSpPr txBox="1"/>
              <p:nvPr/>
            </p:nvSpPr>
            <p:spPr>
              <a:xfrm flipH="1">
                <a:off x="5306945" y="1531834"/>
                <a:ext cx="1578366" cy="1005994"/>
              </a:xfrm>
              <a:prstGeom prst="rect">
                <a:avLst/>
              </a:prstGeom>
              <a:noFill/>
            </p:spPr>
            <p:txBody>
              <a:bodyPr wrap="square" rtlCol="0" anchor="ctr" anchorCtr="0">
                <a:spAutoFit/>
              </a:bodyPr>
              <a:lstStyle/>
              <a:p>
                <a:pPr algn="ctr"/>
                <a:r>
                  <a:rPr lang="zh-CN" altLang="en-US" sz="1600" b="1" dirty="0">
                    <a:solidFill>
                      <a:prstClr val="white"/>
                    </a:solidFill>
                    <a:effectLst>
                      <a:outerShdw blurRad="38100" dist="38100" dir="2700000" algn="tl">
                        <a:srgbClr val="000000">
                          <a:alpha val="43137"/>
                        </a:srgbClr>
                      </a:outerShdw>
                    </a:effectLst>
                    <a:latin typeface="+mn-ea"/>
                  </a:rPr>
                  <a:t>U模式下的具体操作有以下几种</a:t>
                </a:r>
              </a:p>
            </p:txBody>
          </p:sp>
        </p:grpSp>
      </p:grpSp>
      <p:sp>
        <p:nvSpPr>
          <p:cNvPr id="44" name="任意多边形 43"/>
          <p:cNvSpPr/>
          <p:nvPr/>
        </p:nvSpPr>
        <p:spPr bwMode="auto">
          <a:xfrm rot="1800000">
            <a:off x="3473854" y="2831595"/>
            <a:ext cx="317941" cy="189299"/>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accent1"/>
          </a:solidFill>
          <a:ln w="28575">
            <a:noFill/>
          </a:ln>
          <a:effectLst/>
        </p:spPr>
        <p:txBody>
          <a:bodyPr vert="horz" wrap="square" lIns="68559" tIns="34280" rIns="68559" bIns="34280" numCol="1" anchor="t" anchorCtr="0" compatLnSpc="1">
            <a:noAutofit/>
          </a:bodyPr>
          <a:lstStyle/>
          <a:p>
            <a:pPr>
              <a:defRPr/>
            </a:pPr>
            <a:endParaRPr lang="zh-CN" altLang="en-US" sz="1800" kern="0" dirty="0">
              <a:solidFill>
                <a:prstClr val="black"/>
              </a:solidFill>
              <a:latin typeface="+mn-ea"/>
            </a:endParaRPr>
          </a:p>
        </p:txBody>
      </p:sp>
      <p:sp>
        <p:nvSpPr>
          <p:cNvPr id="45" name="任意多边形 44"/>
          <p:cNvSpPr/>
          <p:nvPr/>
        </p:nvSpPr>
        <p:spPr bwMode="auto">
          <a:xfrm rot="19800000" flipV="1">
            <a:off x="5102849" y="2812544"/>
            <a:ext cx="317941" cy="189299"/>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accent1"/>
          </a:solidFill>
          <a:ln w="28575">
            <a:noFill/>
          </a:ln>
          <a:effectLst/>
        </p:spPr>
        <p:txBody>
          <a:bodyPr vert="horz" wrap="square" lIns="68559" tIns="34280" rIns="68559" bIns="34280" numCol="1" anchor="t" anchorCtr="0" compatLnSpc="1">
            <a:noAutofit/>
          </a:bodyPr>
          <a:lstStyle/>
          <a:p>
            <a:pPr>
              <a:defRPr/>
            </a:pPr>
            <a:endParaRPr lang="zh-CN" altLang="en-US" sz="1800" kern="0" dirty="0">
              <a:solidFill>
                <a:prstClr val="black"/>
              </a:solidFill>
              <a:latin typeface="+mn-ea"/>
            </a:endParaRPr>
          </a:p>
        </p:txBody>
      </p:sp>
      <p:grpSp>
        <p:nvGrpSpPr>
          <p:cNvPr id="8" name="组合 45"/>
          <p:cNvGrpSpPr/>
          <p:nvPr/>
        </p:nvGrpSpPr>
        <p:grpSpPr>
          <a:xfrm>
            <a:off x="2025411" y="1808687"/>
            <a:ext cx="1391479" cy="1386977"/>
            <a:chOff x="3150255" y="2546636"/>
            <a:chExt cx="1687161" cy="1681184"/>
          </a:xfrm>
        </p:grpSpPr>
        <p:grpSp>
          <p:nvGrpSpPr>
            <p:cNvPr id="9" name="组合 46"/>
            <p:cNvGrpSpPr/>
            <p:nvPr/>
          </p:nvGrpSpPr>
          <p:grpSpPr>
            <a:xfrm>
              <a:off x="3150255" y="2546636"/>
              <a:ext cx="1687161" cy="1681184"/>
              <a:chOff x="3150255" y="2546636"/>
              <a:chExt cx="1687161" cy="1681184"/>
            </a:xfrm>
          </p:grpSpPr>
          <p:sp>
            <p:nvSpPr>
              <p:cNvPr id="55" name="椭圆 54"/>
              <p:cNvSpPr/>
              <p:nvPr/>
            </p:nvSpPr>
            <p:spPr>
              <a:xfrm>
                <a:off x="3360853" y="2754245"/>
                <a:ext cx="1265966" cy="1265967"/>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mn-ea"/>
                </a:endParaRPr>
              </a:p>
            </p:txBody>
          </p:sp>
          <p:sp>
            <p:nvSpPr>
              <p:cNvPr id="56" name="Freeform 5"/>
              <p:cNvSpPr>
                <a:spLocks noEditPoints="1"/>
              </p:cNvSpPr>
              <p:nvPr/>
            </p:nvSpPr>
            <p:spPr bwMode="auto">
              <a:xfrm>
                <a:off x="3150255" y="2546636"/>
                <a:ext cx="1687161" cy="1681184"/>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1"/>
              </a:solidFill>
              <a:ln>
                <a:noFill/>
              </a:ln>
              <a:effectLst/>
            </p:spPr>
            <p:txBody>
              <a:bodyPr vert="horz" wrap="square" lIns="91412" tIns="45706" rIns="91412" bIns="45706" numCol="1" anchor="t" anchorCtr="0" compatLnSpc="1"/>
              <a:lstStyle/>
              <a:p>
                <a:endParaRPr lang="zh-CN" altLang="en-US" sz="1800" dirty="0">
                  <a:solidFill>
                    <a:prstClr val="black"/>
                  </a:solidFill>
                  <a:latin typeface="+mn-ea"/>
                </a:endParaRPr>
              </a:p>
            </p:txBody>
          </p:sp>
        </p:grpSp>
        <p:grpSp>
          <p:nvGrpSpPr>
            <p:cNvPr id="10" name="组合 47"/>
            <p:cNvGrpSpPr/>
            <p:nvPr/>
          </p:nvGrpSpPr>
          <p:grpSpPr>
            <a:xfrm>
              <a:off x="3493776" y="2897723"/>
              <a:ext cx="1000117" cy="979010"/>
              <a:chOff x="3493776" y="2897723"/>
              <a:chExt cx="1000117" cy="979010"/>
            </a:xfrm>
          </p:grpSpPr>
          <p:sp>
            <p:nvSpPr>
              <p:cNvPr id="49" name="椭圆 48"/>
              <p:cNvSpPr/>
              <p:nvPr/>
            </p:nvSpPr>
            <p:spPr>
              <a:xfrm>
                <a:off x="3504332" y="2897723"/>
                <a:ext cx="979009" cy="97901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mn-ea"/>
                </a:endParaRPr>
              </a:p>
            </p:txBody>
          </p:sp>
          <p:sp>
            <p:nvSpPr>
              <p:cNvPr id="53" name="文本框 34"/>
              <p:cNvSpPr txBox="1"/>
              <p:nvPr/>
            </p:nvSpPr>
            <p:spPr>
              <a:xfrm>
                <a:off x="3493776" y="3134475"/>
                <a:ext cx="1000117" cy="447520"/>
              </a:xfrm>
              <a:prstGeom prst="rect">
                <a:avLst/>
              </a:prstGeom>
              <a:noFill/>
            </p:spPr>
            <p:txBody>
              <a:bodyPr wrap="square" rtlCol="0">
                <a:spAutoFit/>
              </a:bodyPr>
              <a:lstStyle/>
              <a:p>
                <a:pPr algn="ctr"/>
                <a:r>
                  <a:rPr lang="en-US" altLang="zh-CN" sz="1800" dirty="0">
                    <a:solidFill>
                      <a:prstClr val="white"/>
                    </a:solidFill>
                    <a:latin typeface="+mn-ea"/>
                  </a:rPr>
                  <a:t>01</a:t>
                </a:r>
                <a:endParaRPr lang="zh-CN" altLang="en-US" sz="1800" dirty="0">
                  <a:solidFill>
                    <a:prstClr val="white"/>
                  </a:solidFill>
                  <a:latin typeface="+mn-ea"/>
                </a:endParaRPr>
              </a:p>
            </p:txBody>
          </p:sp>
        </p:grpSp>
      </p:grpSp>
      <p:grpSp>
        <p:nvGrpSpPr>
          <p:cNvPr id="12" name="组合 56"/>
          <p:cNvGrpSpPr/>
          <p:nvPr/>
        </p:nvGrpSpPr>
        <p:grpSpPr>
          <a:xfrm>
            <a:off x="3731047" y="2524967"/>
            <a:ext cx="1391479" cy="1386977"/>
            <a:chOff x="5252420" y="3400076"/>
            <a:chExt cx="1687161" cy="1681184"/>
          </a:xfrm>
        </p:grpSpPr>
        <p:grpSp>
          <p:nvGrpSpPr>
            <p:cNvPr id="13" name="组合 57"/>
            <p:cNvGrpSpPr/>
            <p:nvPr/>
          </p:nvGrpSpPr>
          <p:grpSpPr>
            <a:xfrm>
              <a:off x="5252420" y="3400076"/>
              <a:ext cx="1687161" cy="1681184"/>
              <a:chOff x="5252420" y="3400076"/>
              <a:chExt cx="1687161" cy="1681184"/>
            </a:xfrm>
          </p:grpSpPr>
          <p:sp>
            <p:nvSpPr>
              <p:cNvPr id="66" name="Freeform 5"/>
              <p:cNvSpPr>
                <a:spLocks noEditPoints="1"/>
              </p:cNvSpPr>
              <p:nvPr/>
            </p:nvSpPr>
            <p:spPr bwMode="auto">
              <a:xfrm>
                <a:off x="5252420" y="3400076"/>
                <a:ext cx="1687161" cy="1681184"/>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3"/>
              </a:solidFill>
              <a:ln>
                <a:noFill/>
              </a:ln>
              <a:effectLst/>
            </p:spPr>
            <p:txBody>
              <a:bodyPr vert="horz" wrap="square" lIns="91412" tIns="45706" rIns="91412" bIns="45706" numCol="1" anchor="t" anchorCtr="0" compatLnSpc="1"/>
              <a:lstStyle/>
              <a:p>
                <a:endParaRPr lang="zh-CN" altLang="en-US" sz="1800" dirty="0">
                  <a:solidFill>
                    <a:prstClr val="black"/>
                  </a:solidFill>
                  <a:latin typeface="+mn-ea"/>
                </a:endParaRPr>
              </a:p>
            </p:txBody>
          </p:sp>
          <p:sp>
            <p:nvSpPr>
              <p:cNvPr id="67" name="椭圆 66"/>
              <p:cNvSpPr/>
              <p:nvPr/>
            </p:nvSpPr>
            <p:spPr>
              <a:xfrm>
                <a:off x="5463018" y="3607685"/>
                <a:ext cx="1265966" cy="1265967"/>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mn-ea"/>
                </a:endParaRPr>
              </a:p>
            </p:txBody>
          </p:sp>
        </p:grpSp>
        <p:grpSp>
          <p:nvGrpSpPr>
            <p:cNvPr id="14" name="组合 58"/>
            <p:cNvGrpSpPr/>
            <p:nvPr/>
          </p:nvGrpSpPr>
          <p:grpSpPr>
            <a:xfrm>
              <a:off x="5591739" y="3751163"/>
              <a:ext cx="1000117" cy="979010"/>
              <a:chOff x="5591739" y="3751163"/>
              <a:chExt cx="1000117" cy="979010"/>
            </a:xfrm>
          </p:grpSpPr>
          <p:sp>
            <p:nvSpPr>
              <p:cNvPr id="60" name="椭圆 59"/>
              <p:cNvSpPr/>
              <p:nvPr/>
            </p:nvSpPr>
            <p:spPr>
              <a:xfrm>
                <a:off x="5606497" y="3751163"/>
                <a:ext cx="979009" cy="979010"/>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mn-ea"/>
                </a:endParaRPr>
              </a:p>
            </p:txBody>
          </p:sp>
          <p:sp>
            <p:nvSpPr>
              <p:cNvPr id="64" name="文本框 50"/>
              <p:cNvSpPr txBox="1"/>
              <p:nvPr/>
            </p:nvSpPr>
            <p:spPr>
              <a:xfrm>
                <a:off x="5591739" y="4003512"/>
                <a:ext cx="1000117" cy="447520"/>
              </a:xfrm>
              <a:prstGeom prst="rect">
                <a:avLst/>
              </a:prstGeom>
              <a:noFill/>
            </p:spPr>
            <p:txBody>
              <a:bodyPr wrap="square" rtlCol="0">
                <a:spAutoFit/>
              </a:bodyPr>
              <a:lstStyle/>
              <a:p>
                <a:pPr algn="ctr"/>
                <a:r>
                  <a:rPr lang="en-US" altLang="zh-CN" sz="1800" dirty="0">
                    <a:solidFill>
                      <a:prstClr val="white"/>
                    </a:solidFill>
                    <a:latin typeface="+mn-ea"/>
                  </a:rPr>
                  <a:t>02</a:t>
                </a:r>
                <a:endParaRPr lang="zh-CN" altLang="en-US" sz="1800" dirty="0">
                  <a:solidFill>
                    <a:prstClr val="white"/>
                  </a:solidFill>
                  <a:latin typeface="+mn-ea"/>
                </a:endParaRPr>
              </a:p>
            </p:txBody>
          </p:sp>
        </p:grpSp>
      </p:grpSp>
      <p:grpSp>
        <p:nvGrpSpPr>
          <p:cNvPr id="16" name="组合 67"/>
          <p:cNvGrpSpPr/>
          <p:nvPr/>
        </p:nvGrpSpPr>
        <p:grpSpPr>
          <a:xfrm>
            <a:off x="5421448" y="1808687"/>
            <a:ext cx="1391479" cy="1386977"/>
            <a:chOff x="7354584" y="2546636"/>
            <a:chExt cx="1687161" cy="1681184"/>
          </a:xfrm>
        </p:grpSpPr>
        <p:grpSp>
          <p:nvGrpSpPr>
            <p:cNvPr id="17" name="组合 68"/>
            <p:cNvGrpSpPr/>
            <p:nvPr/>
          </p:nvGrpSpPr>
          <p:grpSpPr>
            <a:xfrm>
              <a:off x="7354584" y="2546636"/>
              <a:ext cx="1687161" cy="1681184"/>
              <a:chOff x="7354584" y="2546636"/>
              <a:chExt cx="1687161" cy="1681184"/>
            </a:xfrm>
          </p:grpSpPr>
          <p:sp>
            <p:nvSpPr>
              <p:cNvPr id="77" name="Freeform 5"/>
              <p:cNvSpPr>
                <a:spLocks noEditPoints="1"/>
              </p:cNvSpPr>
              <p:nvPr/>
            </p:nvSpPr>
            <p:spPr bwMode="auto">
              <a:xfrm>
                <a:off x="7354584" y="2546636"/>
                <a:ext cx="1687161" cy="1681184"/>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4"/>
              </a:solidFill>
              <a:ln>
                <a:noFill/>
              </a:ln>
              <a:effectLst/>
            </p:spPr>
            <p:txBody>
              <a:bodyPr vert="horz" wrap="square" lIns="91412" tIns="45706" rIns="91412" bIns="45706" numCol="1" anchor="t" anchorCtr="0" compatLnSpc="1"/>
              <a:lstStyle/>
              <a:p>
                <a:endParaRPr lang="zh-CN" altLang="en-US" sz="1800" dirty="0">
                  <a:solidFill>
                    <a:prstClr val="black"/>
                  </a:solidFill>
                  <a:latin typeface="+mn-ea"/>
                </a:endParaRPr>
              </a:p>
            </p:txBody>
          </p:sp>
          <p:sp>
            <p:nvSpPr>
              <p:cNvPr id="78" name="椭圆 77"/>
              <p:cNvSpPr/>
              <p:nvPr/>
            </p:nvSpPr>
            <p:spPr>
              <a:xfrm>
                <a:off x="7565182" y="2754245"/>
                <a:ext cx="1265966" cy="1265967"/>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mn-ea"/>
                </a:endParaRPr>
              </a:p>
            </p:txBody>
          </p:sp>
        </p:grpSp>
        <p:grpSp>
          <p:nvGrpSpPr>
            <p:cNvPr id="18" name="组合 69"/>
            <p:cNvGrpSpPr/>
            <p:nvPr/>
          </p:nvGrpSpPr>
          <p:grpSpPr>
            <a:xfrm>
              <a:off x="7698105" y="2897723"/>
              <a:ext cx="1000117" cy="979010"/>
              <a:chOff x="7698105" y="2897723"/>
              <a:chExt cx="1000117" cy="979010"/>
            </a:xfrm>
          </p:grpSpPr>
          <p:sp>
            <p:nvSpPr>
              <p:cNvPr id="71" name="椭圆 70"/>
              <p:cNvSpPr/>
              <p:nvPr/>
            </p:nvSpPr>
            <p:spPr>
              <a:xfrm>
                <a:off x="7708661" y="2897723"/>
                <a:ext cx="979009" cy="979010"/>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mn-ea"/>
                </a:endParaRPr>
              </a:p>
            </p:txBody>
          </p:sp>
          <p:sp>
            <p:nvSpPr>
              <p:cNvPr id="75" name="文本框 56"/>
              <p:cNvSpPr txBox="1"/>
              <p:nvPr/>
            </p:nvSpPr>
            <p:spPr>
              <a:xfrm>
                <a:off x="7698105" y="3134475"/>
                <a:ext cx="1000117" cy="447520"/>
              </a:xfrm>
              <a:prstGeom prst="rect">
                <a:avLst/>
              </a:prstGeom>
              <a:noFill/>
            </p:spPr>
            <p:txBody>
              <a:bodyPr wrap="square" rtlCol="0">
                <a:spAutoFit/>
              </a:bodyPr>
              <a:lstStyle/>
              <a:p>
                <a:pPr algn="ctr"/>
                <a:r>
                  <a:rPr lang="en-US" altLang="zh-CN" sz="1800" dirty="0">
                    <a:solidFill>
                      <a:prstClr val="white"/>
                    </a:solidFill>
                    <a:latin typeface="+mn-ea"/>
                  </a:rPr>
                  <a:t>03</a:t>
                </a:r>
                <a:endParaRPr lang="zh-CN" altLang="en-US" sz="1800" dirty="0">
                  <a:solidFill>
                    <a:prstClr val="white"/>
                  </a:solidFill>
                  <a:latin typeface="+mn-ea"/>
                </a:endParaRPr>
              </a:p>
            </p:txBody>
          </p:sp>
        </p:grpSp>
      </p:grpSp>
      <p:sp>
        <p:nvSpPr>
          <p:cNvPr id="11" name="半闭框 10"/>
          <p:cNvSpPr/>
          <p:nvPr>
            <p:custDataLst>
              <p:tags r:id="rId1"/>
            </p:custDataLst>
          </p:nvPr>
        </p:nvSpPr>
        <p:spPr>
          <a:xfrm>
            <a:off x="213677" y="184467"/>
            <a:ext cx="435769" cy="435769"/>
          </a:xfrm>
          <a:prstGeom prst="halfFrame">
            <a:avLst/>
          </a:prstGeom>
          <a:solidFill>
            <a:schemeClr val="accent6"/>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15" name="半闭框 14"/>
          <p:cNvSpPr/>
          <p:nvPr>
            <p:custDataLst>
              <p:tags r:id="rId2"/>
            </p:custDataLst>
          </p:nvPr>
        </p:nvSpPr>
        <p:spPr>
          <a:xfrm rot="10800000">
            <a:off x="8511376" y="4502369"/>
            <a:ext cx="435769" cy="435769"/>
          </a:xfrm>
          <a:prstGeom prst="halfFrame">
            <a:avLst/>
          </a:prstGeom>
          <a:solidFill>
            <a:schemeClr val="accent6"/>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50" fill="hold"/>
                                        <p:tgtEl>
                                          <p:spTgt spid="5"/>
                                        </p:tgtEl>
                                        <p:attrNameLst>
                                          <p:attrName>ppt_w</p:attrName>
                                        </p:attrNameLst>
                                      </p:cBhvr>
                                      <p:tavLst>
                                        <p:tav tm="0">
                                          <p:val>
                                            <p:strVal val="4*#ppt_w"/>
                                          </p:val>
                                        </p:tav>
                                        <p:tav tm="100000">
                                          <p:val>
                                            <p:strVal val="#ppt_w"/>
                                          </p:val>
                                        </p:tav>
                                      </p:tavLst>
                                    </p:anim>
                                    <p:anim calcmode="lin" valueType="num">
                                      <p:cBhvr>
                                        <p:cTn id="8" dur="250" fill="hold"/>
                                        <p:tgtEl>
                                          <p:spTgt spid="5"/>
                                        </p:tgtEl>
                                        <p:attrNameLst>
                                          <p:attrName>ppt_h</p:attrName>
                                        </p:attrNameLst>
                                      </p:cBhvr>
                                      <p:tavLst>
                                        <p:tav tm="0">
                                          <p:val>
                                            <p:strVal val="4*#ppt_h"/>
                                          </p:val>
                                        </p:tav>
                                        <p:tav tm="100000">
                                          <p:val>
                                            <p:strVal val="#ppt_h"/>
                                          </p:val>
                                        </p:tav>
                                      </p:tavLst>
                                    </p:anim>
                                  </p:childTnLst>
                                </p:cTn>
                              </p:par>
                              <p:par>
                                <p:cTn id="9" presetID="6" presetClass="emph" presetSubtype="0" autoRev="1" fill="hold" nodeType="withEffect">
                                  <p:stCondLst>
                                    <p:cond delay="250"/>
                                  </p:stCondLst>
                                  <p:childTnLst>
                                    <p:animScale>
                                      <p:cBhvr>
                                        <p:cTn id="10" dur="150" fill="hold"/>
                                        <p:tgtEl>
                                          <p:spTgt spid="5"/>
                                        </p:tgtEl>
                                      </p:cBhvr>
                                      <p:by x="90000" y="90000"/>
                                    </p:animScale>
                                  </p:childTnLst>
                                </p:cTn>
                              </p:par>
                            </p:childTnLst>
                          </p:cTn>
                        </p:par>
                      </p:childTnLst>
                    </p:cTn>
                  </p:par>
                  <p:par>
                    <p:cTn id="11" fill="hold">
                      <p:stCondLst>
                        <p:cond delay="indefinite"/>
                      </p:stCondLst>
                      <p:childTnLst>
                        <p:par>
                          <p:cTn id="12" fill="hold">
                            <p:stCondLst>
                              <p:cond delay="0"/>
                            </p:stCondLst>
                            <p:childTnLst>
                              <p:par>
                                <p:cTn id="13" presetID="23" presetClass="entr" presetSubtype="32"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250" fill="hold"/>
                                        <p:tgtEl>
                                          <p:spTgt spid="8"/>
                                        </p:tgtEl>
                                        <p:attrNameLst>
                                          <p:attrName>ppt_w</p:attrName>
                                        </p:attrNameLst>
                                      </p:cBhvr>
                                      <p:tavLst>
                                        <p:tav tm="0">
                                          <p:val>
                                            <p:strVal val="4*#ppt_w"/>
                                          </p:val>
                                        </p:tav>
                                        <p:tav tm="100000">
                                          <p:val>
                                            <p:strVal val="#ppt_w"/>
                                          </p:val>
                                        </p:tav>
                                      </p:tavLst>
                                    </p:anim>
                                    <p:anim calcmode="lin" valueType="num">
                                      <p:cBhvr>
                                        <p:cTn id="16" dur="250" fill="hold"/>
                                        <p:tgtEl>
                                          <p:spTgt spid="8"/>
                                        </p:tgtEl>
                                        <p:attrNameLst>
                                          <p:attrName>ppt_h</p:attrName>
                                        </p:attrNameLst>
                                      </p:cBhvr>
                                      <p:tavLst>
                                        <p:tav tm="0">
                                          <p:val>
                                            <p:strVal val="4*#ppt_h"/>
                                          </p:val>
                                        </p:tav>
                                        <p:tav tm="100000">
                                          <p:val>
                                            <p:strVal val="#ppt_h"/>
                                          </p:val>
                                        </p:tav>
                                      </p:tavLst>
                                    </p:anim>
                                  </p:childTnLst>
                                </p:cTn>
                              </p:par>
                              <p:par>
                                <p:cTn id="17" presetID="6" presetClass="emph" presetSubtype="0" autoRev="1" fill="hold" nodeType="withEffect">
                                  <p:stCondLst>
                                    <p:cond delay="250"/>
                                  </p:stCondLst>
                                  <p:childTnLst>
                                    <p:animScale>
                                      <p:cBhvr>
                                        <p:cTn id="18" dur="150" fill="hold"/>
                                        <p:tgtEl>
                                          <p:spTgt spid="8"/>
                                        </p:tgtEl>
                                      </p:cBhvr>
                                      <p:by x="90000" y="90000"/>
                                    </p:animScale>
                                  </p:childTnLst>
                                </p:cTn>
                              </p:par>
                              <p:par>
                                <p:cTn id="19" presetID="23" presetClass="entr" presetSubtype="16" fill="hold" grpId="0" nodeType="withEffect">
                                  <p:stCondLst>
                                    <p:cond delay="250"/>
                                  </p:stCondLst>
                                  <p:childTnLst>
                                    <p:set>
                                      <p:cBhvr>
                                        <p:cTn id="20" dur="1" fill="hold">
                                          <p:stCondLst>
                                            <p:cond delay="0"/>
                                          </p:stCondLst>
                                        </p:cTn>
                                        <p:tgtEl>
                                          <p:spTgt spid="44"/>
                                        </p:tgtEl>
                                        <p:attrNameLst>
                                          <p:attrName>style.visibility</p:attrName>
                                        </p:attrNameLst>
                                      </p:cBhvr>
                                      <p:to>
                                        <p:strVal val="visible"/>
                                      </p:to>
                                    </p:set>
                                    <p:anim calcmode="lin" valueType="num">
                                      <p:cBhvr>
                                        <p:cTn id="21" dur="250" fill="hold"/>
                                        <p:tgtEl>
                                          <p:spTgt spid="44"/>
                                        </p:tgtEl>
                                        <p:attrNameLst>
                                          <p:attrName>ppt_w</p:attrName>
                                        </p:attrNameLst>
                                      </p:cBhvr>
                                      <p:tavLst>
                                        <p:tav tm="0">
                                          <p:val>
                                            <p:fltVal val="0"/>
                                          </p:val>
                                        </p:tav>
                                        <p:tav tm="100000">
                                          <p:val>
                                            <p:strVal val="#ppt_w"/>
                                          </p:val>
                                        </p:tav>
                                      </p:tavLst>
                                    </p:anim>
                                    <p:anim calcmode="lin" valueType="num">
                                      <p:cBhvr>
                                        <p:cTn id="22" dur="250" fill="hold"/>
                                        <p:tgtEl>
                                          <p:spTgt spid="44"/>
                                        </p:tgtEl>
                                        <p:attrNameLst>
                                          <p:attrName>ppt_h</p:attrName>
                                        </p:attrNameLst>
                                      </p:cBhvr>
                                      <p:tavLst>
                                        <p:tav tm="0">
                                          <p:val>
                                            <p:fltVal val="0"/>
                                          </p:val>
                                        </p:tav>
                                        <p:tav tm="100000">
                                          <p:val>
                                            <p:strVal val="#ppt_h"/>
                                          </p:val>
                                        </p:tav>
                                      </p:tavLst>
                                    </p:anim>
                                  </p:childTnLst>
                                </p:cTn>
                              </p:par>
                              <p:par>
                                <p:cTn id="23" presetID="23" presetClass="entr" presetSubtype="16" fill="hold" nodeType="withEffect">
                                  <p:stCondLst>
                                    <p:cond delay="25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childTnLst>
                                </p:cTn>
                              </p:par>
                              <p:par>
                                <p:cTn id="27" presetID="42" presetClass="path" presetSubtype="0" accel="34000" decel="60000" fill="hold" nodeType="withEffect">
                                  <p:stCondLst>
                                    <p:cond delay="250"/>
                                  </p:stCondLst>
                                  <p:childTnLst>
                                    <p:animMotion origin="layout" path="M -4.16667E-6 -3.33333E-6 L -4.16667E-6 -0.18009 " pathEditMode="relative" rAng="0" ptsTypes="AA">
                                      <p:cBhvr>
                                        <p:cTn id="28" dur="500" spd="-100000" fill="hold"/>
                                        <p:tgtEl>
                                          <p:spTgt spid="2"/>
                                        </p:tgtEl>
                                        <p:attrNameLst>
                                          <p:attrName>ppt_x</p:attrName>
                                          <p:attrName>ppt_y</p:attrName>
                                        </p:attrNameLst>
                                      </p:cBhvr>
                                      <p:rCtr x="0" y="-9005"/>
                                    </p:animMotion>
                                  </p:childTnLst>
                                </p:cTn>
                              </p:par>
                              <p:par>
                                <p:cTn id="29" presetID="6" presetClass="emph" presetSubtype="0" autoRev="1" fill="hold" grpId="1" nodeType="withEffect">
                                  <p:stCondLst>
                                    <p:cond delay="500"/>
                                  </p:stCondLst>
                                  <p:childTnLst>
                                    <p:animScale>
                                      <p:cBhvr>
                                        <p:cTn id="30" dur="150" fill="hold"/>
                                        <p:tgtEl>
                                          <p:spTgt spid="44"/>
                                        </p:tgtEl>
                                      </p:cBhvr>
                                      <p:by x="110000" y="110000"/>
                                    </p:animScale>
                                  </p:childTnLst>
                                </p:cTn>
                              </p:par>
                            </p:childTnLst>
                          </p:cTn>
                        </p:par>
                      </p:childTnLst>
                    </p:cTn>
                  </p:par>
                  <p:par>
                    <p:cTn id="31" fill="hold">
                      <p:stCondLst>
                        <p:cond delay="indefinite"/>
                      </p:stCondLst>
                      <p:childTnLst>
                        <p:par>
                          <p:cTn id="32" fill="hold">
                            <p:stCondLst>
                              <p:cond delay="0"/>
                            </p:stCondLst>
                            <p:childTnLst>
                              <p:par>
                                <p:cTn id="33" presetID="23" presetClass="entr" presetSubtype="32"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250" fill="hold"/>
                                        <p:tgtEl>
                                          <p:spTgt spid="12"/>
                                        </p:tgtEl>
                                        <p:attrNameLst>
                                          <p:attrName>ppt_w</p:attrName>
                                        </p:attrNameLst>
                                      </p:cBhvr>
                                      <p:tavLst>
                                        <p:tav tm="0">
                                          <p:val>
                                            <p:strVal val="4*#ppt_w"/>
                                          </p:val>
                                        </p:tav>
                                        <p:tav tm="100000">
                                          <p:val>
                                            <p:strVal val="#ppt_w"/>
                                          </p:val>
                                        </p:tav>
                                      </p:tavLst>
                                    </p:anim>
                                    <p:anim calcmode="lin" valueType="num">
                                      <p:cBhvr>
                                        <p:cTn id="36" dur="250" fill="hold"/>
                                        <p:tgtEl>
                                          <p:spTgt spid="12"/>
                                        </p:tgtEl>
                                        <p:attrNameLst>
                                          <p:attrName>ppt_h</p:attrName>
                                        </p:attrNameLst>
                                      </p:cBhvr>
                                      <p:tavLst>
                                        <p:tav tm="0">
                                          <p:val>
                                            <p:strVal val="4*#ppt_h"/>
                                          </p:val>
                                        </p:tav>
                                        <p:tav tm="100000">
                                          <p:val>
                                            <p:strVal val="#ppt_h"/>
                                          </p:val>
                                        </p:tav>
                                      </p:tavLst>
                                    </p:anim>
                                  </p:childTnLst>
                                </p:cTn>
                              </p:par>
                              <p:par>
                                <p:cTn id="37" presetID="6" presetClass="emph" presetSubtype="0" autoRev="1" fill="hold" nodeType="withEffect">
                                  <p:stCondLst>
                                    <p:cond delay="250"/>
                                  </p:stCondLst>
                                  <p:childTnLst>
                                    <p:animScale>
                                      <p:cBhvr>
                                        <p:cTn id="38" dur="150" fill="hold"/>
                                        <p:tgtEl>
                                          <p:spTgt spid="12"/>
                                        </p:tgtEl>
                                      </p:cBhvr>
                                      <p:by x="90000" y="90000"/>
                                    </p:animScale>
                                  </p:childTnLst>
                                </p:cTn>
                              </p:par>
                              <p:par>
                                <p:cTn id="39" presetID="23" presetClass="entr" presetSubtype="16" fill="hold" grpId="0" nodeType="withEffect">
                                  <p:stCondLst>
                                    <p:cond delay="250"/>
                                  </p:stCondLst>
                                  <p:childTnLst>
                                    <p:set>
                                      <p:cBhvr>
                                        <p:cTn id="40" dur="1" fill="hold">
                                          <p:stCondLst>
                                            <p:cond delay="0"/>
                                          </p:stCondLst>
                                        </p:cTn>
                                        <p:tgtEl>
                                          <p:spTgt spid="45"/>
                                        </p:tgtEl>
                                        <p:attrNameLst>
                                          <p:attrName>style.visibility</p:attrName>
                                        </p:attrNameLst>
                                      </p:cBhvr>
                                      <p:to>
                                        <p:strVal val="visible"/>
                                      </p:to>
                                    </p:set>
                                    <p:anim calcmode="lin" valueType="num">
                                      <p:cBhvr>
                                        <p:cTn id="41" dur="250" fill="hold"/>
                                        <p:tgtEl>
                                          <p:spTgt spid="45"/>
                                        </p:tgtEl>
                                        <p:attrNameLst>
                                          <p:attrName>ppt_w</p:attrName>
                                        </p:attrNameLst>
                                      </p:cBhvr>
                                      <p:tavLst>
                                        <p:tav tm="0">
                                          <p:val>
                                            <p:fltVal val="0"/>
                                          </p:val>
                                        </p:tav>
                                        <p:tav tm="100000">
                                          <p:val>
                                            <p:strVal val="#ppt_w"/>
                                          </p:val>
                                        </p:tav>
                                      </p:tavLst>
                                    </p:anim>
                                    <p:anim calcmode="lin" valueType="num">
                                      <p:cBhvr>
                                        <p:cTn id="42" dur="250" fill="hold"/>
                                        <p:tgtEl>
                                          <p:spTgt spid="45"/>
                                        </p:tgtEl>
                                        <p:attrNameLst>
                                          <p:attrName>ppt_h</p:attrName>
                                        </p:attrNameLst>
                                      </p:cBhvr>
                                      <p:tavLst>
                                        <p:tav tm="0">
                                          <p:val>
                                            <p:fltVal val="0"/>
                                          </p:val>
                                        </p:tav>
                                        <p:tav tm="100000">
                                          <p:val>
                                            <p:strVal val="#ppt_h"/>
                                          </p:val>
                                        </p:tav>
                                      </p:tavLst>
                                    </p:anim>
                                  </p:childTnLst>
                                </p:cTn>
                              </p:par>
                              <p:par>
                                <p:cTn id="43" presetID="23" presetClass="entr" presetSubtype="16" fill="hold" nodeType="withEffect">
                                  <p:stCondLst>
                                    <p:cond delay="250"/>
                                  </p:stCondLst>
                                  <p:childTnLst>
                                    <p:set>
                                      <p:cBhvr>
                                        <p:cTn id="44" dur="1" fill="hold">
                                          <p:stCondLst>
                                            <p:cond delay="0"/>
                                          </p:stCondLst>
                                        </p:cTn>
                                        <p:tgtEl>
                                          <p:spTgt spid="3"/>
                                        </p:tgtEl>
                                        <p:attrNameLst>
                                          <p:attrName>style.visibility</p:attrName>
                                        </p:attrNameLst>
                                      </p:cBhvr>
                                      <p:to>
                                        <p:strVal val="visible"/>
                                      </p:to>
                                    </p:set>
                                    <p:anim calcmode="lin" valueType="num">
                                      <p:cBhvr>
                                        <p:cTn id="45" dur="500" fill="hold"/>
                                        <p:tgtEl>
                                          <p:spTgt spid="3"/>
                                        </p:tgtEl>
                                        <p:attrNameLst>
                                          <p:attrName>ppt_w</p:attrName>
                                        </p:attrNameLst>
                                      </p:cBhvr>
                                      <p:tavLst>
                                        <p:tav tm="0">
                                          <p:val>
                                            <p:fltVal val="0"/>
                                          </p:val>
                                        </p:tav>
                                        <p:tav tm="100000">
                                          <p:val>
                                            <p:strVal val="#ppt_w"/>
                                          </p:val>
                                        </p:tav>
                                      </p:tavLst>
                                    </p:anim>
                                    <p:anim calcmode="lin" valueType="num">
                                      <p:cBhvr>
                                        <p:cTn id="46" dur="500" fill="hold"/>
                                        <p:tgtEl>
                                          <p:spTgt spid="3"/>
                                        </p:tgtEl>
                                        <p:attrNameLst>
                                          <p:attrName>ppt_h</p:attrName>
                                        </p:attrNameLst>
                                      </p:cBhvr>
                                      <p:tavLst>
                                        <p:tav tm="0">
                                          <p:val>
                                            <p:fltVal val="0"/>
                                          </p:val>
                                        </p:tav>
                                        <p:tav tm="100000">
                                          <p:val>
                                            <p:strVal val="#ppt_h"/>
                                          </p:val>
                                        </p:tav>
                                      </p:tavLst>
                                    </p:anim>
                                  </p:childTnLst>
                                </p:cTn>
                              </p:par>
                              <p:par>
                                <p:cTn id="47" presetID="42" presetClass="path" presetSubtype="0" accel="34000" decel="60000" fill="hold" nodeType="withEffect">
                                  <p:stCondLst>
                                    <p:cond delay="250"/>
                                  </p:stCondLst>
                                  <p:childTnLst>
                                    <p:animMotion origin="layout" path="M -4.16667E-6 -3.33333E-6 L -4.16667E-6 -0.18009 " pathEditMode="relative" rAng="0" ptsTypes="AA">
                                      <p:cBhvr>
                                        <p:cTn id="48" dur="500" spd="-100000" fill="hold"/>
                                        <p:tgtEl>
                                          <p:spTgt spid="3"/>
                                        </p:tgtEl>
                                        <p:attrNameLst>
                                          <p:attrName>ppt_x</p:attrName>
                                          <p:attrName>ppt_y</p:attrName>
                                        </p:attrNameLst>
                                      </p:cBhvr>
                                      <p:rCtr x="0" y="-9005"/>
                                    </p:animMotion>
                                  </p:childTnLst>
                                </p:cTn>
                              </p:par>
                              <p:par>
                                <p:cTn id="49" presetID="6" presetClass="emph" presetSubtype="0" autoRev="1" fill="hold" grpId="1" nodeType="withEffect">
                                  <p:stCondLst>
                                    <p:cond delay="500"/>
                                  </p:stCondLst>
                                  <p:childTnLst>
                                    <p:animScale>
                                      <p:cBhvr>
                                        <p:cTn id="50" dur="150" fill="hold"/>
                                        <p:tgtEl>
                                          <p:spTgt spid="45"/>
                                        </p:tgtEl>
                                      </p:cBhvr>
                                      <p:by x="110000" y="110000"/>
                                    </p:animScale>
                                  </p:childTnLst>
                                </p:cTn>
                              </p:par>
                            </p:childTnLst>
                          </p:cTn>
                        </p:par>
                      </p:childTnLst>
                    </p:cTn>
                  </p:par>
                  <p:par>
                    <p:cTn id="51" fill="hold">
                      <p:stCondLst>
                        <p:cond delay="indefinite"/>
                      </p:stCondLst>
                      <p:childTnLst>
                        <p:par>
                          <p:cTn id="52" fill="hold">
                            <p:stCondLst>
                              <p:cond delay="0"/>
                            </p:stCondLst>
                            <p:childTnLst>
                              <p:par>
                                <p:cTn id="53" presetID="23" presetClass="entr" presetSubtype="32"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p:cTn id="55" dur="250" fill="hold"/>
                                        <p:tgtEl>
                                          <p:spTgt spid="16"/>
                                        </p:tgtEl>
                                        <p:attrNameLst>
                                          <p:attrName>ppt_w</p:attrName>
                                        </p:attrNameLst>
                                      </p:cBhvr>
                                      <p:tavLst>
                                        <p:tav tm="0">
                                          <p:val>
                                            <p:strVal val="4*#ppt_w"/>
                                          </p:val>
                                        </p:tav>
                                        <p:tav tm="100000">
                                          <p:val>
                                            <p:strVal val="#ppt_w"/>
                                          </p:val>
                                        </p:tav>
                                      </p:tavLst>
                                    </p:anim>
                                    <p:anim calcmode="lin" valueType="num">
                                      <p:cBhvr>
                                        <p:cTn id="56" dur="250" fill="hold"/>
                                        <p:tgtEl>
                                          <p:spTgt spid="16"/>
                                        </p:tgtEl>
                                        <p:attrNameLst>
                                          <p:attrName>ppt_h</p:attrName>
                                        </p:attrNameLst>
                                      </p:cBhvr>
                                      <p:tavLst>
                                        <p:tav tm="0">
                                          <p:val>
                                            <p:strVal val="4*#ppt_h"/>
                                          </p:val>
                                        </p:tav>
                                        <p:tav tm="100000">
                                          <p:val>
                                            <p:strVal val="#ppt_h"/>
                                          </p:val>
                                        </p:tav>
                                      </p:tavLst>
                                    </p:anim>
                                  </p:childTnLst>
                                </p:cTn>
                              </p:par>
                              <p:par>
                                <p:cTn id="57" presetID="6" presetClass="emph" presetSubtype="0" autoRev="1" fill="hold" nodeType="withEffect">
                                  <p:stCondLst>
                                    <p:cond delay="250"/>
                                  </p:stCondLst>
                                  <p:childTnLst>
                                    <p:animScale>
                                      <p:cBhvr>
                                        <p:cTn id="58" dur="150" fill="hold"/>
                                        <p:tgtEl>
                                          <p:spTgt spid="16"/>
                                        </p:tgtEl>
                                      </p:cBhvr>
                                      <p:by x="90000" y="90000"/>
                                    </p:animScale>
                                  </p:childTnLst>
                                </p:cTn>
                              </p:par>
                              <p:par>
                                <p:cTn id="59" presetID="23" presetClass="entr" presetSubtype="16" fill="hold" nodeType="withEffect">
                                  <p:stCondLst>
                                    <p:cond delay="250"/>
                                  </p:stCondLst>
                                  <p:childTnLst>
                                    <p:set>
                                      <p:cBhvr>
                                        <p:cTn id="60" dur="1" fill="hold">
                                          <p:stCondLst>
                                            <p:cond delay="0"/>
                                          </p:stCondLst>
                                        </p:cTn>
                                        <p:tgtEl>
                                          <p:spTgt spid="4"/>
                                        </p:tgtEl>
                                        <p:attrNameLst>
                                          <p:attrName>style.visibility</p:attrName>
                                        </p:attrNameLst>
                                      </p:cBhvr>
                                      <p:to>
                                        <p:strVal val="visible"/>
                                      </p:to>
                                    </p:set>
                                    <p:anim calcmode="lin" valueType="num">
                                      <p:cBhvr>
                                        <p:cTn id="61" dur="500" fill="hold"/>
                                        <p:tgtEl>
                                          <p:spTgt spid="4"/>
                                        </p:tgtEl>
                                        <p:attrNameLst>
                                          <p:attrName>ppt_w</p:attrName>
                                        </p:attrNameLst>
                                      </p:cBhvr>
                                      <p:tavLst>
                                        <p:tav tm="0">
                                          <p:val>
                                            <p:fltVal val="0"/>
                                          </p:val>
                                        </p:tav>
                                        <p:tav tm="100000">
                                          <p:val>
                                            <p:strVal val="#ppt_w"/>
                                          </p:val>
                                        </p:tav>
                                      </p:tavLst>
                                    </p:anim>
                                    <p:anim calcmode="lin" valueType="num">
                                      <p:cBhvr>
                                        <p:cTn id="62" dur="500" fill="hold"/>
                                        <p:tgtEl>
                                          <p:spTgt spid="4"/>
                                        </p:tgtEl>
                                        <p:attrNameLst>
                                          <p:attrName>ppt_h</p:attrName>
                                        </p:attrNameLst>
                                      </p:cBhvr>
                                      <p:tavLst>
                                        <p:tav tm="0">
                                          <p:val>
                                            <p:fltVal val="0"/>
                                          </p:val>
                                        </p:tav>
                                        <p:tav tm="100000">
                                          <p:val>
                                            <p:strVal val="#ppt_h"/>
                                          </p:val>
                                        </p:tav>
                                      </p:tavLst>
                                    </p:anim>
                                  </p:childTnLst>
                                </p:cTn>
                              </p:par>
                              <p:par>
                                <p:cTn id="63" presetID="42" presetClass="path" presetSubtype="0" accel="34000" decel="60000" fill="hold" nodeType="withEffect">
                                  <p:stCondLst>
                                    <p:cond delay="250"/>
                                  </p:stCondLst>
                                  <p:childTnLst>
                                    <p:animMotion origin="layout" path="M -4.16667E-6 -3.33333E-6 L -4.16667E-6 -0.18009 " pathEditMode="relative" rAng="0" ptsTypes="AA">
                                      <p:cBhvr>
                                        <p:cTn id="64" dur="500" spd="-100000" fill="hold"/>
                                        <p:tgtEl>
                                          <p:spTgt spid="4"/>
                                        </p:tgtEl>
                                        <p:attrNameLst>
                                          <p:attrName>ppt_x</p:attrName>
                                          <p:attrName>ppt_y</p:attrName>
                                        </p:attrNameLst>
                                      </p:cBhvr>
                                      <p:rCtr x="0" y="-900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ldLvl="0" animBg="1"/>
      <p:bldP spid="44" grpId="1" bldLvl="0" animBg="1"/>
      <p:bldP spid="45" grpId="0" bldLvl="0" animBg="1"/>
      <p:bldP spid="45" grpId="1"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13560" y="198521"/>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350">
              <a:solidFill>
                <a:schemeClr val="accent1"/>
              </a:solidFill>
              <a:latin typeface="+mj-ea"/>
              <a:ea typeface="+mj-ea"/>
            </a:endParaRPr>
          </a:p>
        </p:txBody>
      </p:sp>
      <p:pic>
        <p:nvPicPr>
          <p:cNvPr id="5" name="图片 4"/>
          <p:cNvPicPr>
            <a:picLocks noChangeAspect="1"/>
          </p:cNvPicPr>
          <p:nvPr/>
        </p:nvPicPr>
        <p:blipFill>
          <a:blip r:embed="rId3"/>
          <a:stretch>
            <a:fillRect/>
          </a:stretch>
        </p:blipFill>
        <p:spPr>
          <a:xfrm>
            <a:off x="521970" y="897255"/>
            <a:ext cx="8100000" cy="1741722"/>
          </a:xfrm>
          <a:prstGeom prst="rect">
            <a:avLst/>
          </a:prstGeom>
        </p:spPr>
      </p:pic>
      <p:pic>
        <p:nvPicPr>
          <p:cNvPr id="6" name="图片 5"/>
          <p:cNvPicPr>
            <a:picLocks noChangeAspect="1"/>
          </p:cNvPicPr>
          <p:nvPr/>
        </p:nvPicPr>
        <p:blipFill>
          <a:blip r:embed="rId4"/>
          <a:stretch>
            <a:fillRect/>
          </a:stretch>
        </p:blipFill>
        <p:spPr>
          <a:xfrm>
            <a:off x="530860" y="2983865"/>
            <a:ext cx="8100000" cy="15728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半闭框 17"/>
          <p:cNvSpPr/>
          <p:nvPr>
            <p:custDataLst>
              <p:tags r:id="rId1"/>
            </p:custDataLst>
          </p:nvPr>
        </p:nvSpPr>
        <p:spPr>
          <a:xfrm>
            <a:off x="213677" y="184467"/>
            <a:ext cx="435769" cy="435769"/>
          </a:xfrm>
          <a:prstGeom prst="halfFrame">
            <a:avLst/>
          </a:prstGeom>
          <a:solidFill>
            <a:schemeClr val="accent6"/>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19" name="半闭框 18"/>
          <p:cNvSpPr/>
          <p:nvPr>
            <p:custDataLst>
              <p:tags r:id="rId2"/>
            </p:custDataLst>
          </p:nvPr>
        </p:nvSpPr>
        <p:spPr>
          <a:xfrm rot="10800000">
            <a:off x="8511376" y="4502369"/>
            <a:ext cx="435769" cy="435769"/>
          </a:xfrm>
          <a:prstGeom prst="halfFrame">
            <a:avLst/>
          </a:prstGeom>
          <a:solidFill>
            <a:schemeClr val="accent6"/>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cxnSp>
        <p:nvCxnSpPr>
          <p:cNvPr id="4" name="1"/>
          <p:cNvCxnSpPr/>
          <p:nvPr>
            <p:custDataLst>
              <p:tags r:id="rId3"/>
            </p:custDataLst>
          </p:nvPr>
        </p:nvCxnSpPr>
        <p:spPr>
          <a:xfrm>
            <a:off x="4945120" y="2366581"/>
            <a:ext cx="1522047"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1"/>
          <p:cNvSpPr/>
          <p:nvPr>
            <p:custDataLst>
              <p:tags r:id="rId4"/>
            </p:custDataLst>
          </p:nvPr>
        </p:nvSpPr>
        <p:spPr>
          <a:xfrm>
            <a:off x="1130193" y="1683676"/>
            <a:ext cx="1365811" cy="136580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12" name="1"/>
          <p:cNvSpPr/>
          <p:nvPr>
            <p:custDataLst>
              <p:tags r:id="rId5"/>
            </p:custDataLst>
          </p:nvPr>
        </p:nvSpPr>
        <p:spPr>
          <a:xfrm>
            <a:off x="1001689" y="1555172"/>
            <a:ext cx="1622819" cy="1622818"/>
          </a:xfrm>
          <a:prstGeom prst="donut">
            <a:avLst>
              <a:gd name="adj" fmla="val 2841"/>
            </a:avLst>
          </a:prstGeom>
          <a:solidFill>
            <a:schemeClr val="accent1">
              <a:lumMod val="60000"/>
              <a:lumOff val="40000"/>
            </a:schemeClr>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14" name="1"/>
          <p:cNvSpPr txBox="1"/>
          <p:nvPr>
            <p:custDataLst>
              <p:tags r:id="rId6"/>
            </p:custDataLst>
          </p:nvPr>
        </p:nvSpPr>
        <p:spPr bwMode="auto">
          <a:xfrm flipH="1">
            <a:off x="1351433" y="2283481"/>
            <a:ext cx="923330" cy="166199"/>
          </a:xfrm>
          <a:prstGeom prst="rect">
            <a:avLst/>
          </a:prstGeom>
          <a:noFill/>
          <a:scene3d>
            <a:camera prst="orthographicFront">
              <a:rot lat="0" lon="0" rev="0"/>
            </a:camera>
            <a:lightRig rig="threePt" dir="t"/>
          </a:scene3d>
          <a:sp3d prstMaterial="matte">
            <a:bevelT w="1270" h="1270"/>
          </a:sp3d>
        </p:spPr>
        <p:txBody>
          <a:bodyPr wrap="none" lIns="0" tIns="0" rIns="0" bIns="0" anchor="ctr" anchorCtr="0">
            <a:noAutofit/>
          </a:bodyPr>
          <a:lstStyle/>
          <a:p>
            <a:pPr algn="ctr">
              <a:buClr>
                <a:prstClr val="white"/>
              </a:buClr>
              <a:defRPr/>
            </a:pPr>
            <a:r>
              <a:rPr lang="zh-CN" altLang="en-US" sz="1600" b="1" dirty="0">
                <a:solidFill>
                  <a:schemeClr val="bg1"/>
                </a:solidFill>
                <a:latin typeface="微软雅黑" panose="020B0503020204020204" pitchFamily="34" charset="-122"/>
                <a:ea typeface="微软雅黑" panose="020B0503020204020204" pitchFamily="34" charset="-122"/>
                <a:sym typeface="方正黑体简体" panose="03000509000000000000" pitchFamily="2" charset="-122"/>
              </a:rPr>
              <a:t>数字转换</a:t>
            </a:r>
          </a:p>
        </p:txBody>
      </p:sp>
      <p:cxnSp>
        <p:nvCxnSpPr>
          <p:cNvPr id="17" name="1"/>
          <p:cNvCxnSpPr>
            <a:stCxn id="12" idx="6"/>
          </p:cNvCxnSpPr>
          <p:nvPr>
            <p:custDataLst>
              <p:tags r:id="rId7"/>
            </p:custDataLst>
          </p:nvPr>
        </p:nvCxnSpPr>
        <p:spPr>
          <a:xfrm>
            <a:off x="2624508" y="2442781"/>
            <a:ext cx="1173094"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2" name="1"/>
          <p:cNvGrpSpPr/>
          <p:nvPr>
            <p:custDataLst>
              <p:tags r:id="rId8"/>
            </p:custDataLst>
          </p:nvPr>
        </p:nvGrpSpPr>
        <p:grpSpPr>
          <a:xfrm>
            <a:off x="3885857" y="1796916"/>
            <a:ext cx="1139331" cy="1139329"/>
            <a:chOff x="5166153" y="2792294"/>
            <a:chExt cx="1519108" cy="1519105"/>
          </a:xfrm>
        </p:grpSpPr>
        <p:sp>
          <p:nvSpPr>
            <p:cNvPr id="9" name="Oval 29"/>
            <p:cNvSpPr/>
            <p:nvPr/>
          </p:nvSpPr>
          <p:spPr>
            <a:xfrm>
              <a:off x="5166153" y="2792294"/>
              <a:ext cx="1519108" cy="1519105"/>
            </a:xfrm>
            <a:prstGeom prst="ellipse">
              <a:avLst/>
            </a:prstGeom>
            <a:solidFill>
              <a:schemeClr val="accent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10" name="Circle: Hollow 30"/>
            <p:cNvSpPr/>
            <p:nvPr/>
          </p:nvSpPr>
          <p:spPr>
            <a:xfrm>
              <a:off x="5272913" y="2899053"/>
              <a:ext cx="1305590" cy="1305588"/>
            </a:xfrm>
            <a:prstGeom prst="donut">
              <a:avLst>
                <a:gd name="adj" fmla="val 2841"/>
              </a:avLst>
            </a:prstGeom>
            <a:solidFill>
              <a:schemeClr val="bg1"/>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13" name="TextBox 40"/>
            <p:cNvSpPr txBox="1"/>
            <p:nvPr/>
          </p:nvSpPr>
          <p:spPr bwMode="auto">
            <a:xfrm>
              <a:off x="5363053" y="3438963"/>
              <a:ext cx="1125308" cy="225767"/>
            </a:xfrm>
            <a:prstGeom prst="rect">
              <a:avLst/>
            </a:prstGeom>
            <a:noFill/>
            <a:ln>
              <a:noFill/>
            </a:ln>
            <a:scene3d>
              <a:camera prst="orthographicFront">
                <a:rot lat="0" lon="0" rev="0"/>
              </a:camera>
              <a:lightRig rig="threePt" dir="t"/>
            </a:scene3d>
            <a:sp3d prstMaterial="matte">
              <a:bevelT w="1270" h="1270"/>
            </a:sp3d>
          </p:spPr>
          <p:txBody>
            <a:bodyPr wrap="none" lIns="0" tIns="0" rIns="0" bIns="0" anchor="ctr" anchorCtr="0">
              <a:noAutofit/>
            </a:bodyPr>
            <a:lstStyle/>
            <a:p>
              <a:pPr algn="ctr">
                <a:buClr>
                  <a:prstClr val="white"/>
                </a:buClr>
                <a:defRPr/>
              </a:pPr>
              <a:r>
                <a:rPr lang="zh-CN" altLang="en-US" sz="1600" b="1" dirty="0">
                  <a:solidFill>
                    <a:schemeClr val="bg1"/>
                  </a:solidFill>
                  <a:latin typeface="微软雅黑" panose="020B0503020204020204" pitchFamily="34" charset="-122"/>
                  <a:ea typeface="微软雅黑" panose="020B0503020204020204" pitchFamily="34" charset="-122"/>
                  <a:sym typeface="方正黑体简体" panose="03000509000000000000" pitchFamily="2" charset="-122"/>
                </a:rPr>
                <a:t>日期</a:t>
              </a:r>
            </a:p>
            <a:p>
              <a:pPr algn="ctr">
                <a:buClr>
                  <a:prstClr val="white"/>
                </a:buClr>
                <a:defRPr/>
              </a:pPr>
              <a:r>
                <a:rPr lang="zh-CN" altLang="en-US" sz="1600" b="1" dirty="0">
                  <a:solidFill>
                    <a:schemeClr val="bg1"/>
                  </a:solidFill>
                  <a:latin typeface="微软雅黑" panose="020B0503020204020204" pitchFamily="34" charset="-122"/>
                  <a:ea typeface="微软雅黑" panose="020B0503020204020204" pitchFamily="34" charset="-122"/>
                  <a:sym typeface="方正黑体简体" panose="03000509000000000000" pitchFamily="2" charset="-122"/>
                </a:rPr>
                <a:t>转换</a:t>
              </a:r>
            </a:p>
          </p:txBody>
        </p:sp>
      </p:grpSp>
      <p:grpSp>
        <p:nvGrpSpPr>
          <p:cNvPr id="22" name="1"/>
          <p:cNvGrpSpPr/>
          <p:nvPr>
            <p:custDataLst>
              <p:tags r:id="rId9"/>
            </p:custDataLst>
          </p:nvPr>
        </p:nvGrpSpPr>
        <p:grpSpPr>
          <a:xfrm>
            <a:off x="6574362" y="1796916"/>
            <a:ext cx="1139331" cy="1139329"/>
            <a:chOff x="8750826" y="2792294"/>
            <a:chExt cx="1519108" cy="1519105"/>
          </a:xfrm>
        </p:grpSpPr>
        <p:sp>
          <p:nvSpPr>
            <p:cNvPr id="6" name="Oval 25"/>
            <p:cNvSpPr/>
            <p:nvPr/>
          </p:nvSpPr>
          <p:spPr>
            <a:xfrm>
              <a:off x="8750826" y="2792294"/>
              <a:ext cx="1519108" cy="1519105"/>
            </a:xfrm>
            <a:prstGeom prst="ellipse">
              <a:avLst/>
            </a:prstGeom>
            <a:solidFill>
              <a:schemeClr val="accent4"/>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7" name="Circle: Hollow 26"/>
            <p:cNvSpPr/>
            <p:nvPr/>
          </p:nvSpPr>
          <p:spPr>
            <a:xfrm>
              <a:off x="8857586" y="2899053"/>
              <a:ext cx="1305590" cy="1305588"/>
            </a:xfrm>
            <a:prstGeom prst="donut">
              <a:avLst>
                <a:gd name="adj" fmla="val 2841"/>
              </a:avLst>
            </a:prstGeom>
            <a:solidFill>
              <a:schemeClr val="bg1"/>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15" name="TextBox 42"/>
            <p:cNvSpPr txBox="1"/>
            <p:nvPr/>
          </p:nvSpPr>
          <p:spPr bwMode="auto">
            <a:xfrm>
              <a:off x="8947726" y="3438963"/>
              <a:ext cx="1125308" cy="225767"/>
            </a:xfrm>
            <a:prstGeom prst="rect">
              <a:avLst/>
            </a:prstGeom>
            <a:noFill/>
            <a:scene3d>
              <a:camera prst="orthographicFront">
                <a:rot lat="0" lon="0" rev="0"/>
              </a:camera>
              <a:lightRig rig="threePt" dir="t"/>
            </a:scene3d>
            <a:sp3d prstMaterial="matte">
              <a:bevelT w="1270" h="1270"/>
            </a:sp3d>
          </p:spPr>
          <p:txBody>
            <a:bodyPr wrap="none" lIns="0" tIns="0" rIns="0" bIns="0" anchor="ctr" anchorCtr="0">
              <a:noAutofit/>
            </a:bodyPr>
            <a:lstStyle/>
            <a:p>
              <a:pPr algn="ctr">
                <a:buClr>
                  <a:prstClr val="white"/>
                </a:buClr>
                <a:defRPr/>
              </a:pPr>
              <a:r>
                <a:rPr lang="zh-CN" altLang="en-US" sz="1600" b="1" dirty="0">
                  <a:solidFill>
                    <a:schemeClr val="bg1"/>
                  </a:solidFill>
                  <a:latin typeface="微软雅黑" panose="020B0503020204020204" pitchFamily="34" charset="-122"/>
                  <a:ea typeface="微软雅黑" panose="020B0503020204020204" pitchFamily="34" charset="-122"/>
                  <a:sym typeface="方正黑体简体" panose="03000509000000000000" pitchFamily="2" charset="-122"/>
                </a:rPr>
                <a:t>算式</a:t>
              </a:r>
            </a:p>
            <a:p>
              <a:pPr algn="ctr">
                <a:buClr>
                  <a:prstClr val="white"/>
                </a:buClr>
                <a:defRPr/>
              </a:pPr>
              <a:r>
                <a:rPr lang="zh-CN" altLang="en-US" sz="1600" b="1" dirty="0">
                  <a:solidFill>
                    <a:schemeClr val="bg1"/>
                  </a:solidFill>
                  <a:latin typeface="微软雅黑" panose="020B0503020204020204" pitchFamily="34" charset="-122"/>
                  <a:ea typeface="微软雅黑" panose="020B0503020204020204" pitchFamily="34" charset="-122"/>
                  <a:sym typeface="方正黑体简体" panose="03000509000000000000" pitchFamily="2" charset="-122"/>
                </a:rPr>
                <a:t>计算</a:t>
              </a:r>
            </a:p>
          </p:txBody>
        </p:sp>
      </p:grpSp>
      <p:sp>
        <p:nvSpPr>
          <p:cNvPr id="26" name="iSlíďè"/>
          <p:cNvSpPr txBox="1"/>
          <p:nvPr/>
        </p:nvSpPr>
        <p:spPr bwMode="auto">
          <a:xfrm>
            <a:off x="822960" y="3529330"/>
            <a:ext cx="198000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500" rIns="67500" anchor="t" anchorCtr="0">
            <a:spAutoFit/>
          </a:bodyPr>
          <a:lstStyle/>
          <a:p>
            <a:pPr algn="just" defTabSz="685165">
              <a:spcBef>
                <a:spcPct val="0"/>
              </a:spcBef>
              <a:defRPr/>
            </a:pPr>
            <a:r>
              <a:rPr lang="zh-CN" altLang="en-US" sz="1100" dirty="0">
                <a:solidFill>
                  <a:schemeClr val="bg2">
                    <a:lumMod val="10000"/>
                  </a:schemeClr>
                </a:solidFill>
                <a:latin typeface="微软雅黑" panose="020B0503020204020204" pitchFamily="34" charset="-122"/>
                <a:ea typeface="微软雅黑" panose="020B0503020204020204" pitchFamily="34" charset="-122"/>
                <a:sym typeface="方正黑体简体" panose="03000509000000000000" pitchFamily="2" charset="-122"/>
              </a:rPr>
              <a:t>输入V+整数数字，如V123，搜狗拼音输入法将把这些数字转换成中文大小写数字，如图1-23所示。特别地，如果输入99以内的整数数字，还将得到对应的罗马数字。</a:t>
            </a:r>
          </a:p>
        </p:txBody>
      </p:sp>
      <p:sp>
        <p:nvSpPr>
          <p:cNvPr id="28" name="iSlíďè"/>
          <p:cNvSpPr txBox="1"/>
          <p:nvPr/>
        </p:nvSpPr>
        <p:spPr bwMode="auto">
          <a:xfrm>
            <a:off x="3465176" y="3529178"/>
            <a:ext cx="19800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500" rIns="67500" anchor="t" anchorCtr="0">
            <a:spAutoFit/>
          </a:bodyPr>
          <a:lstStyle/>
          <a:p>
            <a:pPr defTabSz="685165">
              <a:spcBef>
                <a:spcPct val="0"/>
              </a:spcBef>
              <a:defRPr/>
            </a:pPr>
            <a:r>
              <a:rPr lang="zh-CN" altLang="en-US" sz="1100" dirty="0">
                <a:solidFill>
                  <a:schemeClr val="bg2">
                    <a:lumMod val="10000"/>
                  </a:schemeClr>
                </a:solidFill>
                <a:latin typeface="微软雅黑" panose="020B0503020204020204" pitchFamily="34" charset="-122"/>
                <a:ea typeface="微软雅黑" panose="020B0503020204020204" pitchFamily="34" charset="-122"/>
                <a:sym typeface="方正黑体简体" panose="03000509000000000000" pitchFamily="2" charset="-122"/>
              </a:rPr>
              <a:t>输入V+ 日期，如V2018.1.1，搜狗拼音输入法将把简单的数字日期转换为日期格式，如图1-25 所示。</a:t>
            </a:r>
          </a:p>
        </p:txBody>
      </p:sp>
      <p:sp>
        <p:nvSpPr>
          <p:cNvPr id="30" name="iSlíďè"/>
          <p:cNvSpPr txBox="1"/>
          <p:nvPr/>
        </p:nvSpPr>
        <p:spPr bwMode="auto">
          <a:xfrm>
            <a:off x="6154322" y="3529070"/>
            <a:ext cx="1980000"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500" rIns="67500" anchor="t" anchorCtr="0">
            <a:spAutoFit/>
          </a:bodyPr>
          <a:lstStyle/>
          <a:p>
            <a:pPr defTabSz="685165">
              <a:spcBef>
                <a:spcPct val="0"/>
              </a:spcBef>
              <a:defRPr/>
            </a:pPr>
            <a:r>
              <a:rPr lang="zh-CN" altLang="en-US" sz="1100" dirty="0">
                <a:solidFill>
                  <a:schemeClr val="bg2">
                    <a:lumMod val="10000"/>
                  </a:schemeClr>
                </a:solidFill>
                <a:latin typeface="微软雅黑" panose="020B0503020204020204" pitchFamily="34" charset="-122"/>
                <a:ea typeface="微软雅黑" panose="020B0503020204020204" pitchFamily="34" charset="-122"/>
                <a:sym typeface="方正黑体简体" panose="03000509000000000000" pitchFamily="2" charset="-122"/>
              </a:rPr>
              <a:t>输入V+ 算式，可以得到对应的算式结果以及算式整体候选，如图1-26 所示。如此一来，遇到简单计算时，便不用再打开计算器。任何一个可输入的地方都可以用搜狗拼音输入法计算。</a:t>
            </a:r>
          </a:p>
        </p:txBody>
      </p:sp>
      <p:sp>
        <p:nvSpPr>
          <p:cNvPr id="3" name="文本框 2"/>
          <p:cNvSpPr txBox="1"/>
          <p:nvPr/>
        </p:nvSpPr>
        <p:spPr>
          <a:xfrm>
            <a:off x="872490" y="373380"/>
            <a:ext cx="2540000" cy="368300"/>
          </a:xfrm>
          <a:prstGeom prst="rect">
            <a:avLst/>
          </a:prstGeom>
          <a:noFill/>
        </p:spPr>
        <p:txBody>
          <a:bodyPr wrap="square" rtlCol="0" anchor="t">
            <a:spAutoFit/>
          </a:bodyPr>
          <a:lstStyle/>
          <a:p>
            <a:r>
              <a:rPr lang="zh-CN" altLang="en-US" b="1">
                <a:latin typeface="微软雅黑" panose="020B0503020204020204" charset="-122"/>
                <a:ea typeface="微软雅黑" panose="020B0503020204020204" charset="-122"/>
                <a:cs typeface="微软雅黑" panose="020B0503020204020204" charset="-122"/>
              </a:rPr>
              <a:t>V 模式</a:t>
            </a:r>
          </a:p>
        </p:txBody>
      </p:sp>
      <p:sp>
        <p:nvSpPr>
          <p:cNvPr id="16" name="文本框 15"/>
          <p:cNvSpPr txBox="1"/>
          <p:nvPr/>
        </p:nvSpPr>
        <p:spPr>
          <a:xfrm>
            <a:off x="872490" y="829945"/>
            <a:ext cx="7422515" cy="460375"/>
          </a:xfrm>
          <a:prstGeom prst="rect">
            <a:avLst/>
          </a:prstGeom>
          <a:noFill/>
        </p:spPr>
        <p:txBody>
          <a:bodyPr wrap="square" rtlCol="0" anchor="t">
            <a:spAutoFit/>
          </a:bodyPr>
          <a:lstStyle/>
          <a:p>
            <a:r>
              <a:rPr lang="zh-CN" altLang="en-US" sz="1200"/>
              <a:t>V 模式是一个转换和计算的功能组合。由于双拼占用了V 键，所以双拼下需要按Shift+V 进入V 模式。</a:t>
            </a:r>
          </a:p>
          <a:p>
            <a:r>
              <a:rPr lang="zh-CN" altLang="en-US" sz="1200"/>
              <a:t>V 模式下具体功能有以下几种。</a:t>
            </a: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 calcmode="lin" valueType="num">
                                      <p:cBhvr>
                                        <p:cTn id="9" dur="500" fill="hold"/>
                                        <p:tgtEl>
                                          <p:spTgt spid="11"/>
                                        </p:tgtEl>
                                        <p:attrNameLst>
                                          <p:attrName>style.rotation</p:attrName>
                                        </p:attrNameLst>
                                      </p:cBhvr>
                                      <p:tavLst>
                                        <p:tav tm="0">
                                          <p:val>
                                            <p:fltVal val="360"/>
                                          </p:val>
                                        </p:tav>
                                        <p:tav tm="100000">
                                          <p:val>
                                            <p:fltVal val="0"/>
                                          </p:val>
                                        </p:tav>
                                      </p:tavLst>
                                    </p:anim>
                                    <p:animEffect transition="in" filter="fade">
                                      <p:cBhvr>
                                        <p:cTn id="10" dur="500"/>
                                        <p:tgtEl>
                                          <p:spTgt spid="11"/>
                                        </p:tgtEl>
                                      </p:cBhvr>
                                    </p:animEffect>
                                  </p:childTnLst>
                                </p:cTn>
                              </p:par>
                            </p:childTnLst>
                          </p:cTn>
                        </p:par>
                        <p:par>
                          <p:cTn id="11" fill="hold">
                            <p:stCondLst>
                              <p:cond delay="500"/>
                            </p:stCondLst>
                            <p:childTnLst>
                              <p:par>
                                <p:cTn id="12" presetID="49" presetClass="entr" presetSubtype="0" decel="10000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 calcmode="lin" valueType="num">
                                      <p:cBhvr>
                                        <p:cTn id="16" dur="500" fill="hold"/>
                                        <p:tgtEl>
                                          <p:spTgt spid="12"/>
                                        </p:tgtEl>
                                        <p:attrNameLst>
                                          <p:attrName>style.rotation</p:attrName>
                                        </p:attrNameLst>
                                      </p:cBhvr>
                                      <p:tavLst>
                                        <p:tav tm="0">
                                          <p:val>
                                            <p:fltVal val="360"/>
                                          </p:val>
                                        </p:tav>
                                        <p:tav tm="100000">
                                          <p:val>
                                            <p:fltVal val="0"/>
                                          </p:val>
                                        </p:tav>
                                      </p:tavLst>
                                    </p:anim>
                                    <p:animEffect transition="in" filter="fade">
                                      <p:cBhvr>
                                        <p:cTn id="17" dur="500"/>
                                        <p:tgtEl>
                                          <p:spTgt spid="12"/>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p:cTn id="21" dur="500" fill="hold"/>
                                        <p:tgtEl>
                                          <p:spTgt spid="14"/>
                                        </p:tgtEl>
                                        <p:attrNameLst>
                                          <p:attrName>ppt_w</p:attrName>
                                        </p:attrNameLst>
                                      </p:cBhvr>
                                      <p:tavLst>
                                        <p:tav tm="0">
                                          <p:val>
                                            <p:fltVal val="0"/>
                                          </p:val>
                                        </p:tav>
                                        <p:tav tm="100000">
                                          <p:val>
                                            <p:strVal val="#ppt_w"/>
                                          </p:val>
                                        </p:tav>
                                      </p:tavLst>
                                    </p:anim>
                                    <p:anim calcmode="lin" valueType="num">
                                      <p:cBhvr>
                                        <p:cTn id="22" dur="500" fill="hold"/>
                                        <p:tgtEl>
                                          <p:spTgt spid="14"/>
                                        </p:tgtEl>
                                        <p:attrNameLst>
                                          <p:attrName>ppt_h</p:attrName>
                                        </p:attrNameLst>
                                      </p:cBhvr>
                                      <p:tavLst>
                                        <p:tav tm="0">
                                          <p:val>
                                            <p:fltVal val="0"/>
                                          </p:val>
                                        </p:tav>
                                        <p:tav tm="100000">
                                          <p:val>
                                            <p:strVal val="#ppt_h"/>
                                          </p:val>
                                        </p:tav>
                                      </p:tavLst>
                                    </p:anim>
                                    <p:anim calcmode="lin" valueType="num">
                                      <p:cBhvr>
                                        <p:cTn id="23" dur="500" fill="hold"/>
                                        <p:tgtEl>
                                          <p:spTgt spid="14"/>
                                        </p:tgtEl>
                                        <p:attrNameLst>
                                          <p:attrName>style.rotation</p:attrName>
                                        </p:attrNameLst>
                                      </p:cBhvr>
                                      <p:tavLst>
                                        <p:tav tm="0">
                                          <p:val>
                                            <p:fltVal val="360"/>
                                          </p:val>
                                        </p:tav>
                                        <p:tav tm="100000">
                                          <p:val>
                                            <p:fltVal val="0"/>
                                          </p:val>
                                        </p:tav>
                                      </p:tavLst>
                                    </p:anim>
                                    <p:animEffect transition="in" filter="fade">
                                      <p:cBhvr>
                                        <p:cTn id="24" dur="500"/>
                                        <p:tgtEl>
                                          <p:spTgt spid="14"/>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par>
                          <p:cTn id="29" fill="hold">
                            <p:stCondLst>
                              <p:cond delay="2000"/>
                            </p:stCondLst>
                            <p:childTnLst>
                              <p:par>
                                <p:cTn id="30" presetID="23" presetClass="entr" presetSubtype="16"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childTnLst>
                                </p:cTn>
                              </p:par>
                            </p:childTnLst>
                          </p:cTn>
                        </p:par>
                        <p:par>
                          <p:cTn id="34" fill="hold">
                            <p:stCondLst>
                              <p:cond delay="2500"/>
                            </p:stCondLst>
                            <p:childTnLst>
                              <p:par>
                                <p:cTn id="35" presetID="22" presetClass="entr" presetSubtype="8"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par>
                          <p:cTn id="38" fill="hold">
                            <p:stCondLst>
                              <p:cond delay="3000"/>
                            </p:stCondLst>
                            <p:childTnLst>
                              <p:par>
                                <p:cTn id="39" presetID="23" presetClass="entr" presetSubtype="16" fill="hold" nodeType="after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p:cTn id="41" dur="500" fill="hold"/>
                                        <p:tgtEl>
                                          <p:spTgt spid="22"/>
                                        </p:tgtEl>
                                        <p:attrNameLst>
                                          <p:attrName>ppt_w</p:attrName>
                                        </p:attrNameLst>
                                      </p:cBhvr>
                                      <p:tavLst>
                                        <p:tav tm="0">
                                          <p:val>
                                            <p:fltVal val="0"/>
                                          </p:val>
                                        </p:tav>
                                        <p:tav tm="100000">
                                          <p:val>
                                            <p:strVal val="#ppt_w"/>
                                          </p:val>
                                        </p:tav>
                                      </p:tavLst>
                                    </p:anim>
                                    <p:anim calcmode="lin" valueType="num">
                                      <p:cBhvr>
                                        <p:cTn id="42" dur="500" fill="hold"/>
                                        <p:tgtEl>
                                          <p:spTgt spid="22"/>
                                        </p:tgtEl>
                                        <p:attrNameLst>
                                          <p:attrName>ppt_h</p:attrName>
                                        </p:attrNameLst>
                                      </p:cBhvr>
                                      <p:tavLst>
                                        <p:tav tm="0">
                                          <p:val>
                                            <p:fltVal val="0"/>
                                          </p:val>
                                        </p:tav>
                                        <p:tav tm="100000">
                                          <p:val>
                                            <p:strVal val="#ppt_h"/>
                                          </p:val>
                                        </p:tav>
                                      </p:tavLst>
                                    </p:anim>
                                  </p:childTnLst>
                                </p:cTn>
                              </p:par>
                            </p:childTnLst>
                          </p:cTn>
                        </p:par>
                        <p:par>
                          <p:cTn id="43" fill="hold">
                            <p:stCondLst>
                              <p:cond delay="3500"/>
                            </p:stCondLst>
                            <p:childTnLst>
                              <p:par>
                                <p:cTn id="44" presetID="22" presetClass="entr" presetSubtype="4" fill="hold" grpId="0" nodeType="after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wipe(down)">
                                      <p:cBhvr>
                                        <p:cTn id="46" dur="500"/>
                                        <p:tgtEl>
                                          <p:spTgt spid="26"/>
                                        </p:tgtEl>
                                      </p:cBhvr>
                                    </p:animEffect>
                                  </p:childTnLst>
                                </p:cTn>
                              </p:par>
                            </p:childTnLst>
                          </p:cTn>
                        </p:par>
                        <p:par>
                          <p:cTn id="47" fill="hold">
                            <p:stCondLst>
                              <p:cond delay="4000"/>
                            </p:stCondLst>
                            <p:childTnLst>
                              <p:par>
                                <p:cTn id="48" presetID="22" presetClass="entr" presetSubtype="4" fill="hold" grpId="0" nodeType="after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wipe(down)">
                                      <p:cBhvr>
                                        <p:cTn id="50" dur="500"/>
                                        <p:tgtEl>
                                          <p:spTgt spid="28"/>
                                        </p:tgtEl>
                                      </p:cBhvr>
                                    </p:animEffect>
                                  </p:childTnLst>
                                </p:cTn>
                              </p:par>
                            </p:childTnLst>
                          </p:cTn>
                        </p:par>
                        <p:par>
                          <p:cTn id="51" fill="hold">
                            <p:stCondLst>
                              <p:cond delay="4500"/>
                            </p:stCondLst>
                            <p:childTnLst>
                              <p:par>
                                <p:cTn id="52" presetID="22" presetClass="entr" presetSubtype="4" fill="hold" grpId="0" nodeType="after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down)">
                                      <p:cBhvr>
                                        <p:cTn id="5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4" grpId="0"/>
      <p:bldP spid="26" grpId="0"/>
      <p:bldP spid="28" grpId="0"/>
      <p:bldP spid="3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13560" y="198521"/>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350">
              <a:solidFill>
                <a:schemeClr val="accent1"/>
              </a:solidFill>
              <a:latin typeface="+mj-ea"/>
              <a:ea typeface="+mj-ea"/>
            </a:endParaRPr>
          </a:p>
        </p:txBody>
      </p:sp>
      <p:pic>
        <p:nvPicPr>
          <p:cNvPr id="2" name="图片 1"/>
          <p:cNvPicPr>
            <a:picLocks noChangeAspect="1"/>
          </p:cNvPicPr>
          <p:nvPr/>
        </p:nvPicPr>
        <p:blipFill>
          <a:blip r:embed="rId3"/>
          <a:stretch>
            <a:fillRect/>
          </a:stretch>
        </p:blipFill>
        <p:spPr>
          <a:xfrm>
            <a:off x="441325" y="630555"/>
            <a:ext cx="8280000" cy="2058590"/>
          </a:xfrm>
          <a:prstGeom prst="rect">
            <a:avLst/>
          </a:prstGeom>
        </p:spPr>
      </p:pic>
      <p:pic>
        <p:nvPicPr>
          <p:cNvPr id="4" name="图片 3"/>
          <p:cNvPicPr>
            <a:picLocks noChangeAspect="1"/>
          </p:cNvPicPr>
          <p:nvPr/>
        </p:nvPicPr>
        <p:blipFill>
          <a:blip r:embed="rId4"/>
          <a:stretch>
            <a:fillRect/>
          </a:stretch>
        </p:blipFill>
        <p:spPr>
          <a:xfrm>
            <a:off x="431800" y="2992120"/>
            <a:ext cx="8280000" cy="16717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9144000" cy="5143500"/>
          </a:xfrm>
          <a:prstGeom prst="rect">
            <a:avLst/>
          </a:prstGeom>
          <a:pattFill prst="ltDnDiag">
            <a:fgClr>
              <a:srgbClr val="FFFFFF">
                <a:lumMod val="85000"/>
              </a:srgbClr>
            </a:fgClr>
            <a:bgClr>
              <a:srgbClr val="FFFFFF"/>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0" name="流程图: 决策 9"/>
          <p:cNvSpPr/>
          <p:nvPr>
            <p:custDataLst>
              <p:tags r:id="rId3"/>
            </p:custDataLst>
          </p:nvPr>
        </p:nvSpPr>
        <p:spPr>
          <a:xfrm>
            <a:off x="861325" y="517413"/>
            <a:ext cx="7466390" cy="4626087"/>
          </a:xfrm>
          <a:prstGeom prst="flowChartDecision">
            <a:avLst/>
          </a:prstGeom>
          <a:solidFill>
            <a:srgbClr val="000000">
              <a:lumMod val="65000"/>
              <a:lumOff val="35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1" name="流程图: 决策 10"/>
          <p:cNvSpPr/>
          <p:nvPr>
            <p:custDataLst>
              <p:tags r:id="rId4"/>
            </p:custDataLst>
          </p:nvPr>
        </p:nvSpPr>
        <p:spPr>
          <a:xfrm>
            <a:off x="654611" y="65314"/>
            <a:ext cx="7879822" cy="4882244"/>
          </a:xfrm>
          <a:prstGeom prst="flowChartDecision">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7" name="任意多边形: 形状 16"/>
          <p:cNvSpPr>
            <a:spLocks noChangeAspect="1"/>
          </p:cNvSpPr>
          <p:nvPr>
            <p:custDataLst>
              <p:tags r:id="rId5"/>
            </p:custDataLst>
          </p:nvPr>
        </p:nvSpPr>
        <p:spPr>
          <a:xfrm>
            <a:off x="1667492" y="1928776"/>
            <a:ext cx="192634" cy="39089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FFFF">
              <a:lumMod val="85000"/>
            </a:srgbClr>
          </a:solidFill>
          <a:ln w="31750" cap="rnd">
            <a:noFill/>
            <a:round/>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18" name="任意多边形: 形状 17"/>
          <p:cNvSpPr>
            <a:spLocks noChangeAspect="1"/>
          </p:cNvSpPr>
          <p:nvPr>
            <p:custDataLst>
              <p:tags r:id="rId6"/>
            </p:custDataLst>
          </p:nvPr>
        </p:nvSpPr>
        <p:spPr>
          <a:xfrm>
            <a:off x="1922825" y="1928776"/>
            <a:ext cx="192634" cy="39089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FFFF">
              <a:lumMod val="85000"/>
            </a:srgbClr>
          </a:solidFill>
          <a:ln w="31750" cap="rnd">
            <a:noFill/>
            <a:round/>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5" name="任意多边形: 形状 14"/>
          <p:cNvSpPr>
            <a:spLocks noChangeAspect="1"/>
          </p:cNvSpPr>
          <p:nvPr>
            <p:custDataLst>
              <p:tags r:id="rId7"/>
            </p:custDataLst>
          </p:nvPr>
        </p:nvSpPr>
        <p:spPr>
          <a:xfrm>
            <a:off x="1595715" y="1845092"/>
            <a:ext cx="192634" cy="39089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noFill/>
          <a:ln w="31750" cap="rnd">
            <a:solidFill>
              <a:srgbClr val="000000">
                <a:lumMod val="75000"/>
                <a:lumOff val="25000"/>
              </a:srgbClr>
            </a:solidFill>
            <a:round/>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6" name="任意多边形: 形状 15"/>
          <p:cNvSpPr>
            <a:spLocks noChangeAspect="1"/>
          </p:cNvSpPr>
          <p:nvPr>
            <p:custDataLst>
              <p:tags r:id="rId8"/>
            </p:custDataLst>
          </p:nvPr>
        </p:nvSpPr>
        <p:spPr>
          <a:xfrm>
            <a:off x="1851048" y="1845092"/>
            <a:ext cx="192634" cy="39089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noFill/>
          <a:ln w="31750" cap="rnd">
            <a:solidFill>
              <a:srgbClr val="000000">
                <a:lumMod val="75000"/>
                <a:lumOff val="25000"/>
              </a:srgbClr>
            </a:solidFill>
            <a:round/>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cxnSp>
        <p:nvCxnSpPr>
          <p:cNvPr id="34" name="直接连接符 33"/>
          <p:cNvCxnSpPr/>
          <p:nvPr>
            <p:custDataLst>
              <p:tags r:id="rId9"/>
            </p:custDataLst>
          </p:nvPr>
        </p:nvCxnSpPr>
        <p:spPr>
          <a:xfrm flipH="1">
            <a:off x="2532762" y="2262749"/>
            <a:ext cx="4078477" cy="0"/>
          </a:xfrm>
          <a:prstGeom prst="line">
            <a:avLst/>
          </a:prstGeom>
          <a:ln w="1270">
            <a:solidFill>
              <a:srgbClr val="FFFFFF">
                <a:lumMod val="85000"/>
              </a:srgbClr>
            </a:solidFill>
            <a:prstDash val="dash"/>
            <a:headEnd type="diamond"/>
            <a:tailEnd type="diamond"/>
          </a:ln>
        </p:spPr>
        <p:style>
          <a:lnRef idx="1">
            <a:srgbClr val="1E6BC5"/>
          </a:lnRef>
          <a:fillRef idx="0">
            <a:srgbClr val="1E6BC5"/>
          </a:fillRef>
          <a:effectRef idx="0">
            <a:srgbClr val="1E6BC5"/>
          </a:effectRef>
          <a:fontRef idx="minor">
            <a:srgbClr val="000000"/>
          </a:fontRef>
        </p:style>
      </p:cxnSp>
      <p:sp>
        <p:nvSpPr>
          <p:cNvPr id="22" name="文本框 21"/>
          <p:cNvSpPr txBox="1"/>
          <p:nvPr>
            <p:custDataLst>
              <p:tags r:id="rId10"/>
            </p:custDataLst>
          </p:nvPr>
        </p:nvSpPr>
        <p:spPr>
          <a:xfrm>
            <a:off x="2768303" y="1121420"/>
            <a:ext cx="3607393" cy="484748"/>
          </a:xfrm>
          <a:prstGeom prst="rect">
            <a:avLst/>
          </a:prstGeom>
          <a:noFill/>
        </p:spPr>
        <p:txBody>
          <a:bodyPr wrap="square" lIns="68580" tIns="34290" rIns="68580" bIns="34290" rtlCol="0">
            <a:normAutofit/>
          </a:bodyPr>
          <a:lstStyle/>
          <a:p>
            <a:pPr marL="0" indent="0" algn="ctr">
              <a:lnSpc>
                <a:spcPct val="10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综合训练</a:t>
            </a:r>
          </a:p>
        </p:txBody>
      </p:sp>
      <p:sp>
        <p:nvSpPr>
          <p:cNvPr id="25" name="文本框 24"/>
          <p:cNvSpPr txBox="1"/>
          <p:nvPr>
            <p:custDataLst>
              <p:tags r:id="rId11"/>
            </p:custDataLst>
          </p:nvPr>
        </p:nvSpPr>
        <p:spPr>
          <a:xfrm>
            <a:off x="2278410" y="1696204"/>
            <a:ext cx="4632221" cy="501409"/>
          </a:xfrm>
          <a:prstGeom prst="rect">
            <a:avLst/>
          </a:prstGeom>
          <a:noFill/>
        </p:spPr>
        <p:txBody>
          <a:bodyPr wrap="square" lIns="68580" tIns="34290" rIns="68580" bIns="34290" rtlCol="0">
            <a:normAutofit lnSpcReduction="10000"/>
          </a:bodyPr>
          <a:lstStyle>
            <a:defPPr>
              <a:defRPr lang="zh-CN"/>
            </a:defPPr>
            <a:lvl1pPr fontAlgn="auto">
              <a:lnSpc>
                <a:spcPct val="130000"/>
              </a:lnSpc>
              <a:spcAft>
                <a:spcPts val="1000"/>
              </a:spcAft>
              <a:defRPr sz="1600" spc="150"/>
            </a:lvl1pPr>
          </a:lstStyle>
          <a:p>
            <a:pPr marL="0" lvl="0" indent="0" algn="ctr">
              <a:lnSpc>
                <a:spcPct val="130000"/>
              </a:lnSpc>
              <a:spcBef>
                <a:spcPts val="1000"/>
              </a:spcBef>
              <a:spcAft>
                <a:spcPts val="0"/>
              </a:spcAft>
              <a:buSzPct val="100000"/>
            </a:pPr>
            <a:r>
              <a:rPr sz="1200" dirty="0">
                <a:solidFill>
                  <a:srgbClr val="000000">
                    <a:lumMod val="75000"/>
                    <a:lumOff val="25000"/>
                  </a:srgbClr>
                </a:solidFill>
                <a:latin typeface="Arial" panose="020B0604020202020204" pitchFamily="34" charset="0"/>
                <a:ea typeface="微软雅黑" panose="020B0503020204020204" charset="-122"/>
                <a:sym typeface="+mn-ea"/>
              </a:rPr>
              <a:t>现在我们已经学会了文字录入的方法。下面请按以下步骤，完成汉字录入任务。</a:t>
            </a:r>
          </a:p>
        </p:txBody>
      </p:sp>
      <p:sp>
        <p:nvSpPr>
          <p:cNvPr id="5" name="直角三角形 4"/>
          <p:cNvSpPr/>
          <p:nvPr>
            <p:custDataLst>
              <p:tags r:id="rId12"/>
            </p:custDataLst>
          </p:nvPr>
        </p:nvSpPr>
        <p:spPr>
          <a:xfrm>
            <a:off x="-1" y="3448050"/>
            <a:ext cx="2695576" cy="1695450"/>
          </a:xfrm>
          <a:prstGeom prst="rtTriangle">
            <a:avLst/>
          </a:prstGeom>
          <a:pattFill prst="wdDnDiag">
            <a:fgClr>
              <a:srgbClr val="FFFFFF">
                <a:lumMod val="95000"/>
              </a:srgbClr>
            </a:fgClr>
            <a:bgClr>
              <a:srgbClr val="FFFFFF">
                <a:lumMod val="85000"/>
              </a:srgbClr>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1" name="直角三角形 20"/>
          <p:cNvSpPr/>
          <p:nvPr>
            <p:custDataLst>
              <p:tags r:id="rId13"/>
            </p:custDataLst>
          </p:nvPr>
        </p:nvSpPr>
        <p:spPr>
          <a:xfrm flipH="1" flipV="1">
            <a:off x="6448424" y="0"/>
            <a:ext cx="2695576" cy="1695450"/>
          </a:xfrm>
          <a:prstGeom prst="rtTriangle">
            <a:avLst/>
          </a:prstGeom>
          <a:pattFill prst="wdDnDiag">
            <a:fgClr>
              <a:srgbClr val="FFFFFF">
                <a:lumMod val="95000"/>
              </a:srgbClr>
            </a:fgClr>
            <a:bgClr>
              <a:srgbClr val="FFFFFF">
                <a:lumMod val="85000"/>
              </a:srgbClr>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3" name="矩形 22"/>
          <p:cNvSpPr/>
          <p:nvPr>
            <p:custDataLst>
              <p:tags r:id="rId14"/>
            </p:custDataLst>
          </p:nvPr>
        </p:nvSpPr>
        <p:spPr>
          <a:xfrm>
            <a:off x="2573020" y="2359025"/>
            <a:ext cx="3997960" cy="1441450"/>
          </a:xfrm>
          <a:prstGeom prst="rect">
            <a:avLst/>
          </a:prstGeom>
        </p:spPr>
        <p:txBody>
          <a:bodyPr anchor="t">
            <a:norm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marL="400050" lvl="0" indent="-400050" algn="l" fontAlgn="ctr">
              <a:lnSpc>
                <a:spcPct val="130000"/>
              </a:lnSpc>
              <a:spcBef>
                <a:spcPts val="1000"/>
              </a:spcBef>
              <a:spcAft>
                <a:spcPts val="0"/>
              </a:spcAft>
              <a:buSzPct val="100000"/>
              <a:buFont typeface="+mj-ea"/>
              <a:buAutoNum type="ea1JpnChsDbPeriod"/>
            </a:pPr>
            <a:r>
              <a:rPr sz="1200" spc="150" dirty="0">
                <a:solidFill>
                  <a:srgbClr val="000000">
                    <a:lumMod val="75000"/>
                    <a:lumOff val="25000"/>
                  </a:srgbClr>
                </a:solidFill>
                <a:latin typeface="Arial" panose="020B0604020202020204" pitchFamily="34" charset="0"/>
                <a:ea typeface="微软雅黑" panose="020B0503020204020204" charset="-122"/>
                <a:sym typeface="+mn-ea"/>
              </a:rPr>
              <a:t>单击“开始”菜单→“Windows 附件”→“记事本”项打开记事本。</a:t>
            </a:r>
          </a:p>
          <a:p>
            <a:pPr marL="400050" lvl="0" indent="-400050" algn="l" fontAlgn="ctr">
              <a:lnSpc>
                <a:spcPct val="130000"/>
              </a:lnSpc>
              <a:spcBef>
                <a:spcPts val="1000"/>
              </a:spcBef>
              <a:spcAft>
                <a:spcPts val="0"/>
              </a:spcAft>
              <a:buSzPct val="100000"/>
              <a:buFont typeface="+mj-ea"/>
              <a:buAutoNum type="ea1JpnChsDbPeriod"/>
            </a:pPr>
            <a:r>
              <a:rPr sz="1200" spc="150" dirty="0">
                <a:solidFill>
                  <a:srgbClr val="000000">
                    <a:lumMod val="75000"/>
                    <a:lumOff val="25000"/>
                  </a:srgbClr>
                </a:solidFill>
                <a:latin typeface="Arial" panose="020B0604020202020204" pitchFamily="34" charset="0"/>
                <a:ea typeface="微软雅黑" panose="020B0503020204020204" charset="-122"/>
                <a:sym typeface="+mn-ea"/>
              </a:rPr>
              <a:t>选择一种汉字输入方法。</a:t>
            </a:r>
          </a:p>
          <a:p>
            <a:pPr marL="400050" lvl="0" indent="-400050" algn="l" fontAlgn="ctr">
              <a:lnSpc>
                <a:spcPct val="130000"/>
              </a:lnSpc>
              <a:spcBef>
                <a:spcPts val="1000"/>
              </a:spcBef>
              <a:spcAft>
                <a:spcPts val="0"/>
              </a:spcAft>
              <a:buSzPct val="100000"/>
              <a:buFont typeface="+mj-ea"/>
              <a:buAutoNum type="ea1JpnChsDbPeriod"/>
            </a:pPr>
            <a:r>
              <a:rPr sz="1200" spc="150" dirty="0">
                <a:solidFill>
                  <a:srgbClr val="000000">
                    <a:lumMod val="75000"/>
                    <a:lumOff val="25000"/>
                  </a:srgbClr>
                </a:solidFill>
                <a:latin typeface="Arial" panose="020B0604020202020204" pitchFamily="34" charset="0"/>
                <a:ea typeface="微软雅黑" panose="020B0503020204020204" charset="-122"/>
                <a:sym typeface="+mn-ea"/>
              </a:rPr>
              <a:t>输入下面“学生安全承诺书”的内容。</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custDataLst>
              <p:tags r:id="rId2"/>
            </p:custDataLst>
          </p:nvPr>
        </p:nvSpPr>
        <p:spPr>
          <a:xfrm>
            <a:off x="277680" y="451398"/>
            <a:ext cx="331793" cy="331793"/>
          </a:xfrm>
          <a:prstGeom prst="rect">
            <a:avLst/>
          </a:prstGeom>
          <a:solidFill>
            <a:srgbClr val="68A5A6">
              <a:lumMod val="20000"/>
              <a:lumOff val="80000"/>
            </a:srgbClr>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1" name="矩形 40"/>
          <p:cNvSpPr/>
          <p:nvPr>
            <p:custDataLst>
              <p:tags r:id="rId3"/>
            </p:custDataLst>
          </p:nvPr>
        </p:nvSpPr>
        <p:spPr>
          <a:xfrm>
            <a:off x="443577" y="604837"/>
            <a:ext cx="3980120" cy="3933824"/>
          </a:xfrm>
          <a:prstGeom prst="rect">
            <a:avLst/>
          </a:prstGeom>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5" name="任意多边形: 形状 34"/>
          <p:cNvSpPr/>
          <p:nvPr>
            <p:custDataLst>
              <p:tags r:id="rId4"/>
            </p:custDataLst>
          </p:nvPr>
        </p:nvSpPr>
        <p:spPr>
          <a:xfrm>
            <a:off x="4423698" y="604837"/>
            <a:ext cx="4276725" cy="3933824"/>
          </a:xfrm>
          <a:custGeom>
            <a:avLst/>
            <a:gdLst>
              <a:gd name="connsiteX0" fmla="*/ 0 w 5702300"/>
              <a:gd name="connsiteY0" fmla="*/ 0 h 5245098"/>
              <a:gd name="connsiteX1" fmla="*/ 2620301 w 5702300"/>
              <a:gd name="connsiteY1" fmla="*/ 0 h 5245098"/>
              <a:gd name="connsiteX2" fmla="*/ 2851149 w 5702300"/>
              <a:gd name="connsiteY2" fmla="*/ 398014 h 5245098"/>
              <a:gd name="connsiteX3" fmla="*/ 3081997 w 5702300"/>
              <a:gd name="connsiteY3" fmla="*/ 0 h 5245098"/>
              <a:gd name="connsiteX4" fmla="*/ 5702300 w 5702300"/>
              <a:gd name="connsiteY4" fmla="*/ 0 h 5245098"/>
              <a:gd name="connsiteX5" fmla="*/ 5702300 w 5702300"/>
              <a:gd name="connsiteY5" fmla="*/ 5245098 h 5245098"/>
              <a:gd name="connsiteX6" fmla="*/ 3089363 w 5702300"/>
              <a:gd name="connsiteY6" fmla="*/ 5245098 h 5245098"/>
              <a:gd name="connsiteX7" fmla="*/ 2851149 w 5702300"/>
              <a:gd name="connsiteY7" fmla="*/ 4834385 h 5245098"/>
              <a:gd name="connsiteX8" fmla="*/ 2612936 w 5702300"/>
              <a:gd name="connsiteY8" fmla="*/ 5245098 h 5245098"/>
              <a:gd name="connsiteX9" fmla="*/ 0 w 5702300"/>
              <a:gd name="connsiteY9" fmla="*/ 5245098 h 524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2300" h="5245098">
                <a:moveTo>
                  <a:pt x="0" y="0"/>
                </a:moveTo>
                <a:lnTo>
                  <a:pt x="2620301" y="0"/>
                </a:lnTo>
                <a:lnTo>
                  <a:pt x="2851149" y="398014"/>
                </a:lnTo>
                <a:lnTo>
                  <a:pt x="3081997" y="0"/>
                </a:lnTo>
                <a:lnTo>
                  <a:pt x="5702300" y="0"/>
                </a:lnTo>
                <a:lnTo>
                  <a:pt x="5702300" y="5245098"/>
                </a:lnTo>
                <a:lnTo>
                  <a:pt x="3089363" y="5245098"/>
                </a:lnTo>
                <a:lnTo>
                  <a:pt x="2851149" y="4834385"/>
                </a:lnTo>
                <a:lnTo>
                  <a:pt x="2612936" y="5245098"/>
                </a:lnTo>
                <a:lnTo>
                  <a:pt x="0" y="5245098"/>
                </a:lnTo>
                <a:close/>
              </a:path>
            </a:pathLst>
          </a:custGeom>
          <a:solidFill>
            <a:srgbClr val="FFFFFF"/>
          </a:solidFill>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9" name="矩形 8"/>
          <p:cNvSpPr/>
          <p:nvPr>
            <p:custDataLst>
              <p:tags r:id="rId5"/>
            </p:custDataLst>
          </p:nvPr>
        </p:nvSpPr>
        <p:spPr>
          <a:xfrm>
            <a:off x="4763135" y="1013460"/>
            <a:ext cx="3711575" cy="3116580"/>
          </a:xfrm>
          <a:prstGeom prst="rect">
            <a:avLst/>
          </a:prstGeom>
        </p:spPr>
        <p:txBody>
          <a:bodyPr anchor="ctr">
            <a:spAutoFit/>
          </a:bodyPr>
          <a:lstStyle>
            <a:defPPr>
              <a:defRPr lang="zh-CN"/>
            </a:defPPr>
            <a:lvl1pPr marL="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9pPr>
          </a:lstStyle>
          <a:p>
            <a:pPr lvl="0" indent="0" algn="just" fontAlgn="auto">
              <a:lnSpc>
                <a:spcPct val="120000"/>
              </a:lnSpc>
              <a:spcBef>
                <a:spcPts val="0"/>
              </a:spcBef>
              <a:spcAft>
                <a:spcPts val="300"/>
              </a:spcAft>
              <a:buClr>
                <a:srgbClr val="68A5A6">
                  <a:lumMod val="20000"/>
                  <a:lumOff val="80000"/>
                </a:srgbClr>
              </a:buClr>
              <a:buSzPct val="100000"/>
              <a:buFont typeface="Wingdings" panose="05000000000000000000" pitchFamily="2" charset="2"/>
              <a:buNone/>
            </a:pPr>
            <a:r>
              <a:rPr lang="zh-CN" altLang="en-US" sz="1050" spc="150">
                <a:solidFill>
                  <a:sysClr val="windowText" lastClr="000000">
                    <a:lumMod val="75000"/>
                    <a:lumOff val="25000"/>
                  </a:sysClr>
                </a:solidFill>
                <a:latin typeface="Arial" panose="020B0604020202020204" pitchFamily="34" charset="0"/>
                <a:ea typeface="微软雅黑" panose="020B0503020204020204" charset="-122"/>
                <a:sym typeface="+mn-ea"/>
              </a:rPr>
              <a:t>右击语言栏，在弹出的快捷菜单中选择“设置”。在弹出的“语言”窗口中，可以看出系统默认已经添加了中文输入法。如果要添加其他内置的中文输入法，方法如下。</a:t>
            </a:r>
          </a:p>
          <a:p>
            <a:pPr marL="144145" lvl="1" indent="0" algn="just" fontAlgn="ctr">
              <a:lnSpc>
                <a:spcPct val="130000"/>
              </a:lnSpc>
              <a:spcBef>
                <a:spcPts val="0"/>
              </a:spcBef>
              <a:spcAft>
                <a:spcPts val="300"/>
              </a:spcAft>
              <a:buSzPct val="100000"/>
              <a:buFont typeface="+mj-lt"/>
              <a:buNone/>
            </a:pPr>
            <a:r>
              <a:rPr lang="en-US" altLang="zh-CN" sz="1050" spc="150">
                <a:solidFill>
                  <a:sysClr val="windowText" lastClr="000000">
                    <a:lumMod val="75000"/>
                    <a:lumOff val="25000"/>
                  </a:sysClr>
                </a:solidFill>
                <a:latin typeface="Arial" panose="020B0604020202020204" pitchFamily="34" charset="0"/>
                <a:ea typeface="微软雅黑" panose="020B0503020204020204" charset="-122"/>
                <a:sym typeface="+mn-ea"/>
              </a:rPr>
              <a:t>1</a:t>
            </a:r>
            <a:r>
              <a:rPr lang="zh-CN" altLang="en-US" sz="1050" spc="150">
                <a:solidFill>
                  <a:sysClr val="windowText" lastClr="000000">
                    <a:lumMod val="75000"/>
                    <a:lumOff val="25000"/>
                  </a:sysClr>
                </a:solidFill>
                <a:latin typeface="Arial" panose="020B0604020202020204" pitchFamily="34" charset="0"/>
                <a:ea typeface="微软雅黑" panose="020B0503020204020204" charset="-122"/>
                <a:sym typeface="+mn-ea"/>
              </a:rPr>
              <a:t>）单击“中文”后面的“选项”，如图1-27所示。</a:t>
            </a:r>
          </a:p>
          <a:p>
            <a:pPr marL="144145" lvl="1" indent="0" algn="just" fontAlgn="ctr">
              <a:lnSpc>
                <a:spcPct val="130000"/>
              </a:lnSpc>
              <a:spcBef>
                <a:spcPts val="0"/>
              </a:spcBef>
              <a:spcAft>
                <a:spcPts val="300"/>
              </a:spcAft>
              <a:buSzPct val="100000"/>
              <a:buFont typeface="+mj-lt"/>
              <a:buNone/>
            </a:pPr>
            <a:r>
              <a:rPr lang="en-US" altLang="zh-CN" sz="1050" spc="150">
                <a:solidFill>
                  <a:sysClr val="windowText" lastClr="000000">
                    <a:lumMod val="75000"/>
                    <a:lumOff val="25000"/>
                  </a:sysClr>
                </a:solidFill>
                <a:latin typeface="Arial" panose="020B0604020202020204" pitchFamily="34" charset="0"/>
                <a:ea typeface="微软雅黑" panose="020B0503020204020204" charset="-122"/>
                <a:sym typeface="+mn-ea"/>
              </a:rPr>
              <a:t>2</a:t>
            </a:r>
            <a:r>
              <a:rPr lang="zh-CN" altLang="en-US" sz="1050" spc="150">
                <a:solidFill>
                  <a:sysClr val="windowText" lastClr="000000">
                    <a:lumMod val="75000"/>
                    <a:lumOff val="25000"/>
                  </a:sysClr>
                </a:solidFill>
                <a:latin typeface="Arial" panose="020B0604020202020204" pitchFamily="34" charset="0"/>
                <a:ea typeface="微软雅黑" panose="020B0503020204020204" charset="-122"/>
                <a:sym typeface="+mn-ea"/>
              </a:rPr>
              <a:t>）在弹出的“语言选项”窗口中，可以看到在“输入法”下列出了已经安装的输入法。</a:t>
            </a:r>
          </a:p>
          <a:p>
            <a:pPr marL="144145" lvl="1" indent="0" algn="just" fontAlgn="ctr">
              <a:lnSpc>
                <a:spcPct val="130000"/>
              </a:lnSpc>
              <a:spcBef>
                <a:spcPts val="0"/>
              </a:spcBef>
              <a:spcAft>
                <a:spcPts val="300"/>
              </a:spcAft>
              <a:buSzPct val="100000"/>
              <a:buFont typeface="+mj-lt"/>
              <a:buNone/>
            </a:pPr>
            <a:r>
              <a:rPr lang="zh-CN" altLang="en-US" sz="1050" spc="150">
                <a:solidFill>
                  <a:sysClr val="windowText" lastClr="000000">
                    <a:lumMod val="75000"/>
                    <a:lumOff val="25000"/>
                  </a:sysClr>
                </a:solidFill>
                <a:latin typeface="Arial" panose="020B0604020202020204" pitchFamily="34" charset="0"/>
                <a:ea typeface="微软雅黑" panose="020B0503020204020204" charset="-122"/>
                <a:sym typeface="+mn-ea"/>
              </a:rPr>
              <a:t>3）单击“添加输入法”，将弹出“输入法”窗口，内置有微软拼音、微软五笔两种输入法，如单击微软五笔，如图1-28所示，单击“添加”按钮。</a:t>
            </a:r>
          </a:p>
          <a:p>
            <a:pPr marL="144145" lvl="1" indent="0" algn="just" fontAlgn="ctr">
              <a:lnSpc>
                <a:spcPct val="130000"/>
              </a:lnSpc>
              <a:spcBef>
                <a:spcPts val="0"/>
              </a:spcBef>
              <a:spcAft>
                <a:spcPts val="300"/>
              </a:spcAft>
              <a:buSzPct val="100000"/>
              <a:buFont typeface="+mj-lt"/>
              <a:buNone/>
            </a:pPr>
            <a:r>
              <a:rPr lang="zh-CN" altLang="en-US" sz="1050" spc="150">
                <a:solidFill>
                  <a:sysClr val="windowText" lastClr="000000">
                    <a:lumMod val="75000"/>
                    <a:lumOff val="25000"/>
                  </a:sysClr>
                </a:solidFill>
                <a:latin typeface="Arial" panose="020B0604020202020204" pitchFamily="34" charset="0"/>
                <a:ea typeface="微软雅黑" panose="020B0503020204020204" charset="-122"/>
                <a:sym typeface="+mn-ea"/>
              </a:rPr>
              <a:t>4）添加输入法后，将返回到“语言选项”窗口，可以看到在“输入法”下面已经添加了微软五笔输入法，单击“保存”按钮即可。在通知区单击切换输入法图标    ，能看到添加的内置输入法。</a:t>
            </a:r>
          </a:p>
        </p:txBody>
      </p:sp>
      <p:sp>
        <p:nvSpPr>
          <p:cNvPr id="10" name="文本框 9"/>
          <p:cNvSpPr txBox="1"/>
          <p:nvPr>
            <p:custDataLst>
              <p:tags r:id="rId6"/>
            </p:custDataLst>
          </p:nvPr>
        </p:nvSpPr>
        <p:spPr>
          <a:xfrm>
            <a:off x="1123741" y="3190050"/>
            <a:ext cx="2645204" cy="342840"/>
          </a:xfrm>
          <a:prstGeom prst="rect">
            <a:avLst/>
          </a:prstGeom>
          <a:noFill/>
        </p:spPr>
        <p:txBody>
          <a:bodyPr wrap="square" lIns="67627" tIns="35242" rIns="67627" bIns="35242" rtlCol="0" anchor="t">
            <a:normAutofit/>
          </a:bodyPr>
          <a:lstStyle>
            <a:defPPr>
              <a:defRPr lang="zh-CN"/>
            </a:defPPr>
            <a:lvl1pPr fontAlgn="auto">
              <a:lnSpc>
                <a:spcPct val="130000"/>
              </a:lnSpc>
              <a:spcAft>
                <a:spcPts val="1000"/>
              </a:spcAft>
              <a:defRPr sz="1600" spc="150"/>
            </a:lvl1pPr>
          </a:lstStyle>
          <a:p>
            <a:pPr marL="0" lvl="0" indent="0" algn="l">
              <a:lnSpc>
                <a:spcPct val="120000"/>
              </a:lnSpc>
              <a:spcBef>
                <a:spcPts val="0"/>
              </a:spcBef>
              <a:spcAft>
                <a:spcPts val="0"/>
              </a:spcAft>
              <a:buSzPct val="100000"/>
            </a:pPr>
            <a:r>
              <a:rPr lang="zh-CN" altLang="en-US" sz="1500">
                <a:solidFill>
                  <a:sysClr val="window" lastClr="FFFFFF"/>
                </a:solidFill>
                <a:latin typeface="Arial" panose="020B0604020202020204" pitchFamily="34" charset="0"/>
                <a:ea typeface="微软雅黑" panose="020B0503020204020204" charset="-122"/>
              </a:rPr>
              <a:t>（1）安装内置中文输入法</a:t>
            </a:r>
          </a:p>
        </p:txBody>
      </p:sp>
      <p:sp>
        <p:nvSpPr>
          <p:cNvPr id="32" name="等腰三角形 31"/>
          <p:cNvSpPr/>
          <p:nvPr>
            <p:custDataLst>
              <p:tags r:id="rId7"/>
            </p:custDataLst>
          </p:nvPr>
        </p:nvSpPr>
        <p:spPr>
          <a:xfrm>
            <a:off x="6365393" y="4362448"/>
            <a:ext cx="408813" cy="352425"/>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36" name="等腰三角形 35"/>
          <p:cNvSpPr/>
          <p:nvPr>
            <p:custDataLst>
              <p:tags r:id="rId8"/>
            </p:custDataLst>
          </p:nvPr>
        </p:nvSpPr>
        <p:spPr>
          <a:xfrm rot="10800000">
            <a:off x="6365393" y="428624"/>
            <a:ext cx="408813" cy="352425"/>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1" name="文本框 10"/>
          <p:cNvSpPr txBox="1"/>
          <p:nvPr>
            <p:custDataLst>
              <p:tags r:id="rId9"/>
            </p:custDataLst>
          </p:nvPr>
        </p:nvSpPr>
        <p:spPr>
          <a:xfrm>
            <a:off x="1123741" y="1411027"/>
            <a:ext cx="2645204" cy="1577430"/>
          </a:xfrm>
          <a:prstGeom prst="rect">
            <a:avLst/>
          </a:prstGeom>
          <a:noFill/>
        </p:spPr>
        <p:txBody>
          <a:bodyPr wrap="square" rtlCol="0" anchor="b" anchorCtr="0">
            <a:normAutofit/>
          </a:bodyPr>
          <a:lstStyle/>
          <a:p>
            <a:pPr marL="0" indent="0" algn="l">
              <a:lnSpc>
                <a:spcPct val="120000"/>
              </a:lnSpc>
              <a:spcBef>
                <a:spcPts val="0"/>
              </a:spcBef>
              <a:spcAft>
                <a:spcPts val="0"/>
              </a:spcAft>
              <a:buSzPct val="100000"/>
            </a:pPr>
            <a:r>
              <a:rPr lang="zh-CN" altLang="en-US" sz="3200" b="1" spc="300">
                <a:solidFill>
                  <a:sysClr val="window" lastClr="FFFFFF"/>
                </a:solidFill>
                <a:latin typeface="Arial" panose="020B0604020202020204" pitchFamily="34" charset="0"/>
                <a:ea typeface="微软雅黑" panose="020B0503020204020204" charset="-122"/>
              </a:rPr>
              <a:t>添加</a:t>
            </a:r>
          </a:p>
          <a:p>
            <a:pPr marL="0" indent="0" algn="l">
              <a:lnSpc>
                <a:spcPct val="120000"/>
              </a:lnSpc>
              <a:spcBef>
                <a:spcPts val="0"/>
              </a:spcBef>
              <a:spcAft>
                <a:spcPts val="0"/>
              </a:spcAft>
              <a:buSzPct val="100000"/>
            </a:pPr>
            <a:r>
              <a:rPr lang="zh-CN" altLang="en-US" sz="3200" b="1" spc="300">
                <a:solidFill>
                  <a:sysClr val="window" lastClr="FFFFFF"/>
                </a:solidFill>
                <a:latin typeface="Arial" panose="020B0604020202020204" pitchFamily="34" charset="0"/>
                <a:ea typeface="微软雅黑" panose="020B0503020204020204" charset="-122"/>
              </a:rPr>
              <a:t>中文输入法</a:t>
            </a:r>
          </a:p>
        </p:txBody>
      </p:sp>
      <p:pic>
        <p:nvPicPr>
          <p:cNvPr id="12" name="图片 11"/>
          <p:cNvPicPr>
            <a:picLocks noChangeAspect="1"/>
          </p:cNvPicPr>
          <p:nvPr/>
        </p:nvPicPr>
        <p:blipFill>
          <a:blip r:embed="rId12"/>
          <a:stretch>
            <a:fillRect/>
          </a:stretch>
        </p:blipFill>
        <p:spPr>
          <a:xfrm>
            <a:off x="5830570" y="3923030"/>
            <a:ext cx="134667" cy="1440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13560" y="198521"/>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350">
              <a:solidFill>
                <a:schemeClr val="accent1"/>
              </a:solidFill>
              <a:latin typeface="+mj-ea"/>
              <a:ea typeface="+mj-ea"/>
            </a:endParaRPr>
          </a:p>
        </p:txBody>
      </p:sp>
      <p:pic>
        <p:nvPicPr>
          <p:cNvPr id="5" name="图片 4"/>
          <p:cNvPicPr>
            <a:picLocks noChangeAspect="1"/>
          </p:cNvPicPr>
          <p:nvPr/>
        </p:nvPicPr>
        <p:blipFill>
          <a:blip r:embed="rId3"/>
          <a:stretch>
            <a:fillRect/>
          </a:stretch>
        </p:blipFill>
        <p:spPr>
          <a:xfrm>
            <a:off x="971550" y="69850"/>
            <a:ext cx="7200000" cy="2492706"/>
          </a:xfrm>
          <a:prstGeom prst="rect">
            <a:avLst/>
          </a:prstGeom>
        </p:spPr>
      </p:pic>
      <p:pic>
        <p:nvPicPr>
          <p:cNvPr id="6" name="图片 5"/>
          <p:cNvPicPr>
            <a:picLocks noChangeAspect="1"/>
          </p:cNvPicPr>
          <p:nvPr/>
        </p:nvPicPr>
        <p:blipFill>
          <a:blip r:embed="rId4"/>
          <a:stretch>
            <a:fillRect/>
          </a:stretch>
        </p:blipFill>
        <p:spPr>
          <a:xfrm>
            <a:off x="980440" y="2562860"/>
            <a:ext cx="7200000" cy="253317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custDataLst>
              <p:tags r:id="rId2"/>
            </p:custDataLst>
          </p:nvPr>
        </p:nvSpPr>
        <p:spPr>
          <a:xfrm>
            <a:off x="277680" y="451398"/>
            <a:ext cx="331793" cy="331793"/>
          </a:xfrm>
          <a:prstGeom prst="rect">
            <a:avLst/>
          </a:prstGeom>
          <a:solidFill>
            <a:srgbClr val="68A5A6">
              <a:lumMod val="20000"/>
              <a:lumOff val="80000"/>
            </a:srgbClr>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1" name="矩形 40"/>
          <p:cNvSpPr/>
          <p:nvPr>
            <p:custDataLst>
              <p:tags r:id="rId3"/>
            </p:custDataLst>
          </p:nvPr>
        </p:nvSpPr>
        <p:spPr>
          <a:xfrm>
            <a:off x="443577" y="604837"/>
            <a:ext cx="3980120" cy="3933824"/>
          </a:xfrm>
          <a:prstGeom prst="rect">
            <a:avLst/>
          </a:prstGeom>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5" name="任意多边形: 形状 34"/>
          <p:cNvSpPr/>
          <p:nvPr>
            <p:custDataLst>
              <p:tags r:id="rId4"/>
            </p:custDataLst>
          </p:nvPr>
        </p:nvSpPr>
        <p:spPr>
          <a:xfrm>
            <a:off x="4423698" y="604837"/>
            <a:ext cx="4276725" cy="3933824"/>
          </a:xfrm>
          <a:custGeom>
            <a:avLst/>
            <a:gdLst>
              <a:gd name="connsiteX0" fmla="*/ 0 w 5702300"/>
              <a:gd name="connsiteY0" fmla="*/ 0 h 5245098"/>
              <a:gd name="connsiteX1" fmla="*/ 2620301 w 5702300"/>
              <a:gd name="connsiteY1" fmla="*/ 0 h 5245098"/>
              <a:gd name="connsiteX2" fmla="*/ 2851149 w 5702300"/>
              <a:gd name="connsiteY2" fmla="*/ 398014 h 5245098"/>
              <a:gd name="connsiteX3" fmla="*/ 3081997 w 5702300"/>
              <a:gd name="connsiteY3" fmla="*/ 0 h 5245098"/>
              <a:gd name="connsiteX4" fmla="*/ 5702300 w 5702300"/>
              <a:gd name="connsiteY4" fmla="*/ 0 h 5245098"/>
              <a:gd name="connsiteX5" fmla="*/ 5702300 w 5702300"/>
              <a:gd name="connsiteY5" fmla="*/ 5245098 h 5245098"/>
              <a:gd name="connsiteX6" fmla="*/ 3089363 w 5702300"/>
              <a:gd name="connsiteY6" fmla="*/ 5245098 h 5245098"/>
              <a:gd name="connsiteX7" fmla="*/ 2851149 w 5702300"/>
              <a:gd name="connsiteY7" fmla="*/ 4834385 h 5245098"/>
              <a:gd name="connsiteX8" fmla="*/ 2612936 w 5702300"/>
              <a:gd name="connsiteY8" fmla="*/ 5245098 h 5245098"/>
              <a:gd name="connsiteX9" fmla="*/ 0 w 5702300"/>
              <a:gd name="connsiteY9" fmla="*/ 5245098 h 524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2300" h="5245098">
                <a:moveTo>
                  <a:pt x="0" y="0"/>
                </a:moveTo>
                <a:lnTo>
                  <a:pt x="2620301" y="0"/>
                </a:lnTo>
                <a:lnTo>
                  <a:pt x="2851149" y="398014"/>
                </a:lnTo>
                <a:lnTo>
                  <a:pt x="3081997" y="0"/>
                </a:lnTo>
                <a:lnTo>
                  <a:pt x="5702300" y="0"/>
                </a:lnTo>
                <a:lnTo>
                  <a:pt x="5702300" y="5245098"/>
                </a:lnTo>
                <a:lnTo>
                  <a:pt x="3089363" y="5245098"/>
                </a:lnTo>
                <a:lnTo>
                  <a:pt x="2851149" y="4834385"/>
                </a:lnTo>
                <a:lnTo>
                  <a:pt x="2612936" y="5245098"/>
                </a:lnTo>
                <a:lnTo>
                  <a:pt x="0" y="5245098"/>
                </a:lnTo>
                <a:close/>
              </a:path>
            </a:pathLst>
          </a:custGeom>
          <a:solidFill>
            <a:srgbClr val="FFFFFF"/>
          </a:solidFill>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9" name="矩形 8"/>
          <p:cNvSpPr/>
          <p:nvPr>
            <p:custDataLst>
              <p:tags r:id="rId5"/>
            </p:custDataLst>
          </p:nvPr>
        </p:nvSpPr>
        <p:spPr>
          <a:xfrm>
            <a:off x="4871720" y="1945323"/>
            <a:ext cx="3495040" cy="1252855"/>
          </a:xfrm>
          <a:prstGeom prst="rect">
            <a:avLst/>
          </a:prstGeom>
        </p:spPr>
        <p:txBody>
          <a:bodyPr wrap="square" anchor="ctr">
            <a:spAutoFit/>
          </a:bodyPr>
          <a:lstStyle>
            <a:defPPr>
              <a:defRPr lang="zh-CN"/>
            </a:defPPr>
            <a:lvl1pPr marL="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9pPr>
          </a:lstStyle>
          <a:p>
            <a:pPr lvl="0" indent="0" algn="just" fontAlgn="auto">
              <a:lnSpc>
                <a:spcPct val="120000"/>
              </a:lnSpc>
              <a:spcBef>
                <a:spcPts val="0"/>
              </a:spcBef>
              <a:spcAft>
                <a:spcPts val="300"/>
              </a:spcAft>
              <a:buClr>
                <a:srgbClr val="68A5A6">
                  <a:lumMod val="20000"/>
                  <a:lumOff val="80000"/>
                </a:srgbClr>
              </a:buClr>
              <a:buSzPct val="100000"/>
              <a:buFont typeface="Wingdings" panose="05000000000000000000" pitchFamily="2" charset="2"/>
              <a:buNone/>
            </a:pPr>
            <a:r>
              <a:rPr lang="zh-CN" altLang="en-US" sz="1050" spc="150">
                <a:solidFill>
                  <a:sysClr val="windowText" lastClr="000000">
                    <a:lumMod val="75000"/>
                    <a:lumOff val="25000"/>
                  </a:sysClr>
                </a:solidFill>
                <a:latin typeface="Arial" panose="020B0604020202020204" pitchFamily="34" charset="0"/>
                <a:ea typeface="微软雅黑" panose="020B0503020204020204" charset="-122"/>
                <a:sym typeface="+mn-ea"/>
              </a:rPr>
              <a:t>现在市面上用户使用的汉字输入法有多种，而Windows 10 内置的中文输入法只有微软拼音和微软五笔两种，如果无法满足要求，可以安装其他输入法，如搜狗、QQ、谷歌等输入法，这些外部输入法需要下载、安装。其中，搜狗拼音输入法目前使用用户较多。</a:t>
            </a:r>
          </a:p>
        </p:txBody>
      </p:sp>
      <p:sp>
        <p:nvSpPr>
          <p:cNvPr id="10" name="文本框 9"/>
          <p:cNvSpPr txBox="1"/>
          <p:nvPr>
            <p:custDataLst>
              <p:tags r:id="rId6"/>
            </p:custDataLst>
          </p:nvPr>
        </p:nvSpPr>
        <p:spPr>
          <a:xfrm>
            <a:off x="1123741" y="3190050"/>
            <a:ext cx="2645204" cy="342840"/>
          </a:xfrm>
          <a:prstGeom prst="rect">
            <a:avLst/>
          </a:prstGeom>
          <a:noFill/>
        </p:spPr>
        <p:txBody>
          <a:bodyPr wrap="square" lIns="67627" tIns="35242" rIns="67627" bIns="35242" rtlCol="0" anchor="t">
            <a:normAutofit/>
          </a:bodyPr>
          <a:lstStyle>
            <a:defPPr>
              <a:defRPr lang="zh-CN"/>
            </a:defPPr>
            <a:lvl1pPr fontAlgn="auto">
              <a:lnSpc>
                <a:spcPct val="130000"/>
              </a:lnSpc>
              <a:spcAft>
                <a:spcPts val="1000"/>
              </a:spcAft>
              <a:defRPr sz="1600" spc="150"/>
            </a:lvl1pPr>
          </a:lstStyle>
          <a:p>
            <a:pPr marL="0" lvl="0" indent="0" algn="l">
              <a:lnSpc>
                <a:spcPct val="120000"/>
              </a:lnSpc>
              <a:spcBef>
                <a:spcPts val="0"/>
              </a:spcBef>
              <a:spcAft>
                <a:spcPts val="0"/>
              </a:spcAft>
              <a:buSzPct val="100000"/>
            </a:pPr>
            <a:r>
              <a:rPr lang="zh-CN" altLang="en-US" sz="1500">
                <a:solidFill>
                  <a:sysClr val="window" lastClr="FFFFFF"/>
                </a:solidFill>
                <a:latin typeface="Arial" panose="020B0604020202020204" pitchFamily="34" charset="0"/>
                <a:ea typeface="微软雅黑" panose="020B0503020204020204" charset="-122"/>
              </a:rPr>
              <a:t>（2）安装其他中文输入法</a:t>
            </a:r>
          </a:p>
        </p:txBody>
      </p:sp>
      <p:sp>
        <p:nvSpPr>
          <p:cNvPr id="32" name="等腰三角形 31"/>
          <p:cNvSpPr/>
          <p:nvPr>
            <p:custDataLst>
              <p:tags r:id="rId7"/>
            </p:custDataLst>
          </p:nvPr>
        </p:nvSpPr>
        <p:spPr>
          <a:xfrm>
            <a:off x="6365393" y="4362448"/>
            <a:ext cx="408813" cy="352425"/>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36" name="等腰三角形 35"/>
          <p:cNvSpPr/>
          <p:nvPr>
            <p:custDataLst>
              <p:tags r:id="rId8"/>
            </p:custDataLst>
          </p:nvPr>
        </p:nvSpPr>
        <p:spPr>
          <a:xfrm rot="10800000">
            <a:off x="6365393" y="428624"/>
            <a:ext cx="408813" cy="352425"/>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1" name="文本框 10"/>
          <p:cNvSpPr txBox="1"/>
          <p:nvPr>
            <p:custDataLst>
              <p:tags r:id="rId9"/>
            </p:custDataLst>
          </p:nvPr>
        </p:nvSpPr>
        <p:spPr>
          <a:xfrm>
            <a:off x="1123741" y="1411027"/>
            <a:ext cx="2645204" cy="1577430"/>
          </a:xfrm>
          <a:prstGeom prst="rect">
            <a:avLst/>
          </a:prstGeom>
          <a:noFill/>
        </p:spPr>
        <p:txBody>
          <a:bodyPr wrap="square" rtlCol="0" anchor="b" anchorCtr="0">
            <a:normAutofit/>
          </a:bodyPr>
          <a:lstStyle/>
          <a:p>
            <a:pPr marL="0" indent="0" algn="l">
              <a:lnSpc>
                <a:spcPct val="120000"/>
              </a:lnSpc>
              <a:spcBef>
                <a:spcPts val="0"/>
              </a:spcBef>
              <a:spcAft>
                <a:spcPts val="0"/>
              </a:spcAft>
              <a:buSzPct val="100000"/>
            </a:pPr>
            <a:r>
              <a:rPr lang="zh-CN" altLang="en-US" sz="3200" b="1" spc="300">
                <a:solidFill>
                  <a:sysClr val="window" lastClr="FFFFFF"/>
                </a:solidFill>
                <a:latin typeface="Arial" panose="020B0604020202020204" pitchFamily="34" charset="0"/>
                <a:ea typeface="微软雅黑" panose="020B0503020204020204" charset="-122"/>
              </a:rPr>
              <a:t>添加</a:t>
            </a:r>
          </a:p>
          <a:p>
            <a:pPr marL="0" indent="0" algn="l">
              <a:lnSpc>
                <a:spcPct val="120000"/>
              </a:lnSpc>
              <a:spcBef>
                <a:spcPts val="0"/>
              </a:spcBef>
              <a:spcAft>
                <a:spcPts val="0"/>
              </a:spcAft>
              <a:buSzPct val="100000"/>
            </a:pPr>
            <a:r>
              <a:rPr lang="zh-CN" altLang="en-US" sz="3200" b="1" spc="300">
                <a:solidFill>
                  <a:sysClr val="window" lastClr="FFFFFF"/>
                </a:solidFill>
                <a:latin typeface="Arial" panose="020B0604020202020204" pitchFamily="34" charset="0"/>
                <a:ea typeface="微软雅黑" panose="020B0503020204020204" charset="-122"/>
              </a:rPr>
              <a:t>中文输入法</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custDataLst>
              <p:tags r:id="rId2"/>
            </p:custDataLst>
          </p:nvPr>
        </p:nvSpPr>
        <p:spPr>
          <a:xfrm>
            <a:off x="277680" y="451398"/>
            <a:ext cx="331793" cy="331793"/>
          </a:xfrm>
          <a:prstGeom prst="rect">
            <a:avLst/>
          </a:prstGeom>
          <a:solidFill>
            <a:srgbClr val="68A5A6">
              <a:lumMod val="20000"/>
              <a:lumOff val="80000"/>
            </a:srgbClr>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1" name="矩形 40"/>
          <p:cNvSpPr/>
          <p:nvPr>
            <p:custDataLst>
              <p:tags r:id="rId3"/>
            </p:custDataLst>
          </p:nvPr>
        </p:nvSpPr>
        <p:spPr>
          <a:xfrm>
            <a:off x="443577" y="604837"/>
            <a:ext cx="3980120" cy="3933824"/>
          </a:xfrm>
          <a:prstGeom prst="rect">
            <a:avLst/>
          </a:prstGeom>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5" name="任意多边形: 形状 34"/>
          <p:cNvSpPr/>
          <p:nvPr>
            <p:custDataLst>
              <p:tags r:id="rId4"/>
            </p:custDataLst>
          </p:nvPr>
        </p:nvSpPr>
        <p:spPr>
          <a:xfrm>
            <a:off x="4423698" y="604837"/>
            <a:ext cx="4276725" cy="3933824"/>
          </a:xfrm>
          <a:custGeom>
            <a:avLst/>
            <a:gdLst>
              <a:gd name="connsiteX0" fmla="*/ 0 w 5702300"/>
              <a:gd name="connsiteY0" fmla="*/ 0 h 5245098"/>
              <a:gd name="connsiteX1" fmla="*/ 2620301 w 5702300"/>
              <a:gd name="connsiteY1" fmla="*/ 0 h 5245098"/>
              <a:gd name="connsiteX2" fmla="*/ 2851149 w 5702300"/>
              <a:gd name="connsiteY2" fmla="*/ 398014 h 5245098"/>
              <a:gd name="connsiteX3" fmla="*/ 3081997 w 5702300"/>
              <a:gd name="connsiteY3" fmla="*/ 0 h 5245098"/>
              <a:gd name="connsiteX4" fmla="*/ 5702300 w 5702300"/>
              <a:gd name="connsiteY4" fmla="*/ 0 h 5245098"/>
              <a:gd name="connsiteX5" fmla="*/ 5702300 w 5702300"/>
              <a:gd name="connsiteY5" fmla="*/ 5245098 h 5245098"/>
              <a:gd name="connsiteX6" fmla="*/ 3089363 w 5702300"/>
              <a:gd name="connsiteY6" fmla="*/ 5245098 h 5245098"/>
              <a:gd name="connsiteX7" fmla="*/ 2851149 w 5702300"/>
              <a:gd name="connsiteY7" fmla="*/ 4834385 h 5245098"/>
              <a:gd name="connsiteX8" fmla="*/ 2612936 w 5702300"/>
              <a:gd name="connsiteY8" fmla="*/ 5245098 h 5245098"/>
              <a:gd name="connsiteX9" fmla="*/ 0 w 5702300"/>
              <a:gd name="connsiteY9" fmla="*/ 5245098 h 524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2300" h="5245098">
                <a:moveTo>
                  <a:pt x="0" y="0"/>
                </a:moveTo>
                <a:lnTo>
                  <a:pt x="2620301" y="0"/>
                </a:lnTo>
                <a:lnTo>
                  <a:pt x="2851149" y="398014"/>
                </a:lnTo>
                <a:lnTo>
                  <a:pt x="3081997" y="0"/>
                </a:lnTo>
                <a:lnTo>
                  <a:pt x="5702300" y="0"/>
                </a:lnTo>
                <a:lnTo>
                  <a:pt x="5702300" y="5245098"/>
                </a:lnTo>
                <a:lnTo>
                  <a:pt x="3089363" y="5245098"/>
                </a:lnTo>
                <a:lnTo>
                  <a:pt x="2851149" y="4834385"/>
                </a:lnTo>
                <a:lnTo>
                  <a:pt x="2612936" y="5245098"/>
                </a:lnTo>
                <a:lnTo>
                  <a:pt x="0" y="5245098"/>
                </a:lnTo>
                <a:close/>
              </a:path>
            </a:pathLst>
          </a:custGeom>
          <a:solidFill>
            <a:srgbClr val="FFFFFF"/>
          </a:solidFill>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9" name="矩形 8"/>
          <p:cNvSpPr/>
          <p:nvPr>
            <p:custDataLst>
              <p:tags r:id="rId5"/>
            </p:custDataLst>
          </p:nvPr>
        </p:nvSpPr>
        <p:spPr>
          <a:xfrm>
            <a:off x="4871720" y="1810068"/>
            <a:ext cx="3495040" cy="1523365"/>
          </a:xfrm>
          <a:prstGeom prst="rect">
            <a:avLst/>
          </a:prstGeom>
        </p:spPr>
        <p:txBody>
          <a:bodyPr wrap="square" anchor="ctr">
            <a:spAutoFit/>
          </a:bodyPr>
          <a:lstStyle>
            <a:defPPr>
              <a:defRPr lang="zh-CN"/>
            </a:defPPr>
            <a:lvl1pPr marL="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9pPr>
          </a:lstStyle>
          <a:p>
            <a:pPr lvl="0" indent="0" algn="just" fontAlgn="auto">
              <a:lnSpc>
                <a:spcPct val="120000"/>
              </a:lnSpc>
              <a:spcBef>
                <a:spcPts val="0"/>
              </a:spcBef>
              <a:spcAft>
                <a:spcPts val="300"/>
              </a:spcAft>
              <a:buClr>
                <a:srgbClr val="68A5A6">
                  <a:lumMod val="20000"/>
                  <a:lumOff val="80000"/>
                </a:srgbClr>
              </a:buClr>
              <a:buSzPct val="100000"/>
              <a:buFont typeface="Wingdings" panose="05000000000000000000" pitchFamily="2" charset="2"/>
              <a:buNone/>
            </a:pPr>
            <a:r>
              <a:rPr lang="zh-CN" altLang="en-US" sz="1050" spc="150">
                <a:solidFill>
                  <a:sysClr val="windowText" lastClr="000000">
                    <a:lumMod val="75000"/>
                    <a:lumOff val="25000"/>
                  </a:sysClr>
                </a:solidFill>
                <a:latin typeface="Arial" panose="020B0604020202020204" pitchFamily="34" charset="0"/>
                <a:ea typeface="微软雅黑" panose="020B0503020204020204" charset="-122"/>
                <a:sym typeface="+mn-ea"/>
              </a:rPr>
              <a:t>Windows 10 系统中可以删除已经安装的输入法。</a:t>
            </a:r>
          </a:p>
          <a:p>
            <a:pPr lvl="0" indent="0" algn="just" fontAlgn="auto">
              <a:lnSpc>
                <a:spcPct val="120000"/>
              </a:lnSpc>
              <a:spcBef>
                <a:spcPts val="0"/>
              </a:spcBef>
              <a:spcAft>
                <a:spcPts val="300"/>
              </a:spcAft>
              <a:buClr>
                <a:srgbClr val="68A5A6">
                  <a:lumMod val="20000"/>
                  <a:lumOff val="80000"/>
                </a:srgbClr>
              </a:buClr>
              <a:buSzPct val="100000"/>
              <a:buFont typeface="Wingdings" panose="05000000000000000000" pitchFamily="2" charset="2"/>
              <a:buNone/>
            </a:pPr>
            <a:r>
              <a:rPr lang="zh-CN" altLang="en-US" sz="1050" spc="150">
                <a:solidFill>
                  <a:sysClr val="windowText" lastClr="000000">
                    <a:lumMod val="75000"/>
                    <a:lumOff val="25000"/>
                  </a:sysClr>
                </a:solidFill>
                <a:latin typeface="Arial" panose="020B0604020202020204" pitchFamily="34" charset="0"/>
                <a:ea typeface="微软雅黑" panose="020B0503020204020204" charset="-122"/>
                <a:sym typeface="+mn-ea"/>
              </a:rPr>
              <a:t>1）在“语言”窗口中，单击“中文（中华人民共和国）”右侧的“选项”，将弹出“语言选项”窗口。</a:t>
            </a:r>
          </a:p>
          <a:p>
            <a:pPr lvl="0" indent="0" algn="just" fontAlgn="auto">
              <a:lnSpc>
                <a:spcPct val="120000"/>
              </a:lnSpc>
              <a:spcBef>
                <a:spcPts val="0"/>
              </a:spcBef>
              <a:spcAft>
                <a:spcPts val="300"/>
              </a:spcAft>
              <a:buClr>
                <a:srgbClr val="68A5A6">
                  <a:lumMod val="20000"/>
                  <a:lumOff val="80000"/>
                </a:srgbClr>
              </a:buClr>
              <a:buSzPct val="100000"/>
              <a:buFont typeface="Wingdings" panose="05000000000000000000" pitchFamily="2" charset="2"/>
              <a:buNone/>
            </a:pPr>
            <a:r>
              <a:rPr lang="zh-CN" altLang="en-US" sz="1050" spc="150">
                <a:solidFill>
                  <a:sysClr val="windowText" lastClr="000000">
                    <a:lumMod val="75000"/>
                    <a:lumOff val="25000"/>
                  </a:sysClr>
                </a:solidFill>
                <a:latin typeface="Arial" panose="020B0604020202020204" pitchFamily="34" charset="0"/>
                <a:ea typeface="微软雅黑" panose="020B0503020204020204" charset="-122"/>
                <a:sym typeface="+mn-ea"/>
              </a:rPr>
              <a:t>2）在“语言选项”窗口中，单击要删除的输入法（如微软五笔）右侧的“删除”，如图1-29 所示，然后单击“保存”按钮。</a:t>
            </a:r>
          </a:p>
        </p:txBody>
      </p:sp>
      <p:sp>
        <p:nvSpPr>
          <p:cNvPr id="10" name="文本框 9"/>
          <p:cNvSpPr txBox="1"/>
          <p:nvPr>
            <p:custDataLst>
              <p:tags r:id="rId6"/>
            </p:custDataLst>
          </p:nvPr>
        </p:nvSpPr>
        <p:spPr>
          <a:xfrm>
            <a:off x="1123741" y="3190050"/>
            <a:ext cx="2645204" cy="342840"/>
          </a:xfrm>
          <a:prstGeom prst="rect">
            <a:avLst/>
          </a:prstGeom>
          <a:noFill/>
        </p:spPr>
        <p:txBody>
          <a:bodyPr wrap="square" lIns="67627" tIns="35242" rIns="67627" bIns="35242" rtlCol="0" anchor="t">
            <a:normAutofit/>
          </a:bodyPr>
          <a:lstStyle>
            <a:defPPr>
              <a:defRPr lang="zh-CN"/>
            </a:defPPr>
            <a:lvl1pPr fontAlgn="auto">
              <a:lnSpc>
                <a:spcPct val="130000"/>
              </a:lnSpc>
              <a:spcAft>
                <a:spcPts val="1000"/>
              </a:spcAft>
              <a:defRPr sz="1600" spc="150"/>
            </a:lvl1pPr>
          </a:lstStyle>
          <a:p>
            <a:pPr marL="0" lvl="0" indent="0" algn="l">
              <a:lnSpc>
                <a:spcPct val="120000"/>
              </a:lnSpc>
              <a:spcBef>
                <a:spcPts val="0"/>
              </a:spcBef>
              <a:spcAft>
                <a:spcPts val="0"/>
              </a:spcAft>
              <a:buSzPct val="100000"/>
            </a:pPr>
            <a:r>
              <a:rPr lang="zh-CN" altLang="en-US" sz="1500">
                <a:solidFill>
                  <a:sysClr val="window" lastClr="FFFFFF"/>
                </a:solidFill>
                <a:latin typeface="Arial" panose="020B0604020202020204" pitchFamily="34" charset="0"/>
                <a:ea typeface="微软雅黑" panose="020B0503020204020204" charset="-122"/>
              </a:rPr>
              <a:t>（3）删除中文输入法</a:t>
            </a:r>
          </a:p>
        </p:txBody>
      </p:sp>
      <p:sp>
        <p:nvSpPr>
          <p:cNvPr id="32" name="等腰三角形 31"/>
          <p:cNvSpPr/>
          <p:nvPr>
            <p:custDataLst>
              <p:tags r:id="rId7"/>
            </p:custDataLst>
          </p:nvPr>
        </p:nvSpPr>
        <p:spPr>
          <a:xfrm>
            <a:off x="6365393" y="4362448"/>
            <a:ext cx="408813" cy="352425"/>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36" name="等腰三角形 35"/>
          <p:cNvSpPr/>
          <p:nvPr>
            <p:custDataLst>
              <p:tags r:id="rId8"/>
            </p:custDataLst>
          </p:nvPr>
        </p:nvSpPr>
        <p:spPr>
          <a:xfrm rot="10800000">
            <a:off x="6365393" y="428624"/>
            <a:ext cx="408813" cy="352425"/>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1" name="文本框 10"/>
          <p:cNvSpPr txBox="1"/>
          <p:nvPr>
            <p:custDataLst>
              <p:tags r:id="rId9"/>
            </p:custDataLst>
          </p:nvPr>
        </p:nvSpPr>
        <p:spPr>
          <a:xfrm>
            <a:off x="1123741" y="1411027"/>
            <a:ext cx="2645204" cy="1577430"/>
          </a:xfrm>
          <a:prstGeom prst="rect">
            <a:avLst/>
          </a:prstGeom>
          <a:noFill/>
        </p:spPr>
        <p:txBody>
          <a:bodyPr wrap="square" rtlCol="0" anchor="b" anchorCtr="0">
            <a:normAutofit/>
          </a:bodyPr>
          <a:lstStyle/>
          <a:p>
            <a:pPr marL="0" indent="0" algn="l">
              <a:lnSpc>
                <a:spcPct val="120000"/>
              </a:lnSpc>
              <a:spcBef>
                <a:spcPts val="0"/>
              </a:spcBef>
              <a:spcAft>
                <a:spcPts val="0"/>
              </a:spcAft>
              <a:buSzPct val="100000"/>
            </a:pPr>
            <a:r>
              <a:rPr lang="zh-CN" altLang="en-US" sz="3200" b="1" spc="300">
                <a:solidFill>
                  <a:sysClr val="window" lastClr="FFFFFF"/>
                </a:solidFill>
                <a:latin typeface="Arial" panose="020B0604020202020204" pitchFamily="34" charset="0"/>
                <a:ea typeface="微软雅黑" panose="020B0503020204020204" charset="-122"/>
              </a:rPr>
              <a:t>添加</a:t>
            </a:r>
          </a:p>
          <a:p>
            <a:pPr marL="0" indent="0" algn="l">
              <a:lnSpc>
                <a:spcPct val="120000"/>
              </a:lnSpc>
              <a:spcBef>
                <a:spcPts val="0"/>
              </a:spcBef>
              <a:spcAft>
                <a:spcPts val="0"/>
              </a:spcAft>
              <a:buSzPct val="100000"/>
            </a:pPr>
            <a:r>
              <a:rPr lang="zh-CN" altLang="en-US" sz="3200" b="1" spc="300">
                <a:solidFill>
                  <a:sysClr val="window" lastClr="FFFFFF"/>
                </a:solidFill>
                <a:latin typeface="Arial" panose="020B0604020202020204" pitchFamily="34" charset="0"/>
                <a:ea typeface="微软雅黑" panose="020B0503020204020204" charset="-122"/>
              </a:rPr>
              <a:t>中文输入法</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13560" y="198521"/>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350">
              <a:solidFill>
                <a:schemeClr val="accent1"/>
              </a:solidFill>
              <a:latin typeface="+mj-ea"/>
              <a:ea typeface="+mj-ea"/>
            </a:endParaRPr>
          </a:p>
        </p:txBody>
      </p:sp>
      <p:pic>
        <p:nvPicPr>
          <p:cNvPr id="2" name="图片 1"/>
          <p:cNvPicPr>
            <a:picLocks noChangeAspect="1"/>
          </p:cNvPicPr>
          <p:nvPr/>
        </p:nvPicPr>
        <p:blipFill>
          <a:blip r:embed="rId3"/>
          <a:stretch>
            <a:fillRect/>
          </a:stretch>
        </p:blipFill>
        <p:spPr>
          <a:xfrm>
            <a:off x="2294255" y="794385"/>
            <a:ext cx="4555490" cy="35540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2"/>
            </p:custDataLst>
          </p:nvPr>
        </p:nvSpPr>
        <p:spPr>
          <a:xfrm>
            <a:off x="588532" y="1098515"/>
            <a:ext cx="3020939" cy="807914"/>
          </a:xfrm>
          <a:prstGeom prst="rect">
            <a:avLst/>
          </a:prstGeom>
          <a:noFill/>
        </p:spPr>
        <p:txBody>
          <a:bodyPr wrap="square" lIns="67500" tIns="35100" rIns="67500" bIns="35100" rtlCol="0" anchor="b" anchorCtr="0">
            <a:normAutofit/>
          </a:bodyPr>
          <a:lstStyle/>
          <a:p>
            <a:pPr marL="0" indent="0" algn="l" defTabSz="685800">
              <a:lnSpc>
                <a:spcPct val="100000"/>
              </a:lnSpc>
              <a:spcBef>
                <a:spcPts val="0"/>
              </a:spcBef>
              <a:spcAft>
                <a:spcPts val="0"/>
              </a:spcAft>
              <a:buSzPct val="100000"/>
            </a:pPr>
            <a:r>
              <a:rPr lang="zh-CN" altLang="en-US" sz="2400" b="1" spc="300" dirty="0">
                <a:solidFill>
                  <a:srgbClr val="000000"/>
                </a:solidFill>
                <a:latin typeface="Arial" panose="020B0604020202020204" pitchFamily="34" charset="0"/>
                <a:ea typeface="微软雅黑" panose="020B0503020204020204" charset="-122"/>
                <a:cs typeface="+mn-ea"/>
                <a:sym typeface="+mn-ea"/>
              </a:rPr>
              <a:t>提示</a:t>
            </a:r>
          </a:p>
        </p:txBody>
      </p:sp>
      <p:cxnSp>
        <p:nvCxnSpPr>
          <p:cNvPr id="5" name="直接连接符 4"/>
          <p:cNvCxnSpPr/>
          <p:nvPr>
            <p:custDataLst>
              <p:tags r:id="rId3"/>
            </p:custDataLst>
          </p:nvPr>
        </p:nvCxnSpPr>
        <p:spPr>
          <a:xfrm>
            <a:off x="667114" y="2021723"/>
            <a:ext cx="813522" cy="0"/>
          </a:xfrm>
          <a:prstGeom prst="line">
            <a:avLst/>
          </a:prstGeom>
          <a:ln>
            <a:solidFill>
              <a:srgbClr val="159F18"/>
            </a:solidFill>
          </a:ln>
        </p:spPr>
        <p:style>
          <a:lnRef idx="3">
            <a:srgbClr val="8ABC1B"/>
          </a:lnRef>
          <a:fillRef idx="0">
            <a:srgbClr val="8ABC1B"/>
          </a:fillRef>
          <a:effectRef idx="2">
            <a:srgbClr val="8ABC1B"/>
          </a:effectRef>
          <a:fontRef idx="minor">
            <a:srgbClr val="000000"/>
          </a:fontRef>
        </p:style>
      </p:cxnSp>
      <p:sp>
        <p:nvSpPr>
          <p:cNvPr id="16" name="矩形 23"/>
          <p:cNvSpPr/>
          <p:nvPr>
            <p:custDataLst>
              <p:tags r:id="rId4"/>
            </p:custDataLst>
          </p:nvPr>
        </p:nvSpPr>
        <p:spPr>
          <a:xfrm>
            <a:off x="0" y="4391025"/>
            <a:ext cx="588645" cy="622935"/>
          </a:xfrm>
          <a:custGeom>
            <a:avLst/>
            <a:gdLst>
              <a:gd name="connsiteX0" fmla="*/ 0 w 270142"/>
              <a:gd name="connsiteY0" fmla="*/ 0 h 1190625"/>
              <a:gd name="connsiteX1" fmla="*/ 270142 w 270142"/>
              <a:gd name="connsiteY1" fmla="*/ 0 h 1190625"/>
              <a:gd name="connsiteX2" fmla="*/ 270142 w 270142"/>
              <a:gd name="connsiteY2" fmla="*/ 1190625 h 1190625"/>
              <a:gd name="connsiteX3" fmla="*/ 0 w 270142"/>
              <a:gd name="connsiteY3" fmla="*/ 1190625 h 1190625"/>
              <a:gd name="connsiteX4" fmla="*/ 0 w 270142"/>
              <a:gd name="connsiteY4" fmla="*/ 0 h 1190625"/>
              <a:gd name="connsiteX0-1" fmla="*/ 0 w 546367"/>
              <a:gd name="connsiteY0-2" fmla="*/ 1003300 h 1190625"/>
              <a:gd name="connsiteX1-3" fmla="*/ 546367 w 546367"/>
              <a:gd name="connsiteY1-4" fmla="*/ 0 h 1190625"/>
              <a:gd name="connsiteX2-5" fmla="*/ 546367 w 546367"/>
              <a:gd name="connsiteY2-6" fmla="*/ 1190625 h 1190625"/>
              <a:gd name="connsiteX3-7" fmla="*/ 276225 w 546367"/>
              <a:gd name="connsiteY3-8" fmla="*/ 1190625 h 1190625"/>
              <a:gd name="connsiteX4-9" fmla="*/ 0 w 546367"/>
              <a:gd name="connsiteY4-10" fmla="*/ 1003300 h 1190625"/>
              <a:gd name="connsiteX0-11" fmla="*/ 0 w 546367"/>
              <a:gd name="connsiteY0-12" fmla="*/ 390525 h 577850"/>
              <a:gd name="connsiteX1-13" fmla="*/ 267 w 546367"/>
              <a:gd name="connsiteY1-14" fmla="*/ 0 h 577850"/>
              <a:gd name="connsiteX2-15" fmla="*/ 546367 w 546367"/>
              <a:gd name="connsiteY2-16" fmla="*/ 577850 h 577850"/>
              <a:gd name="connsiteX3-17" fmla="*/ 276225 w 546367"/>
              <a:gd name="connsiteY3-18" fmla="*/ 577850 h 577850"/>
              <a:gd name="connsiteX4-19" fmla="*/ 0 w 546367"/>
              <a:gd name="connsiteY4-20" fmla="*/ 390525 h 577850"/>
              <a:gd name="connsiteX0-21" fmla="*/ 0 w 784492"/>
              <a:gd name="connsiteY0-22" fmla="*/ 390525 h 806450"/>
              <a:gd name="connsiteX1-23" fmla="*/ 267 w 784492"/>
              <a:gd name="connsiteY1-24" fmla="*/ 0 h 806450"/>
              <a:gd name="connsiteX2-25" fmla="*/ 784492 w 784492"/>
              <a:gd name="connsiteY2-26" fmla="*/ 806450 h 806450"/>
              <a:gd name="connsiteX3-27" fmla="*/ 276225 w 784492"/>
              <a:gd name="connsiteY3-28" fmla="*/ 577850 h 806450"/>
              <a:gd name="connsiteX4-29" fmla="*/ 0 w 784492"/>
              <a:gd name="connsiteY4-30" fmla="*/ 390525 h 806450"/>
              <a:gd name="connsiteX0-31" fmla="*/ 0 w 784492"/>
              <a:gd name="connsiteY0-32" fmla="*/ 390525 h 809625"/>
              <a:gd name="connsiteX1-33" fmla="*/ 267 w 784492"/>
              <a:gd name="connsiteY1-34" fmla="*/ 0 h 809625"/>
              <a:gd name="connsiteX2-35" fmla="*/ 784492 w 784492"/>
              <a:gd name="connsiteY2-36" fmla="*/ 806450 h 809625"/>
              <a:gd name="connsiteX3-37" fmla="*/ 469900 w 784492"/>
              <a:gd name="connsiteY3-38" fmla="*/ 809625 h 809625"/>
              <a:gd name="connsiteX4-39" fmla="*/ 0 w 784492"/>
              <a:gd name="connsiteY4-40" fmla="*/ 390525 h 809625"/>
              <a:gd name="connsiteX0-41" fmla="*/ 0 w 784492"/>
              <a:gd name="connsiteY0-42" fmla="*/ 365125 h 809625"/>
              <a:gd name="connsiteX1-43" fmla="*/ 267 w 784492"/>
              <a:gd name="connsiteY1-44" fmla="*/ 0 h 809625"/>
              <a:gd name="connsiteX2-45" fmla="*/ 784492 w 784492"/>
              <a:gd name="connsiteY2-46" fmla="*/ 806450 h 809625"/>
              <a:gd name="connsiteX3-47" fmla="*/ 469900 w 784492"/>
              <a:gd name="connsiteY3-48" fmla="*/ 809625 h 809625"/>
              <a:gd name="connsiteX4-49" fmla="*/ 0 w 784492"/>
              <a:gd name="connsiteY4-50" fmla="*/ 365125 h 809625"/>
              <a:gd name="connsiteX0-51" fmla="*/ 0 w 784492"/>
              <a:gd name="connsiteY0-52" fmla="*/ 365125 h 835025"/>
              <a:gd name="connsiteX1-53" fmla="*/ 267 w 784492"/>
              <a:gd name="connsiteY1-54" fmla="*/ 0 h 835025"/>
              <a:gd name="connsiteX2-55" fmla="*/ 784492 w 784492"/>
              <a:gd name="connsiteY2-56" fmla="*/ 806450 h 835025"/>
              <a:gd name="connsiteX3-57" fmla="*/ 473075 w 784492"/>
              <a:gd name="connsiteY3-58" fmla="*/ 835025 h 835025"/>
              <a:gd name="connsiteX4-59" fmla="*/ 0 w 784492"/>
              <a:gd name="connsiteY4-60" fmla="*/ 365125 h 835025"/>
              <a:gd name="connsiteX0-61" fmla="*/ 0 w 791636"/>
              <a:gd name="connsiteY0-62" fmla="*/ 365125 h 835025"/>
              <a:gd name="connsiteX1-63" fmla="*/ 7411 w 791636"/>
              <a:gd name="connsiteY1-64" fmla="*/ 0 h 835025"/>
              <a:gd name="connsiteX2-65" fmla="*/ 791636 w 791636"/>
              <a:gd name="connsiteY2-66" fmla="*/ 806450 h 835025"/>
              <a:gd name="connsiteX3-67" fmla="*/ 480219 w 791636"/>
              <a:gd name="connsiteY3-68" fmla="*/ 835025 h 835025"/>
              <a:gd name="connsiteX4-69" fmla="*/ 0 w 791636"/>
              <a:gd name="connsiteY4-70" fmla="*/ 365125 h 835025"/>
              <a:gd name="connsiteX0-71" fmla="*/ 4495 w 784225"/>
              <a:gd name="connsiteY0-72" fmla="*/ 369887 h 835025"/>
              <a:gd name="connsiteX1-73" fmla="*/ 0 w 784225"/>
              <a:gd name="connsiteY1-74" fmla="*/ 0 h 835025"/>
              <a:gd name="connsiteX2-75" fmla="*/ 784225 w 784225"/>
              <a:gd name="connsiteY2-76" fmla="*/ 806450 h 835025"/>
              <a:gd name="connsiteX3-77" fmla="*/ 472808 w 784225"/>
              <a:gd name="connsiteY3-78" fmla="*/ 835025 h 835025"/>
              <a:gd name="connsiteX4-79" fmla="*/ 4495 w 784225"/>
              <a:gd name="connsiteY4-80" fmla="*/ 369887 h 835025"/>
              <a:gd name="connsiteX0-81" fmla="*/ 403 w 784896"/>
              <a:gd name="connsiteY0-82" fmla="*/ 384175 h 835025"/>
              <a:gd name="connsiteX1-83" fmla="*/ 671 w 784896"/>
              <a:gd name="connsiteY1-84" fmla="*/ 0 h 835025"/>
              <a:gd name="connsiteX2-85" fmla="*/ 784896 w 784896"/>
              <a:gd name="connsiteY2-86" fmla="*/ 806450 h 835025"/>
              <a:gd name="connsiteX3-87" fmla="*/ 473479 w 784896"/>
              <a:gd name="connsiteY3-88" fmla="*/ 835025 h 835025"/>
              <a:gd name="connsiteX4-89" fmla="*/ 403 w 784896"/>
              <a:gd name="connsiteY4-90" fmla="*/ 384175 h 835025"/>
              <a:gd name="connsiteX0-91" fmla="*/ 2113 w 784225"/>
              <a:gd name="connsiteY0-92" fmla="*/ 362744 h 835025"/>
              <a:gd name="connsiteX1-93" fmla="*/ 0 w 784225"/>
              <a:gd name="connsiteY1-94" fmla="*/ 0 h 835025"/>
              <a:gd name="connsiteX2-95" fmla="*/ 784225 w 784225"/>
              <a:gd name="connsiteY2-96" fmla="*/ 806450 h 835025"/>
              <a:gd name="connsiteX3-97" fmla="*/ 472808 w 784225"/>
              <a:gd name="connsiteY3-98" fmla="*/ 835025 h 835025"/>
              <a:gd name="connsiteX4-99" fmla="*/ 2113 w 784225"/>
              <a:gd name="connsiteY4-100" fmla="*/ 362744 h 835025"/>
              <a:gd name="connsiteX0-101" fmla="*/ 2113 w 784225"/>
              <a:gd name="connsiteY0-102" fmla="*/ 362744 h 830263"/>
              <a:gd name="connsiteX1-103" fmla="*/ 0 w 784225"/>
              <a:gd name="connsiteY1-104" fmla="*/ 0 h 830263"/>
              <a:gd name="connsiteX2-105" fmla="*/ 784225 w 784225"/>
              <a:gd name="connsiteY2-106" fmla="*/ 806450 h 830263"/>
              <a:gd name="connsiteX3-107" fmla="*/ 460902 w 784225"/>
              <a:gd name="connsiteY3-108" fmla="*/ 830263 h 830263"/>
              <a:gd name="connsiteX4-109" fmla="*/ 2113 w 784225"/>
              <a:gd name="connsiteY4-110" fmla="*/ 362744 h 830263"/>
              <a:gd name="connsiteX0-111" fmla="*/ 403 w 784897"/>
              <a:gd name="connsiteY0-112" fmla="*/ 360363 h 830263"/>
              <a:gd name="connsiteX1-113" fmla="*/ 672 w 784897"/>
              <a:gd name="connsiteY1-114" fmla="*/ 0 h 830263"/>
              <a:gd name="connsiteX2-115" fmla="*/ 784897 w 784897"/>
              <a:gd name="connsiteY2-116" fmla="*/ 806450 h 830263"/>
              <a:gd name="connsiteX3-117" fmla="*/ 461574 w 784897"/>
              <a:gd name="connsiteY3-118" fmla="*/ 830263 h 830263"/>
              <a:gd name="connsiteX4-119" fmla="*/ 403 w 784897"/>
              <a:gd name="connsiteY4-120" fmla="*/ 360363 h 830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4897" h="830263">
                <a:moveTo>
                  <a:pt x="403" y="360363"/>
                </a:moveTo>
                <a:cubicBezTo>
                  <a:pt x="-1095" y="237067"/>
                  <a:pt x="2170" y="123296"/>
                  <a:pt x="672" y="0"/>
                </a:cubicBezTo>
                <a:lnTo>
                  <a:pt x="784897" y="806450"/>
                </a:lnTo>
                <a:lnTo>
                  <a:pt x="461574" y="830263"/>
                </a:lnTo>
                <a:lnTo>
                  <a:pt x="403" y="360363"/>
                </a:lnTo>
                <a:close/>
              </a:path>
            </a:pathLst>
          </a:custGeom>
          <a:solidFill>
            <a:srgbClr val="D0EDD1">
              <a:lumMod val="9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a:solidFill>
                <a:srgbClr val="FFFFFF"/>
              </a:solidFill>
            </a:endParaRPr>
          </a:p>
        </p:txBody>
      </p:sp>
      <p:sp>
        <p:nvSpPr>
          <p:cNvPr id="17" name="矩形 24"/>
          <p:cNvSpPr/>
          <p:nvPr>
            <p:custDataLst>
              <p:tags r:id="rId5"/>
            </p:custDataLst>
          </p:nvPr>
        </p:nvSpPr>
        <p:spPr>
          <a:xfrm>
            <a:off x="8564880" y="4557395"/>
            <a:ext cx="580390" cy="586105"/>
          </a:xfrm>
          <a:custGeom>
            <a:avLst/>
            <a:gdLst>
              <a:gd name="connsiteX0" fmla="*/ 0 w 217743"/>
              <a:gd name="connsiteY0" fmla="*/ 0 h 657729"/>
              <a:gd name="connsiteX1" fmla="*/ 217743 w 217743"/>
              <a:gd name="connsiteY1" fmla="*/ 0 h 657729"/>
              <a:gd name="connsiteX2" fmla="*/ 217743 w 217743"/>
              <a:gd name="connsiteY2" fmla="*/ 657729 h 657729"/>
              <a:gd name="connsiteX3" fmla="*/ 0 w 217743"/>
              <a:gd name="connsiteY3" fmla="*/ 657729 h 657729"/>
              <a:gd name="connsiteX4" fmla="*/ 0 w 217743"/>
              <a:gd name="connsiteY4" fmla="*/ 0 h 657729"/>
              <a:gd name="connsiteX0-1" fmla="*/ 0 w 686849"/>
              <a:gd name="connsiteY0-2" fmla="*/ 0 h 678656"/>
              <a:gd name="connsiteX1-3" fmla="*/ 686849 w 686849"/>
              <a:gd name="connsiteY1-4" fmla="*/ 678656 h 678656"/>
              <a:gd name="connsiteX2-5" fmla="*/ 217743 w 686849"/>
              <a:gd name="connsiteY2-6" fmla="*/ 657729 h 678656"/>
              <a:gd name="connsiteX3-7" fmla="*/ 0 w 686849"/>
              <a:gd name="connsiteY3-8" fmla="*/ 657729 h 678656"/>
              <a:gd name="connsiteX4-9" fmla="*/ 0 w 686849"/>
              <a:gd name="connsiteY4-10" fmla="*/ 0 h 678656"/>
              <a:gd name="connsiteX0-11" fmla="*/ 676275 w 686849"/>
              <a:gd name="connsiteY0-12" fmla="*/ 0 h 450056"/>
              <a:gd name="connsiteX1-13" fmla="*/ 686849 w 686849"/>
              <a:gd name="connsiteY1-14" fmla="*/ 450056 h 450056"/>
              <a:gd name="connsiteX2-15" fmla="*/ 217743 w 686849"/>
              <a:gd name="connsiteY2-16" fmla="*/ 429129 h 450056"/>
              <a:gd name="connsiteX3-17" fmla="*/ 0 w 686849"/>
              <a:gd name="connsiteY3-18" fmla="*/ 429129 h 450056"/>
              <a:gd name="connsiteX4-19" fmla="*/ 676275 w 686849"/>
              <a:gd name="connsiteY4-20" fmla="*/ 0 h 450056"/>
              <a:gd name="connsiteX0-21" fmla="*/ 676275 w 686849"/>
              <a:gd name="connsiteY0-22" fmla="*/ 0 h 769648"/>
              <a:gd name="connsiteX1-23" fmla="*/ 686849 w 686849"/>
              <a:gd name="connsiteY1-24" fmla="*/ 450056 h 769648"/>
              <a:gd name="connsiteX2-25" fmla="*/ 351093 w 686849"/>
              <a:gd name="connsiteY2-26" fmla="*/ 769648 h 769648"/>
              <a:gd name="connsiteX3-27" fmla="*/ 0 w 686849"/>
              <a:gd name="connsiteY3-28" fmla="*/ 429129 h 769648"/>
              <a:gd name="connsiteX4-29" fmla="*/ 676275 w 686849"/>
              <a:gd name="connsiteY4-30" fmla="*/ 0 h 769648"/>
              <a:gd name="connsiteX0-31" fmla="*/ 762000 w 772574"/>
              <a:gd name="connsiteY0-32" fmla="*/ 0 h 779173"/>
              <a:gd name="connsiteX1-33" fmla="*/ 772574 w 772574"/>
              <a:gd name="connsiteY1-34" fmla="*/ 450056 h 779173"/>
              <a:gd name="connsiteX2-35" fmla="*/ 436818 w 772574"/>
              <a:gd name="connsiteY2-36" fmla="*/ 769648 h 779173"/>
              <a:gd name="connsiteX3-37" fmla="*/ 0 w 772574"/>
              <a:gd name="connsiteY3-38" fmla="*/ 779173 h 779173"/>
              <a:gd name="connsiteX4-39" fmla="*/ 762000 w 772574"/>
              <a:gd name="connsiteY4-40" fmla="*/ 0 h 779173"/>
              <a:gd name="connsiteX0-41" fmla="*/ 762000 w 772574"/>
              <a:gd name="connsiteY0-42" fmla="*/ 0 h 779173"/>
              <a:gd name="connsiteX1-43" fmla="*/ 772574 w 772574"/>
              <a:gd name="connsiteY1-44" fmla="*/ 450056 h 779173"/>
              <a:gd name="connsiteX2-45" fmla="*/ 453487 w 772574"/>
              <a:gd name="connsiteY2-46" fmla="*/ 776792 h 779173"/>
              <a:gd name="connsiteX3-47" fmla="*/ 0 w 772574"/>
              <a:gd name="connsiteY3-48" fmla="*/ 779173 h 779173"/>
              <a:gd name="connsiteX4-49" fmla="*/ 762000 w 772574"/>
              <a:gd name="connsiteY4-50" fmla="*/ 0 h 779173"/>
              <a:gd name="connsiteX0-51" fmla="*/ 773906 w 773906"/>
              <a:gd name="connsiteY0-52" fmla="*/ 0 h 781554"/>
              <a:gd name="connsiteX1-53" fmla="*/ 772574 w 773906"/>
              <a:gd name="connsiteY1-54" fmla="*/ 452437 h 781554"/>
              <a:gd name="connsiteX2-55" fmla="*/ 453487 w 773906"/>
              <a:gd name="connsiteY2-56" fmla="*/ 779173 h 781554"/>
              <a:gd name="connsiteX3-57" fmla="*/ 0 w 773906"/>
              <a:gd name="connsiteY3-58" fmla="*/ 781554 h 781554"/>
              <a:gd name="connsiteX4-59" fmla="*/ 773906 w 773906"/>
              <a:gd name="connsiteY4-60" fmla="*/ 0 h 781554"/>
              <a:gd name="connsiteX0-61" fmla="*/ 773906 w 773906"/>
              <a:gd name="connsiteY0-62" fmla="*/ 0 h 781554"/>
              <a:gd name="connsiteX1-63" fmla="*/ 772574 w 773906"/>
              <a:gd name="connsiteY1-64" fmla="*/ 452437 h 781554"/>
              <a:gd name="connsiteX2-65" fmla="*/ 453487 w 773906"/>
              <a:gd name="connsiteY2-66" fmla="*/ 779173 h 781554"/>
              <a:gd name="connsiteX3-67" fmla="*/ 0 w 773906"/>
              <a:gd name="connsiteY3-68" fmla="*/ 781554 h 781554"/>
              <a:gd name="connsiteX4-69" fmla="*/ 773906 w 773906"/>
              <a:gd name="connsiteY4-70" fmla="*/ 0 h 781554"/>
              <a:gd name="connsiteX0-71" fmla="*/ 773906 w 773906"/>
              <a:gd name="connsiteY0-72" fmla="*/ 0 h 781555"/>
              <a:gd name="connsiteX1-73" fmla="*/ 772574 w 773906"/>
              <a:gd name="connsiteY1-74" fmla="*/ 452437 h 781555"/>
              <a:gd name="connsiteX2-75" fmla="*/ 451105 w 773906"/>
              <a:gd name="connsiteY2-76" fmla="*/ 781555 h 781555"/>
              <a:gd name="connsiteX3-77" fmla="*/ 0 w 773906"/>
              <a:gd name="connsiteY3-78" fmla="*/ 781554 h 781555"/>
              <a:gd name="connsiteX4-79" fmla="*/ 773906 w 773906"/>
              <a:gd name="connsiteY4-80" fmla="*/ 0 h 7815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3906" h="781555">
                <a:moveTo>
                  <a:pt x="773906" y="0"/>
                </a:moveTo>
                <a:lnTo>
                  <a:pt x="772574" y="452437"/>
                </a:lnTo>
                <a:lnTo>
                  <a:pt x="451105" y="781555"/>
                </a:lnTo>
                <a:lnTo>
                  <a:pt x="0" y="781554"/>
                </a:lnTo>
                <a:lnTo>
                  <a:pt x="773906" y="0"/>
                </a:lnTo>
                <a:close/>
              </a:path>
            </a:pathLst>
          </a:custGeom>
          <a:solidFill>
            <a:srgbClr val="D0EDD1">
              <a:lumMod val="5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sp>
        <p:nvSpPr>
          <p:cNvPr id="18" name="矩形 25"/>
          <p:cNvSpPr/>
          <p:nvPr>
            <p:custDataLst>
              <p:tags r:id="rId6"/>
            </p:custDataLst>
          </p:nvPr>
        </p:nvSpPr>
        <p:spPr>
          <a:xfrm>
            <a:off x="440690" y="4702175"/>
            <a:ext cx="842010" cy="441325"/>
          </a:xfrm>
          <a:custGeom>
            <a:avLst/>
            <a:gdLst>
              <a:gd name="connsiteX0" fmla="*/ 0 w 250825"/>
              <a:gd name="connsiteY0" fmla="*/ 0 h 723900"/>
              <a:gd name="connsiteX1" fmla="*/ 250825 w 250825"/>
              <a:gd name="connsiteY1" fmla="*/ 0 h 723900"/>
              <a:gd name="connsiteX2" fmla="*/ 250825 w 250825"/>
              <a:gd name="connsiteY2" fmla="*/ 723900 h 723900"/>
              <a:gd name="connsiteX3" fmla="*/ 0 w 250825"/>
              <a:gd name="connsiteY3" fmla="*/ 723900 h 723900"/>
              <a:gd name="connsiteX4" fmla="*/ 0 w 250825"/>
              <a:gd name="connsiteY4" fmla="*/ 0 h 723900"/>
              <a:gd name="connsiteX0-1" fmla="*/ 0 w 1031875"/>
              <a:gd name="connsiteY0-2" fmla="*/ 152400 h 723900"/>
              <a:gd name="connsiteX1-3" fmla="*/ 1031875 w 1031875"/>
              <a:gd name="connsiteY1-4" fmla="*/ 0 h 723900"/>
              <a:gd name="connsiteX2-5" fmla="*/ 1031875 w 1031875"/>
              <a:gd name="connsiteY2-6" fmla="*/ 723900 h 723900"/>
              <a:gd name="connsiteX3-7" fmla="*/ 781050 w 1031875"/>
              <a:gd name="connsiteY3-8" fmla="*/ 723900 h 723900"/>
              <a:gd name="connsiteX4-9" fmla="*/ 0 w 1031875"/>
              <a:gd name="connsiteY4-10" fmla="*/ 152400 h 723900"/>
              <a:gd name="connsiteX0-11" fmla="*/ 0 w 1031875"/>
              <a:gd name="connsiteY0-12" fmla="*/ 0 h 571500"/>
              <a:gd name="connsiteX1-13" fmla="*/ 569912 w 1031875"/>
              <a:gd name="connsiteY1-14" fmla="*/ 50007 h 571500"/>
              <a:gd name="connsiteX2-15" fmla="*/ 1031875 w 1031875"/>
              <a:gd name="connsiteY2-16" fmla="*/ 571500 h 571500"/>
              <a:gd name="connsiteX3-17" fmla="*/ 781050 w 1031875"/>
              <a:gd name="connsiteY3-18" fmla="*/ 571500 h 571500"/>
              <a:gd name="connsiteX4-19" fmla="*/ 0 w 1031875"/>
              <a:gd name="connsiteY4-20" fmla="*/ 0 h 571500"/>
              <a:gd name="connsiteX0-21" fmla="*/ 0 w 1031875"/>
              <a:gd name="connsiteY0-22" fmla="*/ 0 h 571500"/>
              <a:gd name="connsiteX1-23" fmla="*/ 508000 w 1031875"/>
              <a:gd name="connsiteY1-24" fmla="*/ 7144 h 571500"/>
              <a:gd name="connsiteX2-25" fmla="*/ 1031875 w 1031875"/>
              <a:gd name="connsiteY2-26" fmla="*/ 571500 h 571500"/>
              <a:gd name="connsiteX3-27" fmla="*/ 781050 w 1031875"/>
              <a:gd name="connsiteY3-28" fmla="*/ 571500 h 571500"/>
              <a:gd name="connsiteX4-29" fmla="*/ 0 w 1031875"/>
              <a:gd name="connsiteY4-30" fmla="*/ 0 h 571500"/>
              <a:gd name="connsiteX0-31" fmla="*/ 0 w 1031875"/>
              <a:gd name="connsiteY0-32" fmla="*/ 0 h 578644"/>
              <a:gd name="connsiteX1-33" fmla="*/ 508000 w 1031875"/>
              <a:gd name="connsiteY1-34" fmla="*/ 7144 h 578644"/>
              <a:gd name="connsiteX2-35" fmla="*/ 1031875 w 1031875"/>
              <a:gd name="connsiteY2-36" fmla="*/ 571500 h 578644"/>
              <a:gd name="connsiteX3-37" fmla="*/ 573881 w 1031875"/>
              <a:gd name="connsiteY3-38" fmla="*/ 578644 h 578644"/>
              <a:gd name="connsiteX4-39" fmla="*/ 0 w 1031875"/>
              <a:gd name="connsiteY4-40" fmla="*/ 0 h 578644"/>
              <a:gd name="connsiteX0-41" fmla="*/ 0 w 1031875"/>
              <a:gd name="connsiteY0-42" fmla="*/ 0 h 573882"/>
              <a:gd name="connsiteX1-43" fmla="*/ 508000 w 1031875"/>
              <a:gd name="connsiteY1-44" fmla="*/ 7144 h 573882"/>
              <a:gd name="connsiteX2-45" fmla="*/ 1031875 w 1031875"/>
              <a:gd name="connsiteY2-46" fmla="*/ 571500 h 573882"/>
              <a:gd name="connsiteX3-47" fmla="*/ 585788 w 1031875"/>
              <a:gd name="connsiteY3-48" fmla="*/ 573882 h 573882"/>
              <a:gd name="connsiteX4-49" fmla="*/ 0 w 1031875"/>
              <a:gd name="connsiteY4-50" fmla="*/ 0 h 573882"/>
              <a:gd name="connsiteX0-51" fmla="*/ 0 w 1031875"/>
              <a:gd name="connsiteY0-52" fmla="*/ 0 h 581025"/>
              <a:gd name="connsiteX1-53" fmla="*/ 508000 w 1031875"/>
              <a:gd name="connsiteY1-54" fmla="*/ 7144 h 581025"/>
              <a:gd name="connsiteX2-55" fmla="*/ 1031875 w 1031875"/>
              <a:gd name="connsiteY2-56" fmla="*/ 571500 h 581025"/>
              <a:gd name="connsiteX3-57" fmla="*/ 573881 w 1031875"/>
              <a:gd name="connsiteY3-58" fmla="*/ 581025 h 581025"/>
              <a:gd name="connsiteX4-59" fmla="*/ 0 w 1031875"/>
              <a:gd name="connsiteY4-60" fmla="*/ 0 h 581025"/>
              <a:gd name="connsiteX0-61" fmla="*/ 0 w 889000"/>
              <a:gd name="connsiteY0-62" fmla="*/ 0 h 581025"/>
              <a:gd name="connsiteX1-63" fmla="*/ 508000 w 889000"/>
              <a:gd name="connsiteY1-64" fmla="*/ 7144 h 581025"/>
              <a:gd name="connsiteX2-65" fmla="*/ 889000 w 889000"/>
              <a:gd name="connsiteY2-66" fmla="*/ 578643 h 581025"/>
              <a:gd name="connsiteX3-67" fmla="*/ 573881 w 889000"/>
              <a:gd name="connsiteY3-68" fmla="*/ 581025 h 581025"/>
              <a:gd name="connsiteX4-69" fmla="*/ 0 w 889000"/>
              <a:gd name="connsiteY4-70" fmla="*/ 0 h 581025"/>
              <a:gd name="connsiteX0-71" fmla="*/ 0 w 1122362"/>
              <a:gd name="connsiteY0-72" fmla="*/ 0 h 588168"/>
              <a:gd name="connsiteX1-73" fmla="*/ 508000 w 1122362"/>
              <a:gd name="connsiteY1-74" fmla="*/ 7144 h 588168"/>
              <a:gd name="connsiteX2-75" fmla="*/ 1122362 w 1122362"/>
              <a:gd name="connsiteY2-76" fmla="*/ 588168 h 588168"/>
              <a:gd name="connsiteX3-77" fmla="*/ 573881 w 1122362"/>
              <a:gd name="connsiteY3-78" fmla="*/ 581025 h 588168"/>
              <a:gd name="connsiteX4-79" fmla="*/ 0 w 1122362"/>
              <a:gd name="connsiteY4-80" fmla="*/ 0 h 588168"/>
              <a:gd name="connsiteX0-81" fmla="*/ 0 w 1122362"/>
              <a:gd name="connsiteY0-82" fmla="*/ 0 h 588168"/>
              <a:gd name="connsiteX1-83" fmla="*/ 510381 w 1122362"/>
              <a:gd name="connsiteY1-84" fmla="*/ 0 h 588168"/>
              <a:gd name="connsiteX2-85" fmla="*/ 1122362 w 1122362"/>
              <a:gd name="connsiteY2-86" fmla="*/ 588168 h 588168"/>
              <a:gd name="connsiteX3-87" fmla="*/ 573881 w 1122362"/>
              <a:gd name="connsiteY3-88" fmla="*/ 581025 h 588168"/>
              <a:gd name="connsiteX4-89" fmla="*/ 0 w 1122362"/>
              <a:gd name="connsiteY4-90" fmla="*/ 0 h 588168"/>
              <a:gd name="connsiteX0-91" fmla="*/ 0 w 1122362"/>
              <a:gd name="connsiteY0-92" fmla="*/ 0 h 588169"/>
              <a:gd name="connsiteX1-93" fmla="*/ 510381 w 1122362"/>
              <a:gd name="connsiteY1-94" fmla="*/ 0 h 588169"/>
              <a:gd name="connsiteX2-95" fmla="*/ 1122362 w 1122362"/>
              <a:gd name="connsiteY2-96" fmla="*/ 588168 h 588169"/>
              <a:gd name="connsiteX3-97" fmla="*/ 578644 w 1122362"/>
              <a:gd name="connsiteY3-98" fmla="*/ 588169 h 588169"/>
              <a:gd name="connsiteX4-99" fmla="*/ 0 w 1122362"/>
              <a:gd name="connsiteY4-100" fmla="*/ 0 h 58816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22362" h="588169">
                <a:moveTo>
                  <a:pt x="0" y="0"/>
                </a:moveTo>
                <a:lnTo>
                  <a:pt x="510381" y="0"/>
                </a:lnTo>
                <a:lnTo>
                  <a:pt x="1122362" y="588168"/>
                </a:lnTo>
                <a:lnTo>
                  <a:pt x="578644" y="588169"/>
                </a:lnTo>
                <a:lnTo>
                  <a:pt x="0" y="0"/>
                </a:lnTo>
                <a:close/>
              </a:path>
            </a:pathLst>
          </a:custGeom>
          <a:solidFill>
            <a:srgbClr val="D0EDD1"/>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lstStyle/>
          <a:p>
            <a:pPr algn="ctr" defTabSz="685800"/>
            <a:endParaRPr lang="zh-CN" altLang="en-US" sz="1350" dirty="0">
              <a:solidFill>
                <a:srgbClr val="FFFFFF"/>
              </a:solidFill>
            </a:endParaRPr>
          </a:p>
        </p:txBody>
      </p:sp>
      <p:pic>
        <p:nvPicPr>
          <p:cNvPr id="6" name="图片 5" descr="图片1"/>
          <p:cNvPicPr>
            <a:picLocks noChangeAspect="1"/>
          </p:cNvPicPr>
          <p:nvPr>
            <p:custDataLst>
              <p:tags r:id="rId7"/>
            </p:custDataLst>
          </p:nvPr>
        </p:nvPicPr>
        <p:blipFill>
          <a:blip r:embed="rId11"/>
          <a:stretch>
            <a:fillRect/>
          </a:stretch>
        </p:blipFill>
        <p:spPr>
          <a:xfrm>
            <a:off x="3206115" y="1905"/>
            <a:ext cx="5929789" cy="5120640"/>
          </a:xfrm>
          <a:prstGeom prst="rect">
            <a:avLst/>
          </a:prstGeom>
        </p:spPr>
      </p:pic>
      <p:sp>
        <p:nvSpPr>
          <p:cNvPr id="8" name="文本框 17"/>
          <p:cNvSpPr txBox="1"/>
          <p:nvPr>
            <p:custDataLst>
              <p:tags r:id="rId8"/>
            </p:custDataLst>
          </p:nvPr>
        </p:nvSpPr>
        <p:spPr>
          <a:xfrm>
            <a:off x="588645" y="2155825"/>
            <a:ext cx="3466465" cy="623570"/>
          </a:xfrm>
          <a:prstGeom prst="rect">
            <a:avLst/>
          </a:prstGeom>
        </p:spPr>
        <p:txBody>
          <a:bodyPr vert="horz" wrap="square"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0" lvl="0" indent="0" algn="just" defTabSz="685165" fontAlgn="auto">
              <a:lnSpc>
                <a:spcPct val="150000"/>
              </a:lnSpc>
              <a:spcBef>
                <a:spcPts val="800"/>
              </a:spcBef>
              <a:spcAft>
                <a:spcPts val="0"/>
              </a:spcAft>
              <a:buSzPct val="100000"/>
            </a:pPr>
            <a:r>
              <a:rPr sz="1200" spc="150" dirty="0">
                <a:solidFill>
                  <a:srgbClr val="000000"/>
                </a:solidFill>
                <a:latin typeface="Arial" panose="020B0604020202020204" pitchFamily="34" charset="0"/>
                <a:ea typeface="微软雅黑" panose="020B0503020204020204" charset="-122"/>
                <a:sym typeface="+mn-ea"/>
              </a:rPr>
              <a:t>这里仅仅是从输入法选项中删除，安装的输入法程序并没有卸载。</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半闭框 10"/>
          <p:cNvSpPr/>
          <p:nvPr>
            <p:custDataLst>
              <p:tags r:id="rId1"/>
            </p:custDataLst>
          </p:nvPr>
        </p:nvSpPr>
        <p:spPr>
          <a:xfrm>
            <a:off x="213677" y="184467"/>
            <a:ext cx="435769" cy="435769"/>
          </a:xfrm>
          <a:prstGeom prst="halfFrame">
            <a:avLst/>
          </a:prstGeom>
          <a:solidFill>
            <a:schemeClr val="accent6"/>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15" name="半闭框 14"/>
          <p:cNvSpPr/>
          <p:nvPr>
            <p:custDataLst>
              <p:tags r:id="rId2"/>
            </p:custDataLst>
          </p:nvPr>
        </p:nvSpPr>
        <p:spPr>
          <a:xfrm rot="10800000">
            <a:off x="8511376" y="4502369"/>
            <a:ext cx="435769" cy="435769"/>
          </a:xfrm>
          <a:prstGeom prst="halfFrame">
            <a:avLst/>
          </a:prstGeom>
          <a:solidFill>
            <a:schemeClr val="accent6"/>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7" name="六边形 6"/>
          <p:cNvSpPr>
            <a:spLocks noChangeAspect="1"/>
          </p:cNvSpPr>
          <p:nvPr/>
        </p:nvSpPr>
        <p:spPr>
          <a:xfrm rot="10800000" flipH="1">
            <a:off x="4379679" y="1741469"/>
            <a:ext cx="839198" cy="723283"/>
          </a:xfrm>
          <a:prstGeom prst="hexagon">
            <a:avLst>
              <a:gd name="adj" fmla="val 28557"/>
              <a:gd name="vf" fmla="val 11547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64" tIns="34282" rIns="68564" bIns="34282" rtlCol="0" anchor="ctr"/>
          <a:lstStyle/>
          <a:p>
            <a:pPr algn="ctr"/>
            <a:endParaRPr lang="zh-CN" altLang="en-US" sz="1200" dirty="0">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10" name="六边形 9"/>
          <p:cNvSpPr>
            <a:spLocks noChangeAspect="1"/>
          </p:cNvSpPr>
          <p:nvPr/>
        </p:nvSpPr>
        <p:spPr>
          <a:xfrm rot="10800000" flipH="1">
            <a:off x="4345343" y="2560197"/>
            <a:ext cx="839198" cy="723283"/>
          </a:xfrm>
          <a:prstGeom prst="hexagon">
            <a:avLst>
              <a:gd name="adj" fmla="val 28557"/>
              <a:gd name="vf" fmla="val 11547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64" tIns="34282" rIns="68564" bIns="34282" rtlCol="0" anchor="ctr"/>
          <a:lstStyle/>
          <a:p>
            <a:pPr algn="ctr"/>
            <a:endParaRPr lang="zh-CN" altLang="en-US" sz="1200" dirty="0">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13" name="六边形 12"/>
          <p:cNvSpPr>
            <a:spLocks noChangeAspect="1"/>
          </p:cNvSpPr>
          <p:nvPr/>
        </p:nvSpPr>
        <p:spPr>
          <a:xfrm rot="10800000" flipH="1">
            <a:off x="4379677" y="3379401"/>
            <a:ext cx="839198" cy="723283"/>
          </a:xfrm>
          <a:prstGeom prst="hexagon">
            <a:avLst>
              <a:gd name="adj" fmla="val 28557"/>
              <a:gd name="vf" fmla="val 11547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64" tIns="34282" rIns="68564" bIns="34282" rtlCol="0" anchor="ctr"/>
          <a:lstStyle/>
          <a:p>
            <a:pPr algn="ctr"/>
            <a:endParaRPr lang="zh-CN" altLang="en-US" sz="1200" dirty="0">
              <a:latin typeface="微软雅黑" panose="020B0503020204020204" pitchFamily="34" charset="-122"/>
              <a:ea typeface="微软雅黑" panose="020B0503020204020204" pitchFamily="34" charset="-122"/>
              <a:sym typeface="方正黑体简体" panose="03000509000000000000" pitchFamily="2" charset="-122"/>
            </a:endParaRPr>
          </a:p>
        </p:txBody>
      </p:sp>
      <p:grpSp>
        <p:nvGrpSpPr>
          <p:cNvPr id="2" name="组合 14"/>
          <p:cNvGrpSpPr>
            <a:grpSpLocks noChangeAspect="1"/>
          </p:cNvGrpSpPr>
          <p:nvPr/>
        </p:nvGrpSpPr>
        <p:grpSpPr>
          <a:xfrm flipH="1">
            <a:off x="4636787" y="2844281"/>
            <a:ext cx="324983" cy="246869"/>
            <a:chOff x="4268086" y="4221191"/>
            <a:chExt cx="509646" cy="387231"/>
          </a:xfrm>
          <a:solidFill>
            <a:srgbClr val="FEFEFE"/>
          </a:solidFill>
          <a:effectLst/>
        </p:grpSpPr>
        <p:sp>
          <p:nvSpPr>
            <p:cNvPr id="26" name="Freeform 20"/>
            <p:cNvSpPr>
              <a:spLocks noEditPoints="1"/>
            </p:cNvSpPr>
            <p:nvPr/>
          </p:nvSpPr>
          <p:spPr bwMode="auto">
            <a:xfrm>
              <a:off x="4268086" y="4273030"/>
              <a:ext cx="337890" cy="335392"/>
            </a:xfrm>
            <a:custGeom>
              <a:avLst/>
              <a:gdLst>
                <a:gd name="T0" fmla="*/ 229 w 229"/>
                <a:gd name="T1" fmla="*/ 128 h 227"/>
                <a:gd name="T2" fmla="*/ 229 w 229"/>
                <a:gd name="T3" fmla="*/ 98 h 227"/>
                <a:gd name="T4" fmla="*/ 206 w 229"/>
                <a:gd name="T5" fmla="*/ 93 h 227"/>
                <a:gd name="T6" fmla="*/ 200 w 229"/>
                <a:gd name="T7" fmla="*/ 76 h 227"/>
                <a:gd name="T8" fmla="*/ 216 w 229"/>
                <a:gd name="T9" fmla="*/ 58 h 227"/>
                <a:gd name="T10" fmla="*/ 198 w 229"/>
                <a:gd name="T11" fmla="*/ 34 h 227"/>
                <a:gd name="T12" fmla="*/ 176 w 229"/>
                <a:gd name="T13" fmla="*/ 44 h 227"/>
                <a:gd name="T14" fmla="*/ 161 w 229"/>
                <a:gd name="T15" fmla="*/ 33 h 227"/>
                <a:gd name="T16" fmla="*/ 164 w 229"/>
                <a:gd name="T17" fmla="*/ 9 h 227"/>
                <a:gd name="T18" fmla="*/ 135 w 229"/>
                <a:gd name="T19" fmla="*/ 0 h 227"/>
                <a:gd name="T20" fmla="*/ 123 w 229"/>
                <a:gd name="T21" fmla="*/ 20 h 227"/>
                <a:gd name="T22" fmla="*/ 114 w 229"/>
                <a:gd name="T23" fmla="*/ 20 h 227"/>
                <a:gd name="T24" fmla="*/ 105 w 229"/>
                <a:gd name="T25" fmla="*/ 20 h 227"/>
                <a:gd name="T26" fmla="*/ 93 w 229"/>
                <a:gd name="T27" fmla="*/ 0 h 227"/>
                <a:gd name="T28" fmla="*/ 65 w 229"/>
                <a:gd name="T29" fmla="*/ 9 h 227"/>
                <a:gd name="T30" fmla="*/ 67 w 229"/>
                <a:gd name="T31" fmla="*/ 33 h 227"/>
                <a:gd name="T32" fmla="*/ 52 w 229"/>
                <a:gd name="T33" fmla="*/ 44 h 227"/>
                <a:gd name="T34" fmla="*/ 30 w 229"/>
                <a:gd name="T35" fmla="*/ 34 h 227"/>
                <a:gd name="T36" fmla="*/ 13 w 229"/>
                <a:gd name="T37" fmla="*/ 58 h 227"/>
                <a:gd name="T38" fmla="*/ 29 w 229"/>
                <a:gd name="T39" fmla="*/ 76 h 227"/>
                <a:gd name="T40" fmla="*/ 23 w 229"/>
                <a:gd name="T41" fmla="*/ 94 h 227"/>
                <a:gd name="T42" fmla="*/ 0 w 229"/>
                <a:gd name="T43" fmla="*/ 98 h 227"/>
                <a:gd name="T44" fmla="*/ 0 w 229"/>
                <a:gd name="T45" fmla="*/ 128 h 227"/>
                <a:gd name="T46" fmla="*/ 23 w 229"/>
                <a:gd name="T47" fmla="*/ 133 h 227"/>
                <a:gd name="T48" fmla="*/ 29 w 229"/>
                <a:gd name="T49" fmla="*/ 151 h 227"/>
                <a:gd name="T50" fmla="*/ 13 w 229"/>
                <a:gd name="T51" fmla="*/ 169 h 227"/>
                <a:gd name="T52" fmla="*/ 31 w 229"/>
                <a:gd name="T53" fmla="*/ 193 h 227"/>
                <a:gd name="T54" fmla="*/ 52 w 229"/>
                <a:gd name="T55" fmla="*/ 183 h 227"/>
                <a:gd name="T56" fmla="*/ 67 w 229"/>
                <a:gd name="T57" fmla="*/ 194 h 227"/>
                <a:gd name="T58" fmla="*/ 65 w 229"/>
                <a:gd name="T59" fmla="*/ 218 h 227"/>
                <a:gd name="T60" fmla="*/ 93 w 229"/>
                <a:gd name="T61" fmla="*/ 227 h 227"/>
                <a:gd name="T62" fmla="*/ 105 w 229"/>
                <a:gd name="T63" fmla="*/ 206 h 227"/>
                <a:gd name="T64" fmla="*/ 114 w 229"/>
                <a:gd name="T65" fmla="*/ 207 h 227"/>
                <a:gd name="T66" fmla="*/ 124 w 229"/>
                <a:gd name="T67" fmla="*/ 206 h 227"/>
                <a:gd name="T68" fmla="*/ 135 w 229"/>
                <a:gd name="T69" fmla="*/ 227 h 227"/>
                <a:gd name="T70" fmla="*/ 164 w 229"/>
                <a:gd name="T71" fmla="*/ 217 h 227"/>
                <a:gd name="T72" fmla="*/ 161 w 229"/>
                <a:gd name="T73" fmla="*/ 194 h 227"/>
                <a:gd name="T74" fmla="*/ 176 w 229"/>
                <a:gd name="T75" fmla="*/ 183 h 227"/>
                <a:gd name="T76" fmla="*/ 198 w 229"/>
                <a:gd name="T77" fmla="*/ 193 h 227"/>
                <a:gd name="T78" fmla="*/ 216 w 229"/>
                <a:gd name="T79" fmla="*/ 168 h 227"/>
                <a:gd name="T80" fmla="*/ 200 w 229"/>
                <a:gd name="T81" fmla="*/ 151 h 227"/>
                <a:gd name="T82" fmla="*/ 206 w 229"/>
                <a:gd name="T83" fmla="*/ 133 h 227"/>
                <a:gd name="T84" fmla="*/ 229 w 229"/>
                <a:gd name="T85" fmla="*/ 128 h 227"/>
                <a:gd name="T86" fmla="*/ 114 w 229"/>
                <a:gd name="T87" fmla="*/ 180 h 227"/>
                <a:gd name="T88" fmla="*/ 47 w 229"/>
                <a:gd name="T89" fmla="*/ 113 h 227"/>
                <a:gd name="T90" fmla="*/ 114 w 229"/>
                <a:gd name="T91" fmla="*/ 46 h 227"/>
                <a:gd name="T92" fmla="*/ 181 w 229"/>
                <a:gd name="T93" fmla="*/ 113 h 227"/>
                <a:gd name="T94" fmla="*/ 114 w 229"/>
                <a:gd name="T95" fmla="*/ 18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9" h="227">
                  <a:moveTo>
                    <a:pt x="229" y="128"/>
                  </a:moveTo>
                  <a:cubicBezTo>
                    <a:pt x="229" y="98"/>
                    <a:pt x="229" y="98"/>
                    <a:pt x="229" y="98"/>
                  </a:cubicBezTo>
                  <a:cubicBezTo>
                    <a:pt x="206" y="93"/>
                    <a:pt x="206" y="93"/>
                    <a:pt x="206" y="93"/>
                  </a:cubicBezTo>
                  <a:cubicBezTo>
                    <a:pt x="204" y="87"/>
                    <a:pt x="202" y="81"/>
                    <a:pt x="200" y="76"/>
                  </a:cubicBezTo>
                  <a:cubicBezTo>
                    <a:pt x="216" y="58"/>
                    <a:pt x="216" y="58"/>
                    <a:pt x="216" y="58"/>
                  </a:cubicBezTo>
                  <a:cubicBezTo>
                    <a:pt x="198" y="34"/>
                    <a:pt x="198" y="34"/>
                    <a:pt x="198" y="34"/>
                  </a:cubicBezTo>
                  <a:cubicBezTo>
                    <a:pt x="176" y="44"/>
                    <a:pt x="176" y="44"/>
                    <a:pt x="176" y="44"/>
                  </a:cubicBezTo>
                  <a:cubicBezTo>
                    <a:pt x="172" y="39"/>
                    <a:pt x="167" y="36"/>
                    <a:pt x="161" y="33"/>
                  </a:cubicBezTo>
                  <a:cubicBezTo>
                    <a:pt x="164" y="9"/>
                    <a:pt x="164" y="9"/>
                    <a:pt x="164" y="9"/>
                  </a:cubicBezTo>
                  <a:cubicBezTo>
                    <a:pt x="135" y="0"/>
                    <a:pt x="135" y="0"/>
                    <a:pt x="135" y="0"/>
                  </a:cubicBezTo>
                  <a:cubicBezTo>
                    <a:pt x="123" y="20"/>
                    <a:pt x="123" y="20"/>
                    <a:pt x="123" y="20"/>
                  </a:cubicBezTo>
                  <a:cubicBezTo>
                    <a:pt x="120" y="20"/>
                    <a:pt x="117" y="20"/>
                    <a:pt x="114" y="20"/>
                  </a:cubicBezTo>
                  <a:cubicBezTo>
                    <a:pt x="111" y="20"/>
                    <a:pt x="108" y="20"/>
                    <a:pt x="105" y="20"/>
                  </a:cubicBezTo>
                  <a:cubicBezTo>
                    <a:pt x="93" y="0"/>
                    <a:pt x="93" y="0"/>
                    <a:pt x="93" y="0"/>
                  </a:cubicBezTo>
                  <a:cubicBezTo>
                    <a:pt x="65" y="9"/>
                    <a:pt x="65" y="9"/>
                    <a:pt x="65" y="9"/>
                  </a:cubicBezTo>
                  <a:cubicBezTo>
                    <a:pt x="67" y="33"/>
                    <a:pt x="67" y="33"/>
                    <a:pt x="67" y="33"/>
                  </a:cubicBezTo>
                  <a:cubicBezTo>
                    <a:pt x="62" y="36"/>
                    <a:pt x="57" y="39"/>
                    <a:pt x="52" y="44"/>
                  </a:cubicBezTo>
                  <a:cubicBezTo>
                    <a:pt x="30" y="34"/>
                    <a:pt x="30" y="34"/>
                    <a:pt x="30" y="34"/>
                  </a:cubicBezTo>
                  <a:cubicBezTo>
                    <a:pt x="13" y="58"/>
                    <a:pt x="13" y="58"/>
                    <a:pt x="13" y="58"/>
                  </a:cubicBezTo>
                  <a:cubicBezTo>
                    <a:pt x="29" y="76"/>
                    <a:pt x="29" y="76"/>
                    <a:pt x="29" y="76"/>
                  </a:cubicBezTo>
                  <a:cubicBezTo>
                    <a:pt x="26" y="81"/>
                    <a:pt x="24" y="87"/>
                    <a:pt x="23" y="94"/>
                  </a:cubicBezTo>
                  <a:cubicBezTo>
                    <a:pt x="0" y="98"/>
                    <a:pt x="0" y="98"/>
                    <a:pt x="0" y="98"/>
                  </a:cubicBezTo>
                  <a:cubicBezTo>
                    <a:pt x="0" y="128"/>
                    <a:pt x="0" y="128"/>
                    <a:pt x="0" y="128"/>
                  </a:cubicBezTo>
                  <a:cubicBezTo>
                    <a:pt x="23" y="133"/>
                    <a:pt x="23" y="133"/>
                    <a:pt x="23" y="133"/>
                  </a:cubicBezTo>
                  <a:cubicBezTo>
                    <a:pt x="24" y="139"/>
                    <a:pt x="26" y="145"/>
                    <a:pt x="29" y="151"/>
                  </a:cubicBezTo>
                  <a:cubicBezTo>
                    <a:pt x="13" y="169"/>
                    <a:pt x="13" y="169"/>
                    <a:pt x="13" y="169"/>
                  </a:cubicBezTo>
                  <a:cubicBezTo>
                    <a:pt x="31" y="193"/>
                    <a:pt x="31" y="193"/>
                    <a:pt x="31" y="193"/>
                  </a:cubicBezTo>
                  <a:cubicBezTo>
                    <a:pt x="52" y="183"/>
                    <a:pt x="52" y="183"/>
                    <a:pt x="52" y="183"/>
                  </a:cubicBezTo>
                  <a:cubicBezTo>
                    <a:pt x="57" y="187"/>
                    <a:pt x="62" y="191"/>
                    <a:pt x="67" y="194"/>
                  </a:cubicBezTo>
                  <a:cubicBezTo>
                    <a:pt x="65" y="218"/>
                    <a:pt x="65" y="218"/>
                    <a:pt x="65" y="218"/>
                  </a:cubicBezTo>
                  <a:cubicBezTo>
                    <a:pt x="93" y="227"/>
                    <a:pt x="93" y="227"/>
                    <a:pt x="93" y="227"/>
                  </a:cubicBezTo>
                  <a:cubicBezTo>
                    <a:pt x="105" y="206"/>
                    <a:pt x="105" y="206"/>
                    <a:pt x="105" y="206"/>
                  </a:cubicBezTo>
                  <a:cubicBezTo>
                    <a:pt x="108" y="207"/>
                    <a:pt x="111" y="207"/>
                    <a:pt x="114" y="207"/>
                  </a:cubicBezTo>
                  <a:cubicBezTo>
                    <a:pt x="117" y="207"/>
                    <a:pt x="121" y="207"/>
                    <a:pt x="124" y="206"/>
                  </a:cubicBezTo>
                  <a:cubicBezTo>
                    <a:pt x="135" y="227"/>
                    <a:pt x="135" y="227"/>
                    <a:pt x="135" y="227"/>
                  </a:cubicBezTo>
                  <a:cubicBezTo>
                    <a:pt x="164" y="217"/>
                    <a:pt x="164" y="217"/>
                    <a:pt x="164" y="217"/>
                  </a:cubicBezTo>
                  <a:cubicBezTo>
                    <a:pt x="161" y="194"/>
                    <a:pt x="161" y="194"/>
                    <a:pt x="161" y="194"/>
                  </a:cubicBezTo>
                  <a:cubicBezTo>
                    <a:pt x="167" y="191"/>
                    <a:pt x="172" y="187"/>
                    <a:pt x="176" y="183"/>
                  </a:cubicBezTo>
                  <a:cubicBezTo>
                    <a:pt x="198" y="193"/>
                    <a:pt x="198" y="193"/>
                    <a:pt x="198" y="193"/>
                  </a:cubicBezTo>
                  <a:cubicBezTo>
                    <a:pt x="216" y="168"/>
                    <a:pt x="216" y="168"/>
                    <a:pt x="216" y="168"/>
                  </a:cubicBezTo>
                  <a:cubicBezTo>
                    <a:pt x="200" y="151"/>
                    <a:pt x="200" y="151"/>
                    <a:pt x="200" y="151"/>
                  </a:cubicBezTo>
                  <a:cubicBezTo>
                    <a:pt x="202" y="145"/>
                    <a:pt x="204" y="139"/>
                    <a:pt x="206" y="133"/>
                  </a:cubicBezTo>
                  <a:lnTo>
                    <a:pt x="229" y="128"/>
                  </a:lnTo>
                  <a:close/>
                  <a:moveTo>
                    <a:pt x="114" y="180"/>
                  </a:moveTo>
                  <a:cubicBezTo>
                    <a:pt x="77" y="180"/>
                    <a:pt x="47" y="150"/>
                    <a:pt x="47" y="113"/>
                  </a:cubicBezTo>
                  <a:cubicBezTo>
                    <a:pt x="47" y="76"/>
                    <a:pt x="77" y="46"/>
                    <a:pt x="114" y="46"/>
                  </a:cubicBezTo>
                  <a:cubicBezTo>
                    <a:pt x="151" y="46"/>
                    <a:pt x="181" y="76"/>
                    <a:pt x="181" y="113"/>
                  </a:cubicBezTo>
                  <a:cubicBezTo>
                    <a:pt x="181" y="150"/>
                    <a:pt x="151" y="180"/>
                    <a:pt x="114"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p>
              <a:endParaRPr lang="zh-CN" altLang="en-US" sz="1800" dirty="0">
                <a:solidFill>
                  <a:prstClr val="black"/>
                </a:solidFill>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27" name="Freeform 21"/>
            <p:cNvSpPr>
              <a:spLocks noEditPoints="1"/>
            </p:cNvSpPr>
            <p:nvPr/>
          </p:nvSpPr>
          <p:spPr bwMode="auto">
            <a:xfrm>
              <a:off x="4577871" y="4221191"/>
              <a:ext cx="199861" cy="199861"/>
            </a:xfrm>
            <a:custGeom>
              <a:avLst/>
              <a:gdLst>
                <a:gd name="T0" fmla="*/ 135 w 135"/>
                <a:gd name="T1" fmla="*/ 76 h 135"/>
                <a:gd name="T2" fmla="*/ 135 w 135"/>
                <a:gd name="T3" fmla="*/ 58 h 135"/>
                <a:gd name="T4" fmla="*/ 122 w 135"/>
                <a:gd name="T5" fmla="*/ 55 h 135"/>
                <a:gd name="T6" fmla="*/ 118 w 135"/>
                <a:gd name="T7" fmla="*/ 45 h 135"/>
                <a:gd name="T8" fmla="*/ 128 w 135"/>
                <a:gd name="T9" fmla="*/ 34 h 135"/>
                <a:gd name="T10" fmla="*/ 117 w 135"/>
                <a:gd name="T11" fmla="*/ 20 h 135"/>
                <a:gd name="T12" fmla="*/ 104 w 135"/>
                <a:gd name="T13" fmla="*/ 26 h 135"/>
                <a:gd name="T14" fmla="*/ 96 w 135"/>
                <a:gd name="T15" fmla="*/ 19 h 135"/>
                <a:gd name="T16" fmla="*/ 97 w 135"/>
                <a:gd name="T17" fmla="*/ 5 h 135"/>
                <a:gd name="T18" fmla="*/ 80 w 135"/>
                <a:gd name="T19" fmla="*/ 0 h 135"/>
                <a:gd name="T20" fmla="*/ 73 w 135"/>
                <a:gd name="T21" fmla="*/ 12 h 135"/>
                <a:gd name="T22" fmla="*/ 67 w 135"/>
                <a:gd name="T23" fmla="*/ 12 h 135"/>
                <a:gd name="T24" fmla="*/ 62 w 135"/>
                <a:gd name="T25" fmla="*/ 12 h 135"/>
                <a:gd name="T26" fmla="*/ 55 w 135"/>
                <a:gd name="T27" fmla="*/ 0 h 135"/>
                <a:gd name="T28" fmla="*/ 38 w 135"/>
                <a:gd name="T29" fmla="*/ 5 h 135"/>
                <a:gd name="T30" fmla="*/ 39 w 135"/>
                <a:gd name="T31" fmla="*/ 19 h 135"/>
                <a:gd name="T32" fmla="*/ 30 w 135"/>
                <a:gd name="T33" fmla="*/ 26 h 135"/>
                <a:gd name="T34" fmla="*/ 18 w 135"/>
                <a:gd name="T35" fmla="*/ 20 h 135"/>
                <a:gd name="T36" fmla="*/ 7 w 135"/>
                <a:gd name="T37" fmla="*/ 34 h 135"/>
                <a:gd name="T38" fmla="*/ 17 w 135"/>
                <a:gd name="T39" fmla="*/ 45 h 135"/>
                <a:gd name="T40" fmla="*/ 13 w 135"/>
                <a:gd name="T41" fmla="*/ 55 h 135"/>
                <a:gd name="T42" fmla="*/ 0 w 135"/>
                <a:gd name="T43" fmla="*/ 58 h 135"/>
                <a:gd name="T44" fmla="*/ 0 w 135"/>
                <a:gd name="T45" fmla="*/ 76 h 135"/>
                <a:gd name="T46" fmla="*/ 13 w 135"/>
                <a:gd name="T47" fmla="*/ 79 h 135"/>
                <a:gd name="T48" fmla="*/ 17 w 135"/>
                <a:gd name="T49" fmla="*/ 90 h 135"/>
                <a:gd name="T50" fmla="*/ 7 w 135"/>
                <a:gd name="T51" fmla="*/ 100 h 135"/>
                <a:gd name="T52" fmla="*/ 18 w 135"/>
                <a:gd name="T53" fmla="*/ 114 h 135"/>
                <a:gd name="T54" fmla="*/ 31 w 135"/>
                <a:gd name="T55" fmla="*/ 109 h 135"/>
                <a:gd name="T56" fmla="*/ 39 w 135"/>
                <a:gd name="T57" fmla="*/ 115 h 135"/>
                <a:gd name="T58" fmla="*/ 38 w 135"/>
                <a:gd name="T59" fmla="*/ 129 h 135"/>
                <a:gd name="T60" fmla="*/ 55 w 135"/>
                <a:gd name="T61" fmla="*/ 135 h 135"/>
                <a:gd name="T62" fmla="*/ 62 w 135"/>
                <a:gd name="T63" fmla="*/ 122 h 135"/>
                <a:gd name="T64" fmla="*/ 68 w 135"/>
                <a:gd name="T65" fmla="*/ 123 h 135"/>
                <a:gd name="T66" fmla="*/ 73 w 135"/>
                <a:gd name="T67" fmla="*/ 122 h 135"/>
                <a:gd name="T68" fmla="*/ 80 w 135"/>
                <a:gd name="T69" fmla="*/ 135 h 135"/>
                <a:gd name="T70" fmla="*/ 97 w 135"/>
                <a:gd name="T71" fmla="*/ 129 h 135"/>
                <a:gd name="T72" fmla="*/ 96 w 135"/>
                <a:gd name="T73" fmla="*/ 115 h 135"/>
                <a:gd name="T74" fmla="*/ 104 w 135"/>
                <a:gd name="T75" fmla="*/ 109 h 135"/>
                <a:gd name="T76" fmla="*/ 117 w 135"/>
                <a:gd name="T77" fmla="*/ 114 h 135"/>
                <a:gd name="T78" fmla="*/ 128 w 135"/>
                <a:gd name="T79" fmla="*/ 100 h 135"/>
                <a:gd name="T80" fmla="*/ 118 w 135"/>
                <a:gd name="T81" fmla="*/ 89 h 135"/>
                <a:gd name="T82" fmla="*/ 122 w 135"/>
                <a:gd name="T83" fmla="*/ 79 h 135"/>
                <a:gd name="T84" fmla="*/ 135 w 135"/>
                <a:gd name="T85" fmla="*/ 76 h 135"/>
                <a:gd name="T86" fmla="*/ 67 w 135"/>
                <a:gd name="T87" fmla="*/ 107 h 135"/>
                <a:gd name="T88" fmla="*/ 28 w 135"/>
                <a:gd name="T89" fmla="*/ 67 h 135"/>
                <a:gd name="T90" fmla="*/ 67 w 135"/>
                <a:gd name="T91" fmla="*/ 27 h 135"/>
                <a:gd name="T92" fmla="*/ 107 w 135"/>
                <a:gd name="T93" fmla="*/ 67 h 135"/>
                <a:gd name="T94" fmla="*/ 67 w 135"/>
                <a:gd name="T95" fmla="*/ 10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5" h="135">
                  <a:moveTo>
                    <a:pt x="135" y="76"/>
                  </a:moveTo>
                  <a:cubicBezTo>
                    <a:pt x="135" y="58"/>
                    <a:pt x="135" y="58"/>
                    <a:pt x="135" y="58"/>
                  </a:cubicBezTo>
                  <a:cubicBezTo>
                    <a:pt x="122" y="55"/>
                    <a:pt x="122" y="55"/>
                    <a:pt x="122" y="55"/>
                  </a:cubicBezTo>
                  <a:cubicBezTo>
                    <a:pt x="121" y="52"/>
                    <a:pt x="120" y="48"/>
                    <a:pt x="118" y="45"/>
                  </a:cubicBezTo>
                  <a:cubicBezTo>
                    <a:pt x="128" y="34"/>
                    <a:pt x="128" y="34"/>
                    <a:pt x="128" y="34"/>
                  </a:cubicBezTo>
                  <a:cubicBezTo>
                    <a:pt x="117" y="20"/>
                    <a:pt x="117" y="20"/>
                    <a:pt x="117" y="20"/>
                  </a:cubicBezTo>
                  <a:cubicBezTo>
                    <a:pt x="104" y="26"/>
                    <a:pt x="104" y="26"/>
                    <a:pt x="104" y="26"/>
                  </a:cubicBezTo>
                  <a:cubicBezTo>
                    <a:pt x="102" y="23"/>
                    <a:pt x="99" y="21"/>
                    <a:pt x="96" y="19"/>
                  </a:cubicBezTo>
                  <a:cubicBezTo>
                    <a:pt x="97" y="5"/>
                    <a:pt x="97" y="5"/>
                    <a:pt x="97" y="5"/>
                  </a:cubicBezTo>
                  <a:cubicBezTo>
                    <a:pt x="80" y="0"/>
                    <a:pt x="80" y="0"/>
                    <a:pt x="80" y="0"/>
                  </a:cubicBezTo>
                  <a:cubicBezTo>
                    <a:pt x="73" y="12"/>
                    <a:pt x="73" y="12"/>
                    <a:pt x="73" y="12"/>
                  </a:cubicBezTo>
                  <a:cubicBezTo>
                    <a:pt x="71" y="12"/>
                    <a:pt x="69" y="12"/>
                    <a:pt x="67" y="12"/>
                  </a:cubicBezTo>
                  <a:cubicBezTo>
                    <a:pt x="66" y="12"/>
                    <a:pt x="64" y="12"/>
                    <a:pt x="62" y="12"/>
                  </a:cubicBezTo>
                  <a:cubicBezTo>
                    <a:pt x="55" y="0"/>
                    <a:pt x="55" y="0"/>
                    <a:pt x="55" y="0"/>
                  </a:cubicBezTo>
                  <a:cubicBezTo>
                    <a:pt x="38" y="5"/>
                    <a:pt x="38" y="5"/>
                    <a:pt x="38" y="5"/>
                  </a:cubicBezTo>
                  <a:cubicBezTo>
                    <a:pt x="39" y="19"/>
                    <a:pt x="39" y="19"/>
                    <a:pt x="39" y="19"/>
                  </a:cubicBezTo>
                  <a:cubicBezTo>
                    <a:pt x="36" y="21"/>
                    <a:pt x="33" y="23"/>
                    <a:pt x="30" y="26"/>
                  </a:cubicBezTo>
                  <a:cubicBezTo>
                    <a:pt x="18" y="20"/>
                    <a:pt x="18" y="20"/>
                    <a:pt x="18" y="20"/>
                  </a:cubicBezTo>
                  <a:cubicBezTo>
                    <a:pt x="7" y="34"/>
                    <a:pt x="7" y="34"/>
                    <a:pt x="7" y="34"/>
                  </a:cubicBezTo>
                  <a:cubicBezTo>
                    <a:pt x="17" y="45"/>
                    <a:pt x="17" y="45"/>
                    <a:pt x="17" y="45"/>
                  </a:cubicBezTo>
                  <a:cubicBezTo>
                    <a:pt x="15" y="48"/>
                    <a:pt x="14" y="52"/>
                    <a:pt x="13" y="55"/>
                  </a:cubicBezTo>
                  <a:cubicBezTo>
                    <a:pt x="0" y="58"/>
                    <a:pt x="0" y="58"/>
                    <a:pt x="0" y="58"/>
                  </a:cubicBezTo>
                  <a:cubicBezTo>
                    <a:pt x="0" y="76"/>
                    <a:pt x="0" y="76"/>
                    <a:pt x="0" y="76"/>
                  </a:cubicBezTo>
                  <a:cubicBezTo>
                    <a:pt x="13" y="79"/>
                    <a:pt x="13" y="79"/>
                    <a:pt x="13" y="79"/>
                  </a:cubicBezTo>
                  <a:cubicBezTo>
                    <a:pt x="14" y="83"/>
                    <a:pt x="15" y="86"/>
                    <a:pt x="17" y="90"/>
                  </a:cubicBezTo>
                  <a:cubicBezTo>
                    <a:pt x="7" y="100"/>
                    <a:pt x="7" y="100"/>
                    <a:pt x="7" y="100"/>
                  </a:cubicBezTo>
                  <a:cubicBezTo>
                    <a:pt x="18" y="114"/>
                    <a:pt x="18" y="114"/>
                    <a:pt x="18" y="114"/>
                  </a:cubicBezTo>
                  <a:cubicBezTo>
                    <a:pt x="31" y="109"/>
                    <a:pt x="31" y="109"/>
                    <a:pt x="31" y="109"/>
                  </a:cubicBezTo>
                  <a:cubicBezTo>
                    <a:pt x="33" y="111"/>
                    <a:pt x="36" y="113"/>
                    <a:pt x="39" y="115"/>
                  </a:cubicBezTo>
                  <a:cubicBezTo>
                    <a:pt x="38" y="129"/>
                    <a:pt x="38" y="129"/>
                    <a:pt x="38" y="129"/>
                  </a:cubicBezTo>
                  <a:cubicBezTo>
                    <a:pt x="55" y="135"/>
                    <a:pt x="55" y="135"/>
                    <a:pt x="55" y="135"/>
                  </a:cubicBezTo>
                  <a:cubicBezTo>
                    <a:pt x="62" y="122"/>
                    <a:pt x="62" y="122"/>
                    <a:pt x="62" y="122"/>
                  </a:cubicBezTo>
                  <a:cubicBezTo>
                    <a:pt x="64" y="123"/>
                    <a:pt x="66" y="123"/>
                    <a:pt x="68" y="123"/>
                  </a:cubicBezTo>
                  <a:cubicBezTo>
                    <a:pt x="69" y="123"/>
                    <a:pt x="71" y="123"/>
                    <a:pt x="73" y="122"/>
                  </a:cubicBezTo>
                  <a:cubicBezTo>
                    <a:pt x="80" y="135"/>
                    <a:pt x="80" y="135"/>
                    <a:pt x="80" y="135"/>
                  </a:cubicBezTo>
                  <a:cubicBezTo>
                    <a:pt x="97" y="129"/>
                    <a:pt x="97" y="129"/>
                    <a:pt x="97" y="129"/>
                  </a:cubicBezTo>
                  <a:cubicBezTo>
                    <a:pt x="96" y="115"/>
                    <a:pt x="96" y="115"/>
                    <a:pt x="96" y="115"/>
                  </a:cubicBezTo>
                  <a:cubicBezTo>
                    <a:pt x="99" y="113"/>
                    <a:pt x="102" y="111"/>
                    <a:pt x="104" y="109"/>
                  </a:cubicBezTo>
                  <a:cubicBezTo>
                    <a:pt x="117" y="114"/>
                    <a:pt x="117" y="114"/>
                    <a:pt x="117" y="114"/>
                  </a:cubicBezTo>
                  <a:cubicBezTo>
                    <a:pt x="128" y="100"/>
                    <a:pt x="128" y="100"/>
                    <a:pt x="128" y="100"/>
                  </a:cubicBezTo>
                  <a:cubicBezTo>
                    <a:pt x="118" y="89"/>
                    <a:pt x="118" y="89"/>
                    <a:pt x="118" y="89"/>
                  </a:cubicBezTo>
                  <a:cubicBezTo>
                    <a:pt x="120" y="86"/>
                    <a:pt x="121" y="83"/>
                    <a:pt x="122" y="79"/>
                  </a:cubicBezTo>
                  <a:lnTo>
                    <a:pt x="135" y="76"/>
                  </a:lnTo>
                  <a:close/>
                  <a:moveTo>
                    <a:pt x="67" y="107"/>
                  </a:moveTo>
                  <a:cubicBezTo>
                    <a:pt x="46" y="107"/>
                    <a:pt x="28" y="89"/>
                    <a:pt x="28" y="67"/>
                  </a:cubicBezTo>
                  <a:cubicBezTo>
                    <a:pt x="28" y="45"/>
                    <a:pt x="46" y="27"/>
                    <a:pt x="67" y="27"/>
                  </a:cubicBezTo>
                  <a:cubicBezTo>
                    <a:pt x="89" y="27"/>
                    <a:pt x="107" y="45"/>
                    <a:pt x="107" y="67"/>
                  </a:cubicBezTo>
                  <a:cubicBezTo>
                    <a:pt x="107" y="89"/>
                    <a:pt x="89" y="107"/>
                    <a:pt x="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p>
              <a:endParaRPr lang="zh-CN" altLang="en-US" sz="1800" dirty="0">
                <a:solidFill>
                  <a:prstClr val="black"/>
                </a:solidFill>
                <a:latin typeface="微软雅黑" panose="020B0503020204020204" pitchFamily="34" charset="-122"/>
                <a:ea typeface="微软雅黑" panose="020B0503020204020204" pitchFamily="34" charset="-122"/>
                <a:sym typeface="方正黑体简体" panose="03000509000000000000" pitchFamily="2" charset="-122"/>
              </a:endParaRPr>
            </a:p>
          </p:txBody>
        </p:sp>
      </p:grpSp>
      <p:grpSp>
        <p:nvGrpSpPr>
          <p:cNvPr id="3" name="组合 15"/>
          <p:cNvGrpSpPr/>
          <p:nvPr/>
        </p:nvGrpSpPr>
        <p:grpSpPr>
          <a:xfrm flipH="1">
            <a:off x="4668571" y="2008477"/>
            <a:ext cx="261414" cy="249955"/>
            <a:chOff x="1004888" y="993775"/>
            <a:chExt cx="2438400" cy="2332038"/>
          </a:xfrm>
          <a:solidFill>
            <a:srgbClr val="FEFEFE"/>
          </a:solidFill>
          <a:effectLst/>
        </p:grpSpPr>
        <p:sp>
          <p:nvSpPr>
            <p:cNvPr id="24" name="Freeform 25"/>
            <p:cNvSpPr/>
            <p:nvPr/>
          </p:nvSpPr>
          <p:spPr bwMode="auto">
            <a:xfrm>
              <a:off x="1898651" y="2670175"/>
              <a:ext cx="655638" cy="655638"/>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p>
              <a:endParaRPr lang="zh-CN" altLang="en-US" sz="1800" dirty="0">
                <a:solidFill>
                  <a:prstClr val="black"/>
                </a:solidFill>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25" name="任意多边形 19"/>
            <p:cNvSpPr>
              <a:spLocks noChangeArrowheads="1"/>
            </p:cNvSpPr>
            <p:nvPr/>
          </p:nvSpPr>
          <p:spPr bwMode="auto">
            <a:xfrm>
              <a:off x="1004888" y="993775"/>
              <a:ext cx="2438400" cy="1774825"/>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2" tIns="45706" rIns="91412" bIns="45706" numCol="1" anchor="t" anchorCtr="0" compatLnSpc="1">
              <a:noAutofit/>
            </a:bodyPr>
            <a:lstStyle/>
            <a:p>
              <a:endParaRPr lang="zh-CN" altLang="en-US" sz="1800" dirty="0">
                <a:solidFill>
                  <a:prstClr val="black"/>
                </a:solidFill>
                <a:latin typeface="微软雅黑" panose="020B0503020204020204" pitchFamily="34" charset="-122"/>
                <a:ea typeface="微软雅黑" panose="020B0503020204020204" pitchFamily="34" charset="-122"/>
                <a:sym typeface="方正黑体简体" panose="03000509000000000000" pitchFamily="2" charset="-122"/>
              </a:endParaRPr>
            </a:p>
          </p:txBody>
        </p:sp>
      </p:grpSp>
      <p:grpSp>
        <p:nvGrpSpPr>
          <p:cNvPr id="4" name="组合 16"/>
          <p:cNvGrpSpPr>
            <a:grpSpLocks noChangeAspect="1"/>
          </p:cNvGrpSpPr>
          <p:nvPr/>
        </p:nvGrpSpPr>
        <p:grpSpPr>
          <a:xfrm flipH="1">
            <a:off x="4654215" y="3600613"/>
            <a:ext cx="255345" cy="288736"/>
            <a:chOff x="4994016" y="4872553"/>
            <a:chExt cx="406394" cy="459644"/>
          </a:xfrm>
          <a:solidFill>
            <a:srgbClr val="FEFEFE"/>
          </a:solidFill>
          <a:effectLst/>
        </p:grpSpPr>
        <p:sp>
          <p:nvSpPr>
            <p:cNvPr id="21" name="Freeform 148"/>
            <p:cNvSpPr>
              <a:spLocks noEditPoints="1"/>
            </p:cNvSpPr>
            <p:nvPr/>
          </p:nvSpPr>
          <p:spPr bwMode="auto">
            <a:xfrm>
              <a:off x="5049137" y="4872553"/>
              <a:ext cx="351273" cy="456842"/>
            </a:xfrm>
            <a:custGeom>
              <a:avLst/>
              <a:gdLst>
                <a:gd name="T0" fmla="*/ 157 w 159"/>
                <a:gd name="T1" fmla="*/ 185 h 207"/>
                <a:gd name="T2" fmla="*/ 89 w 159"/>
                <a:gd name="T3" fmla="*/ 79 h 207"/>
                <a:gd name="T4" fmla="*/ 92 w 159"/>
                <a:gd name="T5" fmla="*/ 24 h 207"/>
                <a:gd name="T6" fmla="*/ 42 w 159"/>
                <a:gd name="T7" fmla="*/ 4 h 207"/>
                <a:gd name="T8" fmla="*/ 70 w 159"/>
                <a:gd name="T9" fmla="*/ 48 h 207"/>
                <a:gd name="T10" fmla="*/ 37 w 159"/>
                <a:gd name="T11" fmla="*/ 69 h 207"/>
                <a:gd name="T12" fmla="*/ 10 w 159"/>
                <a:gd name="T13" fmla="*/ 27 h 207"/>
                <a:gd name="T14" fmla="*/ 10 w 159"/>
                <a:gd name="T15" fmla="*/ 77 h 207"/>
                <a:gd name="T16" fmla="*/ 62 w 159"/>
                <a:gd name="T17" fmla="*/ 96 h 207"/>
                <a:gd name="T18" fmla="*/ 130 w 159"/>
                <a:gd name="T19" fmla="*/ 202 h 207"/>
                <a:gd name="T20" fmla="*/ 143 w 159"/>
                <a:gd name="T21" fmla="*/ 205 h 207"/>
                <a:gd name="T22" fmla="*/ 154 w 159"/>
                <a:gd name="T23" fmla="*/ 197 h 207"/>
                <a:gd name="T24" fmla="*/ 157 w 159"/>
                <a:gd name="T25" fmla="*/ 185 h 207"/>
                <a:gd name="T26" fmla="*/ 144 w 159"/>
                <a:gd name="T27" fmla="*/ 193 h 207"/>
                <a:gd name="T28" fmla="*/ 134 w 159"/>
                <a:gd name="T29" fmla="*/ 191 h 207"/>
                <a:gd name="T30" fmla="*/ 137 w 159"/>
                <a:gd name="T31" fmla="*/ 182 h 207"/>
                <a:gd name="T32" fmla="*/ 146 w 159"/>
                <a:gd name="T33" fmla="*/ 184 h 207"/>
                <a:gd name="T34" fmla="*/ 144 w 159"/>
                <a:gd name="T35" fmla="*/ 19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p>
              <a:endParaRPr lang="zh-CN" altLang="en-US" sz="1200" dirty="0">
                <a:solidFill>
                  <a:prstClr val="black"/>
                </a:solidFill>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22" name="Freeform 149"/>
            <p:cNvSpPr>
              <a:spLocks noEditPoints="1"/>
            </p:cNvSpPr>
            <p:nvPr/>
          </p:nvSpPr>
          <p:spPr bwMode="auto">
            <a:xfrm>
              <a:off x="4994016" y="5104243"/>
              <a:ext cx="231691" cy="227954"/>
            </a:xfrm>
            <a:custGeom>
              <a:avLst/>
              <a:gdLst>
                <a:gd name="T0" fmla="*/ 91 w 105"/>
                <a:gd name="T1" fmla="*/ 26 h 103"/>
                <a:gd name="T2" fmla="*/ 97 w 105"/>
                <a:gd name="T3" fmla="*/ 20 h 103"/>
                <a:gd name="T4" fmla="*/ 84 w 105"/>
                <a:gd name="T5" fmla="*/ 7 h 103"/>
                <a:gd name="T6" fmla="*/ 78 w 105"/>
                <a:gd name="T7" fmla="*/ 13 h 103"/>
                <a:gd name="T8" fmla="*/ 62 w 105"/>
                <a:gd name="T9" fmla="*/ 7 h 103"/>
                <a:gd name="T10" fmla="*/ 62 w 105"/>
                <a:gd name="T11" fmla="*/ 0 h 103"/>
                <a:gd name="T12" fmla="*/ 43 w 105"/>
                <a:gd name="T13" fmla="*/ 0 h 103"/>
                <a:gd name="T14" fmla="*/ 43 w 105"/>
                <a:gd name="T15" fmla="*/ 7 h 103"/>
                <a:gd name="T16" fmla="*/ 28 w 105"/>
                <a:gd name="T17" fmla="*/ 13 h 103"/>
                <a:gd name="T18" fmla="*/ 22 w 105"/>
                <a:gd name="T19" fmla="*/ 7 h 103"/>
                <a:gd name="T20" fmla="*/ 8 w 105"/>
                <a:gd name="T21" fmla="*/ 20 h 103"/>
                <a:gd name="T22" fmla="*/ 15 w 105"/>
                <a:gd name="T23" fmla="*/ 27 h 103"/>
                <a:gd name="T24" fmla="*/ 8 w 105"/>
                <a:gd name="T25" fmla="*/ 42 h 103"/>
                <a:gd name="T26" fmla="*/ 0 w 105"/>
                <a:gd name="T27" fmla="*/ 42 h 103"/>
                <a:gd name="T28" fmla="*/ 0 w 105"/>
                <a:gd name="T29" fmla="*/ 61 h 103"/>
                <a:gd name="T30" fmla="*/ 9 w 105"/>
                <a:gd name="T31" fmla="*/ 61 h 103"/>
                <a:gd name="T32" fmla="*/ 15 w 105"/>
                <a:gd name="T33" fmla="*/ 76 h 103"/>
                <a:gd name="T34" fmla="*/ 9 w 105"/>
                <a:gd name="T35" fmla="*/ 82 h 103"/>
                <a:gd name="T36" fmla="*/ 22 w 105"/>
                <a:gd name="T37" fmla="*/ 95 h 103"/>
                <a:gd name="T38" fmla="*/ 28 w 105"/>
                <a:gd name="T39" fmla="*/ 89 h 103"/>
                <a:gd name="T40" fmla="*/ 43 w 105"/>
                <a:gd name="T41" fmla="*/ 95 h 103"/>
                <a:gd name="T42" fmla="*/ 43 w 105"/>
                <a:gd name="T43" fmla="*/ 103 h 103"/>
                <a:gd name="T44" fmla="*/ 62 w 105"/>
                <a:gd name="T45" fmla="*/ 103 h 103"/>
                <a:gd name="T46" fmla="*/ 62 w 105"/>
                <a:gd name="T47" fmla="*/ 95 h 103"/>
                <a:gd name="T48" fmla="*/ 77 w 105"/>
                <a:gd name="T49" fmla="*/ 89 h 103"/>
                <a:gd name="T50" fmla="*/ 83 w 105"/>
                <a:gd name="T51" fmla="*/ 95 h 103"/>
                <a:gd name="T52" fmla="*/ 96 w 105"/>
                <a:gd name="T53" fmla="*/ 82 h 103"/>
                <a:gd name="T54" fmla="*/ 91 w 105"/>
                <a:gd name="T55" fmla="*/ 76 h 103"/>
                <a:gd name="T56" fmla="*/ 97 w 105"/>
                <a:gd name="T57" fmla="*/ 61 h 103"/>
                <a:gd name="T58" fmla="*/ 105 w 105"/>
                <a:gd name="T59" fmla="*/ 61 h 103"/>
                <a:gd name="T60" fmla="*/ 105 w 105"/>
                <a:gd name="T61" fmla="*/ 42 h 103"/>
                <a:gd name="T62" fmla="*/ 97 w 105"/>
                <a:gd name="T63" fmla="*/ 42 h 103"/>
                <a:gd name="T64" fmla="*/ 91 w 105"/>
                <a:gd name="T65" fmla="*/ 26 h 103"/>
                <a:gd name="T66" fmla="*/ 53 w 105"/>
                <a:gd name="T67" fmla="*/ 83 h 103"/>
                <a:gd name="T68" fmla="*/ 21 w 105"/>
                <a:gd name="T69" fmla="*/ 51 h 103"/>
                <a:gd name="T70" fmla="*/ 53 w 105"/>
                <a:gd name="T71" fmla="*/ 19 h 103"/>
                <a:gd name="T72" fmla="*/ 85 w 105"/>
                <a:gd name="T73" fmla="*/ 51 h 103"/>
                <a:gd name="T74" fmla="*/ 53 w 105"/>
                <a:gd name="T75" fmla="*/ 8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p>
              <a:endParaRPr lang="zh-CN" altLang="en-US" sz="1200" dirty="0">
                <a:solidFill>
                  <a:prstClr val="black"/>
                </a:solidFill>
                <a:latin typeface="微软雅黑" panose="020B0503020204020204" pitchFamily="34" charset="-122"/>
                <a:ea typeface="微软雅黑" panose="020B0503020204020204" pitchFamily="34" charset="-122"/>
                <a:sym typeface="方正黑体简体" panose="03000509000000000000" pitchFamily="2" charset="-122"/>
              </a:endParaRPr>
            </a:p>
          </p:txBody>
        </p:sp>
        <p:sp>
          <p:nvSpPr>
            <p:cNvPr id="23" name="Oval 150"/>
            <p:cNvSpPr>
              <a:spLocks noChangeArrowheads="1"/>
            </p:cNvSpPr>
            <p:nvPr/>
          </p:nvSpPr>
          <p:spPr bwMode="auto">
            <a:xfrm>
              <a:off x="5091176" y="5199535"/>
              <a:ext cx="37370" cy="3737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p>
              <a:endParaRPr lang="zh-CN" altLang="en-US" sz="1200" dirty="0">
                <a:solidFill>
                  <a:prstClr val="black"/>
                </a:solidFill>
                <a:latin typeface="微软雅黑" panose="020B0503020204020204" pitchFamily="34" charset="-122"/>
                <a:ea typeface="微软雅黑" panose="020B0503020204020204" pitchFamily="34" charset="-122"/>
                <a:sym typeface="方正黑体简体" panose="03000509000000000000" pitchFamily="2" charset="-122"/>
              </a:endParaRPr>
            </a:p>
          </p:txBody>
        </p:sp>
      </p:grpSp>
      <p:sp>
        <p:nvSpPr>
          <p:cNvPr id="28" name="Oval 20"/>
          <p:cNvSpPr/>
          <p:nvPr/>
        </p:nvSpPr>
        <p:spPr>
          <a:xfrm>
            <a:off x="5395593" y="1951862"/>
            <a:ext cx="275116" cy="2750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64" tIns="34282" rIns="68564" bIns="34282" rtlCol="0" anchor="ctr"/>
          <a:lstStyle/>
          <a:p>
            <a:pPr algn="ctr"/>
            <a:r>
              <a:rPr lang="en-US" sz="1500" dirty="0">
                <a:solidFill>
                  <a:schemeClr val="bg1"/>
                </a:solidFill>
                <a:latin typeface="微软雅黑" panose="020B0503020204020204" pitchFamily="34" charset="-122"/>
                <a:ea typeface="微软雅黑" panose="020B0503020204020204" pitchFamily="34" charset="-122"/>
                <a:sym typeface="方正黑体简体" panose="03000509000000000000" pitchFamily="2" charset="-122"/>
              </a:rPr>
              <a:t>1</a:t>
            </a:r>
          </a:p>
        </p:txBody>
      </p:sp>
      <p:sp>
        <p:nvSpPr>
          <p:cNvPr id="29" name="TextBox 22"/>
          <p:cNvSpPr txBox="1"/>
          <p:nvPr/>
        </p:nvSpPr>
        <p:spPr>
          <a:xfrm>
            <a:off x="5747801" y="2009386"/>
            <a:ext cx="2850834" cy="220980"/>
          </a:xfrm>
          <a:prstGeom prst="rect">
            <a:avLst/>
          </a:prstGeom>
          <a:noFill/>
        </p:spPr>
        <p:txBody>
          <a:bodyPr wrap="square" lIns="68564" tIns="34282" rIns="68564" bIns="34282" rtlCol="0" anchor="ctr" anchorCtr="0">
            <a:spAutoFit/>
          </a:bodyPr>
          <a:lstStyle/>
          <a:p>
            <a:r>
              <a:rPr lang="zh-CN" altLang="en-US" sz="100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pitchFamily="34" charset="0"/>
                <a:sym typeface="方正黑体简体" panose="03000509000000000000" pitchFamily="2" charset="-122"/>
              </a:rPr>
              <a:t>右击语言栏，在弹出的快捷菜单中选择“设置”。</a:t>
            </a:r>
          </a:p>
        </p:txBody>
      </p:sp>
      <p:sp>
        <p:nvSpPr>
          <p:cNvPr id="30" name="Oval 23"/>
          <p:cNvSpPr/>
          <p:nvPr/>
        </p:nvSpPr>
        <p:spPr>
          <a:xfrm>
            <a:off x="5395593" y="2751517"/>
            <a:ext cx="275116" cy="2750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4" tIns="34282" rIns="68564" bIns="34282" rtlCol="0" anchor="ctr"/>
          <a:lstStyle/>
          <a:p>
            <a:pPr algn="ctr"/>
            <a:r>
              <a:rPr lang="en-US" sz="1500" dirty="0">
                <a:solidFill>
                  <a:schemeClr val="bg1"/>
                </a:solidFill>
                <a:latin typeface="微软雅黑" panose="020B0503020204020204" pitchFamily="34" charset="-122"/>
                <a:ea typeface="微软雅黑" panose="020B0503020204020204" pitchFamily="34" charset="-122"/>
                <a:sym typeface="方正黑体简体" panose="03000509000000000000" pitchFamily="2" charset="-122"/>
              </a:rPr>
              <a:t>2</a:t>
            </a:r>
          </a:p>
        </p:txBody>
      </p:sp>
      <p:sp>
        <p:nvSpPr>
          <p:cNvPr id="31" name="TextBox 24"/>
          <p:cNvSpPr txBox="1"/>
          <p:nvPr/>
        </p:nvSpPr>
        <p:spPr>
          <a:xfrm>
            <a:off x="5748020" y="2735580"/>
            <a:ext cx="2771775" cy="374650"/>
          </a:xfrm>
          <a:prstGeom prst="rect">
            <a:avLst/>
          </a:prstGeom>
          <a:noFill/>
        </p:spPr>
        <p:txBody>
          <a:bodyPr wrap="square" lIns="68564" tIns="34282" rIns="68564" bIns="34282" rtlCol="0" anchor="ctr" anchorCtr="0">
            <a:spAutoFit/>
          </a:bodyPr>
          <a:lstStyle/>
          <a:p>
            <a:r>
              <a:rPr lang="zh-CN" altLang="en-US" sz="100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pitchFamily="34" charset="0"/>
                <a:sym typeface="方正黑体简体" panose="03000509000000000000" pitchFamily="2" charset="-122"/>
              </a:rPr>
              <a:t>在弹出的“语言”窗口中，单击左侧的“高级设置”。</a:t>
            </a:r>
          </a:p>
        </p:txBody>
      </p:sp>
      <p:sp>
        <p:nvSpPr>
          <p:cNvPr id="32" name="Oval 23"/>
          <p:cNvSpPr/>
          <p:nvPr/>
        </p:nvSpPr>
        <p:spPr>
          <a:xfrm>
            <a:off x="5395593" y="3586090"/>
            <a:ext cx="275116" cy="2750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64" tIns="34282" rIns="68564" bIns="34282" rtlCol="0" anchor="ctr"/>
          <a:lstStyle/>
          <a:p>
            <a:pPr algn="ctr"/>
            <a:r>
              <a:rPr lang="en-US" sz="1500" dirty="0">
                <a:solidFill>
                  <a:schemeClr val="bg1"/>
                </a:solidFill>
                <a:latin typeface="微软雅黑" panose="020B0503020204020204" pitchFamily="34" charset="-122"/>
                <a:ea typeface="微软雅黑" panose="020B0503020204020204" pitchFamily="34" charset="-122"/>
                <a:sym typeface="方正黑体简体" panose="03000509000000000000" pitchFamily="2" charset="-122"/>
              </a:rPr>
              <a:t>2</a:t>
            </a:r>
          </a:p>
        </p:txBody>
      </p:sp>
      <p:sp>
        <p:nvSpPr>
          <p:cNvPr id="33" name="TextBox 24"/>
          <p:cNvSpPr txBox="1"/>
          <p:nvPr/>
        </p:nvSpPr>
        <p:spPr>
          <a:xfrm>
            <a:off x="5748020" y="3416300"/>
            <a:ext cx="2796540" cy="682625"/>
          </a:xfrm>
          <a:prstGeom prst="rect">
            <a:avLst/>
          </a:prstGeom>
          <a:noFill/>
        </p:spPr>
        <p:txBody>
          <a:bodyPr wrap="square" lIns="68564" tIns="34282" rIns="68564" bIns="34282" rtlCol="0" anchor="ctr" anchorCtr="0">
            <a:spAutoFit/>
          </a:bodyPr>
          <a:lstStyle/>
          <a:p>
            <a:r>
              <a:rPr lang="zh-CN" altLang="en-US" sz="100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pitchFamily="34" charset="0"/>
                <a:sym typeface="方正黑体简体" panose="03000509000000000000" pitchFamily="2" charset="-122"/>
              </a:rPr>
              <a:t>在弹出的“高级设置”窗口中，在“替代默认输入法”下拉列表中选择默认的输入法，如图1-30 所示，单击“保存”按钮，即可将选择的输入法设置为默认输入法。</a:t>
            </a:r>
          </a:p>
        </p:txBody>
      </p:sp>
      <p:sp>
        <p:nvSpPr>
          <p:cNvPr id="5" name="文本框 4"/>
          <p:cNvSpPr txBox="1"/>
          <p:nvPr userDrawn="1"/>
        </p:nvSpPr>
        <p:spPr>
          <a:xfrm>
            <a:off x="579180" y="518795"/>
            <a:ext cx="2011680" cy="368300"/>
          </a:xfrm>
          <a:prstGeom prst="rect">
            <a:avLst/>
          </a:prstGeom>
          <a:noFill/>
        </p:spPr>
        <p:txBody>
          <a:bodyPr wrap="none" rtlCol="0">
            <a:spAutoFit/>
          </a:bodyPr>
          <a:lstStyle/>
          <a:p>
            <a:pPr algn="l"/>
            <a:r>
              <a:rPr lang="zh-CN" altLang="en-US" sz="1800" dirty="0">
                <a:solidFill>
                  <a:schemeClr val="tx1">
                    <a:lumMod val="75000"/>
                    <a:lumOff val="25000"/>
                  </a:schemeClr>
                </a:solidFill>
                <a:latin typeface="微软雅黑" panose="020B0503020204020204" pitchFamily="34" charset="-122"/>
              </a:rPr>
              <a:t>设置默认的输入法</a:t>
            </a:r>
          </a:p>
        </p:txBody>
      </p:sp>
      <p:pic>
        <p:nvPicPr>
          <p:cNvPr id="6" name="图片 5"/>
          <p:cNvPicPr>
            <a:picLocks noChangeAspect="1"/>
          </p:cNvPicPr>
          <p:nvPr/>
        </p:nvPicPr>
        <p:blipFill>
          <a:blip r:embed="rId5"/>
          <a:stretch>
            <a:fillRect/>
          </a:stretch>
        </p:blipFill>
        <p:spPr>
          <a:xfrm>
            <a:off x="430530" y="1589405"/>
            <a:ext cx="3780000" cy="266557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250" fill="hold"/>
                                        <p:tgtEl>
                                          <p:spTgt spid="28"/>
                                        </p:tgtEl>
                                        <p:attrNameLst>
                                          <p:attrName>ppt_x</p:attrName>
                                        </p:attrNameLst>
                                      </p:cBhvr>
                                      <p:tavLst>
                                        <p:tav tm="0">
                                          <p:val>
                                            <p:strVal val="#ppt_x"/>
                                          </p:val>
                                        </p:tav>
                                        <p:tav tm="100000">
                                          <p:val>
                                            <p:strVal val="#ppt_x"/>
                                          </p:val>
                                        </p:tav>
                                      </p:tavLst>
                                    </p:anim>
                                    <p:anim calcmode="lin" valueType="num">
                                      <p:cBhvr additive="base">
                                        <p:cTn id="8" dur="250" fill="hold"/>
                                        <p:tgtEl>
                                          <p:spTgt spid="2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250" fill="hold"/>
                                        <p:tgtEl>
                                          <p:spTgt spid="29"/>
                                        </p:tgtEl>
                                        <p:attrNameLst>
                                          <p:attrName>ppt_x</p:attrName>
                                        </p:attrNameLst>
                                      </p:cBhvr>
                                      <p:tavLst>
                                        <p:tav tm="0">
                                          <p:val>
                                            <p:strVal val="#ppt_x"/>
                                          </p:val>
                                        </p:tav>
                                        <p:tav tm="100000">
                                          <p:val>
                                            <p:strVal val="#ppt_x"/>
                                          </p:val>
                                        </p:tav>
                                      </p:tavLst>
                                    </p:anim>
                                    <p:anim calcmode="lin" valueType="num">
                                      <p:cBhvr additive="base">
                                        <p:cTn id="13" dur="250" fill="hold"/>
                                        <p:tgtEl>
                                          <p:spTgt spid="2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250" fill="hold"/>
                                        <p:tgtEl>
                                          <p:spTgt spid="30"/>
                                        </p:tgtEl>
                                        <p:attrNameLst>
                                          <p:attrName>ppt_x</p:attrName>
                                        </p:attrNameLst>
                                      </p:cBhvr>
                                      <p:tavLst>
                                        <p:tav tm="0">
                                          <p:val>
                                            <p:strVal val="#ppt_x"/>
                                          </p:val>
                                        </p:tav>
                                        <p:tav tm="100000">
                                          <p:val>
                                            <p:strVal val="#ppt_x"/>
                                          </p:val>
                                        </p:tav>
                                      </p:tavLst>
                                    </p:anim>
                                    <p:anim calcmode="lin" valueType="num">
                                      <p:cBhvr additive="base">
                                        <p:cTn id="18" dur="250" fill="hold"/>
                                        <p:tgtEl>
                                          <p:spTgt spid="30"/>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250" fill="hold"/>
                                        <p:tgtEl>
                                          <p:spTgt spid="31"/>
                                        </p:tgtEl>
                                        <p:attrNameLst>
                                          <p:attrName>ppt_x</p:attrName>
                                        </p:attrNameLst>
                                      </p:cBhvr>
                                      <p:tavLst>
                                        <p:tav tm="0">
                                          <p:val>
                                            <p:strVal val="#ppt_x"/>
                                          </p:val>
                                        </p:tav>
                                        <p:tav tm="100000">
                                          <p:val>
                                            <p:strVal val="#ppt_x"/>
                                          </p:val>
                                        </p:tav>
                                      </p:tavLst>
                                    </p:anim>
                                    <p:anim calcmode="lin" valueType="num">
                                      <p:cBhvr additive="base">
                                        <p:cTn id="23" dur="250" fill="hold"/>
                                        <p:tgtEl>
                                          <p:spTgt spid="31"/>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additive="base">
                                        <p:cTn id="27" dur="250" fill="hold"/>
                                        <p:tgtEl>
                                          <p:spTgt spid="32"/>
                                        </p:tgtEl>
                                        <p:attrNameLst>
                                          <p:attrName>ppt_x</p:attrName>
                                        </p:attrNameLst>
                                      </p:cBhvr>
                                      <p:tavLst>
                                        <p:tav tm="0">
                                          <p:val>
                                            <p:strVal val="#ppt_x"/>
                                          </p:val>
                                        </p:tav>
                                        <p:tav tm="100000">
                                          <p:val>
                                            <p:strVal val="#ppt_x"/>
                                          </p:val>
                                        </p:tav>
                                      </p:tavLst>
                                    </p:anim>
                                    <p:anim calcmode="lin" valueType="num">
                                      <p:cBhvr additive="base">
                                        <p:cTn id="28" dur="250" fill="hold"/>
                                        <p:tgtEl>
                                          <p:spTgt spid="32"/>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additive="base">
                                        <p:cTn id="32" dur="250" fill="hold"/>
                                        <p:tgtEl>
                                          <p:spTgt spid="33"/>
                                        </p:tgtEl>
                                        <p:attrNameLst>
                                          <p:attrName>ppt_x</p:attrName>
                                        </p:attrNameLst>
                                      </p:cBhvr>
                                      <p:tavLst>
                                        <p:tav tm="0">
                                          <p:val>
                                            <p:strVal val="#ppt_x"/>
                                          </p:val>
                                        </p:tav>
                                        <p:tav tm="100000">
                                          <p:val>
                                            <p:strVal val="#ppt_x"/>
                                          </p:val>
                                        </p:tav>
                                      </p:tavLst>
                                    </p:anim>
                                    <p:anim calcmode="lin" valueType="num">
                                      <p:cBhvr additive="base">
                                        <p:cTn id="33" dur="250" fill="hold"/>
                                        <p:tgtEl>
                                          <p:spTgt spid="33"/>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42"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250"/>
                                        <p:tgtEl>
                                          <p:spTgt spid="7"/>
                                        </p:tgtEl>
                                      </p:cBhvr>
                                    </p:animEffect>
                                    <p:anim calcmode="lin" valueType="num">
                                      <p:cBhvr>
                                        <p:cTn id="38" dur="250" fill="hold"/>
                                        <p:tgtEl>
                                          <p:spTgt spid="7"/>
                                        </p:tgtEl>
                                        <p:attrNameLst>
                                          <p:attrName>ppt_x</p:attrName>
                                        </p:attrNameLst>
                                      </p:cBhvr>
                                      <p:tavLst>
                                        <p:tav tm="0">
                                          <p:val>
                                            <p:strVal val="#ppt_x"/>
                                          </p:val>
                                        </p:tav>
                                        <p:tav tm="100000">
                                          <p:val>
                                            <p:strVal val="#ppt_x"/>
                                          </p:val>
                                        </p:tav>
                                      </p:tavLst>
                                    </p:anim>
                                    <p:anim calcmode="lin" valueType="num">
                                      <p:cBhvr>
                                        <p:cTn id="39" dur="250" fill="hold"/>
                                        <p:tgtEl>
                                          <p:spTgt spid="7"/>
                                        </p:tgtEl>
                                        <p:attrNameLst>
                                          <p:attrName>ppt_y</p:attrName>
                                        </p:attrNameLst>
                                      </p:cBhvr>
                                      <p:tavLst>
                                        <p:tav tm="0">
                                          <p:val>
                                            <p:strVal val="#ppt_y+.1"/>
                                          </p:val>
                                        </p:tav>
                                        <p:tav tm="100000">
                                          <p:val>
                                            <p:strVal val="#ppt_y"/>
                                          </p:val>
                                        </p:tav>
                                      </p:tavLst>
                                    </p:anim>
                                  </p:childTnLst>
                                </p:cTn>
                              </p:par>
                            </p:childTnLst>
                          </p:cTn>
                        </p:par>
                        <p:par>
                          <p:cTn id="40" fill="hold">
                            <p:stCondLst>
                              <p:cond delay="3500"/>
                            </p:stCondLst>
                            <p:childTnLst>
                              <p:par>
                                <p:cTn id="41" presetID="42" presetClass="entr" presetSubtype="0"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250"/>
                                        <p:tgtEl>
                                          <p:spTgt spid="10"/>
                                        </p:tgtEl>
                                      </p:cBhvr>
                                    </p:animEffect>
                                    <p:anim calcmode="lin" valueType="num">
                                      <p:cBhvr>
                                        <p:cTn id="44" dur="250" fill="hold"/>
                                        <p:tgtEl>
                                          <p:spTgt spid="10"/>
                                        </p:tgtEl>
                                        <p:attrNameLst>
                                          <p:attrName>ppt_x</p:attrName>
                                        </p:attrNameLst>
                                      </p:cBhvr>
                                      <p:tavLst>
                                        <p:tav tm="0">
                                          <p:val>
                                            <p:strVal val="#ppt_x"/>
                                          </p:val>
                                        </p:tav>
                                        <p:tav tm="100000">
                                          <p:val>
                                            <p:strVal val="#ppt_x"/>
                                          </p:val>
                                        </p:tav>
                                      </p:tavLst>
                                    </p:anim>
                                    <p:anim calcmode="lin" valueType="num">
                                      <p:cBhvr>
                                        <p:cTn id="45" dur="250" fill="hold"/>
                                        <p:tgtEl>
                                          <p:spTgt spid="10"/>
                                        </p:tgtEl>
                                        <p:attrNameLst>
                                          <p:attrName>ppt_y</p:attrName>
                                        </p:attrNameLst>
                                      </p:cBhvr>
                                      <p:tavLst>
                                        <p:tav tm="0">
                                          <p:val>
                                            <p:strVal val="#ppt_y+.1"/>
                                          </p:val>
                                        </p:tav>
                                        <p:tav tm="100000">
                                          <p:val>
                                            <p:strVal val="#ppt_y"/>
                                          </p:val>
                                        </p:tav>
                                      </p:tavLst>
                                    </p:anim>
                                  </p:childTnLst>
                                </p:cTn>
                              </p:par>
                            </p:childTnLst>
                          </p:cTn>
                        </p:par>
                        <p:par>
                          <p:cTn id="46" fill="hold">
                            <p:stCondLst>
                              <p:cond delay="4000"/>
                            </p:stCondLst>
                            <p:childTnLst>
                              <p:par>
                                <p:cTn id="47" presetID="42" presetClass="entr" presetSubtype="0"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250"/>
                                        <p:tgtEl>
                                          <p:spTgt spid="13"/>
                                        </p:tgtEl>
                                      </p:cBhvr>
                                    </p:animEffect>
                                    <p:anim calcmode="lin" valueType="num">
                                      <p:cBhvr>
                                        <p:cTn id="50" dur="250" fill="hold"/>
                                        <p:tgtEl>
                                          <p:spTgt spid="13"/>
                                        </p:tgtEl>
                                        <p:attrNameLst>
                                          <p:attrName>ppt_x</p:attrName>
                                        </p:attrNameLst>
                                      </p:cBhvr>
                                      <p:tavLst>
                                        <p:tav tm="0">
                                          <p:val>
                                            <p:strVal val="#ppt_x"/>
                                          </p:val>
                                        </p:tav>
                                        <p:tav tm="100000">
                                          <p:val>
                                            <p:strVal val="#ppt_x"/>
                                          </p:val>
                                        </p:tav>
                                      </p:tavLst>
                                    </p:anim>
                                    <p:anim calcmode="lin" valueType="num">
                                      <p:cBhvr>
                                        <p:cTn id="51" dur="250" fill="hold"/>
                                        <p:tgtEl>
                                          <p:spTgt spid="13"/>
                                        </p:tgtEl>
                                        <p:attrNameLst>
                                          <p:attrName>ppt_y</p:attrName>
                                        </p:attrNameLst>
                                      </p:cBhvr>
                                      <p:tavLst>
                                        <p:tav tm="0">
                                          <p:val>
                                            <p:strVal val="#ppt_y+.1"/>
                                          </p:val>
                                        </p:tav>
                                        <p:tav tm="100000">
                                          <p:val>
                                            <p:strVal val="#ppt_y"/>
                                          </p:val>
                                        </p:tav>
                                      </p:tavLst>
                                    </p:anim>
                                  </p:childTnLst>
                                </p:cTn>
                              </p:par>
                            </p:childTnLst>
                          </p:cTn>
                        </p:par>
                        <p:par>
                          <p:cTn id="52" fill="hold">
                            <p:stCondLst>
                              <p:cond delay="4500"/>
                            </p:stCondLst>
                            <p:childTnLst>
                              <p:par>
                                <p:cTn id="53" presetID="42" presetClass="entr" presetSubtype="0"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250"/>
                                        <p:tgtEl>
                                          <p:spTgt spid="2"/>
                                        </p:tgtEl>
                                      </p:cBhvr>
                                    </p:animEffect>
                                    <p:anim calcmode="lin" valueType="num">
                                      <p:cBhvr>
                                        <p:cTn id="56" dur="250" fill="hold"/>
                                        <p:tgtEl>
                                          <p:spTgt spid="2"/>
                                        </p:tgtEl>
                                        <p:attrNameLst>
                                          <p:attrName>ppt_x</p:attrName>
                                        </p:attrNameLst>
                                      </p:cBhvr>
                                      <p:tavLst>
                                        <p:tav tm="0">
                                          <p:val>
                                            <p:strVal val="#ppt_x"/>
                                          </p:val>
                                        </p:tav>
                                        <p:tav tm="100000">
                                          <p:val>
                                            <p:strVal val="#ppt_x"/>
                                          </p:val>
                                        </p:tav>
                                      </p:tavLst>
                                    </p:anim>
                                    <p:anim calcmode="lin" valueType="num">
                                      <p:cBhvr>
                                        <p:cTn id="57" dur="250" fill="hold"/>
                                        <p:tgtEl>
                                          <p:spTgt spid="2"/>
                                        </p:tgtEl>
                                        <p:attrNameLst>
                                          <p:attrName>ppt_y</p:attrName>
                                        </p:attrNameLst>
                                      </p:cBhvr>
                                      <p:tavLst>
                                        <p:tav tm="0">
                                          <p:val>
                                            <p:strVal val="#ppt_y+.1"/>
                                          </p:val>
                                        </p:tav>
                                        <p:tav tm="100000">
                                          <p:val>
                                            <p:strVal val="#ppt_y"/>
                                          </p:val>
                                        </p:tav>
                                      </p:tavLst>
                                    </p:anim>
                                  </p:childTnLst>
                                </p:cTn>
                              </p:par>
                            </p:childTnLst>
                          </p:cTn>
                        </p:par>
                        <p:par>
                          <p:cTn id="58" fill="hold">
                            <p:stCondLst>
                              <p:cond delay="5000"/>
                            </p:stCondLst>
                            <p:childTnLst>
                              <p:par>
                                <p:cTn id="59" presetID="42" presetClass="entr" presetSubtype="0" fill="hold" nodeType="after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fade">
                                      <p:cBhvr>
                                        <p:cTn id="61" dur="250"/>
                                        <p:tgtEl>
                                          <p:spTgt spid="3"/>
                                        </p:tgtEl>
                                      </p:cBhvr>
                                    </p:animEffect>
                                    <p:anim calcmode="lin" valueType="num">
                                      <p:cBhvr>
                                        <p:cTn id="62" dur="250" fill="hold"/>
                                        <p:tgtEl>
                                          <p:spTgt spid="3"/>
                                        </p:tgtEl>
                                        <p:attrNameLst>
                                          <p:attrName>ppt_x</p:attrName>
                                        </p:attrNameLst>
                                      </p:cBhvr>
                                      <p:tavLst>
                                        <p:tav tm="0">
                                          <p:val>
                                            <p:strVal val="#ppt_x"/>
                                          </p:val>
                                        </p:tav>
                                        <p:tav tm="100000">
                                          <p:val>
                                            <p:strVal val="#ppt_x"/>
                                          </p:val>
                                        </p:tav>
                                      </p:tavLst>
                                    </p:anim>
                                    <p:anim calcmode="lin" valueType="num">
                                      <p:cBhvr>
                                        <p:cTn id="63" dur="250" fill="hold"/>
                                        <p:tgtEl>
                                          <p:spTgt spid="3"/>
                                        </p:tgtEl>
                                        <p:attrNameLst>
                                          <p:attrName>ppt_y</p:attrName>
                                        </p:attrNameLst>
                                      </p:cBhvr>
                                      <p:tavLst>
                                        <p:tav tm="0">
                                          <p:val>
                                            <p:strVal val="#ppt_y+.1"/>
                                          </p:val>
                                        </p:tav>
                                        <p:tav tm="100000">
                                          <p:val>
                                            <p:strVal val="#ppt_y"/>
                                          </p:val>
                                        </p:tav>
                                      </p:tavLst>
                                    </p:anim>
                                  </p:childTnLst>
                                </p:cTn>
                              </p:par>
                            </p:childTnLst>
                          </p:cTn>
                        </p:par>
                        <p:par>
                          <p:cTn id="64" fill="hold">
                            <p:stCondLst>
                              <p:cond delay="5500"/>
                            </p:stCondLst>
                            <p:childTnLst>
                              <p:par>
                                <p:cTn id="65" presetID="42" presetClass="entr" presetSubtype="0" fill="hold" nodeType="after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250"/>
                                        <p:tgtEl>
                                          <p:spTgt spid="4"/>
                                        </p:tgtEl>
                                      </p:cBhvr>
                                    </p:animEffect>
                                    <p:anim calcmode="lin" valueType="num">
                                      <p:cBhvr>
                                        <p:cTn id="68" dur="250" fill="hold"/>
                                        <p:tgtEl>
                                          <p:spTgt spid="4"/>
                                        </p:tgtEl>
                                        <p:attrNameLst>
                                          <p:attrName>ppt_x</p:attrName>
                                        </p:attrNameLst>
                                      </p:cBhvr>
                                      <p:tavLst>
                                        <p:tav tm="0">
                                          <p:val>
                                            <p:strVal val="#ppt_x"/>
                                          </p:val>
                                        </p:tav>
                                        <p:tav tm="100000">
                                          <p:val>
                                            <p:strVal val="#ppt_x"/>
                                          </p:val>
                                        </p:tav>
                                      </p:tavLst>
                                    </p:anim>
                                    <p:anim calcmode="lin" valueType="num">
                                      <p:cBhvr>
                                        <p:cTn id="6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0" grpId="0" bldLvl="0" animBg="1"/>
      <p:bldP spid="13" grpId="0" bldLvl="0" animBg="1"/>
      <p:bldP spid="28" grpId="0" bldLvl="0" animBg="1"/>
      <p:bldP spid="29" grpId="0"/>
      <p:bldP spid="30" grpId="0" bldLvl="0" animBg="1"/>
      <p:bldP spid="31" grpId="0"/>
      <p:bldP spid="32" grpId="0" bldLvl="0" animBg="1"/>
      <p:bldP spid="3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0" y="539115"/>
            <a:ext cx="6720364" cy="805815"/>
          </a:xfrm>
          <a:prstGeom prst="rect">
            <a:avLst/>
          </a:prstGeom>
          <a:solidFill>
            <a:srgbClr val="5C8AA0"/>
          </a:solidFill>
          <a:ln>
            <a:noFill/>
          </a:ln>
        </p:spPr>
        <p:style>
          <a:lnRef idx="2">
            <a:srgbClr val="5C8AA0">
              <a:shade val="50000"/>
            </a:srgbClr>
          </a:lnRef>
          <a:fillRef idx="1">
            <a:srgbClr val="5C8AA0"/>
          </a:fillRef>
          <a:effectRef idx="0">
            <a:srgbClr val="5C8AA0"/>
          </a:effectRef>
          <a:fontRef idx="minor">
            <a:srgbClr val="FFFFFF"/>
          </a:fontRef>
        </p:style>
        <p:txBody>
          <a:bodyPr rtlCol="0" anchor="ctr">
            <a:noAutofit/>
          </a:bodyP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 name="矩形 3"/>
          <p:cNvSpPr/>
          <p:nvPr>
            <p:custDataLst>
              <p:tags r:id="rId3"/>
            </p:custDataLst>
          </p:nvPr>
        </p:nvSpPr>
        <p:spPr>
          <a:xfrm>
            <a:off x="530774" y="2209802"/>
            <a:ext cx="8098646" cy="2576441"/>
          </a:xfrm>
          <a:prstGeom prst="rect">
            <a:avLst/>
          </a:prstGeom>
          <a:solidFill>
            <a:srgbClr val="5C8AA0">
              <a:lumMod val="20000"/>
              <a:lumOff val="80000"/>
            </a:srgbClr>
          </a:solidFill>
          <a:ln w="63500">
            <a:noFill/>
          </a:ln>
        </p:spPr>
        <p:style>
          <a:lnRef idx="2">
            <a:srgbClr val="5C8AA0">
              <a:shade val="50000"/>
            </a:srgbClr>
          </a:lnRef>
          <a:fillRef idx="1">
            <a:srgbClr val="5C8AA0"/>
          </a:fillRef>
          <a:effectRef idx="0">
            <a:srgbClr val="5C8AA0"/>
          </a:effectRef>
          <a:fontRef idx="minor">
            <a:srgbClr val="FFFFFF"/>
          </a:fontRef>
        </p:style>
        <p:txBody>
          <a:bodyPr rtlCol="0" anchor="ctr"/>
          <a:lstStyle/>
          <a:p>
            <a:pPr algn="ctr"/>
            <a:endParaRPr kumimoji="1" lang="zh-CN" altLang="en-US" sz="1200" b="1"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9" name="矩形 8"/>
          <p:cNvSpPr/>
          <p:nvPr>
            <p:custDataLst>
              <p:tags r:id="rId4"/>
            </p:custDataLst>
          </p:nvPr>
        </p:nvSpPr>
        <p:spPr>
          <a:xfrm>
            <a:off x="616568" y="2115302"/>
            <a:ext cx="8098646" cy="2576441"/>
          </a:xfrm>
          <a:prstGeom prst="rect">
            <a:avLst/>
          </a:prstGeom>
          <a:noFill/>
          <a:ln w="38100">
            <a:solidFill>
              <a:srgbClr val="5C8AA0"/>
            </a:solidFill>
          </a:ln>
        </p:spPr>
        <p:style>
          <a:lnRef idx="2">
            <a:srgbClr val="5C8AA0">
              <a:shade val="50000"/>
            </a:srgbClr>
          </a:lnRef>
          <a:fillRef idx="1">
            <a:srgbClr val="5C8AA0"/>
          </a:fillRef>
          <a:effectRef idx="0">
            <a:srgbClr val="5C8AA0"/>
          </a:effectRef>
          <a:fontRef idx="minor">
            <a:srgbClr val="FFFFFF"/>
          </a:fontRef>
        </p:style>
        <p:txBody>
          <a:bodyPr rtlCol="0" anchor="ctr"/>
          <a:lstStyle/>
          <a:p>
            <a:pPr algn="ctr"/>
            <a:endParaRPr kumimoji="1" lang="zh-CN" altLang="en-US" sz="1200" b="1"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0" name="文本框 9"/>
          <p:cNvSpPr txBox="1"/>
          <p:nvPr>
            <p:custDataLst>
              <p:tags r:id="rId5"/>
            </p:custDataLst>
          </p:nvPr>
        </p:nvSpPr>
        <p:spPr>
          <a:xfrm>
            <a:off x="576263" y="714851"/>
            <a:ext cx="7924800" cy="468630"/>
          </a:xfrm>
          <a:prstGeom prst="rect">
            <a:avLst/>
          </a:prstGeom>
          <a:noFill/>
        </p:spPr>
        <p:txBody>
          <a:bodyPr wrap="square" lIns="67627" tIns="35242" rIns="67627" bIns="35242" rtlCol="0">
            <a:normAutofit/>
          </a:bodyPr>
          <a:lstStyle/>
          <a:p>
            <a:pPr marL="0" indent="0" algn="l">
              <a:lnSpc>
                <a:spcPct val="100000"/>
              </a:lnSpc>
              <a:spcBef>
                <a:spcPts val="0"/>
              </a:spcBef>
              <a:spcAft>
                <a:spcPts val="0"/>
              </a:spcAft>
              <a:buSzPct val="100000"/>
            </a:pPr>
            <a:r>
              <a:rPr lang="zh-CN" altLang="en-US" sz="2400" b="1" spc="300">
                <a:solidFill>
                  <a:srgbClr val="FFFFFF"/>
                </a:solidFill>
                <a:latin typeface="Arial" panose="020B0604020202020204" pitchFamily="34" charset="0"/>
                <a:ea typeface="微软雅黑" panose="020B0503020204020204" charset="-122"/>
              </a:rPr>
              <a:t>使用键盘操作</a:t>
            </a:r>
          </a:p>
        </p:txBody>
      </p:sp>
      <p:sp>
        <p:nvSpPr>
          <p:cNvPr id="14" name="任意多边形: 形状 13"/>
          <p:cNvSpPr>
            <a:spLocks noChangeAspect="1"/>
          </p:cNvSpPr>
          <p:nvPr>
            <p:custDataLst>
              <p:tags r:id="rId6"/>
            </p:custDataLst>
          </p:nvPr>
        </p:nvSpPr>
        <p:spPr>
          <a:xfrm rot="10800000">
            <a:off x="8401050" y="320040"/>
            <a:ext cx="234950" cy="47688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5C8AA0"/>
          </a:solidFill>
          <a:ln>
            <a:noFill/>
          </a:ln>
        </p:spPr>
        <p:style>
          <a:lnRef idx="2">
            <a:srgbClr val="5C8AA0">
              <a:shade val="50000"/>
            </a:srgbClr>
          </a:lnRef>
          <a:fillRef idx="1">
            <a:srgbClr val="5C8AA0"/>
          </a:fillRef>
          <a:effectRef idx="0">
            <a:srgbClr val="5C8AA0"/>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5" name="任意多边形: 形状 14"/>
          <p:cNvSpPr>
            <a:spLocks noChangeAspect="1"/>
          </p:cNvSpPr>
          <p:nvPr>
            <p:custDataLst>
              <p:tags r:id="rId7"/>
            </p:custDataLst>
          </p:nvPr>
        </p:nvSpPr>
        <p:spPr>
          <a:xfrm rot="10800000">
            <a:off x="8089900" y="320040"/>
            <a:ext cx="234950" cy="47688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5C8AA0"/>
          </a:solidFill>
          <a:ln>
            <a:noFill/>
          </a:ln>
        </p:spPr>
        <p:style>
          <a:lnRef idx="2">
            <a:srgbClr val="5C8AA0">
              <a:shade val="50000"/>
            </a:srgbClr>
          </a:lnRef>
          <a:fillRef idx="1">
            <a:srgbClr val="5C8AA0"/>
          </a:fillRef>
          <a:effectRef idx="0">
            <a:srgbClr val="5C8AA0"/>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7" name="文本框 16"/>
          <p:cNvSpPr txBox="1"/>
          <p:nvPr>
            <p:custDataLst>
              <p:tags r:id="rId8"/>
            </p:custDataLst>
          </p:nvPr>
        </p:nvSpPr>
        <p:spPr>
          <a:xfrm>
            <a:off x="601345" y="1428115"/>
            <a:ext cx="7941310" cy="621665"/>
          </a:xfrm>
          <a:prstGeom prst="rect">
            <a:avLst/>
          </a:prstGeom>
          <a:noFill/>
        </p:spPr>
        <p:txBody>
          <a:bodyPr wrap="square" lIns="67627" tIns="35242" rIns="67627" bIns="35242" rtlCol="0">
            <a:normAutofit/>
          </a:bodyPr>
          <a:lstStyle>
            <a:defPPr>
              <a:defRPr lang="zh-CN"/>
            </a:defPPr>
            <a:lvl1pPr fontAlgn="auto">
              <a:lnSpc>
                <a:spcPct val="130000"/>
              </a:lnSpc>
              <a:spcAft>
                <a:spcPts val="1000"/>
              </a:spcAft>
              <a:defRPr sz="1600" spc="150"/>
            </a:lvl1pPr>
          </a:lstStyle>
          <a:p>
            <a:pPr marL="0" indent="0" algn="l">
              <a:lnSpc>
                <a:spcPct val="130000"/>
              </a:lnSpc>
              <a:spcBef>
                <a:spcPts val="1000"/>
              </a:spcBef>
              <a:spcAft>
                <a:spcPts val="0"/>
              </a:spcAft>
              <a:buSzPct val="100000"/>
            </a:pPr>
            <a:r>
              <a:rPr lang="zh-CN" altLang="en-US" sz="1200">
                <a:solidFill>
                  <a:srgbClr val="000000">
                    <a:lumMod val="75000"/>
                    <a:lumOff val="25000"/>
                  </a:srgbClr>
                </a:solidFill>
                <a:latin typeface="Arial" panose="020B0604020202020204" pitchFamily="34" charset="0"/>
                <a:ea typeface="微软雅黑" panose="020B0503020204020204" charset="-122"/>
              </a:rPr>
              <a:t>除了使用鼠标单击“任务栏”上的“语言指示器” 选用汉字输入法外，也可以通过键盘来选择输入法。常用的方法如下。</a:t>
            </a:r>
          </a:p>
        </p:txBody>
      </p:sp>
      <p:sp>
        <p:nvSpPr>
          <p:cNvPr id="11" name="矩形 10"/>
          <p:cNvSpPr/>
          <p:nvPr>
            <p:custDataLst>
              <p:tags r:id="rId9"/>
            </p:custDataLst>
          </p:nvPr>
        </p:nvSpPr>
        <p:spPr>
          <a:xfrm>
            <a:off x="756665" y="2310221"/>
            <a:ext cx="7630668" cy="2294164"/>
          </a:xfrm>
          <a:prstGeom prst="rect">
            <a:avLst/>
          </a:prstGeom>
        </p:spPr>
        <p:txBody>
          <a:bodyPr anchor="ctr" anchorCtr="0">
            <a:norm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lvl="0" indent="0" algn="l" fontAlgn="ctr">
              <a:lnSpc>
                <a:spcPct val="130000"/>
              </a:lnSpc>
              <a:spcBef>
                <a:spcPts val="1000"/>
              </a:spcBef>
              <a:spcAft>
                <a:spcPts val="0"/>
              </a:spcAft>
              <a:buSzPct val="100000"/>
              <a:buFont typeface="+mj-ea"/>
              <a:buNone/>
            </a:pPr>
            <a:r>
              <a:rPr lang="zh-CN" altLang="en-US" sz="1400" spc="150">
                <a:solidFill>
                  <a:srgbClr val="000000">
                    <a:lumMod val="75000"/>
                    <a:lumOff val="25000"/>
                  </a:srgbClr>
                </a:solidFill>
                <a:latin typeface="Arial" panose="020B0604020202020204" pitchFamily="34" charset="0"/>
                <a:ea typeface="微软雅黑" panose="020B0503020204020204" charset="-122"/>
                <a:sym typeface="+mn-ea"/>
              </a:rPr>
              <a:t>（</a:t>
            </a:r>
            <a:r>
              <a:rPr lang="en-US" altLang="zh-CN" sz="1400" spc="150">
                <a:solidFill>
                  <a:srgbClr val="000000">
                    <a:lumMod val="75000"/>
                    <a:lumOff val="25000"/>
                  </a:srgbClr>
                </a:solidFill>
                <a:latin typeface="Arial" panose="020B0604020202020204" pitchFamily="34" charset="0"/>
                <a:ea typeface="微软雅黑" panose="020B0503020204020204" charset="-122"/>
                <a:sym typeface="+mn-ea"/>
              </a:rPr>
              <a:t>1</a:t>
            </a:r>
            <a:r>
              <a:rPr lang="zh-CN" altLang="en-US" sz="1400" spc="150">
                <a:solidFill>
                  <a:srgbClr val="000000">
                    <a:lumMod val="75000"/>
                    <a:lumOff val="25000"/>
                  </a:srgbClr>
                </a:solidFill>
                <a:latin typeface="Arial" panose="020B0604020202020204" pitchFamily="34" charset="0"/>
                <a:ea typeface="微软雅黑" panose="020B0503020204020204" charset="-122"/>
                <a:sym typeface="+mn-ea"/>
              </a:rPr>
              <a:t>）启动或关闭中文输入法：使用Ctrl+Space 键。</a:t>
            </a:r>
          </a:p>
          <a:p>
            <a:pPr lvl="0" indent="0" algn="l" fontAlgn="ctr">
              <a:lnSpc>
                <a:spcPct val="130000"/>
              </a:lnSpc>
              <a:spcBef>
                <a:spcPts val="1000"/>
              </a:spcBef>
              <a:spcAft>
                <a:spcPts val="0"/>
              </a:spcAft>
              <a:buSzPct val="100000"/>
              <a:buFont typeface="+mj-ea"/>
              <a:buNone/>
            </a:pPr>
            <a:r>
              <a:rPr lang="zh-CN" altLang="en-US" sz="1400" spc="150">
                <a:solidFill>
                  <a:srgbClr val="000000">
                    <a:lumMod val="75000"/>
                    <a:lumOff val="25000"/>
                  </a:srgbClr>
                </a:solidFill>
                <a:latin typeface="Arial" panose="020B0604020202020204" pitchFamily="34" charset="0"/>
                <a:ea typeface="微软雅黑" panose="020B0503020204020204" charset="-122"/>
                <a:sym typeface="+mn-ea"/>
              </a:rPr>
              <a:t>（</a:t>
            </a:r>
            <a:r>
              <a:rPr lang="en-US" altLang="zh-CN" sz="1400" spc="150">
                <a:solidFill>
                  <a:srgbClr val="000000">
                    <a:lumMod val="75000"/>
                    <a:lumOff val="25000"/>
                  </a:srgbClr>
                </a:solidFill>
                <a:latin typeface="Arial" panose="020B0604020202020204" pitchFamily="34" charset="0"/>
                <a:ea typeface="微软雅黑" panose="020B0503020204020204" charset="-122"/>
                <a:sym typeface="+mn-ea"/>
              </a:rPr>
              <a:t>2</a:t>
            </a:r>
            <a:r>
              <a:rPr lang="zh-CN" altLang="en-US" sz="1400" spc="150">
                <a:solidFill>
                  <a:srgbClr val="000000">
                    <a:lumMod val="75000"/>
                    <a:lumOff val="25000"/>
                  </a:srgbClr>
                </a:solidFill>
                <a:latin typeface="Arial" panose="020B0604020202020204" pitchFamily="34" charset="0"/>
                <a:ea typeface="微软雅黑" panose="020B0503020204020204" charset="-122"/>
                <a:sym typeface="+mn-ea"/>
              </a:rPr>
              <a:t>）在英文及各中文输入法之间进行切换：使用Ctrl+Shift（或Alt+Shift）键。</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直角三角形 29"/>
          <p:cNvSpPr/>
          <p:nvPr>
            <p:custDataLst>
              <p:tags r:id="rId2"/>
            </p:custDataLst>
          </p:nvPr>
        </p:nvSpPr>
        <p:spPr>
          <a:xfrm>
            <a:off x="0" y="3977878"/>
            <a:ext cx="9144000" cy="1165622"/>
          </a:xfrm>
          <a:prstGeom prst="rtTriangle">
            <a:avLst/>
          </a:prstGeom>
          <a:solidFill>
            <a:srgbClr val="39A9DC"/>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1">
              <a:ln>
                <a:noFill/>
              </a:ln>
              <a:solidFill>
                <a:srgbClr val="FFFFFF"/>
              </a:solidFill>
              <a:effectLst/>
              <a:uLnTx/>
              <a:uFillTx/>
              <a:latin typeface="微软雅黑" panose="020B0503020204020204" charset="-122"/>
              <a:ea typeface="微软雅黑" panose="020B0503020204020204" charset="-122"/>
              <a:cs typeface="+mn-ea"/>
            </a:endParaRPr>
          </a:p>
        </p:txBody>
      </p:sp>
      <p:sp>
        <p:nvSpPr>
          <p:cNvPr id="4101" name="文本框 3"/>
          <p:cNvSpPr txBox="1"/>
          <p:nvPr>
            <p:custDataLst>
              <p:tags r:id="rId3"/>
            </p:custDataLst>
          </p:nvPr>
        </p:nvSpPr>
        <p:spPr>
          <a:xfrm>
            <a:off x="2017395" y="1892300"/>
            <a:ext cx="5957570" cy="1616710"/>
          </a:xfrm>
          <a:prstGeom prst="rect">
            <a:avLst/>
          </a:prstGeom>
          <a:noFill/>
          <a:ln w="9525">
            <a:noFill/>
          </a:ln>
        </p:spPr>
        <p:txBody>
          <a:bodyPr lIns="67627" tIns="35242" rIns="67627" bIns="35242"/>
          <a:lstStyle/>
          <a:p>
            <a:pPr marL="0" lvl="0" indent="0" algn="just" eaLnBrk="1" fontAlgn="ctr" hangingPunct="1">
              <a:lnSpc>
                <a:spcPct val="150000"/>
              </a:lnSpc>
              <a:spcBef>
                <a:spcPts val="1000"/>
              </a:spcBef>
              <a:spcAft>
                <a:spcPts val="0"/>
              </a:spcAft>
              <a:buSzPct val="100000"/>
            </a:pPr>
            <a:r>
              <a:rPr lang="zh-CN" altLang="en-US" sz="1500" spc="150">
                <a:latin typeface="Arial" panose="020B0604020202020204" pitchFamily="34" charset="0"/>
              </a:rPr>
              <a:t>大多数计算机都可以通过键盘和定点设备（如鼠标）来输入数据。触摸屏也可以作为输入设备的补充，而扫描仪、数码相机和图形书写板则可以方便地输入图形，麦克风和电子乐器可提供声音与音乐的输入。</a:t>
            </a:r>
          </a:p>
        </p:txBody>
      </p:sp>
      <p:sp>
        <p:nvSpPr>
          <p:cNvPr id="20" name="文本框 19"/>
          <p:cNvSpPr txBox="1"/>
          <p:nvPr>
            <p:custDataLst>
              <p:tags r:id="rId4"/>
            </p:custDataLst>
          </p:nvPr>
        </p:nvSpPr>
        <p:spPr>
          <a:xfrm>
            <a:off x="2017395" y="1137285"/>
            <a:ext cx="5957570" cy="619760"/>
          </a:xfrm>
          <a:prstGeom prst="rect">
            <a:avLst/>
          </a:prstGeom>
          <a:noFill/>
        </p:spPr>
        <p:txBody>
          <a:bodyPr wrap="none" lIns="67627" tIns="35242" rIns="67627" bIns="35242" anchor="b" anchorCtr="0">
            <a:normAutofit/>
          </a:bodyPr>
          <a:lstStyle/>
          <a:p>
            <a:pPr marL="0" marR="0" indent="0" algn="l" defTabSz="914400" eaLnBrk="1" fontAlgn="auto" hangingPunct="1">
              <a:lnSpc>
                <a:spcPct val="100000"/>
              </a:lnSpc>
              <a:spcBef>
                <a:spcPts val="0"/>
              </a:spcBef>
              <a:spcAft>
                <a:spcPts val="0"/>
              </a:spcAft>
              <a:buSzPct val="100000"/>
              <a:buFontTx/>
              <a:defRPr/>
            </a:pPr>
            <a:r>
              <a:rPr kumimoji="0" lang="zh-CN" altLang="en-US" sz="3300" b="1" kern="1200" cap="none" spc="300" normalizeH="0" noProof="1">
                <a:latin typeface="Arial" panose="020B0604020202020204" pitchFamily="34" charset="0"/>
                <a:ea typeface="微软雅黑" panose="020B0503020204020204" charset="-122"/>
                <a:cs typeface="+mn-ea"/>
              </a:rPr>
              <a:t>基本的输入设备</a:t>
            </a:r>
          </a:p>
        </p:txBody>
      </p:sp>
      <p:sp>
        <p:nvSpPr>
          <p:cNvPr id="32" name="椭圆 31"/>
          <p:cNvSpPr/>
          <p:nvPr>
            <p:custDataLst>
              <p:tags r:id="rId5"/>
            </p:custDataLst>
          </p:nvPr>
        </p:nvSpPr>
        <p:spPr>
          <a:xfrm>
            <a:off x="1169670" y="1170940"/>
            <a:ext cx="610235" cy="610870"/>
          </a:xfrm>
          <a:prstGeom prst="ellipse">
            <a:avLst/>
          </a:prstGeom>
          <a:solidFill>
            <a:srgbClr val="39A9DC"/>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33" name="任意多边形: 形状 32"/>
          <p:cNvSpPr>
            <a:spLocks noChangeAspect="1"/>
          </p:cNvSpPr>
          <p:nvPr>
            <p:custDataLst>
              <p:tags r:id="rId6"/>
            </p:custDataLst>
          </p:nvPr>
        </p:nvSpPr>
        <p:spPr>
          <a:xfrm>
            <a:off x="1275080" y="1270635"/>
            <a:ext cx="171450" cy="34861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FFFF"/>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34" name="任意多边形: 形状 33"/>
          <p:cNvSpPr>
            <a:spLocks noChangeAspect="1"/>
          </p:cNvSpPr>
          <p:nvPr>
            <p:custDataLst>
              <p:tags r:id="rId7"/>
            </p:custDataLst>
          </p:nvPr>
        </p:nvSpPr>
        <p:spPr>
          <a:xfrm>
            <a:off x="1503045" y="1270635"/>
            <a:ext cx="171450" cy="34861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FFFF"/>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31" name="直角三角形 30"/>
          <p:cNvSpPr/>
          <p:nvPr>
            <p:custDataLst>
              <p:tags r:id="rId8"/>
            </p:custDataLst>
          </p:nvPr>
        </p:nvSpPr>
        <p:spPr>
          <a:xfrm flipH="1">
            <a:off x="6585347" y="3634978"/>
            <a:ext cx="2558654" cy="1508522"/>
          </a:xfrm>
          <a:prstGeom prst="rtTriangle">
            <a:avLst/>
          </a:prstGeom>
          <a:solidFill>
            <a:srgbClr val="39A9DC">
              <a:lumMod val="75000"/>
            </a:srgbClr>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1">
              <a:ln>
                <a:noFill/>
              </a:ln>
              <a:solidFill>
                <a:srgbClr val="FFFFFF"/>
              </a:solidFill>
              <a:effectLst/>
              <a:uLnTx/>
              <a:uFillTx/>
              <a:latin typeface="微软雅黑" panose="020B0503020204020204" charset="-122"/>
              <a:ea typeface="微软雅黑" panose="020B0503020204020204" charset="-122"/>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直角三角形 29"/>
          <p:cNvSpPr/>
          <p:nvPr>
            <p:custDataLst>
              <p:tags r:id="rId2"/>
            </p:custDataLst>
          </p:nvPr>
        </p:nvSpPr>
        <p:spPr>
          <a:xfrm>
            <a:off x="0" y="3977878"/>
            <a:ext cx="9144000" cy="1165622"/>
          </a:xfrm>
          <a:prstGeom prst="rtTriangle">
            <a:avLst/>
          </a:prstGeom>
          <a:solidFill>
            <a:srgbClr val="39A9DC"/>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1">
              <a:ln>
                <a:noFill/>
              </a:ln>
              <a:solidFill>
                <a:srgbClr val="FFFFFF"/>
              </a:solidFill>
              <a:effectLst/>
              <a:uLnTx/>
              <a:uFillTx/>
              <a:latin typeface="微软雅黑" panose="020B0503020204020204" charset="-122"/>
              <a:ea typeface="微软雅黑" panose="020B0503020204020204" charset="-122"/>
              <a:cs typeface="+mn-ea"/>
            </a:endParaRPr>
          </a:p>
        </p:txBody>
      </p:sp>
      <p:sp>
        <p:nvSpPr>
          <p:cNvPr id="4101" name="文本框 3"/>
          <p:cNvSpPr txBox="1"/>
          <p:nvPr>
            <p:custDataLst>
              <p:tags r:id="rId3"/>
            </p:custDataLst>
          </p:nvPr>
        </p:nvSpPr>
        <p:spPr>
          <a:xfrm>
            <a:off x="2017395" y="1892300"/>
            <a:ext cx="6075680" cy="1616710"/>
          </a:xfrm>
          <a:prstGeom prst="rect">
            <a:avLst/>
          </a:prstGeom>
          <a:noFill/>
          <a:ln w="9525">
            <a:noFill/>
          </a:ln>
        </p:spPr>
        <p:txBody>
          <a:bodyPr lIns="67627" tIns="35242" rIns="67627" bIns="35242"/>
          <a:lstStyle/>
          <a:p>
            <a:pPr marL="0" lvl="0" indent="0" algn="just" fontAlgn="ctr">
              <a:lnSpc>
                <a:spcPct val="130000"/>
              </a:lnSpc>
              <a:spcBef>
                <a:spcPts val="400"/>
              </a:spcBef>
              <a:spcAft>
                <a:spcPts val="0"/>
              </a:spcAft>
              <a:buSzPct val="100000"/>
            </a:pPr>
            <a:r>
              <a:rPr lang="zh-CN" altLang="en-US" sz="1400" spc="150">
                <a:latin typeface="Arial" panose="020B0604020202020204" pitchFamily="34" charset="0"/>
              </a:rPr>
              <a:t>多数的计算机键盘是基于标准打字机的键盘布局设计的，这样设计是为了使打字机的机械按键不过于拥挤。</a:t>
            </a:r>
          </a:p>
          <a:p>
            <a:pPr marL="0" lvl="0" indent="0" algn="just" fontAlgn="ctr">
              <a:lnSpc>
                <a:spcPct val="130000"/>
              </a:lnSpc>
              <a:spcBef>
                <a:spcPts val="400"/>
              </a:spcBef>
              <a:spcAft>
                <a:spcPts val="0"/>
              </a:spcAft>
              <a:buSzPct val="100000"/>
            </a:pPr>
            <a:r>
              <a:rPr lang="zh-CN" altLang="en-US" sz="1400" spc="150">
                <a:latin typeface="Arial" panose="020B0604020202020204" pitchFamily="34" charset="0"/>
              </a:rPr>
              <a:t>除了基本的输入键区外，桌面计算机和笔记本电脑的键盘还含有用来执行计算机特定任务的功能键集合。多数的桌面计算机键盘还含有计算器式的数字键区以及编辑键（如End、Home 和PageUp 等），以有效地移动插入点，甚至还可以在手持设备上找到小型键盘。</a:t>
            </a:r>
          </a:p>
        </p:txBody>
      </p:sp>
      <p:sp>
        <p:nvSpPr>
          <p:cNvPr id="20" name="文本框 19"/>
          <p:cNvSpPr txBox="1"/>
          <p:nvPr>
            <p:custDataLst>
              <p:tags r:id="rId4"/>
            </p:custDataLst>
          </p:nvPr>
        </p:nvSpPr>
        <p:spPr>
          <a:xfrm>
            <a:off x="2017395" y="1137285"/>
            <a:ext cx="5957570" cy="619760"/>
          </a:xfrm>
          <a:prstGeom prst="rect">
            <a:avLst/>
          </a:prstGeom>
          <a:noFill/>
        </p:spPr>
        <p:txBody>
          <a:bodyPr wrap="none" lIns="67627" tIns="35242" rIns="67627" bIns="35242" anchor="b" anchorCtr="0">
            <a:normAutofit/>
          </a:bodyPr>
          <a:lstStyle/>
          <a:p>
            <a:pPr marL="0" marR="0" indent="0" algn="l" defTabSz="914400" eaLnBrk="1" fontAlgn="auto" hangingPunct="1">
              <a:lnSpc>
                <a:spcPct val="100000"/>
              </a:lnSpc>
              <a:spcBef>
                <a:spcPts val="0"/>
              </a:spcBef>
              <a:spcAft>
                <a:spcPts val="0"/>
              </a:spcAft>
              <a:buSzPct val="100000"/>
              <a:buFontTx/>
              <a:defRPr/>
            </a:pPr>
            <a:r>
              <a:rPr kumimoji="0" lang="zh-CN" altLang="en-US" sz="3300" b="1" kern="1200" cap="none" spc="300" normalizeH="0" noProof="1">
                <a:latin typeface="Arial" panose="020B0604020202020204" pitchFamily="34" charset="0"/>
                <a:ea typeface="微软雅黑" panose="020B0503020204020204" charset="-122"/>
                <a:cs typeface="+mn-ea"/>
              </a:rPr>
              <a:t>计算机键盘设计的特点</a:t>
            </a:r>
          </a:p>
        </p:txBody>
      </p:sp>
      <p:sp>
        <p:nvSpPr>
          <p:cNvPr id="32" name="椭圆 31"/>
          <p:cNvSpPr/>
          <p:nvPr>
            <p:custDataLst>
              <p:tags r:id="rId5"/>
            </p:custDataLst>
          </p:nvPr>
        </p:nvSpPr>
        <p:spPr>
          <a:xfrm>
            <a:off x="1169670" y="1170940"/>
            <a:ext cx="610235" cy="610870"/>
          </a:xfrm>
          <a:prstGeom prst="ellipse">
            <a:avLst/>
          </a:prstGeom>
          <a:solidFill>
            <a:srgbClr val="39A9DC"/>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33" name="任意多边形: 形状 32"/>
          <p:cNvSpPr>
            <a:spLocks noChangeAspect="1"/>
          </p:cNvSpPr>
          <p:nvPr>
            <p:custDataLst>
              <p:tags r:id="rId6"/>
            </p:custDataLst>
          </p:nvPr>
        </p:nvSpPr>
        <p:spPr>
          <a:xfrm>
            <a:off x="1275080" y="1270635"/>
            <a:ext cx="171450" cy="34861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FFFF"/>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34" name="任意多边形: 形状 33"/>
          <p:cNvSpPr>
            <a:spLocks noChangeAspect="1"/>
          </p:cNvSpPr>
          <p:nvPr>
            <p:custDataLst>
              <p:tags r:id="rId7"/>
            </p:custDataLst>
          </p:nvPr>
        </p:nvSpPr>
        <p:spPr>
          <a:xfrm>
            <a:off x="1503045" y="1270635"/>
            <a:ext cx="171450" cy="34861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FFFF"/>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31" name="直角三角形 30"/>
          <p:cNvSpPr/>
          <p:nvPr>
            <p:custDataLst>
              <p:tags r:id="rId8"/>
            </p:custDataLst>
          </p:nvPr>
        </p:nvSpPr>
        <p:spPr>
          <a:xfrm flipH="1">
            <a:off x="6585347" y="3634978"/>
            <a:ext cx="2558654" cy="1508522"/>
          </a:xfrm>
          <a:prstGeom prst="rtTriangle">
            <a:avLst/>
          </a:prstGeom>
          <a:solidFill>
            <a:srgbClr val="39A9DC">
              <a:lumMod val="75000"/>
            </a:srgbClr>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1">
              <a:ln>
                <a:noFill/>
              </a:ln>
              <a:solidFill>
                <a:srgbClr val="FFFFFF"/>
              </a:solidFill>
              <a:effectLst/>
              <a:uLnTx/>
              <a:uFillTx/>
              <a:latin typeface="微软雅黑" panose="020B0503020204020204" charset="-122"/>
              <a:ea typeface="微软雅黑" panose="020B0503020204020204" charset="-122"/>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直角三角形 29"/>
          <p:cNvSpPr/>
          <p:nvPr>
            <p:custDataLst>
              <p:tags r:id="rId2"/>
            </p:custDataLst>
          </p:nvPr>
        </p:nvSpPr>
        <p:spPr>
          <a:xfrm>
            <a:off x="0" y="3977878"/>
            <a:ext cx="9144000" cy="1165622"/>
          </a:xfrm>
          <a:prstGeom prst="rtTriangle">
            <a:avLst/>
          </a:prstGeom>
          <a:solidFill>
            <a:srgbClr val="39A9DC"/>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1">
              <a:ln>
                <a:noFill/>
              </a:ln>
              <a:solidFill>
                <a:srgbClr val="FFFFFF"/>
              </a:solidFill>
              <a:effectLst/>
              <a:uLnTx/>
              <a:uFillTx/>
              <a:latin typeface="微软雅黑" panose="020B0503020204020204" charset="-122"/>
              <a:ea typeface="微软雅黑" panose="020B0503020204020204" charset="-122"/>
              <a:cs typeface="+mn-ea"/>
            </a:endParaRPr>
          </a:p>
        </p:txBody>
      </p:sp>
      <p:sp>
        <p:nvSpPr>
          <p:cNvPr id="4101" name="文本框 3"/>
          <p:cNvSpPr txBox="1"/>
          <p:nvPr>
            <p:custDataLst>
              <p:tags r:id="rId3"/>
            </p:custDataLst>
          </p:nvPr>
        </p:nvSpPr>
        <p:spPr>
          <a:xfrm>
            <a:off x="2017395" y="1892300"/>
            <a:ext cx="6075680" cy="1616710"/>
          </a:xfrm>
          <a:prstGeom prst="rect">
            <a:avLst/>
          </a:prstGeom>
          <a:noFill/>
          <a:ln w="9525">
            <a:noFill/>
          </a:ln>
        </p:spPr>
        <p:txBody>
          <a:bodyPr lIns="67627" tIns="35242" rIns="67627" bIns="35242"/>
          <a:lstStyle/>
          <a:p>
            <a:pPr marL="0" lvl="0" indent="0" algn="just" fontAlgn="ctr">
              <a:lnSpc>
                <a:spcPct val="130000"/>
              </a:lnSpc>
              <a:spcBef>
                <a:spcPts val="400"/>
              </a:spcBef>
              <a:spcAft>
                <a:spcPts val="0"/>
              </a:spcAft>
              <a:buSzPct val="100000"/>
            </a:pPr>
            <a:r>
              <a:rPr lang="zh-CN" altLang="en-US" sz="1400" spc="150">
                <a:latin typeface="Arial" panose="020B0604020202020204" pitchFamily="34" charset="0"/>
              </a:rPr>
              <a:t>计算机中文信息处理技术需要解决的首要问题就是汉字的输入技术。计算机上使用的汉字输入法很多，可分为键盘输入法和非键盘输入法两大类。</a:t>
            </a:r>
          </a:p>
        </p:txBody>
      </p:sp>
      <p:sp>
        <p:nvSpPr>
          <p:cNvPr id="20" name="文本框 19"/>
          <p:cNvSpPr txBox="1"/>
          <p:nvPr>
            <p:custDataLst>
              <p:tags r:id="rId4"/>
            </p:custDataLst>
          </p:nvPr>
        </p:nvSpPr>
        <p:spPr>
          <a:xfrm>
            <a:off x="2017395" y="1137285"/>
            <a:ext cx="5957570" cy="619760"/>
          </a:xfrm>
          <a:prstGeom prst="rect">
            <a:avLst/>
          </a:prstGeom>
          <a:noFill/>
        </p:spPr>
        <p:txBody>
          <a:bodyPr wrap="none" lIns="67627" tIns="35242" rIns="67627" bIns="35242" anchor="b" anchorCtr="0">
            <a:normAutofit/>
          </a:bodyPr>
          <a:lstStyle/>
          <a:p>
            <a:pPr marL="0" marR="0" indent="0" algn="l" defTabSz="914400" eaLnBrk="1" fontAlgn="auto" hangingPunct="1">
              <a:lnSpc>
                <a:spcPct val="100000"/>
              </a:lnSpc>
              <a:spcBef>
                <a:spcPts val="0"/>
              </a:spcBef>
              <a:spcAft>
                <a:spcPts val="0"/>
              </a:spcAft>
              <a:buSzPct val="100000"/>
              <a:buFontTx/>
              <a:defRPr/>
            </a:pPr>
            <a:r>
              <a:rPr kumimoji="0" lang="zh-CN" altLang="en-US" sz="3300" b="1" kern="1200" cap="none" spc="300" normalizeH="0" noProof="1">
                <a:latin typeface="Arial" panose="020B0604020202020204" pitchFamily="34" charset="0"/>
                <a:ea typeface="微软雅黑" panose="020B0503020204020204" charset="-122"/>
                <a:cs typeface="+mn-ea"/>
              </a:rPr>
              <a:t>汉字输入法分类</a:t>
            </a:r>
          </a:p>
        </p:txBody>
      </p:sp>
      <p:sp>
        <p:nvSpPr>
          <p:cNvPr id="32" name="椭圆 31"/>
          <p:cNvSpPr/>
          <p:nvPr>
            <p:custDataLst>
              <p:tags r:id="rId5"/>
            </p:custDataLst>
          </p:nvPr>
        </p:nvSpPr>
        <p:spPr>
          <a:xfrm>
            <a:off x="1169670" y="1170940"/>
            <a:ext cx="610235" cy="610870"/>
          </a:xfrm>
          <a:prstGeom prst="ellipse">
            <a:avLst/>
          </a:prstGeom>
          <a:solidFill>
            <a:srgbClr val="39A9DC"/>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33" name="任意多边形: 形状 32"/>
          <p:cNvSpPr>
            <a:spLocks noChangeAspect="1"/>
          </p:cNvSpPr>
          <p:nvPr>
            <p:custDataLst>
              <p:tags r:id="rId6"/>
            </p:custDataLst>
          </p:nvPr>
        </p:nvSpPr>
        <p:spPr>
          <a:xfrm>
            <a:off x="1275080" y="1270635"/>
            <a:ext cx="171450" cy="34861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FFFF"/>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34" name="任意多边形: 形状 33"/>
          <p:cNvSpPr>
            <a:spLocks noChangeAspect="1"/>
          </p:cNvSpPr>
          <p:nvPr>
            <p:custDataLst>
              <p:tags r:id="rId7"/>
            </p:custDataLst>
          </p:nvPr>
        </p:nvSpPr>
        <p:spPr>
          <a:xfrm>
            <a:off x="1503045" y="1270635"/>
            <a:ext cx="171450" cy="34861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FFFF"/>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Arial" panose="020B0604020202020204" pitchFamily="34" charset="0"/>
              <a:ea typeface="微软雅黑" panose="020B0503020204020204" charset="-122"/>
              <a:cs typeface="+mn-ea"/>
            </a:endParaRPr>
          </a:p>
        </p:txBody>
      </p:sp>
      <p:sp>
        <p:nvSpPr>
          <p:cNvPr id="31" name="直角三角形 30"/>
          <p:cNvSpPr/>
          <p:nvPr>
            <p:custDataLst>
              <p:tags r:id="rId8"/>
            </p:custDataLst>
          </p:nvPr>
        </p:nvSpPr>
        <p:spPr>
          <a:xfrm flipH="1">
            <a:off x="6585347" y="3634978"/>
            <a:ext cx="2558654" cy="1508522"/>
          </a:xfrm>
          <a:prstGeom prst="rtTriangle">
            <a:avLst/>
          </a:prstGeom>
          <a:solidFill>
            <a:srgbClr val="39A9DC">
              <a:lumMod val="75000"/>
            </a:srgbClr>
          </a:solidFill>
          <a:ln>
            <a:noFill/>
          </a:ln>
        </p:spPr>
        <p:style>
          <a:lnRef idx="2">
            <a:srgbClr val="39A9DC">
              <a:shade val="50000"/>
            </a:srgbClr>
          </a:lnRef>
          <a:fillRef idx="1">
            <a:srgbClr val="39A9DC"/>
          </a:fillRef>
          <a:effectRef idx="0">
            <a:srgbClr val="39A9DC"/>
          </a:effectRef>
          <a:fontRef idx="minor">
            <a:srgbClr val="FFFFFF"/>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1">
              <a:ln>
                <a:noFill/>
              </a:ln>
              <a:solidFill>
                <a:srgbClr val="FFFFFF"/>
              </a:solidFill>
              <a:effectLst/>
              <a:uLnTx/>
              <a:uFillTx/>
              <a:latin typeface="微软雅黑" panose="020B0503020204020204" charset="-122"/>
              <a:ea typeface="微软雅黑" panose="020B0503020204020204" charset="-122"/>
              <a:cs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2854871" y="324894"/>
            <a:ext cx="3434260" cy="623247"/>
          </a:xfrm>
          <a:prstGeom prst="rect">
            <a:avLst/>
          </a:prstGeom>
          <a:noFill/>
        </p:spPr>
        <p:txBody>
          <a:bodyPr wrap="square" rtlCol="0" anchor="ctr">
            <a:normAutofit/>
          </a:bodyPr>
          <a:lstStyle/>
          <a:p>
            <a:pPr algn="ctr">
              <a:lnSpc>
                <a:spcPct val="120000"/>
              </a:lnSpc>
            </a:pPr>
            <a:r>
              <a:rPr lang="zh-CN" altLang="en-US" b="1" spc="300">
                <a:solidFill>
                  <a:srgbClr val="000000">
                    <a:lumMod val="75000"/>
                    <a:lumOff val="25000"/>
                  </a:srgbClr>
                </a:solidFill>
                <a:latin typeface="微软雅黑" panose="020B0503020204020204" charset="-122"/>
                <a:ea typeface="微软雅黑" panose="020B0503020204020204" charset="-122"/>
                <a:cs typeface="+mn-ea"/>
                <a:sym typeface="微软雅黑" panose="020B0503020204020204" charset="-122"/>
              </a:rPr>
              <a:t>单击此处添加标题</a:t>
            </a:r>
          </a:p>
        </p:txBody>
      </p:sp>
      <p:sp>
        <p:nvSpPr>
          <p:cNvPr id="2" name="五边形 13"/>
          <p:cNvSpPr/>
          <p:nvPr>
            <p:custDataLst>
              <p:tags r:id="rId3"/>
            </p:custDataLst>
          </p:nvPr>
        </p:nvSpPr>
        <p:spPr>
          <a:xfrm rot="16200000">
            <a:off x="4123235" y="1680848"/>
            <a:ext cx="2100262" cy="1214462"/>
          </a:xfrm>
          <a:prstGeom prst="homePlate">
            <a:avLst/>
          </a:prstGeom>
          <a:solidFill>
            <a:srgbClr val="9BBB59"/>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wrap="square" lIns="459000" tIns="0" rIns="0" bIns="0" anchor="ctr" anchorCtr="0">
            <a:noAutofit/>
          </a:bodyPr>
          <a:lstStyle/>
          <a:p>
            <a:pPr lvl="0" defTabSz="913765">
              <a:lnSpc>
                <a:spcPct val="120000"/>
              </a:lnSpc>
              <a:spcBef>
                <a:spcPct val="0"/>
              </a:spcBef>
              <a:defRPr/>
            </a:pPr>
            <a:endParaRPr lang="zh-CN" altLang="en-US" sz="1350" b="1" dirty="0">
              <a:solidFill>
                <a:sysClr val="window" lastClr="FFFFFF"/>
              </a:solidFill>
              <a:latin typeface="Arial" panose="020B0604020202020204" pitchFamily="34" charset="0"/>
              <a:ea typeface="微软雅黑" panose="020B0503020204020204" charset="-122"/>
              <a:cs typeface="Arial" panose="020B0604020202020204" pitchFamily="34" charset="0"/>
            </a:endParaRPr>
          </a:p>
        </p:txBody>
      </p:sp>
      <p:sp>
        <p:nvSpPr>
          <p:cNvPr id="3" name="五边形 14"/>
          <p:cNvSpPr/>
          <p:nvPr>
            <p:custDataLst>
              <p:tags r:id="rId4"/>
            </p:custDataLst>
          </p:nvPr>
        </p:nvSpPr>
        <p:spPr>
          <a:xfrm rot="16200000" flipH="1">
            <a:off x="2994136" y="2747834"/>
            <a:ext cx="1648198" cy="1214462"/>
          </a:xfrm>
          <a:prstGeom prst="homePlate">
            <a:avLst/>
          </a:prstGeom>
          <a:solidFill>
            <a:srgbClr val="1F74AD"/>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wrap="square" lIns="0" tIns="0" rIns="486000" bIns="0" anchor="ctr" anchorCtr="0">
            <a:noAutofit/>
          </a:bodyPr>
          <a:lstStyle/>
          <a:p>
            <a:pPr lvl="0" algn="r" defTabSz="913765">
              <a:lnSpc>
                <a:spcPct val="120000"/>
              </a:lnSpc>
              <a:spcBef>
                <a:spcPct val="0"/>
              </a:spcBef>
              <a:defRPr/>
            </a:pPr>
            <a:endParaRPr lang="zh-CN" altLang="en-US" sz="1350" b="1" dirty="0">
              <a:solidFill>
                <a:sysClr val="window" lastClr="FFFFFF"/>
              </a:solidFill>
              <a:latin typeface="Arial" panose="020B0604020202020204" pitchFamily="34" charset="0"/>
              <a:ea typeface="微软雅黑" panose="020B0503020204020204" charset="-122"/>
              <a:cs typeface="Arial" panose="020B0604020202020204" pitchFamily="34" charset="0"/>
            </a:endParaRPr>
          </a:p>
        </p:txBody>
      </p:sp>
      <p:sp>
        <p:nvSpPr>
          <p:cNvPr id="5" name="文本框 4"/>
          <p:cNvSpPr txBox="1"/>
          <p:nvPr>
            <p:custDataLst>
              <p:tags r:id="rId5"/>
            </p:custDataLst>
          </p:nvPr>
        </p:nvSpPr>
        <p:spPr>
          <a:xfrm>
            <a:off x="4592150" y="2778411"/>
            <a:ext cx="1162427" cy="512445"/>
          </a:xfrm>
          <a:prstGeom prst="rect">
            <a:avLst/>
          </a:prstGeom>
          <a:noFill/>
        </p:spPr>
        <p:txBody>
          <a:bodyPr wrap="square" lIns="67500" tIns="35100" rIns="67500" bIns="35100" rtlCol="0" anchor="ctr" anchorCtr="0">
            <a:spAutoFit/>
          </a:bodyPr>
          <a:lstStyle/>
          <a:p>
            <a:pPr algn="ctr">
              <a:lnSpc>
                <a:spcPct val="120000"/>
              </a:lnSpc>
            </a:pPr>
            <a:r>
              <a:rPr lang="zh-CN" altLang="en-US" sz="2400" b="1">
                <a:solidFill>
                  <a:sysClr val="window" lastClr="FFFFFF"/>
                </a:solidFill>
                <a:latin typeface="Arial" panose="020B0604020202020204" pitchFamily="34" charset="0"/>
                <a:ea typeface="微软雅黑" panose="020B0503020204020204" charset="-122"/>
                <a:cs typeface="Arial" panose="020B0604020202020204" pitchFamily="34" charset="0"/>
              </a:rPr>
              <a:t>（</a:t>
            </a:r>
            <a:r>
              <a:rPr lang="en-US" sz="2400" b="1">
                <a:solidFill>
                  <a:sysClr val="window" lastClr="FFFFFF"/>
                </a:solidFill>
                <a:latin typeface="Arial" panose="020B0604020202020204" pitchFamily="34" charset="0"/>
                <a:ea typeface="微软雅黑" panose="020B0503020204020204" charset="-122"/>
                <a:cs typeface="Arial" panose="020B0604020202020204" pitchFamily="34" charset="0"/>
              </a:rPr>
              <a:t>2</a:t>
            </a:r>
            <a:r>
              <a:rPr lang="zh-CN" altLang="en-US" sz="2400" b="1">
                <a:solidFill>
                  <a:sysClr val="window" lastClr="FFFFFF"/>
                </a:solidFill>
                <a:latin typeface="Arial" panose="020B0604020202020204" pitchFamily="34" charset="0"/>
                <a:ea typeface="微软雅黑" panose="020B0503020204020204" charset="-122"/>
                <a:cs typeface="Arial" panose="020B0604020202020204" pitchFamily="34" charset="0"/>
              </a:rPr>
              <a:t>）</a:t>
            </a:r>
            <a:endParaRPr lang="zh-CN" altLang="en-US" sz="2400" b="1" dirty="0">
              <a:solidFill>
                <a:sysClr val="window" lastClr="FFFFFF"/>
              </a:solidFill>
              <a:latin typeface="Arial" panose="020B0604020202020204" pitchFamily="34" charset="0"/>
              <a:ea typeface="微软雅黑" panose="020B0503020204020204" charset="-122"/>
              <a:cs typeface="Arial" panose="020B0604020202020204" pitchFamily="34" charset="0"/>
            </a:endParaRPr>
          </a:p>
        </p:txBody>
      </p:sp>
      <p:cxnSp>
        <p:nvCxnSpPr>
          <p:cNvPr id="9" name="直接连接符 8"/>
          <p:cNvCxnSpPr/>
          <p:nvPr>
            <p:custDataLst>
              <p:tags r:id="rId6"/>
            </p:custDataLst>
          </p:nvPr>
        </p:nvCxnSpPr>
        <p:spPr>
          <a:xfrm rot="16200000">
            <a:off x="3818235" y="1831792"/>
            <a:ext cx="0" cy="1214462"/>
          </a:xfrm>
          <a:prstGeom prst="line">
            <a:avLst/>
          </a:prstGeom>
          <a:ln w="63500">
            <a:solidFill>
              <a:srgbClr val="1F74AD"/>
            </a:solidFill>
          </a:ln>
        </p:spPr>
        <p:style>
          <a:lnRef idx="1">
            <a:srgbClr val="1F74AD"/>
          </a:lnRef>
          <a:fillRef idx="0">
            <a:srgbClr val="1F74AD"/>
          </a:fillRef>
          <a:effectRef idx="0">
            <a:srgbClr val="1F74AD"/>
          </a:effectRef>
          <a:fontRef idx="minor">
            <a:srgbClr val="000000"/>
          </a:fontRef>
        </p:style>
      </p:cxnSp>
      <p:cxnSp>
        <p:nvCxnSpPr>
          <p:cNvPr id="11" name="直接连接符 10"/>
          <p:cNvCxnSpPr/>
          <p:nvPr>
            <p:custDataLst>
              <p:tags r:id="rId7"/>
            </p:custDataLst>
          </p:nvPr>
        </p:nvCxnSpPr>
        <p:spPr>
          <a:xfrm rot="16200000">
            <a:off x="5173364" y="2826968"/>
            <a:ext cx="0" cy="1214462"/>
          </a:xfrm>
          <a:prstGeom prst="line">
            <a:avLst/>
          </a:prstGeom>
          <a:ln w="63500">
            <a:solidFill>
              <a:srgbClr val="9BBB59"/>
            </a:solidFill>
          </a:ln>
        </p:spPr>
        <p:style>
          <a:lnRef idx="1">
            <a:srgbClr val="1F74AD"/>
          </a:lnRef>
          <a:fillRef idx="0">
            <a:srgbClr val="1F74AD"/>
          </a:fillRef>
          <a:effectRef idx="0">
            <a:srgbClr val="1F74AD"/>
          </a:effectRef>
          <a:fontRef idx="minor">
            <a:srgbClr val="000000"/>
          </a:fontRef>
        </p:style>
      </p:cxnSp>
      <p:sp>
        <p:nvSpPr>
          <p:cNvPr id="12" name="文本框 11"/>
          <p:cNvSpPr txBox="1"/>
          <p:nvPr>
            <p:custDataLst>
              <p:tags r:id="rId8"/>
            </p:custDataLst>
          </p:nvPr>
        </p:nvSpPr>
        <p:spPr>
          <a:xfrm>
            <a:off x="3237021" y="2578320"/>
            <a:ext cx="1162427" cy="512445"/>
          </a:xfrm>
          <a:prstGeom prst="rect">
            <a:avLst/>
          </a:prstGeom>
          <a:noFill/>
        </p:spPr>
        <p:txBody>
          <a:bodyPr wrap="square" lIns="67500" tIns="35100" rIns="67500" bIns="35100" rtlCol="0" anchor="ctr" anchorCtr="0">
            <a:spAutoFit/>
          </a:bodyPr>
          <a:lstStyle/>
          <a:p>
            <a:pPr algn="ctr">
              <a:lnSpc>
                <a:spcPct val="120000"/>
              </a:lnSpc>
            </a:pPr>
            <a:r>
              <a:rPr lang="zh-CN" altLang="en-US" sz="2400" b="1">
                <a:solidFill>
                  <a:sysClr val="window" lastClr="FFFFFF"/>
                </a:solidFill>
                <a:latin typeface="Arial" panose="020B0604020202020204" pitchFamily="34" charset="0"/>
                <a:ea typeface="微软雅黑" panose="020B0503020204020204" charset="-122"/>
                <a:cs typeface="Arial" panose="020B0604020202020204" pitchFamily="34" charset="0"/>
              </a:rPr>
              <a:t>（</a:t>
            </a:r>
            <a:r>
              <a:rPr lang="en-US" sz="2400" b="1">
                <a:solidFill>
                  <a:sysClr val="window" lastClr="FFFFFF"/>
                </a:solidFill>
                <a:latin typeface="Arial" panose="020B0604020202020204" pitchFamily="34" charset="0"/>
                <a:ea typeface="微软雅黑" panose="020B0503020204020204" charset="-122"/>
                <a:cs typeface="Arial" panose="020B0604020202020204" pitchFamily="34" charset="0"/>
              </a:rPr>
              <a:t>1</a:t>
            </a:r>
            <a:r>
              <a:rPr lang="zh-CN" altLang="en-US" sz="2400" b="1">
                <a:solidFill>
                  <a:sysClr val="window" lastClr="FFFFFF"/>
                </a:solidFill>
                <a:latin typeface="Arial" panose="020B0604020202020204" pitchFamily="34" charset="0"/>
                <a:ea typeface="微软雅黑" panose="020B0503020204020204" charset="-122"/>
                <a:cs typeface="Arial" panose="020B0604020202020204" pitchFamily="34" charset="0"/>
              </a:rPr>
              <a:t>）</a:t>
            </a:r>
            <a:endParaRPr lang="zh-CN" altLang="en-US" sz="2400" b="1" dirty="0">
              <a:solidFill>
                <a:sysClr val="window" lastClr="FFFFFF"/>
              </a:solidFill>
              <a:latin typeface="Arial" panose="020B0604020202020204" pitchFamily="34" charset="0"/>
              <a:ea typeface="微软雅黑" panose="020B0503020204020204" charset="-122"/>
              <a:cs typeface="Arial" panose="020B0604020202020204" pitchFamily="34" charset="0"/>
            </a:endParaRPr>
          </a:p>
        </p:txBody>
      </p:sp>
      <p:sp>
        <p:nvSpPr>
          <p:cNvPr id="14" name="文本框 13"/>
          <p:cNvSpPr txBox="1"/>
          <p:nvPr>
            <p:custDataLst>
              <p:tags r:id="rId9"/>
            </p:custDataLst>
          </p:nvPr>
        </p:nvSpPr>
        <p:spPr>
          <a:xfrm>
            <a:off x="6382555" y="963631"/>
            <a:ext cx="1918412" cy="440601"/>
          </a:xfrm>
          <a:prstGeom prst="rect">
            <a:avLst/>
          </a:prstGeom>
          <a:noFill/>
        </p:spPr>
        <p:txBody>
          <a:bodyPr wrap="square" lIns="68580" tIns="34290" rIns="68580" bIns="0" rtlCol="0" anchor="ctr">
            <a:normAutofit/>
          </a:bodyPr>
          <a:lstStyle/>
          <a:p>
            <a:pPr algn="ctr">
              <a:lnSpc>
                <a:spcPct val="120000"/>
              </a:lnSpc>
            </a:pPr>
            <a:r>
              <a:rPr lang="zh-CN" altLang="en-US" sz="1500" b="1" spc="300">
                <a:solidFill>
                  <a:srgbClr val="000000">
                    <a:lumMod val="75000"/>
                    <a:lumOff val="25000"/>
                  </a:srgbClr>
                </a:solidFill>
                <a:latin typeface="微软雅黑" panose="020B0503020204020204" charset="-122"/>
                <a:ea typeface="微软雅黑" panose="020B0503020204020204" charset="-122"/>
              </a:rPr>
              <a:t>非键盘输入法</a:t>
            </a:r>
          </a:p>
        </p:txBody>
      </p:sp>
      <p:sp>
        <p:nvSpPr>
          <p:cNvPr id="26" name="文本框 25"/>
          <p:cNvSpPr txBox="1"/>
          <p:nvPr>
            <p:custDataLst>
              <p:tags r:id="rId10"/>
            </p:custDataLst>
          </p:nvPr>
        </p:nvSpPr>
        <p:spPr>
          <a:xfrm>
            <a:off x="843052" y="963631"/>
            <a:ext cx="1918412" cy="440601"/>
          </a:xfrm>
          <a:prstGeom prst="rect">
            <a:avLst/>
          </a:prstGeom>
          <a:noFill/>
        </p:spPr>
        <p:txBody>
          <a:bodyPr wrap="square" lIns="68580" tIns="34290" rIns="68580" bIns="0" rtlCol="0" anchor="ctr">
            <a:normAutofit/>
          </a:bodyPr>
          <a:lstStyle/>
          <a:p>
            <a:pPr algn="ctr">
              <a:lnSpc>
                <a:spcPct val="120000"/>
              </a:lnSpc>
            </a:pPr>
            <a:r>
              <a:rPr lang="zh-CN" altLang="en-US" sz="1500" b="1" spc="300">
                <a:solidFill>
                  <a:srgbClr val="000000">
                    <a:lumMod val="75000"/>
                    <a:lumOff val="25000"/>
                  </a:srgbClr>
                </a:solidFill>
                <a:latin typeface="微软雅黑" panose="020B0503020204020204" charset="-122"/>
                <a:ea typeface="微软雅黑" panose="020B0503020204020204" charset="-122"/>
              </a:rPr>
              <a:t>键盘输入法</a:t>
            </a:r>
          </a:p>
        </p:txBody>
      </p:sp>
      <p:sp>
        <p:nvSpPr>
          <p:cNvPr id="25" name="文本框 24"/>
          <p:cNvSpPr txBox="1"/>
          <p:nvPr>
            <p:custDataLst>
              <p:tags r:id="rId11"/>
            </p:custDataLst>
          </p:nvPr>
        </p:nvSpPr>
        <p:spPr>
          <a:xfrm>
            <a:off x="532536" y="1557524"/>
            <a:ext cx="2539444" cy="1970405"/>
          </a:xfrm>
          <a:prstGeom prst="rect">
            <a:avLst/>
          </a:prstGeom>
          <a:noFill/>
        </p:spPr>
        <p:txBody>
          <a:bodyPr wrap="square" lIns="68580" tIns="0" rIns="68580" bIns="34290" rtlCol="0">
            <a:spAutoFit/>
          </a:bodyPr>
          <a:lstStyle/>
          <a:p>
            <a:pPr algn="just">
              <a:lnSpc>
                <a:spcPct val="120000"/>
              </a:lnSpc>
            </a:pPr>
            <a:r>
              <a:rPr lang="zh-CN" altLang="en-US" sz="1050" spc="150">
                <a:solidFill>
                  <a:srgbClr val="000000">
                    <a:lumMod val="65000"/>
                    <a:lumOff val="35000"/>
                  </a:srgbClr>
                </a:solidFill>
                <a:latin typeface="微软雅黑" panose="020B0503020204020204" charset="-122"/>
                <a:ea typeface="微软雅黑" panose="020B0503020204020204" charset="-122"/>
              </a:rPr>
              <a:t>键盘输入法是通过键入汉字输入码的方式输入汉字，通常要敲击1～4 个键输入一个汉字，它的输入码主要有拼音码、区位码、纯形码、音形码、形音码等，用户需要会拼音或记忆输入码才能使用，一般对于非专业打字的使用者来说，速度较慢，但正确率高。其中好的形音码或音形码则可以做到速度快、正确率高。</a:t>
            </a:r>
          </a:p>
        </p:txBody>
      </p:sp>
      <p:sp>
        <p:nvSpPr>
          <p:cNvPr id="35" name="文本框 34"/>
          <p:cNvSpPr txBox="1"/>
          <p:nvPr>
            <p:custDataLst>
              <p:tags r:id="rId12"/>
            </p:custDataLst>
          </p:nvPr>
        </p:nvSpPr>
        <p:spPr>
          <a:xfrm>
            <a:off x="6072039" y="1557524"/>
            <a:ext cx="2539444" cy="2938780"/>
          </a:xfrm>
          <a:prstGeom prst="rect">
            <a:avLst/>
          </a:prstGeom>
          <a:noFill/>
        </p:spPr>
        <p:txBody>
          <a:bodyPr wrap="square" lIns="68580" tIns="0" rIns="68580" bIns="34290" rtlCol="0">
            <a:spAutoFit/>
          </a:bodyPr>
          <a:lstStyle/>
          <a:p>
            <a:pPr algn="just">
              <a:lnSpc>
                <a:spcPct val="120000"/>
              </a:lnSpc>
            </a:pPr>
            <a:r>
              <a:rPr lang="zh-CN" altLang="en-US" sz="1050" spc="150">
                <a:solidFill>
                  <a:srgbClr val="000000">
                    <a:lumMod val="65000"/>
                    <a:lumOff val="35000"/>
                  </a:srgbClr>
                </a:solidFill>
                <a:latin typeface="微软雅黑" panose="020B0503020204020204" charset="-122"/>
                <a:ea typeface="微软雅黑" panose="020B0503020204020204" charset="-122"/>
              </a:rPr>
              <a:t>再好用的键盘输入法，都需要用户经过一段时间的练习才能达到令人满意的速度，至少用户的指法必须很熟练才行，而这对于不是专业电脑使用者来说，多少会有些困难。所以，许多人希望不通过键盘，就能轻易地输入汉字，即非键盘输入法。非键盘输入方式是采用手写、听、听写、读听写等进行汉字输入的一种方式。根据其组合和品牌分为：手写笔、语音识别、手写加语音识别、手写语音识别加OCR 扫描阅读器。非键盘输入法的特点是使用简单，但识别率仍需要进一步提升。</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82ADB108-2F67-4B4E-A97E-19ABB6FAC58E"/>
  <p:tag name="ISPRING_SCORM_RATE_SLIDES" val="1"/>
  <p:tag name="ISPRINGONLINEFOLDERID" val="0"/>
  <p:tag name="ISPRINGONLINEFOLDERPATH" val="Content List"/>
  <p:tag name="ISPRINGCLOUDFOLDERID" val="0"/>
  <p:tag name="ISPRINGCLOUDFOLDERPATH" val="Repository"/>
  <p:tag name="ISPRING_PLAYERS_CUSTOMIZATION" val="UEsDBBQAAgAIAJCuo0gOaiROYgQAAAURAAAdAAAAdW5pdmVyc2FsL2NvbW1vbl9tZXNzYWdlcy5sbmetWG1v2zYQ/l6g/4EQUGADtrQd0KIYEge0xNhEZMmV6DjZMAiMxNhEKDHVi9vs037Nfth+yY6UncR9gaQkgG2YlO+54909d0cfHn/JFdqIspK6OHLeHrxxkChSnclideQs2MmvHxxU1bzIuNKFOHIK7aDj0csXh4oXq4avBHx/+QKhw1xUFSyrkVndr5HMjpz5OHHD2RwHF4kfTsJkTCfOyNX5DS9uka9X+qff3n/48vbd+58PX2/l+sDEM+z7+0DIIr170wMoYFHoJ4BG/CQg58wZmc9hcuGC+TQgzmj7ZZj0PCJnzsh8dsotoogELIl96pGExkkQMusLnzDiOaML3aA13whUa7SR4jOq1wLiWMtSoErJzD5INWwUjehS5oUzTIMkIjGLqMtoGDijWJfl7S8Wljf1WpegrkKZrPilEpnVCRljn9+UogLVvIaMQvCq1xJ+qXMui4NO1RFe0mCSsDD044QE3m7HGZEiQ17JjZqBKBGOSQQAJa9E+QjZxGaZFUdYqWEIUzqZ+vBmxoSpXK0VvOuhdswJxGAuii4pyBESQXbF8TKMPOM0UIU4uuFV9VmX2V5+PAxUFzAN3BBS0GUPwJnB2AFDjCXUjbIUad0FNiNxjCckGYfnkMjAu3CIRHgKdDsdInFBYqAIibtkAnxGJ9gkvKHYLv93/Eq5SWd1i3iagpxx30bqpoId41JggWVadTBMTUw+LiBsFPs/oHGLCt61q5XcCLCjzETZqQgqi0s8k0UfF/SP5ARTn3gJpJUXLhNmS57RmPNbVOga8WzDi1SgS5HyBnL9Fp5lMrPPTJyt/k+N/BvxeltVXm0LUuCR81dD7dmrYd8xq6nAproW+U3dpdo4bGv+Y6wwOf1DE/oc/XH6Y5cEOKLh80Smknmj2qr75PjcWTY0Rp1GPNFT/aP13JbEbW0dUyhYY6n7SxDopqZ/QANU/aVocAKK5m2JhhpOi6sBOoNwCxBo9FiMM3DVngln4MIB8ksyjimD2WgpLitZd44dlo1tgL4f2hTmPCVqcU/GS3GlYcJRgm/a6QO6kI10Z0AfDDd7rYJR5oPJAQCu2uQBSCVzsD/rgbmYkZ0H2gK/d5KlblRmyavktS3y4NsmF9+OTVelzu2u4tUuedsmc/wUK9rDRa3S+YD2f8e/3vF5QL/HRykmOHKniYsDl5hB33BV9RQCChhX+CxOfDw24sCFnNfpGprplW6KrCdQO6t75AQD2PbMseBluv7vn397YnxlSbuLtru/DwIBYpsqSO7A/gx0Laq/ukAYHu/L2UUfqe3dZifX86rDKGThs9wheNtacp3D1kG3XkjybdAwY9idzoAHsU173ZQwug1BmOHoFGqZncKd0YyX11AImdZqEIp1tUnAepj2++tlUytZiCGyT2sl5sCMzhPsefauDeRTMr1ue2YGN4p0e+lWcOnuC+ZOcQB19is8kcl6IKBtTbsqBERv1/c033zbqe5Wlf3D4vD1g/8v/gdQSwMEFAACAAgAkK6jSAh+CyMpAwAAhgwAACcAAAB1bml2ZXJzYWwvZmxhc2hfcHVibGlzaGluZ19zZXR0aW5ncy54bWzVV91u2jAUvucpLE+9LGk7unYooaoKaNVaQIVt7VVlYkOsOnYW21B6tafZg+1JdhwDBbXr0h+kTQgRn5/v/J+Y8Og2FWjCcs2VjPBudQcjJmNFuRxH+MugvX2IkTZEUiKUZBGWCqOjRiXM7FBwnfSZMSCqEcBIXc9MhBNjsnoQTKfTKtdZ7rhKWAP4uhqrNMhyppk0LA8yQWbwY2YZ03iOUAIAvqmSc7VGpYJQ6JHOFbWCIU7Bc8ldUES0BdEJDrzYkMQ341xZSU+UUDnKx8MIvzs8dp+FjIdq8pRJlxPdAKIjmzqhlDsviOjzO4YSxscJuHtQw2jKqUkivFdzKCAdPEQpsH3oxKGcKMiBNHP4lBlCiSH+6O0Zdmv0guBJdCZJyuMBcJCLP8LNwfWnq17r4uy08/l60O2eDU573olCJ1jHCYN1QyE4pGwes6WdkBhD4gT8Bp0REZqFwSppITZScs05d0ZDJSD3hRa0UTpktENStlKN/g2XbZDcxWgEgYhZhI9zTgRG3BDB46WytkNtuCmq3l6VRIAF7cnQeR/fm/fZiROSa7bq1oKjXc7jxjdlBUUzZZHgNwwZhSB+m8JTwtBqcdAoV2lBhfYxSAsOFiecTRk9KnI6B/yToSswkVrQhF7NBDPewnfL79CQjVQOuIxMoLOBzrXHrz4LOCNa34OShY9b/bPTZuv6tNNsXW65AAmdEBk/ExwKztLMbASfzJBUZqEH6YiJ1awoCuW04JWJrfryMmieWuHL/NbFWIHeYEk2Y+U5hfmrB6XNJmRSDKIbrgIaRpBDSTwmMGJYF1xaVhYwJhIpKWaIxLDWtBvrCVdWA8UPsIfWL/fQ6yMui9MYVhtYzCnLS0Hu7O69r+1/ODj8WK8Gv3783H5Sab7we4I4c37jnzy58pdr/+E2DAO3pR9f2ia3/+bO7l20vpbJa6d1OShV0la/FFy3jFT3cxmpC/+S6a28YEq5AEtp7IcM1pLgKTeMvmWLvaBNXvVu9z22mTbZYMyvGY3/JmR/Wl4T1+6FYfDoxdVxUi55ColwK3F5223s13bgpvkoq1IBtPX/Do3Kb1BLAwQUAAIACACQrqNItfwJZLoCAABVCgAAIQAAAHVuaXZlcnNhbC9mbGFzaF9za2luX3NldHRpbmdzLnhtbJVWbW/iMAz+fr8Ccd/p7pWd1CExxkmTdrfpNu172po2Ik2qJGXHv784TdYEKPSwJhH7eWzHsc1StaV88WEySXPBhHwGrSkvFWq8bkKLm2nWai34LBdcA9czLmRN2HTx8af9pIlFXmKJHcixnA3JoQ8zt58xFBfj2xxliJCLuiF8/yBKMctIvi2laHlxMbVq34BklG8N8urHfLUeDMCo0vca6iin9TXKOEojQSnAlL6vUS6yGMmA+UhX9jOS04c6f/sD2o4qqi1t+QlliNaQEuIiXy9RhvHceI9fZY5ynqDhrzbQL59RBqGM7EHGzu++ogwyRNM2/9MjjRQlFjTmnH/Edw4TpDDjh1ldoVwk4IUw0MVXcOWxd70LQO5rOPcpjqsU7AnrerAQ8NEzBgstW0gTf+psqhJvj6028wGLDWHKAEJVD3oyST+RVnk3sa7H/YE3yovQl9P0kFfB2hpWXcKBu1jf41erW7srQqfvuiBDCTunDFLslT3yt6nrETJQ9shnRgt45Gx/nMGhqSP5R74l7jnP199YgRNzLJzVn7wVIz3g6KogVafwmFoUsFCYzgutAd8tTayuSyk5yinlZEdLoqngvxCX7e1lVJocGFyvne6sVFPN4FTD2RzNmg7LZc9xPzpr3JDdz0J/ue480WaL30yJ1iSvavOzpKYTxzNjYgozTU4zcE8aOMh7vhEBx8YeItVEbkG+CMHGhuFCgxrrXnTDNQRPk6AGaXK6yqlzcqr8vK0zkGvzahSUr3Ks7IAVLStm/vQrhTcoDhgD1o6qK+OPE/rel4HCNQEQmVe+a7tDZ6lbpimDHfjhDxT2ykN3S5Xp0qGGW+oH2Oiw5ZxmVE+6XdH3SrxDAv0J/KtJK3J8YBnR9ppkyt4smny/hvtcosXs1xk2X7jJ7Nn1UuTY2I8raJT47+Q/UEsDBBQAAgAIAJCuo0gqlg9n/gIAAJcLAAAmAAAAdW5pdmVyc2FsL2h0bWxfcHVibGlzaGluZ19zZXR0aW5ncy54bWzNlm9PGjEYwN/zKZouvpRT56YjdxgjGIlOiLBNX5lyLVxjr721PfB8tU+zD7ZPsqdXQIiOnUaWhRDo0z6/51/7tOHRfSrQhGnDlYzwbn0HIyZjRbkcR/jL4HT7ECNjiaREKMkiLBVGR81amOVDwU3SZ9bCUoMAI00jsxFOrM0aQTCdTuvcZNrNKpFb4Jt6rNIg08wwaZkOMkEK+LFFxgyeESoA4JsqOVNr1moIhZ70WdFcMMQpeC65C4qIM5sKHPhVQxLfjbXKJT1RQmmkx8MIvzs8dp/5Gk9q8ZRJlxLTBKET2wahlDsniOjzB4YSxscJeHuwj9GUU5tEeG/fUWB18JRSsn3kxFFOFKRA2hk+ZZZQYokfenuW3VszF3gRLSRJeTyAGeTCj3BrcHt202tfXXQuz28H3e7FoNPzTpQ6wSonDFYNheCQynXMFnZCYi2JE/AbdEZEGBYGy6L5spGSK865MRoqAakvtTAagaeiiPCx5kRgxC0RPF7MWqLHzJ5yATE43d36SFr8CPTxxgnRhi0bms8Yl8W4+U3lgqJC5UjwO4asQhBRnsK/hKHldKORVmkpFcRYZASnDE04mzJ6VGZpBvyToRswkeagCZsvE8x6C99z/oCGbKQ0cBmZwFYFOTeeX38ROCPGPELJ3Met/kWn1b7tXLba11suQEInRMYvhEMJWZrZjfBJgaSycz1IR0xyw8qiUE7LuSqx1V9fBsPTXPgyv3UxltAbLMlmrLykMH/1oLLZhEzKg+gOV4mGI8ihJJ4JEzEcdy5zVhUYE4mUFAUiMTQq4471hKvcgMQfYI82r/fQ6yMuy9EYbg6wqCnTlZA7u3vv9z98PDj81KgHv3783F6rNGvhPUGcOd/DT9Y28UUjf9oNw8D1zufbsNX5v+rCvav21yqZumxfDyoVqd2vhOtWWdU9r7Lqyl8bvaUro5IL0GbG/thAoxE85ZbRt9w0ryj8+vvXb4s3KvwGo1i7ff/fIPxo8dxaeV+FwbMPwBrIVx/TzdpvUEsDBBQAAgAIAJCuo0hocVKRmgEAAB8GAAAfAAAAdW5pdmVyc2FsL2h0bWxfc2tpbl9zZXR0aW5ncy5qc42UTW/CMAyG7/wKlF0nxD5hu6HBpEkcJo3btEMoplSkSZWkHR3iv68OX03qjsUX8vLkdewq3na61WIR6z53t+6327/7e6cBalbncO3rokVPUWdGJAuYJSmIRAILkOJ49CTvzgRlzKQznZcfaGtqfkzhP0suTB3PCAtNaIY6XBDgN6FtqMM/J7FTq2tfU63R89xaJXuRkhak7UmlU+4YdvXqVr3EAFYF6AvokkfgmQ7caiPPjg8DjDoXqTTjspyqWPXmPFrHWuVy0ZZ/VWagq0++3gP9p8HLxLMTibFvFtIw8WSI0U5mGoyBQ97HCQYJCz4HUfPtu/UH6hk3CwroIjGJPdKjG4w6nfEYGl0ajjB8TFZejW4OMJqchY3dE3e3GB4heAm6YTW+x/BAleXZPz5gplWMHWmgzZ6fUKH4IpHxIXUfg+Twsmjb1r1zoe76Y+Y9IRU8oRX1/NK22RGChgCtN5aOeU2Qd0rZCUqURA5FaNS0Kug5YsM5gvvPLuPW8miVVuOhGo5VG7heg54pJarbf126Z5irs/sFUEsDBBQAAgAIAJCuo0g9PC/RwQAAAOUBAAAaAAAAdW5pdmVyc2Fs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JCuo0izv7NQbQAAAHIAAAAcAAAAdW5pdmVyc2FsL2xvY2FsX3NldHRpbmdzLnhtbA3MPQ6DMAxA4Z1TWJ7K0L+NgcDGWFUqPYAVLITk2CixqnJ7sr3h0+vHfxL4cS6bacDn7YHAGm3ZdA34nadrh1CcdCEx5YBqCOPQ9GKR5MPuFRbYhQ7OM6cazi9KVb4zF1Ynr2e4RNuPFu9DcwJQSwMEFAACAAgARJRXRyO0Tvv7AgAAsAgAABQAAAB1bml2ZXJzYWwvcGxheWVyLnhtbK1V30/bMBB+LtL+h8jv2C0dA6oExJDQHsaE1LHtrTKJm3hN4sx2COWv39nO76VsSHtolZzv++58993Fv3rOUu+JScVFHqAFniOP5aGIeB4H6OHr7fE5urp8d+QXKd0z6fEoQGXODYCmyIuYCiUvNIDvqU4C1DNgYEZeIbmQXO+B+xS420gnS/TuaAYuuQpQonWxIqSqKswVIPJYibQ0JAqHIiOFZIrlmkni0kBeg13pv6Phl4mc6H3BVA9Z6LcHrklajmfFByTVEgsZk5P5fEF+3H1ehwnL6DHPlaZ5yJAHlZzZUj7ScHcnojJlythmvktyzbQ2SVjbzNcrvjjPPSXDADmHTcaUojFTOM1jRByWTID9bUpVUvOoAa3hVTte81q/jXnfNG62c6RzLsrHlKsEjvqQzjoJ9Mkwqp/Z61oFPTQKujVMyJPsV8kli+zrt1aM8wVyAVvF2TyxqkI4gKdbGmoh9zcAAxXVHcRt07BrGraglgO30dcdBWpuu2VUl5I1pZr5Tzxi4guVkhpZXGpZMp+MjDWWDME+cVeum9Q1xE90lp7+Q2+M36g1P9VrnbGA/9GYT0DU1oTnEXu+5eCjWQY11QyKbWxYFyk2MbucVPmY9XQ9MLkc66bARTxNZcxgDCOqKens5BCUSarAJSzlCNs7OAhOeJyk8NOTDOPTgzQZlbtJht7BQXAqwt0EtDW3ZSTjOo7E1CrIJxPrxA9LpUXGX6w8B3tGr6wOXxu55ui64O3B2fyPURzEaAZziyZWl3nq7avm8N7MqVadz6ZwloFaYR6YLgvn1cxCWYx8IralZapv+jk1+7AHHeU8NR3TXN9B76Ja8xfmVTwyX7rF0tQkYUYzAfpwvuwxQD9huwzCW9OhiFuRN3XAmNg3928r2mz5unWu64c67EMNnzirHMbN1EdQRyxFmUejHuKi+4ioFHbatWTUS9kWbrQ4AZGKIkDv4aG+88XpRXfls8VFg7V53bvALpc3rPQ64U5BpNZ1exG/3g3w+BtQSwMEFAACAAgAkK6jSIyYS/o+CAAAjyAAACkAAAB1bml2ZXJzYWwvc2tpbl9jdXN0b21pemF0aW9uX3NldHRpbmdzLnhtbLVa627iShL+v0/RYnWks9IqXMwtK4aVL01iDTEc7CQzu1qhBneCFdvNsRtmOOLHPs0+2D7JVrftYBMgdmYWT6JxddVX1XXrCxnEL16ob2LOAu8Pwj0W2pRzL3yOh39CaLBkPoumEY0pj+sHyqMXuuybGT4xQQNqzEnoksjVxWg8bKCR/KB+T+0bfXhra+0W6rVxC/eRgTs6jF0rxrWiw5jRauqD+hFEghvRJQ35adRBvTD6VsAMYxpxM3Tp96FS5M4PFWdwExHXA7542G2LZ59p3Rtt8aB2s9Pr4H1LVRSli/SO0TQa+17vuqc2EW60Ow1lr/VbSktBzU6ned3dN3utjgJvo+suoLTxdRe1e+12y9i3cAukkapqRkvf95TrZlMFbbh/re9HI63XaKBms6m0jX2nq4y0BgJuBTBUpS8cqBiKpnT3qqY2+woa6SNt1N5jA3f1Duq3cLfR2Lc1TWk0Ds49zC7vrgO19HQyd74DeDIEJ0dFbtVPJNdguYkiYHZosPYJpygkAf1UkzkZcpmx6NclW+/+UksTVCZzxp7ZVaQmRCALsOEJrEFdjmRs0q58YeTpyHM/1RYbzll4tWQhB6irkEUB8WvDPye5k86sjCTb0qiK3BNZ0oO6nvyUFUt1QT7Dc0loyYI1CXdj9syuFmT58hyxTeiWMnO1W9PI98IX4G5c93R8UZHvxdzkNCjYh/viKS+2hnjGVJjXxeIpJemTBfUzjQ35qSB3UPm+R45Et17scSmqNsVzSXRNnmkxAH1VPJdlQtBSjFpPPO8LcfqdA7siyr91kd0nOxoVlSTt8qIUW2/WVfNpHbFn4eyi3PuBfpXzGXSf8FlY2BBPKSExQaGwVJRSt8n5G0eM6etxLxkEoAWCm28uKUlCTrW5PrmbqtbX+XhyM5lr5k1tqCdViURZ/trq9r83O13oXKlcSST7Th2Pi1hIgnUa5bAsZzYZzwEQj+cW/uLUhuJ3ZdHJvTM2LVwbpv+pDDCd4YfaUPwuI3o/m2HLmdtj08Bz055bE0f6ZYwdbNSGX9kGrciWIs7Q1qPfEF9RBO3ZiyiKfc+VA6Jle+GGltBnTO5U05rPsO3MTN0xJ1ZtaLMo2v1VIpMNX0HyrEiMXC8mC5+6Ui2kiBxf51co+MdXHnCygHjhVRntM/XRtG7mzmQytufYMjJKbYhDFxkREZqqA81UG88AIyKwjn9MfC6zTyIg1fcrg9yaN7dj+HGEIbfe88qHH/4Ba6YYQjKlYQlBSBw8g6yz7cfJzBA+BIWIoDWJ428scgtJkw9dCWzT0ieQmrqTw3cETIYNgffCJaQOXfISeHfYttUbPNcmXyDHoTYnFYUmn6EkP1cU+optqCFslxCz1AfzRhUVIcowK5CsBpdE5Lu/Q2S5BDnhza3HNjFQhIehTGQ1xleVNdn4t3sIpKmOz1R7AgzOlm/P3paCKZELy1wJXdCGdGyI7Prt3vzHfKSaY2zMId2MyePckV1SKA3IDoWMI+JuSbikaEGXZAOVsIMx13PlmIi8NOH3jfcHIjztP7+krcsy8JdfPmBSoeGdsAz2y6AMtilr/p524bZ0Bh80ROT6WSvKOODDJtg6ttSZOfk5IYq9YOMnXfpnBOrVuKrBeteOH/dX+bD9H4yxkxasmdDRNI9VEsKwEoslBxZPv5KgaY1AXXpYhIYvTqiVAKxJimEx9AMwD+C5giEP4NFqEI9Ys00HNluPdCFOHyWEZa0mUTsdb3FG9Ckc0F9LdUGfGOyXfEq2yUYG1i4Z/jJRzm2VCkuLYzpjMNwCzOckqQDV9wJxhioHe3+HM1ckq0FhPo9s47uyun3vRa4I4OdNQN/uw54iFkiqT+Isr5NF6e8/aEgyxVmid1ptA/FaoKVjlavPH4qYjdWZfjvXVUvH4kQh6tkvLwfVIXwyduz5WNUEApRJQPhyBavwkzjnlcdKTgQGHqmAl07epiRarv777/+UhzmyJ6GilPq3qjhQ/KJr4le8f1qM0/hfJXAcVSuKypeSgumBKhMtf75yTEjQn3JkIcmyFLBAXHGVUg0lkIZRdRxVv72DKrFlUbBNBHvBiiB36uwzND65168N70j0Ao3TYcyvCiQ9L3KTV7bhcMTdcN8LaUXxH16JxOQdczpXDUOe/aFGfW/5kiy/Lhxg0ms+5LPnKnj6rWpBdz6CpK7Hq2PKxS3rWtASkvdDQ9ieXOteCYcLFZ9AD+eF+5mQR8yfiputt1e5wCAu4iCNhzwSR/rsLc8Rr9i3NHbDJ+LHwJYnHbNOwYap2CymkEXaMfdM1I6bx00px4wPzId1QU+mk4Mu0o+ldF2TN795Ba+0N5bDMSsdypl+IB7zW/Q7f8OfIx7z22JNmcC57q1Nx0N50ew6TiNRnl4mdsBDQ9mlUp7srcgjLBiLa9k4N5GUUOQMmEuHcm10vICm5SxoeYPrZywehK/blzshs9jJacfia4fCwCF965fzd8A97tPzyS3nASWYd7V8P1UBKc+pEki+Pjh2RkJFfLemn2pwECHLlej0cQ2lGJ9qwp3JNzTn5NZZPxPtLCcprbksGsh+Ltt5JZWh6OLVVLGk2C8LDepv/DSoX4rQIIU9H8BwEyxohCEHPOhyaYSKxDz7KrsKe5A70iO5M6N5AL4C7BDOSFkl5AiFxJLbqqxakpf8OOwtuefTLc1aVY6Qc87l+Q9iqI7Lya3yMX3i+fROKZWrIO11h1ws9sAc/ayUPJHllRyNVCw6ThaxnP2JbpUtPgcbTyxHWZsW6Z7v0IwfRb1+QhXwnvP+oJ5fZqFHvfmW9ZgGooB39m8O/gdQSwMEFAACAAgAkK6jSCqKN+aHEQAA8GEAABcAAAB1bml2ZXJzYWwvdW5pdmVyc2FsLnBuZ+3d+VeS2f8AcEszJ2eizcwsbZq0xQXUGjMXWmzSkXKd1FLR1GwzNTMUWVKnsUUldcpdmlzaJW3S3MAlJdSgCZXSlAqFEJUQkR0+9J2az4x+5g/4nvNwDni49znPva/73NUf3lzyOrDvm0WrF2lpaX3j7ubqo6WlA9PS0o7T09WkqHZb7tP8mRfvs2+3VhV1DVfzRSdq1/5dWlrVOH1F2ALN969i3QLjtbQWt396zyPH3I7Q0gq74O66yy8xZGIIfuVBpJIsUOajtJzPH9AGteV+tHya9SNk04+uznrL59ssmXgGKf/ouv5F2jL9+Xt0Lnl5KrRTkJWBFJlobZNiSH7uQT2fdujRUcI2JuOX/fUcWml9FaOnNIlP6yE+LlBIpume9vxm8TC7BDFcL5Gyi2Jk3K9XhZ6fp/v3j7c/rF6lLDvkti2bizvMgrpI3qYZS7uuuNw01P4a0qL194/7Nl7REYoneuamWEV1wM2Vtv/MhrTsTNbucxsjP6BB1U3KsPt3YCb7MiNmlXcjPeWEWd0Y72xQIk4fQZss+Gf2+ZRI7b4fTyuVfKwhDFY1p7rnU8Df+FnUV1ha5ZlFjWTMzv8QuRPivcTAVXd2Rr7REliTd2LZnPvNay1n/PwsogdtN0tz1fghxHvpT3Nv9RBCuZezjNMzt+yWNte9fkuNZpfR0lbuv9R355D97Batn6e/3MB7b8ScOunnNm3ZHEfNmG0P0bWE+bkaZM++XpOMNLBZ0AsgAASAABAAAkAACAABIAAEgAAQAAJAAAgAASAABIAAEAACQAAIAAEgAASAABAAAkAACAABIAAEgAAQAAJAAAgAASAABIAAEAACQAAIAAEgAASAABAAAkAACAABIAAEgAAQAAJAAAgAASAABIAAEAACQAAIAAEgAASAABAA4v8RIkXaNvKI5jIo+R/RAs+nqO1ju8MS0+bG0dM9bb8uP+BVwCqb2WEBW3rOh77PbDNeMCeioJ750YNHD85OhcT+e/v+W/I12ObIOXV9dh5MmWc+v2zn3RezylirKTr1Umib1uwq+QucYS7SkdznHuDm35OmKBvtcU5Tz9gpC0221+NFZ/q6/cFRzU1rx/IY3qP/LNDaHqJEzayA5gXLbfs4jSJhHUkZPe0Q06wSbWVxGSrMLUkiWVUMDclHSd6lF5mqJeSNhm7WjU3IJN7oTFa7qck/YynCtflE+SRFVaH+dtdNF84DRjTlnDO1Hu1CYgedgFSzRfAdeGk7K3TqTTyt5CdLo/TDYARy+0kT9QXDkFe9tG04ebupKlZIdeSjJuLgaFHfczBGcOUKnuYiH7/LecwWC7d3Y5c0CTqN4SVKPlYtH6RikGBRYiP10eSpN0yoWkobNAE3M4J/qHovDkAGmqCn/3geSeD8VlqFLDi6t3Zc/sJROE3N//L0c1JkHtO+ykWXtnmHcuNKk9gFHTQzXtz1Ulq9S9PkzN30ZXEQB8bqn8Din0jVjI3ViKEERsfG7pOl4mbxsPwx+d4rH1IIvphBi8EIiwzVjWxpUnG7WuveI4KXT5SqmY/mv1cz6g9KViG8QY3yyUZEZxWyAVmMHEA2xYFHb65/qgcWqfMmTxVlC2rWTiUHzdT08g4R9gS6XG8OB9PvP1uMPRxQw333V4Wpr3cqR4dYOCgmPLz14hoPxNkqm4iJ7mAE6hoz57vF5ifhL3xRTWZOlHbe8h7ZyBMVYj/kTiSl1jP/pDdEuSHhvlZOXgdrUpzO0PuWpTgR7J1drkrW+UXw8HJ4gr+IaVDfWZL51taE4JTR4b3gIvf9iDFT0tn/wbb0XF42GotDru28ya3JqwjhvJMGtI7suH6cfCg7ST7An+iud7D/3K+2m2mLmq08BfG99zAF16mKu1iSLwqTwPDgPJx5l0opZX6VhOK2DbR442NppJHwQbPA/CCmqSWrO6hS7BX2myrZpGbLhgzRvguEpXu3pMLwmMTbXjbwKxlmf1TZU4N/mFE6j4ktbnmAuy9u8QAzBxBbBk34n2oSkL12akfyAC/58Ll+auGXDm7nxRx8vwJaDe3s/n26NjaDKewt5QzwOTVnD4piWyNoobaLEdGQO6RWPBZ7RbqgbyM3vOMhe8qJGoaFnGpsXApjC0JXw2oXXK9Pj8aRVmw4Z2QEphNJ5IG8SO6o49PBhOblziOR07+nNzs7QDnkz2Ph1rEbRCeWOZaZIyW/9kDEBpvmMbnMW8StUVzLfqcgSH1laM1Esm+G/t2rPiBDjyoxqMBX37wxQ8+cp349tY0/7UQVEUscYjjPP98Q8bJlv8r81uDNpy8DmdyrcSUkrJJO8eBUT8e2jqxOdUdvplbx432qy4mGXYUxeg1nC0xKlWF+8IN2mX50fpgPyUXJwFUy2yOQVJGZHx0rPYYC5coeC5RenSz4jDPM2u7MB371TGQ1hKJITI4P+WsaPG6cOPGYMYDanBUja1CCA+FYpSjtJmWtvnnRa9zx4w3jYekr7oQ37TksNHPIU8Y/EF1KWpArIIz0qk/Lb6XjBDUIbGkC1cCmU1xWgHH368hpyFt06LsTmedtlZUE+q07HLvM9QY7Kj3tQJvoQritbduBqWQYicsrzBvtTaWYqj6mP8C29MnTg/kLG4pmZPiZhdGTZOXnKRetm6UkbDWZSuLa4M9RXtlg+b6o4XTVycJUSop+ruznxAbXV7pnGXmHMsAdd9I9sdbOpAr7+SC4OusJtYE4UoHJ2mlLJazvSAyw2tdJ8NQUe3EzS1CJsH//g/P93V2R6vnPX+ad6uu+rjJhFRH7u5vZkfWWA2tObEniBPJ7hzHyiSunGya4OrkiIqjZ3pN///NC9jbomzVTnnoM+JvnWNWYP0k2Fk6XPUmSfTSEo+KEvb6e0RiVEM+cEfBqOb6kGYWQBkddaJWohbgkXlJf+xg2F1fGi8ubtEBjRBKRZk7Yjh4Q2PbzvEkhBHoVo84khOMPwpeGK5HOTJlItiaUQecnr2SNOo/IC/TMF+rmml01mQQZ6bocVmYRhwUYGfcWPLOH3f1IFtP6dPDXus1/BdK11YxVi5mvtFnH2XABRJXsmibLT2Dg7Jko4T1mMoPVC1/cz9/mMlmivpLDJ6lVHblZq7KbrD1ijCnCQjx561u/p7dNWYxOeOLp5BKe1A9211S0A8eoe++uXMWpFnqpxeeDecLHBBqRSXOFLIWttBh5aVySLtc+SWmJ5D+zTiZvyn/4OKK73Sjs8/p3J6VuGMm7EWCrSj2NWgY9uITuOb4PUoBZBo9jaSY+otVZGP7oILkdq+TBwSbYhuHbHF/olsL7mfPo5MPI5FecpCwcgycy9iRZ5AfNKMj0Xl7wHxE6ZUmrVnMcm9PQIZNS+q+ZFcICaJCmPke2brbF8UHVe1IpAb/2qBGDwojMbX+F/a1LuSfxj6u9kFUtu43bVbcgVyaCqgS4ugfW1zXXB8NYbh25Mm/4+xrPDQFTJJqwWLWAc9FVrpMrayY7ZO3tqh19Vp3q/jpgh2mr67pL2eW3nTB8aHntECm07Wex/l9jLGHVq416Pfijlk5jy8Uyh91uVusrW8tduKZMRLhqe/idmuj9zpk64ddsiWqK3iIhmB4oR1qVCAY4dnAkg3cIfLikVaKyEDVYod2pKDPb9d7OE2erbZXKLAPYmPhT4Rv0zDUrN/R7kmIUDN4Jw/YT+tpfts9IVFc/nNgJCSPdQxPs5X9WJ4iQgk5tqQ2tsTqbEROww+U30+oyk7rdu9HqHG5eXgaccAyidAjGZbzwUTsS19wiRkQyGeGUQRcawjKykxdM4FRdoCgSHjBOypIPkFZEMfLe6JnDMazOzW1JrQOih2jrRKfny0oFHy9/e0GkkvOZTjOvwos2lia+r8WDoIqP7EamcrKDpbeRIV8cO7EW2URvMGwd+X2yfTBd/mWHVHTibfY+k9eO32fgAjn6uVLSQTt1TvFSEDsulOtxZkxchLHrFYxuF2LdzaVrErkhuZxtzril9p3iYCO4jx0839JZfdkqPNhWrbJiHccZwLo6X0oD8i0tYS6yD2XPxSS1cv/e7NQGHofuCUULtoueiLZyW5NRWLcE21g3SAGxzITeGUwj0AuQwc2gsC9bKeLpt9f8Q+pzQs+8tl8zpJlSO/Ne9qivFW9jPjnb4PdaFLnF49sjE26hE8LXM2YOopP0C89qwZT6cSmj5qhr+fFNher4HvIi88jv0EWC/fCoeRX9G0AukrcV1RGrvcfieMdfpoklqvO8iNAJR7Y3h9x2SpV1CCI4R+dOdPK6HP9cJeRGiZrdH+iyuUf31WD1j1TJqnP3rc9peoXTzYxId2cVqqJmhvWBt8hcJM/ALk48DCnAuh9QIhZky8YyZDUVAmevMWkGI1kFnr/2u/xfL6GHS3Vy3SFJrEx7a2Ivu0azkUgfiqc5F2meEaKIpJyIwZS+NlKw7Un1kpcWUAR+V3PaIKeke/p4DmJatPiMYnn4YGnVsM3h/HFxa/tv4g/cks8V/bo4LcVTs2U98lU26usd6DeyDeqaWG9TUwarR21WtEiLZdzaLxxcCeok7MeSLn/FYnDUT0/LdlgOecoUnTwbKE72snjpnrG4sXeNIcwdBNmVP5CSabxX1S1jWpQs0o2FAmXuYyVY6Uce4Z6qdQ6CFGiG5NEqkbMH27vcWuyJldE7aDK1MB06/WJPEV4xsvEIpaAjZ+mTpzmjob/THPPQaZR82UQheJG5i5djb9mtqIufu17M2wd1wwOO+ePLDQ6MHr9+Ct/VnVQCJvMIJKK/5Z1HTeGaXRHo2IQTV7MNbpREZVfuKl/0CuXgQ/oeXVwoRskHmSthOrnGjX6BSHLj9EceMhmOdHBSsLGxI1lDNp8b52ttcPO0T+OxmhF1g4s19BqTU88pHXS8rmf+iA8/w28WY6Kda3jdp9gWuTFo3mHNmWB9/riksoshWhzPBemBxPNWfNmSv+hu0Uyaw1sKLaXEKly35zvxHaxBFBPcYcQ5FmYr1fGEcKXOASh3KlfTS4j80DzV+Y8fQ0zX1ceIv2w9TDGSd7uYtAgmzoPfS7cqIPmCGSUSNBMtHkrrN1tp/oj0DfNTj9Y0rkWuVGwjMHPgrD2kk8tamLuHyO0fQFSJki2V8969czl25MtgkRnd5odVz4R3xWObzJgclewBWgpPnnhsIX3T0haxbP8YfuHwzH44HCMdJdx0V6qjmdOPVUlhmi6d9Mvy1hFJaznxXOyEYx3alP+C4Bkka+9ol6NjR6lDDn/W2Z7ckoByauCTq/2lZz2OEqbEO/o4Cdfwhk81z0dVKVm1kMSOwasVHCgcBbo8jTdQURHER1IRAWuVX/xODJF2w1Vnwkn8Zz9duGGqeLtwIeN1uOe3vIlGDK4Cuk7zvFAvWNZDZp9buVx3zEI7S1DPvuNEk5Wu9YjywcVvAfNtQrIaWBV2biYmC3PjreJPWtBxmOmy5+0gaNOOwl5WP31D+mRcczxfs1f85eMqrFufsOkywXM8cWNIFP/KlyUoNyVcbTZsM3/nlBMDRU2uwtMIDunhCrMTa2DUpYFnYj8Fy68k5lE+9WmPMsp/p6yS4T8Sg5WtXX8/KHKO3VDdnAginXhfc+zhTPxwvAKFibZ06ITf7GwtH96UJbLvOLl4PboYrZqpn++GhubKfH6WMaV5HxTjUdBGiW0WMj/gPehyvCKtrbvH6r/HPn9tzrR0vJCGpdOSGkmqS/LmVPcp42IhizjVZVG0zxR91lf95uN0lPKQ83gx3B7cCF03+8j/KnonpEBJb3uYmN4654Cr6eFHNrfPSbbTZNgvilkx5ywOAZmrZQzSmsv2X+vO/fEAj/8L1i9nqs+tG970b8H6RR2G8O1L/se9W1rydO9eezOg4Kdfu8RX8Rx32s25IsowsxwTpJlzBJo+ts/dZ/mcf3DceJBy4jsW2b+1HPNOs+Dw2UIaNCYZ8mNhYdfs3yeAavftvnsJhlWYFhB7mn9T60K1NC/3vQdcq3aHpv4HUEsDBBQAAgAIAJCuo0iV7pF+SwAAAGsAAAAbAAAAdW5pdmVyc2FsL3VuaXZlcnNhbC5wbmcueG1ss7GvyM1RKEstKs7Mz7NVMtQzULK34+WyKShKLctMLVeoAIoBBSFASaESyDVCcMszU0oygEIG5mYIwYzUzPSMElslCwNzuKA+0EwAUEsBAgAAFAACAAgAkK6jSA5qJE5iBAAABREAAB0AAAAAAAAAAQAAAAAAAAAAAHVuaXZlcnNhbC9jb21tb25fbWVzc2FnZXMubG5nUEsBAgAAFAACAAgAkK6jSAh+CyMpAwAAhgwAACcAAAAAAAAAAQAAAAAAnQQAAHVuaXZlcnNhbC9mbGFzaF9wdWJsaXNoaW5nX3NldHRpbmdzLnhtbFBLAQIAABQAAgAIAJCuo0i1/AlkugIAAFUKAAAhAAAAAAAAAAEAAAAAAAsIAAB1bml2ZXJzYWwvZmxhc2hfc2tpbl9zZXR0aW5ncy54bWxQSwECAAAUAAIACACQrqNIKpYPZ/4CAACXCwAAJgAAAAAAAAABAAAAAAAECwAAdW5pdmVyc2FsL2h0bWxfcHVibGlzaGluZ19zZXR0aW5ncy54bWxQSwECAAAUAAIACACQrqNIaHFSkZoBAAAfBgAAHwAAAAAAAAABAAAAAABGDgAAdW5pdmVyc2FsL2h0bWxfc2tpbl9zZXR0aW5ncy5qc1BLAQIAABQAAgAIAJCuo0g9PC/RwQAAAOUBAAAaAAAAAAAAAAEAAAAAAB0QAAB1bml2ZXJzYWwvaTE4bl9wcmVzZXRzLnhtbFBLAQIAABQAAgAIAJCuo0izv7NQbQAAAHIAAAAcAAAAAAAAAAEAAAAAABYRAAB1bml2ZXJzYWwvbG9jYWxfc2V0dGluZ3MueG1sUEsBAgAAFAACAAgARJRXRyO0Tvv7AgAAsAgAABQAAAAAAAAAAQAAAAAAvREAAHVuaXZlcnNhbC9wbGF5ZXIueG1sUEsBAgAAFAACAAgAkK6jSIyYS/o+CAAAjyAAACkAAAAAAAAAAQAAAAAA6hQAAHVuaXZlcnNhbC9za2luX2N1c3RvbWl6YXRpb25fc2V0dGluZ3MueG1sUEsBAgAAFAACAAgAkK6jSCqKN+aHEQAA8GEAABcAAAAAAAAAAAAAAAAAbx0AAHVuaXZlcnNhbC91bml2ZXJzYWwucG5nUEsBAgAAFAACAAgAkK6jSJXukX5LAAAAawAAABsAAAAAAAAAAQAAAAAAKy8AAHVuaXZlcnNhbC91bml2ZXJzYWwucG5nLnhtbFBLBQYAAAAACwALAEkDAACvLwAAAAA="/>
  <p:tag name="ISPRING_PRESENTATION_TITLE" val="1"/>
  <p:tag name="ISPRING_SCORM_PASSING_SCORE" val="100.000000"/>
  <p:tag name="ISPRING_FIRST_PUBLISH" val="1"/>
  <p:tag name="ISPRING_SCORM_RATE_QUIZZES" val="0"/>
  <p:tag name="ISPRING_SCORM_ENDPOINT" val="&lt;endpoint&gt;&lt;enable&gt;0&lt;/enable&gt;&lt;lrs&gt;http://&lt;/lrs&gt;&lt;auth&gt;0&lt;/auth&gt;&lt;login&gt;&lt;/login&gt;&lt;password&gt;&lt;/password&gt;&lt;key&gt;&lt;/key&gt;&lt;name&gt;&lt;/name&gt;&lt;email&gt;&lt;/email&gt;&lt;/endpoint&gt;&#10;"/>
  <p:tag name="ISPRING_OUTPUT_FOLDER" val="F:\2月份我图原创上传文件\780公司商务工作汇报PPT"/>
  <p:tag name="COMMONDATA" val="eyJoZGlkIjoiZDBlZTk3YmQwOTBjMWNhMjNhNGIzMWI3ZGVmYWM2NzUifQ=="/>
</p:tagLst>
</file>

<file path=ppt/tags/tag2.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8.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9.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10.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11.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13.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标题 5"/>
</p:tagLst>
</file>

<file path=ppt/tags/tag15.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文本占位符 6"/>
</p:tagLst>
</file>

<file path=ppt/tags/tag16.xml><?xml version="1.0" encoding="utf-8"?>
<p:tagLst xmlns:a="http://schemas.openxmlformats.org/drawingml/2006/main" xmlns:r="http://schemas.openxmlformats.org/officeDocument/2006/relationships" xmlns:p="http://schemas.openxmlformats.org/presentationml/2006/main">
  <p:tag name="KSO_WM_SLIDE_ID" val="diagram20201331_1"/>
  <p:tag name="KSO_WM_TEMPLATE_SUBCATEGORY" val="0"/>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1331"/>
  <p:tag name="KSO_WM_SLIDE_LAYOUT" val="a_f_y"/>
  <p:tag name="KSO_WM_SLIDE_LAYOUT_CNT" val="1_1_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1331_1*i*1"/>
  <p:tag name="KSO_WM_TEMPLATE_CATEGORY" val="diagram"/>
  <p:tag name="KSO_WM_TEMPLATE_INDEX" val="2020133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1331_1*y*1"/>
  <p:tag name="KSO_WM_TEMPLATE_CATEGORY" val="diagram"/>
  <p:tag name="KSO_WM_TEMPLATE_INDEX" val="2020133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1331_1*i*2"/>
  <p:tag name="KSO_WM_TEMPLATE_CATEGORY" val="diagram"/>
  <p:tag name="KSO_WM_TEMPLATE_INDEX" val="2020133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1331_1*i*3"/>
  <p:tag name="KSO_WM_TEMPLATE_CATEGORY" val="diagram"/>
  <p:tag name="KSO_WM_TEMPLATE_INDEX" val="2020133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项目背景"/>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201331_1*a*1"/>
  <p:tag name="KSO_WM_TEMPLATE_CATEGORY" val="diagram"/>
  <p:tag name="KSO_WM_TEMPLATE_INDEX" val="20201331"/>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PRESET_TEXT" val="据全国道路交通事故统计显示：中国每年有28.5万的儿童在车祸中造成了伤残甚至死亡，相当于每70个家庭就有一个家庭遭遇过不幸。我国儿童因交通事故的死亡率是欧洲的2.5倍，美国的2.6倍，交通安全已经是14岁以下儿童的第一大死因"/>
  <p:tag name="KSO_WM_UNIT_NOCLEAR" val="0"/>
  <p:tag name="KSO_WM_UNIT_VALUE" val="144"/>
  <p:tag name="KSO_WM_UNIT_HIGHLIGHT" val="0"/>
  <p:tag name="KSO_WM_UNIT_COMPATIBLE" val="0"/>
  <p:tag name="KSO_WM_UNIT_DIAGRAM_ISNUMVISUAL" val="0"/>
  <p:tag name="KSO_WM_UNIT_DIAGRAM_ISREFERUNIT" val="0"/>
  <p:tag name="KSO_WM_UNIT_TYPE" val="f"/>
  <p:tag name="KSO_WM_UNIT_INDEX" val="1"/>
  <p:tag name="KSO_WM_UNIT_ID" val="diagram20201331_1*f*1"/>
  <p:tag name="KSO_WM_TEMPLATE_CATEGORY" val="diagram"/>
  <p:tag name="KSO_WM_TEMPLATE_INDEX" val="20201331"/>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0634"/>
  <p:tag name="KSO_WM_SLIDE_ID" val="diagram20190634_5"/>
  <p:tag name="KSO_WM_SLIDE_ITEM_CNT" val="6"/>
  <p:tag name="KSO_WM_SLIDE_INDEX" val="5"/>
  <p:tag name="KSO_WM_TAG_VERSION" val="1.0"/>
  <p:tag name="KSO_WM_DIAGRAM_GROUP_CODE" val="l1-1"/>
  <p:tag name="KSO_WM_SLIDE_LAYOUT" val="l"/>
  <p:tag name="KSO_WM_SLIDE_LAYOUT_CNT" val="1"/>
  <p:tag name="KSO_WM_SLIDE_TYPE" val="text"/>
  <p:tag name="KSO_WM_SLIDE_SUBTYPE" val="diag"/>
  <p:tag name="KSO_WM_SLIDE_SIZE" val="455.679*369.692"/>
  <p:tag name="KSO_WM_SLIDE_POSITION" val="451.321*101.154"/>
  <p:tag name="KSO_WM_SLIDE_DIAGTYPE" val="l"/>
  <p:tag name="KSO_WM_TEMPLATE_SUBCATEGORY" val="0"/>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3_2"/>
  <p:tag name="KSO_WM_UNIT_ID" val="diagram20190634_5*l_h_i*1_3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7"/>
  <p:tag name="KSO_WM_UNIT_FILL_TYPE" val="1"/>
  <p:tag name="KSO_WM_UNIT_TEXT_FILL_FORE_SCHEMECOLOR_INDEX" val="2"/>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3_1"/>
  <p:tag name="KSO_WM_UNIT_ID" val="diagram20190634_5*l_h_i*1_3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3_1"/>
  <p:tag name="KSO_WM_UNIT_ID" val="diagram20190634_5*l_h_f*1_3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5_2"/>
  <p:tag name="KSO_WM_UNIT_ID" val="diagram20190634_5*l_h_i*1_5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9"/>
  <p:tag name="KSO_WM_UNIT_FILL_TYPE" val="1"/>
  <p:tag name="KSO_WM_UNIT_TEXT_FILL_FORE_SCHEMECOLOR_INDEX" val="2"/>
  <p:tag name="KSO_WM_UNIT_TEXT_FILL_TYPE" val="1"/>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5_1"/>
  <p:tag name="KSO_WM_UNIT_ID" val="diagram20190634_5*l_h_i*1_5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5_1"/>
  <p:tag name="KSO_WM_UNIT_ID" val="diagram20190634_5*l_h_f*1_5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1"/>
  <p:tag name="KSO_WM_UNIT_ID" val="diagram20190634_5*l_i*1_1"/>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2"/>
  <p:tag name="KSO_WM_UNIT_ID" val="diagram20190634_5*l_i*1_2"/>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3"/>
  <p:tag name="KSO_WM_UNIT_ID" val="diagram20190634_5*l_i*1_3"/>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4"/>
  <p:tag name="KSO_WM_UNIT_ID" val="diagram20190634_5*l_i*1_4"/>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5"/>
  <p:tag name="KSO_WM_UNIT_ID" val="diagram20190634_5*l_i*1_5"/>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6_1"/>
  <p:tag name="KSO_WM_UNIT_ID" val="diagram20190634_5*l_h_f*1_6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6_2"/>
  <p:tag name="KSO_WM_UNIT_ID" val="diagram20190634_5*l_h_i*1_6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0"/>
  <p:tag name="KSO_WM_UNIT_FILL_TYPE" val="1"/>
  <p:tag name="KSO_WM_UNIT_TEXT_FILL_FORE_SCHEMECOLOR_INDEX" val="2"/>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6_1"/>
  <p:tag name="KSO_WM_UNIT_ID" val="diagram20190634_5*l_h_i*1_6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2_1"/>
  <p:tag name="KSO_WM_UNIT_ID" val="diagram20190634_5*l_h_f*1_2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2_2"/>
  <p:tag name="KSO_WM_UNIT_ID" val="diagram20190634_5*l_h_i*1_2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6"/>
  <p:tag name="KSO_WM_UNIT_FILL_TYPE" val="1"/>
  <p:tag name="KSO_WM_UNIT_TEXT_FILL_FORE_SCHEMECOLOR_INDEX" val="2"/>
  <p:tag name="KSO_WM_UNIT_TEX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2_1"/>
  <p:tag name="KSO_WM_UNIT_ID" val="diagram20190634_5*l_h_i*1_2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4_1"/>
  <p:tag name="KSO_WM_UNIT_ID" val="diagram20190634_5*l_h_f*1_4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4_2"/>
  <p:tag name="KSO_WM_UNIT_ID" val="diagram20190634_5*l_h_i*1_4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8"/>
  <p:tag name="KSO_WM_UNIT_FILL_TYPE" val="1"/>
  <p:tag name="KSO_WM_UNIT_TEXT_FILL_FORE_SCHEMECOLOR_INDEX" val="2"/>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4_1"/>
  <p:tag name="KSO_WM_UNIT_ID" val="diagram20190634_5*l_h_i*1_4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1_1"/>
  <p:tag name="KSO_WM_UNIT_ID" val="diagram20190634_5*l_h_f*1_1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1_2"/>
  <p:tag name="KSO_WM_UNIT_ID" val="diagram20190634_5*l_h_i*1_1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1_1"/>
  <p:tag name="KSO_WM_UNIT_ID" val="diagram20190634_5*l_h_i*1_1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5"/>
  <p:tag name="KSO_WM_UNIT_ID" val="diagram20190634_5*l_i*1_5"/>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
  <p:tag name="KSO_WM_UNIT_ID" val="diagram20190634_5*i*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
  <p:tag name="KSO_WM_UNIT_ID" val="diagram20190634_5*i*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6"/>
  <p:tag name="KSO_WM_UNIT_ID" val="diagram20190634_5*i*1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8"/>
  <p:tag name="KSO_WM_UNIT_ID" val="diagram20190634_5*i*2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0"/>
  <p:tag name="KSO_WM_UNIT_ID" val="diagram20190634_5*i*4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2"/>
  <p:tag name="KSO_WM_UNIT_ID" val="diagram20190634_5*i*5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4"/>
  <p:tag name="KSO_WM_UNIT_ID" val="diagram20190634_5*i*6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6"/>
  <p:tag name="KSO_WM_UNIT_ID" val="diagram20190634_5*i*7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7"/>
  <p:tag name="KSO_WM_UNIT_ID" val="diagram20190634_5*i*7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2"/>
  <p:tag name="KSO_WM_UNIT_ID" val="diagram20190634_5*i*1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3"/>
  <p:tag name="KSO_WM_UNIT_ID" val="diagram20190634_5*i*2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4"/>
  <p:tag name="KSO_WM_UNIT_ID" val="diagram20190634_5*i*3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5"/>
  <p:tag name="KSO_WM_UNIT_ID" val="diagram20190634_5*i*4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6"/>
  <p:tag name="KSO_WM_UNIT_ID" val="diagram20190634_5*i*5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7"/>
  <p:tag name="KSO_WM_UNIT_ID" val="diagram20190634_5*i*6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8"/>
  <p:tag name="KSO_WM_UNIT_ID" val="diagram20190634_5*i*7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9"/>
  <p:tag name="KSO_WM_UNIT_ID" val="diagram20190634_5*i*7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
  <p:tag name="KSO_WM_UNIT_ID" val="diagram20190634_5*i*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
  <p:tag name="KSO_WM_UNIT_ID" val="diagram20190634_5*i*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
  <p:tag name="KSO_WM_UNIT_ID" val="diagram20190634_5*i*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
  <p:tag name="KSO_WM_UNIT_ID" val="diagram20190634_5*i*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
  <p:tag name="KSO_WM_UNIT_ID" val="diagram20190634_5*i*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8"/>
  <p:tag name="KSO_WM_UNIT_ID" val="diagram20190634_5*i*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9"/>
  <p:tag name="KSO_WM_UNIT_ID" val="diagram20190634_5*i*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0"/>
  <p:tag name="KSO_WM_UNIT_ID" val="diagram20190634_5*i*1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1"/>
  <p:tag name="KSO_WM_UNIT_ID" val="diagram20190634_5*i*1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3"/>
  <p:tag name="KSO_WM_UNIT_ID" val="diagram20190634_5*i*1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4"/>
  <p:tag name="KSO_WM_UNIT_ID" val="diagram20190634_5*i*1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5"/>
  <p:tag name="KSO_WM_UNIT_ID" val="diagram20190634_5*i*1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7"/>
  <p:tag name="KSO_WM_UNIT_ID" val="diagram20190634_5*i*1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8"/>
  <p:tag name="KSO_WM_UNIT_ID" val="diagram20190634_5*i*1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9"/>
  <p:tag name="KSO_WM_UNIT_ID" val="diagram20190634_5*i*1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0"/>
  <p:tag name="KSO_WM_UNIT_ID" val="diagram20190634_5*i*2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1"/>
  <p:tag name="KSO_WM_UNIT_ID" val="diagram20190634_5*i*2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2"/>
  <p:tag name="KSO_WM_UNIT_ID" val="diagram20190634_5*i*2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4"/>
  <p:tag name="KSO_WM_UNIT_ID" val="diagram20190634_5*i*2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5"/>
  <p:tag name="KSO_WM_UNIT_ID" val="diagram20190634_5*i*2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6"/>
  <p:tag name="KSO_WM_UNIT_ID" val="diagram20190634_5*i*2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7"/>
  <p:tag name="KSO_WM_UNIT_ID" val="diagram20190634_5*i*2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9"/>
  <p:tag name="KSO_WM_UNIT_ID" val="diagram20190634_5*i*2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0"/>
  <p:tag name="KSO_WM_UNIT_ID" val="diagram20190634_5*i*3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1"/>
  <p:tag name="KSO_WM_UNIT_ID" val="diagram20190634_5*i*3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2"/>
  <p:tag name="KSO_WM_UNIT_ID" val="diagram20190634_5*i*3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3"/>
  <p:tag name="KSO_WM_UNIT_ID" val="diagram20190634_5*i*3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5"/>
  <p:tag name="KSO_WM_UNIT_ID" val="diagram20190634_5*i*3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6"/>
  <p:tag name="KSO_WM_UNIT_ID" val="diagram20190634_5*i*3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7"/>
  <p:tag name="KSO_WM_UNIT_ID" val="diagram20190634_5*i*3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8"/>
  <p:tag name="KSO_WM_UNIT_ID" val="diagram20190634_5*i*3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9"/>
  <p:tag name="KSO_WM_UNIT_ID" val="diagram20190634_5*i*3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1"/>
  <p:tag name="KSO_WM_UNIT_ID" val="diagram20190634_5*i*4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2"/>
  <p:tag name="KSO_WM_UNIT_ID" val="diagram20190634_5*i*4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3"/>
  <p:tag name="KSO_WM_UNIT_ID" val="diagram20190634_5*i*4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4"/>
  <p:tag name="KSO_WM_UNIT_ID" val="diagram20190634_5*i*4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6"/>
  <p:tag name="KSO_WM_UNIT_ID" val="diagram20190634_5*i*4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7"/>
  <p:tag name="KSO_WM_UNIT_ID" val="diagram20190634_5*i*4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8"/>
  <p:tag name="KSO_WM_UNIT_ID" val="diagram20190634_5*i*4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9"/>
  <p:tag name="KSO_WM_UNIT_ID" val="diagram20190634_5*i*4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0"/>
  <p:tag name="KSO_WM_UNIT_ID" val="diagram20190634_5*i*5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1"/>
  <p:tag name="KSO_WM_UNIT_ID" val="diagram20190634_5*i*5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3"/>
  <p:tag name="KSO_WM_UNIT_ID" val="diagram20190634_5*i*5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4"/>
  <p:tag name="KSO_WM_UNIT_ID" val="diagram20190634_5*i*5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5"/>
  <p:tag name="KSO_WM_UNIT_ID" val="diagram20190634_5*i*5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7"/>
  <p:tag name="KSO_WM_UNIT_ID" val="diagram20190634_5*i*5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8"/>
  <p:tag name="KSO_WM_UNIT_ID" val="diagram20190634_5*i*5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9"/>
  <p:tag name="KSO_WM_UNIT_ID" val="diagram20190634_5*i*5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0"/>
  <p:tag name="KSO_WM_UNIT_ID" val="diagram20190634_5*i*6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1"/>
  <p:tag name="KSO_WM_UNIT_ID" val="diagram20190634_5*i*6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2"/>
  <p:tag name="KSO_WM_UNIT_ID" val="diagram20190634_5*i*6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3"/>
  <p:tag name="KSO_WM_UNIT_ID" val="diagram20190634_5*i*6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3"/>
  <p:tag name="KSO_WM_UNIT_FILL_TYPE" val="1"/>
  <p:tag name="KSO_WM_UNIT_TEXT_FILL_FORE_SCHEMECOLOR_INDEX" val="13"/>
  <p:tag name="KSO_WM_UNIT_TEXT_FILL_TYPE" val="1"/>
  <p:tag name="KSO_WM_UNIT_USESOURCEFORMAT_APPLY" val="1"/>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5"/>
  <p:tag name="KSO_WM_UNIT_ID" val="diagram20190634_5*i*6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6"/>
  <p:tag name="KSO_WM_UNIT_ID" val="diagram20190634_5*i*6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3"/>
  <p:tag name="KSO_WM_UNIT_FILL_TYPE" val="1"/>
  <p:tag name="KSO_WM_UNIT_TEXT_FILL_FORE_SCHEMECOLOR_INDEX" val="13"/>
  <p:tag name="KSO_WM_UNIT_TEXT_FILL_TYPE" val="1"/>
  <p:tag name="KSO_WM_UNIT_USESOURCEFORMAT_APPLY" val="1"/>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8"/>
  <p:tag name="KSO_WM_UNIT_ID" val="diagram20190634_5*i*6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9"/>
  <p:tag name="KSO_WM_UNIT_ID" val="diagram20190634_5*i*6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0"/>
  <p:tag name="KSO_WM_UNIT_ID" val="diagram20190634_5*i*7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1"/>
  <p:tag name="KSO_WM_UNIT_ID" val="diagram20190634_5*i*7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2"/>
  <p:tag name="KSO_WM_UNIT_ID" val="diagram20190634_5*i*7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3"/>
  <p:tag name="KSO_WM_UNIT_ID" val="diagram20190634_5*i*7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4"/>
  <p:tag name="KSO_WM_UNIT_ID" val="diagram20190634_5*i*7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5"/>
  <p:tag name="KSO_WM_UNIT_ID" val="diagram20190634_5*i*7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88024"/>
  <p:tag name="KSO_WM_SLIDE_COLORSCHEME_VERSION" val="3.2"/>
  <p:tag name="KSO_WM_SLIDE_ID" val="diagram20188024_5"/>
  <p:tag name="KSO_WM_TEMPLATE_SUBCATEGORY" val="0"/>
  <p:tag name="KSO_WM_TEMPLATE_MASTER_TYPE" val="0"/>
  <p:tag name="KSO_WM_TEMPLATE_COLOR_TYPE" val="1"/>
  <p:tag name="KSO_WM_SLIDE_TYPE" val="text"/>
  <p:tag name="KSO_WM_SLIDE_SUBTYPE" val="diag"/>
  <p:tag name="KSO_WM_SLIDE_ITEM_CNT" val="5"/>
  <p:tag name="KSO_WM_SLIDE_INDEX" val="5"/>
  <p:tag name="KSO_WM_SLIDE_SIZE" val="513.074*394.273"/>
  <p:tag name="KSO_WM_SLIDE_POSITION" val="0.61937*116.488"/>
  <p:tag name="KSO_WM_DIAGRAM_GROUP_CODE" val="l1-1"/>
  <p:tag name="KSO_WM_SLIDE_DIAGTYPE" val="l"/>
  <p:tag name="KSO_WM_TAG_VERSION" val="1.0"/>
  <p:tag name="KSO_WM_SLIDE_LAYOUT" val="a_f_l"/>
  <p:tag name="KSO_WM_SLIDE_LAYOUT_CNT" val="1_2_1"/>
</p:tagLst>
</file>

<file path=ppt/tags/tag128.xml><?xml version="1.0" encoding="utf-8"?>
<p:tagLst xmlns:a="http://schemas.openxmlformats.org/drawingml/2006/main" xmlns:r="http://schemas.openxmlformats.org/officeDocument/2006/relationships" xmlns:p="http://schemas.openxmlformats.org/presentationml/2006/main">
  <p:tag name="KSO_WM_UNIT_COLOR_SCHEME_SHAPE_ID" val="4"/>
  <p:tag name="KSO_WM_UNIT_COLOR_SCHEME_PARENT_PAGE" val="0_5"/>
  <p:tag name="KSO_WM_UNIT_DECOLORIZATION" val="1"/>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188024_5*l_i*1_1"/>
  <p:tag name="KSO_WM_TEMPLATE_CATEGORY" val="diagram"/>
  <p:tag name="KSO_WM_TEMPLATE_INDEX" val="20188024"/>
  <p:tag name="KSO_WM_UNIT_LAYERLEVEL" val="1_1"/>
  <p:tag name="KSO_WM_TAG_VERSION" val="1.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 name="KSO_WM_UNIT_DIAGRAM_SCHEMECOLOR_ID" val="0"/>
</p:tagLst>
</file>

<file path=ppt/tags/tag129.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5"/>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88024_5*l_h_i*1_1_1"/>
  <p:tag name="KSO_WM_TEMPLATE_CATEGORY" val="diagram"/>
  <p:tag name="KSO_WM_TEMPLATE_INDEX" val="20188024"/>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 name="KSO_WM_UNIT_DIAGRAM_SCHEMECOLOR_ID" val="0"/>
</p:tagLst>
</file>

<file path=ppt/tags/tag130.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5"/>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88024_5*l_h_i*1_3_1"/>
  <p:tag name="KSO_WM_TEMPLATE_CATEGORY" val="diagram"/>
  <p:tag name="KSO_WM_TEMPLATE_INDEX" val="20188024"/>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UNIT_USESOURCEFORMAT_APPLY" val="1"/>
  <p:tag name="KSO_WM_UNIT_DIAGRAM_SCHEMECOLOR_ID" val="0"/>
</p:tagLst>
</file>

<file path=ppt/tags/tag131.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5"/>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8024_5*l_h_f*1_1_1"/>
  <p:tag name="KSO_WM_TEMPLATE_CATEGORY" val="diagram"/>
  <p:tag name="KSO_WM_TEMPLATE_INDEX" val="20188024"/>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 name="KSO_WM_UNIT_DIAGRAM_SCHEMECOLOR_ID" val="0"/>
</p:tagLst>
</file>

<file path=ppt/tags/tag132.xml><?xml version="1.0" encoding="utf-8"?>
<p:tagLst xmlns:a="http://schemas.openxmlformats.org/drawingml/2006/main" xmlns:r="http://schemas.openxmlformats.org/officeDocument/2006/relationships" xmlns:p="http://schemas.openxmlformats.org/presentationml/2006/main">
  <p:tag name="KSO_WM_UNIT_COLOR_SCHEME_SHAPE_ID" val="12"/>
  <p:tag name="KSO_WM_UNIT_COLOR_SCHEME_PARENT_PAGE" val="0_5"/>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88024_5*l_h_i*1_2_1"/>
  <p:tag name="KSO_WM_TEMPLATE_CATEGORY" val="diagram"/>
  <p:tag name="KSO_WM_TEMPLATE_INDEX" val="20188024"/>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UNIT_USESOURCEFORMAT_APPLY" val="1"/>
  <p:tag name="KSO_WM_UNIT_DIAGRAM_SCHEMECOLOR_ID" val="0"/>
</p:tagLst>
</file>

<file path=ppt/tags/tag133.xml><?xml version="1.0" encoding="utf-8"?>
<p:tagLst xmlns:a="http://schemas.openxmlformats.org/drawingml/2006/main" xmlns:r="http://schemas.openxmlformats.org/officeDocument/2006/relationships" xmlns:p="http://schemas.openxmlformats.org/presentationml/2006/main">
  <p:tag name="KSO_WM_UNIT_COLOR_SCHEME_SHAPE_ID" val="11"/>
  <p:tag name="KSO_WM_UNIT_COLOR_SCHEME_PARENT_PAGE" val="0_5"/>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188024_5*l_i*1_2"/>
  <p:tag name="KSO_WM_TEMPLATE_CATEGORY" val="diagram"/>
  <p:tag name="KSO_WM_TEMPLATE_INDEX" val="20188024"/>
  <p:tag name="KSO_WM_UNIT_LAYERLEVEL" val="1_1"/>
  <p:tag name="KSO_WM_TAG_VERSION" val="1.0"/>
  <p:tag name="KSO_WM_BEAUTIFY_FLAG" val="#wm#"/>
  <p:tag name="KSO_WM_UNIT_TEXT_FILL_FORE_SCHEMECOLOR_INDEX" val="2"/>
  <p:tag name="KSO_WM_UNIT_TEXT_FILL_TYPE" val="1"/>
  <p:tag name="KSO_WM_UNIT_USESOURCEFORMAT_APPLY" val="1"/>
  <p:tag name="KSO_WM_UNIT_DIAGRAM_SCHEMECOLOR_ID" val="0"/>
</p:tagLst>
</file>

<file path=ppt/tags/tag134.xml><?xml version="1.0" encoding="utf-8"?>
<p:tagLst xmlns:a="http://schemas.openxmlformats.org/drawingml/2006/main" xmlns:r="http://schemas.openxmlformats.org/officeDocument/2006/relationships" xmlns:p="http://schemas.openxmlformats.org/presentationml/2006/main">
  <p:tag name="KSO_WM_UNIT_COLOR_SCHEME_SHAPE_ID" val="28"/>
  <p:tag name="KSO_WM_UNIT_COLOR_SCHEME_PARENT_PAGE" val="0_5"/>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88024_5*l_h_f*1_2_1"/>
  <p:tag name="KSO_WM_TEMPLATE_CATEGORY" val="diagram"/>
  <p:tag name="KSO_WM_TEMPLATE_INDEX" val="20188024"/>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 name="KSO_WM_UNIT_DIAGRAM_SCHEMECOLOR_ID" val="0"/>
</p:tagLst>
</file>

<file path=ppt/tags/tag135.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5"/>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88024_5*l_h_f*1_3_1"/>
  <p:tag name="KSO_WM_TEMPLATE_CATEGORY" val="diagram"/>
  <p:tag name="KSO_WM_TEMPLATE_INDEX" val="20188024"/>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 name="KSO_WM_UNIT_DIAGRAM_SCHEMECOLOR_ID" val="0"/>
</p:tagLst>
</file>

<file path=ppt/tags/tag136.xml><?xml version="1.0" encoding="utf-8"?>
<p:tagLst xmlns:a="http://schemas.openxmlformats.org/drawingml/2006/main" xmlns:r="http://schemas.openxmlformats.org/officeDocument/2006/relationships" xmlns:p="http://schemas.openxmlformats.org/presentationml/2006/main">
  <p:tag name="KSO_WM_UNIT_COLOR_SCHEME_SHAPE_ID" val="31"/>
  <p:tag name="KSO_WM_UNIT_COLOR_SCHEME_PARENT_PAGE" val="0_5"/>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88024_5*l_h_i*1_4_1"/>
  <p:tag name="KSO_WM_TEMPLATE_CATEGORY" val="diagram"/>
  <p:tag name="KSO_WM_TEMPLATE_INDEX" val="20188024"/>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 name="KSO_WM_UNIT_USESOURCEFORMAT_APPLY" val="1"/>
  <p:tag name="KSO_WM_UNIT_DIAGRAM_SCHEMECOLOR_ID" val="0"/>
</p:tagLst>
</file>

<file path=ppt/tags/tag137.xml><?xml version="1.0" encoding="utf-8"?>
<p:tagLst xmlns:a="http://schemas.openxmlformats.org/drawingml/2006/main" xmlns:r="http://schemas.openxmlformats.org/officeDocument/2006/relationships" xmlns:p="http://schemas.openxmlformats.org/presentationml/2006/main">
  <p:tag name="KSO_WM_UNIT_COLOR_SCHEME_SHAPE_ID" val="33"/>
  <p:tag name="KSO_WM_UNIT_COLOR_SCHEME_PARENT_PAGE" val="0_5"/>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188024_5*l_h_i*1_5_1"/>
  <p:tag name="KSO_WM_TEMPLATE_CATEGORY" val="diagram"/>
  <p:tag name="KSO_WM_TEMPLATE_INDEX" val="20188024"/>
  <p:tag name="KSO_WM_UNIT_LAYERLEVEL" val="1_1_1"/>
  <p:tag name="KSO_WM_TAG_VERSION" val="1.0"/>
  <p:tag name="KSO_WM_BEAUTIFY_FLAG" val="#wm#"/>
  <p:tag name="KSO_WM_UNIT_FILL_FORE_SCHEMECOLOR_INDEX" val="9"/>
  <p:tag name="KSO_WM_UNIT_FILL_TYPE" val="1"/>
  <p:tag name="KSO_WM_UNIT_TEXT_FILL_FORE_SCHEMECOLOR_INDEX" val="2"/>
  <p:tag name="KSO_WM_UNIT_TEXT_FILL_TYPE" val="1"/>
  <p:tag name="KSO_WM_UNIT_USESOURCEFORMAT_APPLY" val="1"/>
  <p:tag name="KSO_WM_UNIT_DIAGRAM_SCHEMECOLOR_ID" val="0"/>
</p:tagLst>
</file>

<file path=ppt/tags/tag138.xml><?xml version="1.0" encoding="utf-8"?>
<p:tagLst xmlns:a="http://schemas.openxmlformats.org/drawingml/2006/main" xmlns:r="http://schemas.openxmlformats.org/officeDocument/2006/relationships" xmlns:p="http://schemas.openxmlformats.org/presentationml/2006/main">
  <p:tag name="KSO_WM_UNIT_COLOR_SCHEME_SHAPE_ID" val="36"/>
  <p:tag name="KSO_WM_UNIT_COLOR_SCHEME_PARENT_PAGE" val="0_5"/>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88024_5*l_h_f*1_4_1"/>
  <p:tag name="KSO_WM_TEMPLATE_CATEGORY" val="diagram"/>
  <p:tag name="KSO_WM_TEMPLATE_INDEX" val="20188024"/>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 name="KSO_WM_UNIT_DIAGRAM_SCHEMECOLOR_ID" val="0"/>
</p:tagLst>
</file>

<file path=ppt/tags/tag139.xml><?xml version="1.0" encoding="utf-8"?>
<p:tagLst xmlns:a="http://schemas.openxmlformats.org/drawingml/2006/main" xmlns:r="http://schemas.openxmlformats.org/officeDocument/2006/relationships" xmlns:p="http://schemas.openxmlformats.org/presentationml/2006/main">
  <p:tag name="KSO_WM_UNIT_COLOR_SCHEME_SHAPE_ID" val="38"/>
  <p:tag name="KSO_WM_UNIT_COLOR_SCHEME_PARENT_PAGE" val="0_5"/>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188024_5*l_h_f*1_5_1"/>
  <p:tag name="KSO_WM_TEMPLATE_CATEGORY" val="diagram"/>
  <p:tag name="KSO_WM_TEMPLATE_INDEX" val="20188024"/>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 name="KSO_WM_UNIT_DIAGRAM_SCHEMECOLOR_ID" val="0"/>
</p:tagLst>
</file>

<file path=ppt/tags/tag140.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5"/>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88024_5*f*1"/>
  <p:tag name="KSO_WM_TEMPLATE_CATEGORY" val="diagram"/>
  <p:tag name="KSO_WM_TEMPLATE_INDEX" val="20188024"/>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41.xml><?xml version="1.0" encoding="utf-8"?>
<p:tagLst xmlns:a="http://schemas.openxmlformats.org/drawingml/2006/main" xmlns:r="http://schemas.openxmlformats.org/officeDocument/2006/relationships" xmlns:p="http://schemas.openxmlformats.org/presentationml/2006/main">
  <p:tag name="KSO_WM_UNIT_COLOR_SCHEME_SHAPE_ID" val="43"/>
  <p:tag name="KSO_WM_UNIT_COLOR_SCHEME_PARENT_PAGE" val="0_5"/>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8024_5*a*1"/>
  <p:tag name="KSO_WM_TEMPLATE_CATEGORY" val="diagram"/>
  <p:tag name="KSO_WM_TEMPLATE_INDEX" val="2018802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203673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30*541"/>
  <p:tag name="KSO_WM_SLIDE_POSITION" val="-1*0"/>
  <p:tag name="KSO_WM_TAG_VERSION" val="1.0"/>
  <p:tag name="KSO_WM_BEAUTIFY_FLAG" val="#wm#"/>
  <p:tag name="KSO_WM_TEMPLATE_CATEGORY" val="diagram"/>
  <p:tag name="KSO_WM_TEMPLATE_INDEX" val="20203673"/>
  <p:tag name="KSO_WM_SLIDE_LAYOUT" val="a_f"/>
  <p:tag name="KSO_WM_SLIDE_LAYOUT_CNT" val="1_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673_1*i*1"/>
  <p:tag name="KSO_WM_TEMPLATE_CATEGORY" val="diagram"/>
  <p:tag name="KSO_WM_TEMPLATE_INDEX" val="20203673"/>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diagram20203673_1*a*1"/>
  <p:tag name="KSO_WM_TEMPLATE_CATEGORY" val="diagram"/>
  <p:tag name="KSO_WM_TEMPLATE_INDEX" val="20203673"/>
  <p:tag name="KSO_WM_UNIT_LAYERLEVEL" val="1"/>
  <p:tag name="KSO_WM_TAG_VERSION" val="1.0"/>
  <p:tag name="KSO_WM_BEAUTIFY_FLAG" val="#wm#"/>
  <p:tag name="KSO_WM_UNIT_PRESET_TEXT" val="单击此处添加标题内容"/>
</p:tagLst>
</file>

<file path=ppt/tags/tag145.xml><?xml version="1.0" encoding="utf-8"?>
<p:tagLst xmlns:a="http://schemas.openxmlformats.org/drawingml/2006/main" xmlns:r="http://schemas.openxmlformats.org/officeDocument/2006/relationships" xmlns:p="http://schemas.openxmlformats.org/presentationml/2006/main">
  <p:tag name="KSO_WM_UNIT_NOCLEAR" val="0"/>
  <p:tag name="KSO_WM_UNIT_VALUE" val="1144"/>
  <p:tag name="KSO_WM_UNIT_HIGHLIGHT" val="0"/>
  <p:tag name="KSO_WM_UNIT_COMPATIBLE" val="0"/>
  <p:tag name="KSO_WM_UNIT_DIAGRAM_ISNUMVISUAL" val="0"/>
  <p:tag name="KSO_WM_UNIT_DIAGRAM_ISREFERUNIT" val="0"/>
  <p:tag name="KSO_WM_UNIT_TYPE" val="f"/>
  <p:tag name="KSO_WM_UNIT_INDEX" val="1"/>
  <p:tag name="KSO_WM_UNIT_ID" val="diagram20203673_1*f*1"/>
  <p:tag name="KSO_WM_TEMPLATE_CATEGORY" val="diagram"/>
  <p:tag name="KSO_WM_TEMPLATE_INDEX" val="20203673"/>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10;正如我们都希望改变世界，希望给别人带去光明，但更多时候我们只需要播下一颗种子，自然有微风吹拂，雨露滋养。恰如其分的表达观点，往往事半功倍。&#10;当您的正文内容到达这个限度时，或许已经不纯粹作用于演示，极大可能运用于阅读领域；无论是传播观点、知识分享还是汇报工作，内容的详尽固然重要，但请一定注意信息框架的清晰，这样才能使内容层次分明，页面简洁易读。&#10;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673_1*i*2"/>
  <p:tag name="KSO_WM_TEMPLATE_CATEGORY" val="diagram"/>
  <p:tag name="KSO_WM_TEMPLATE_INDEX" val="20203673"/>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673_1*i*3"/>
  <p:tag name="KSO_WM_TEMPLATE_CATEGORY" val="diagram"/>
  <p:tag name="KSO_WM_TEMPLATE_INDEX" val="20203673"/>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673_1*i*4"/>
  <p:tag name="KSO_WM_TEMPLATE_CATEGORY" val="diagram"/>
  <p:tag name="KSO_WM_TEMPLATE_INDEX" val="20203673"/>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673_1*i*5"/>
  <p:tag name="KSO_WM_TEMPLATE_CATEGORY" val="diagram"/>
  <p:tag name="KSO_WM_TEMPLATE_INDEX" val="20203673"/>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719"/>
  <p:tag name="KSO_WM_SLIDE_ID" val="diagram719_4"/>
  <p:tag name="KSO_WM_TEMPLATE_SUBCATEGORY" val="0"/>
  <p:tag name="KSO_WM_TEMPLATE_MASTER_TYPE" val="0"/>
  <p:tag name="KSO_WM_TEMPLATE_COLOR_TYPE" val="1"/>
  <p:tag name="KSO_WM_SLIDE_TYPE" val="text"/>
  <p:tag name="KSO_WM_SLIDE_SUBTYPE" val="diag"/>
  <p:tag name="KSO_WM_SLIDE_ITEM_CNT" val="5"/>
  <p:tag name="KSO_WM_SLIDE_INDEX" val="4"/>
  <p:tag name="KSO_WM_SLIDE_SIZE" val="774.99*259.5"/>
  <p:tag name="KSO_WM_SLIDE_POSITION" val="89.25*184.5"/>
  <p:tag name="KSO_WM_DIAGRAM_GROUP_CODE" val="l1-1"/>
  <p:tag name="KSO_WM_SLIDE_DIAGTYPE" val="l"/>
  <p:tag name="KSO_WM_TAG_VERSION" val="1.0"/>
  <p:tag name="KSO_WM_SLIDE_LAYOUT" val="a_l"/>
  <p:tag name="KSO_WM_SLIDE_LAYOUT_CNT" val="1_1"/>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19_4*l_h_i*1_1_1"/>
  <p:tag name="KSO_WM_TEMPLATE_CATEGORY" val="diagram"/>
  <p:tag name="KSO_WM_TEMPLATE_INDEX" val="719"/>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 name="KSO_WM_UNIT_DIAGRAM_SCHEMECOLOR_ID" val="0"/>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719_4*l_h_i*1_1_2"/>
  <p:tag name="KSO_WM_TEMPLATE_CATEGORY" val="diagram"/>
  <p:tag name="KSO_WM_TEMPLATE_INDEX" val="719"/>
  <p:tag name="KSO_WM_UNIT_LAYERLEVEL" val="1_1_1"/>
  <p:tag name="KSO_WM_TAG_VERSION" val="1.0"/>
  <p:tag name="KSO_WM_BEAUTIFY_FLAG" val="#wm#"/>
  <p:tag name="KSO_WM_UNIT_FILL_FORE_SCHEMECOLOR_INDEX" val="14"/>
  <p:tag name="KSO_WM_UNIT_FILL_TYPE" val="1"/>
  <p:tag name="KSO_WM_UNIT_TEXT_FILL_FORE_SCHEMECOLOR_INDEX" val="5"/>
  <p:tag name="KSO_WM_UNIT_TEXT_FILL_TYPE" val="1"/>
  <p:tag name="KSO_WM_UNIT_USESOURCEFORMAT_APPLY" val="1"/>
  <p:tag name="KSO_WM_UNIT_DIAGRAM_SCHEMECOLOR_ID" val="0"/>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719_4*l_h_i*1_1_3"/>
  <p:tag name="KSO_WM_TEMPLATE_CATEGORY" val="diagram"/>
  <p:tag name="KSO_WM_TEMPLATE_INDEX" val="719"/>
  <p:tag name="KSO_WM_UNIT_LAYERLEVEL" val="1_1_1"/>
  <p:tag name="KSO_WM_TAG_VERSION" val="1.0"/>
  <p:tag name="KSO_WM_BEAUTIFY_FLAG" val="#wm#"/>
  <p:tag name="KSO_WM_UNIT_LINE_FORE_SCHEMECOLOR_INDEX" val="5"/>
  <p:tag name="KSO_WM_UNIT_LINE_FILL_TYPE" val="2"/>
  <p:tag name="KSO_WM_UNIT_USESOURCEFORMAT_APPLY" val="1"/>
  <p:tag name="KSO_WM_UNIT_DIAGRAM_SCHEMECOLOR_ID" val="0"/>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719_4*l_h_i*1_2_1"/>
  <p:tag name="KSO_WM_TEMPLATE_CATEGORY" val="diagram"/>
  <p:tag name="KSO_WM_TEMPLATE_INDEX" val="719"/>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UNIT_USESOURCEFORMAT_APPLY" val="1"/>
  <p:tag name="KSO_WM_UNIT_DIAGRAM_SCHEMECOLOR_ID" val="0"/>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719_4*l_h_i*1_2_2"/>
  <p:tag name="KSO_WM_TEMPLATE_CATEGORY" val="diagram"/>
  <p:tag name="KSO_WM_TEMPLATE_INDEX" val="719"/>
  <p:tag name="KSO_WM_UNIT_LAYERLEVEL" val="1_1_1"/>
  <p:tag name="KSO_WM_TAG_VERSION" val="1.0"/>
  <p:tag name="KSO_WM_BEAUTIFY_FLAG" val="#wm#"/>
  <p:tag name="KSO_WM_UNIT_FILL_FORE_SCHEMECOLOR_INDEX" val="14"/>
  <p:tag name="KSO_WM_UNIT_FILL_TYPE" val="1"/>
  <p:tag name="KSO_WM_UNIT_TEXT_FILL_FORE_SCHEMECOLOR_INDEX" val="6"/>
  <p:tag name="KSO_WM_UNIT_TEXT_FILL_TYPE" val="1"/>
  <p:tag name="KSO_WM_UNIT_USESOURCEFORMAT_APPLY" val="1"/>
  <p:tag name="KSO_WM_UNIT_DIAGRAM_SCHEMECOLOR_ID" val="0"/>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719_4*l_h_i*1_2_3"/>
  <p:tag name="KSO_WM_TEMPLATE_CATEGORY" val="diagram"/>
  <p:tag name="KSO_WM_TEMPLATE_INDEX" val="719"/>
  <p:tag name="KSO_WM_UNIT_LAYERLEVEL" val="1_1_1"/>
  <p:tag name="KSO_WM_TAG_VERSION" val="1.0"/>
  <p:tag name="KSO_WM_BEAUTIFY_FLAG" val="#wm#"/>
  <p:tag name="KSO_WM_UNIT_LINE_FORE_SCHEMECOLOR_INDEX" val="6"/>
  <p:tag name="KSO_WM_UNIT_LINE_FILL_TYPE" val="2"/>
  <p:tag name="KSO_WM_UNIT_USESOURCEFORMAT_APPLY" val="1"/>
  <p:tag name="KSO_WM_UNIT_DIAGRAM_SCHEMECOLOR_ID" val="0"/>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719_4*l_h_i*1_3_1"/>
  <p:tag name="KSO_WM_TEMPLATE_CATEGORY" val="diagram"/>
  <p:tag name="KSO_WM_TEMPLATE_INDEX" val="719"/>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UNIT_USESOURCEFORMAT_APPLY" val="1"/>
  <p:tag name="KSO_WM_UNIT_DIAGRAM_SCHEMECOLOR_ID" val="0"/>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719_4*l_h_i*1_3_2"/>
  <p:tag name="KSO_WM_TEMPLATE_CATEGORY" val="diagram"/>
  <p:tag name="KSO_WM_TEMPLATE_INDEX" val="719"/>
  <p:tag name="KSO_WM_UNIT_LAYERLEVEL" val="1_1_1"/>
  <p:tag name="KSO_WM_TAG_VERSION" val="1.0"/>
  <p:tag name="KSO_WM_BEAUTIFY_FLAG" val="#wm#"/>
  <p:tag name="KSO_WM_UNIT_FILL_FORE_SCHEMECOLOR_INDEX" val="14"/>
  <p:tag name="KSO_WM_UNIT_FILL_TYPE" val="1"/>
  <p:tag name="KSO_WM_UNIT_TEXT_FILL_FORE_SCHEMECOLOR_INDEX" val="7"/>
  <p:tag name="KSO_WM_UNIT_TEXT_FILL_TYPE" val="1"/>
  <p:tag name="KSO_WM_UNIT_USESOURCEFORMAT_APPLY" val="1"/>
  <p:tag name="KSO_WM_UNIT_DIAGRAM_SCHEMECOLOR_ID" val="0"/>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719_4*l_h_i*1_3_3"/>
  <p:tag name="KSO_WM_TEMPLATE_CATEGORY" val="diagram"/>
  <p:tag name="KSO_WM_TEMPLATE_INDEX" val="719"/>
  <p:tag name="KSO_WM_UNIT_LAYERLEVEL" val="1_1_1"/>
  <p:tag name="KSO_WM_TAG_VERSION" val="1.0"/>
  <p:tag name="KSO_WM_BEAUTIFY_FLAG" val="#wm#"/>
  <p:tag name="KSO_WM_UNIT_LINE_FORE_SCHEMECOLOR_INDEX" val="7"/>
  <p:tag name="KSO_WM_UNIT_LINE_FILL_TYPE" val="2"/>
  <p:tag name="KSO_WM_UNIT_USESOURCEFORMAT_APPLY" val="1"/>
  <p:tag name="KSO_WM_UNIT_DIAGRAM_SCHEMECOLOR_ID" val="0"/>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719_4*l_h_i*1_4_1"/>
  <p:tag name="KSO_WM_TEMPLATE_CATEGORY" val="diagram"/>
  <p:tag name="KSO_WM_TEMPLATE_INDEX" val="719"/>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 name="KSO_WM_UNIT_USESOURCEFORMAT_APPLY" val="1"/>
  <p:tag name="KSO_WM_UNIT_DIAGRAM_SCHEMECOLOR_ID" val="0"/>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719_4*l_h_i*1_4_2"/>
  <p:tag name="KSO_WM_TEMPLATE_CATEGORY" val="diagram"/>
  <p:tag name="KSO_WM_TEMPLATE_INDEX" val="719"/>
  <p:tag name="KSO_WM_UNIT_LAYERLEVEL" val="1_1_1"/>
  <p:tag name="KSO_WM_TAG_VERSION" val="1.0"/>
  <p:tag name="KSO_WM_BEAUTIFY_FLAG" val="#wm#"/>
  <p:tag name="KSO_WM_UNIT_FILL_FORE_SCHEMECOLOR_INDEX" val="14"/>
  <p:tag name="KSO_WM_UNIT_FILL_TYPE" val="1"/>
  <p:tag name="KSO_WM_UNIT_TEXT_FILL_FORE_SCHEMECOLOR_INDEX" val="8"/>
  <p:tag name="KSO_WM_UNIT_TEXT_FILL_TYPE" val="1"/>
  <p:tag name="KSO_WM_UNIT_USESOURCEFORMAT_APPLY" val="1"/>
  <p:tag name="KSO_WM_UNIT_DIAGRAM_SCHEMECOLOR_ID" val="0"/>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719_4*l_h_i*1_4_3"/>
  <p:tag name="KSO_WM_TEMPLATE_CATEGORY" val="diagram"/>
  <p:tag name="KSO_WM_TEMPLATE_INDEX" val="719"/>
  <p:tag name="KSO_WM_UNIT_LAYERLEVEL" val="1_1_1"/>
  <p:tag name="KSO_WM_TAG_VERSION" val="1.0"/>
  <p:tag name="KSO_WM_BEAUTIFY_FLAG" val="#wm#"/>
  <p:tag name="KSO_WM_UNIT_LINE_FORE_SCHEMECOLOR_INDEX" val="8"/>
  <p:tag name="KSO_WM_UNIT_LINE_FILL_TYPE" val="2"/>
  <p:tag name="KSO_WM_UNIT_USESOURCEFORMAT_APPLY" val="1"/>
  <p:tag name="KSO_WM_UNIT_DIAGRAM_SCHEMECOLOR_ID" val="0"/>
</p:tagLst>
</file>

<file path=ppt/tags/tag163.xml><?xml version="1.0" encoding="utf-8"?>
<p:tagLst xmlns:a="http://schemas.openxmlformats.org/drawingml/2006/main" xmlns:r="http://schemas.openxmlformats.org/officeDocument/2006/relationships" xmlns:p="http://schemas.openxmlformats.org/presentationml/2006/main">
  <p:tag name="KSO_WM_UNIT_NOCLEAR" val="0"/>
  <p:tag name="KSO_WM_UNIT_VALUE" val="3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719_4*l_h_f*1_4_1"/>
  <p:tag name="KSO_WM_TEMPLATE_CATEGORY" val="diagram"/>
  <p:tag name="KSO_WM_TEMPLATE_INDEX" val="719"/>
  <p:tag name="KSO_WM_UNIT_LAYERLEVEL" val="1_1_1"/>
  <p:tag name="KSO_WM_TAG_VERSION" val="1.0"/>
  <p:tag name="KSO_WM_BEAUTIFY_FLAG" val="#wm#"/>
  <p:tag name="KSO_WM_UNIT_PRESET_TEXT" val="单击此处添加文本具体内容"/>
  <p:tag name="KSO_WM_UNIT_SUBTYPE" val="a"/>
  <p:tag name="KSO_WM_UNIT_TEXT_FILL_FORE_SCHEMECOLOR_INDEX" val="13"/>
  <p:tag name="KSO_WM_UNIT_TEXT_FILL_TYPE" val="1"/>
  <p:tag name="KSO_WM_UNIT_USESOURCEFORMAT_APPLY" val="1"/>
  <p:tag name="KSO_WM_UNIT_DIAGRAM_SCHEMECOLOR_ID" val="0"/>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719_4*l_h_i*1_5_1"/>
  <p:tag name="KSO_WM_TEMPLATE_CATEGORY" val="diagram"/>
  <p:tag name="KSO_WM_TEMPLATE_INDEX" val="719"/>
  <p:tag name="KSO_WM_UNIT_LAYERLEVEL" val="1_1_1"/>
  <p:tag name="KSO_WM_TAG_VERSION" val="1.0"/>
  <p:tag name="KSO_WM_BEAUTIFY_FLAG" val="#wm#"/>
  <p:tag name="KSO_WM_UNIT_FILL_FORE_SCHEMECOLOR_INDEX" val="9"/>
  <p:tag name="KSO_WM_UNIT_FILL_TYPE" val="1"/>
  <p:tag name="KSO_WM_UNIT_TEXT_FILL_FORE_SCHEMECOLOR_INDEX" val="2"/>
  <p:tag name="KSO_WM_UNIT_TEXT_FILL_TYPE" val="1"/>
  <p:tag name="KSO_WM_UNIT_USESOURCEFORMAT_APPLY" val="1"/>
  <p:tag name="KSO_WM_UNIT_DIAGRAM_SCHEMECOLOR_ID" val="0"/>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719_4*l_h_i*1_5_2"/>
  <p:tag name="KSO_WM_TEMPLATE_CATEGORY" val="diagram"/>
  <p:tag name="KSO_WM_TEMPLATE_INDEX" val="719"/>
  <p:tag name="KSO_WM_UNIT_LAYERLEVEL" val="1_1_1"/>
  <p:tag name="KSO_WM_TAG_VERSION" val="1.0"/>
  <p:tag name="KSO_WM_BEAUTIFY_FLAG" val="#wm#"/>
  <p:tag name="KSO_WM_UNIT_FILL_FORE_SCHEMECOLOR_INDEX" val="14"/>
  <p:tag name="KSO_WM_UNIT_FILL_TYPE" val="1"/>
  <p:tag name="KSO_WM_UNIT_TEXT_FILL_FORE_SCHEMECOLOR_INDEX" val="9"/>
  <p:tag name="KSO_WM_UNIT_TEXT_FILL_TYPE" val="1"/>
  <p:tag name="KSO_WM_UNIT_USESOURCEFORMAT_APPLY" val="1"/>
  <p:tag name="KSO_WM_UNIT_DIAGRAM_SCHEMECOLOR_ID" val="0"/>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3"/>
  <p:tag name="KSO_WM_UNIT_ID" val="diagram719_4*l_h_i*1_5_3"/>
  <p:tag name="KSO_WM_TEMPLATE_CATEGORY" val="diagram"/>
  <p:tag name="KSO_WM_TEMPLATE_INDEX" val="719"/>
  <p:tag name="KSO_WM_UNIT_LAYERLEVEL" val="1_1_1"/>
  <p:tag name="KSO_WM_TAG_VERSION" val="1.0"/>
  <p:tag name="KSO_WM_BEAUTIFY_FLAG" val="#wm#"/>
  <p:tag name="KSO_WM_UNIT_LINE_FORE_SCHEMECOLOR_INDEX" val="9"/>
  <p:tag name="KSO_WM_UNIT_LINE_FILL_TYPE" val="2"/>
  <p:tag name="KSO_WM_UNIT_USESOURCEFORMAT_APPLY" val="1"/>
  <p:tag name="KSO_WM_UNIT_DIAGRAM_SCHEMECOLOR_ID" val="0"/>
</p:tagLst>
</file>

<file path=ppt/tags/tag167.xml><?xml version="1.0" encoding="utf-8"?>
<p:tagLst xmlns:a="http://schemas.openxmlformats.org/drawingml/2006/main" xmlns:r="http://schemas.openxmlformats.org/officeDocument/2006/relationships" xmlns:p="http://schemas.openxmlformats.org/presentationml/2006/main">
  <p:tag name="KSO_WM_UNIT_NOCLEAR" val="0"/>
  <p:tag name="KSO_WM_UNIT_VALUE" val="35"/>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719_4*l_h_f*1_5_1"/>
  <p:tag name="KSO_WM_TEMPLATE_CATEGORY" val="diagram"/>
  <p:tag name="KSO_WM_TEMPLATE_INDEX" val="719"/>
  <p:tag name="KSO_WM_UNIT_LAYERLEVEL" val="1_1_1"/>
  <p:tag name="KSO_WM_TAG_VERSION" val="1.0"/>
  <p:tag name="KSO_WM_BEAUTIFY_FLAG" val="#wm#"/>
  <p:tag name="KSO_WM_UNIT_PRESET_TEXT" val="单击此处添加文本具体内容"/>
  <p:tag name="KSO_WM_UNIT_SUBTYPE" val="a"/>
  <p:tag name="KSO_WM_UNIT_TEXT_FILL_FORE_SCHEMECOLOR_INDEX" val="13"/>
  <p:tag name="KSO_WM_UNIT_TEXT_FILL_TYPE" val="1"/>
  <p:tag name="KSO_WM_UNIT_USESOURCEFORMAT_APPLY" val="1"/>
  <p:tag name="KSO_WM_UNIT_DIAGRAM_SCHEMECOLOR_ID" val="0"/>
</p:tagLst>
</file>

<file path=ppt/tags/tag168.xml><?xml version="1.0" encoding="utf-8"?>
<p:tagLst xmlns:a="http://schemas.openxmlformats.org/drawingml/2006/main" xmlns:r="http://schemas.openxmlformats.org/officeDocument/2006/relationships" xmlns:p="http://schemas.openxmlformats.org/presentationml/2006/main">
  <p:tag name="KSO_WM_UNIT_RELATE_UNITID" val="diagram719_4*l*1"/>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719_4*a*1"/>
  <p:tag name="KSO_WM_TEMPLATE_CATEGORY" val="diagram"/>
  <p:tag name="KSO_WM_TEMPLATE_INDEX" val="719"/>
  <p:tag name="KSO_WM_UNIT_LAYERLEVEL" val="1"/>
  <p:tag name="KSO_WM_TAG_VERSION" val="1.0"/>
  <p:tag name="KSO_WM_BEAUTIFY_FLAG" val="#wm#"/>
  <p:tag name="KSO_WM_UNIT_PRESET_TEXT" val="单击此处添加标题"/>
  <p:tag name="KSO_WM_UNIT_ISNUMDGMTITLE" val="0"/>
  <p:tag name="KSO_WM_UNIT_TEXT_FILL_FORE_SCHEMECOLOR_INDEX" val="13"/>
  <p:tag name="KSO_WM_UNIT_TEXT_FILL_TYPE" val="1"/>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KSO_WM_UNIT_NOCLEAR" val="0"/>
  <p:tag name="KSO_WM_UNIT_VALUE" val="3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19_4*l_h_f*1_1_1"/>
  <p:tag name="KSO_WM_TEMPLATE_CATEGORY" val="diagram"/>
  <p:tag name="KSO_WM_TEMPLATE_INDEX" val="719"/>
  <p:tag name="KSO_WM_UNIT_LAYERLEVEL" val="1_1_1"/>
  <p:tag name="KSO_WM_TAG_VERSION" val="1.0"/>
  <p:tag name="KSO_WM_BEAUTIFY_FLAG" val="#wm#"/>
  <p:tag name="KSO_WM_UNIT_PRESET_TEXT" val="单击此处添加文本具体内容"/>
  <p:tag name="KSO_WM_UNIT_SUBTYPE" val="a"/>
  <p:tag name="KSO_WM_UNIT_TEXT_FILL_FORE_SCHEMECOLOR_INDEX" val="13"/>
  <p:tag name="KSO_WM_UNIT_TEXT_FILL_TYPE" val="1"/>
  <p:tag name="KSO_WM_UNIT_USESOURCEFORMAT_APPLY" val="1"/>
  <p:tag name="KSO_WM_UNIT_DIAGRAM_SCHEMECOLOR_ID" val="0"/>
</p:tagLst>
</file>

<file path=ppt/tags/tag170.xml><?xml version="1.0" encoding="utf-8"?>
<p:tagLst xmlns:a="http://schemas.openxmlformats.org/drawingml/2006/main" xmlns:r="http://schemas.openxmlformats.org/officeDocument/2006/relationships" xmlns:p="http://schemas.openxmlformats.org/presentationml/2006/main">
  <p:tag name="KSO_WM_UNIT_NOCLEAR" val="0"/>
  <p:tag name="KSO_WM_UNIT_VALUE" val="3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19_4*l_h_f*1_2_1"/>
  <p:tag name="KSO_WM_TEMPLATE_CATEGORY" val="diagram"/>
  <p:tag name="KSO_WM_TEMPLATE_INDEX" val="719"/>
  <p:tag name="KSO_WM_UNIT_LAYERLEVEL" val="1_1_1"/>
  <p:tag name="KSO_WM_TAG_VERSION" val="1.0"/>
  <p:tag name="KSO_WM_BEAUTIFY_FLAG" val="#wm#"/>
  <p:tag name="KSO_WM_UNIT_PRESET_TEXT" val="单击此处添加文本具体内容"/>
  <p:tag name="KSO_WM_UNIT_SUBTYPE" val="a"/>
  <p:tag name="KSO_WM_UNIT_TEXT_FILL_FORE_SCHEMECOLOR_INDEX" val="13"/>
  <p:tag name="KSO_WM_UNIT_TEXT_FILL_TYPE" val="1"/>
  <p:tag name="KSO_WM_UNIT_USESOURCEFORMAT_APPLY" val="1"/>
  <p:tag name="KSO_WM_UNIT_DIAGRAM_SCHEMECOLOR_ID" val="0"/>
</p:tagLst>
</file>

<file path=ppt/tags/tag171.xml><?xml version="1.0" encoding="utf-8"?>
<p:tagLst xmlns:a="http://schemas.openxmlformats.org/drawingml/2006/main" xmlns:r="http://schemas.openxmlformats.org/officeDocument/2006/relationships" xmlns:p="http://schemas.openxmlformats.org/presentationml/2006/main">
  <p:tag name="KSO_WM_UNIT_NOCLEAR" val="0"/>
  <p:tag name="KSO_WM_UNIT_VALUE" val="3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19_4*l_h_f*1_3_1"/>
  <p:tag name="KSO_WM_TEMPLATE_CATEGORY" val="diagram"/>
  <p:tag name="KSO_WM_TEMPLATE_INDEX" val="719"/>
  <p:tag name="KSO_WM_UNIT_LAYERLEVEL" val="1_1_1"/>
  <p:tag name="KSO_WM_TAG_VERSION" val="1.0"/>
  <p:tag name="KSO_WM_BEAUTIFY_FLAG" val="#wm#"/>
  <p:tag name="KSO_WM_UNIT_PRESET_TEXT" val="单击此处添加文本具体内容"/>
  <p:tag name="KSO_WM_UNIT_SUBTYPE" val="a"/>
  <p:tag name="KSO_WM_UNIT_TEXT_FILL_FORE_SCHEMECOLOR_INDEX" val="13"/>
  <p:tag name="KSO_WM_UNIT_TEXT_FILL_TYPE" val="1"/>
  <p:tag name="KSO_WM_UNIT_USESOURCEFORMAT_APPLY" val="1"/>
  <p:tag name="KSO_WM_UNIT_DIAGRAM_SCHEMECOLOR_ID" val="0"/>
</p:tagLst>
</file>

<file path=ppt/tags/tag172.xml><?xml version="1.0" encoding="utf-8"?>
<p:tagLst xmlns:a="http://schemas.openxmlformats.org/drawingml/2006/main" xmlns:r="http://schemas.openxmlformats.org/officeDocument/2006/relationships" xmlns:p="http://schemas.openxmlformats.org/presentationml/2006/main">
  <p:tag name="KSO_WM_SLIDE_ID" val="diagram2020402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4025"/>
  <p:tag name="KSO_WM_SLIDE_LAYOUT" val="a_f"/>
  <p:tag name="KSO_WM_SLIDE_LAYOUT_CNT" val="1_1"/>
</p:tagLst>
</file>

<file path=ppt/tags/tag17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04025_1*a*1"/>
  <p:tag name="KSO_WM_TEMPLATE_CATEGORY" val="diagram"/>
  <p:tag name="KSO_WM_TEMPLATE_INDEX" val="20204025"/>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NOCLEAR" val="0"/>
  <p:tag name="KSO_WM_UNIT_VALUE" val="222"/>
  <p:tag name="KSO_WM_UNIT_HIGHLIGHT" val="0"/>
  <p:tag name="KSO_WM_UNIT_COMPATIBLE" val="0"/>
  <p:tag name="KSO_WM_UNIT_DIAGRAM_ISNUMVISUAL" val="0"/>
  <p:tag name="KSO_WM_UNIT_DIAGRAM_ISREFERUNIT" val="0"/>
  <p:tag name="KSO_WM_UNIT_TYPE" val="f"/>
  <p:tag name="KSO_WM_UNIT_INDEX" val="1"/>
  <p:tag name="KSO_WM_UNIT_ID" val="diagram20204025_1*f*1"/>
  <p:tag name="KSO_WM_TEMPLATE_CATEGORY" val="diagram"/>
  <p:tag name="KSO_WM_TEMPLATE_INDEX" val="20204025"/>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5_1*i*1"/>
  <p:tag name="KSO_WM_TEMPLATE_CATEGORY" val="diagram"/>
  <p:tag name="KSO_WM_TEMPLATE_INDEX" val="20204025"/>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5_1*i*2"/>
  <p:tag name="KSO_WM_TEMPLATE_CATEGORY" val="diagram"/>
  <p:tag name="KSO_WM_TEMPLATE_INDEX" val="20204025"/>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SLIDE_ID" val="diagram2020402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4025"/>
  <p:tag name="KSO_WM_SLIDE_LAYOUT" val="a_f"/>
  <p:tag name="KSO_WM_SLIDE_LAYOUT_CNT" val="1_1"/>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5_1*i*1"/>
  <p:tag name="KSO_WM_TEMPLATE_CATEGORY" val="diagram"/>
  <p:tag name="KSO_WM_TEMPLATE_INDEX" val="20204025"/>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5_1*i*2"/>
  <p:tag name="KSO_WM_TEMPLATE_CATEGORY" val="diagram"/>
  <p:tag name="KSO_WM_TEMPLATE_INDEX" val="20204025"/>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SLIDE_ID" val="diagram2020402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4025"/>
  <p:tag name="KSO_WM_SLIDE_LAYOUT" val="a_f"/>
  <p:tag name="KSO_WM_SLIDE_LAYOUT_CNT" val="1_1"/>
</p:tagLst>
</file>

<file path=ppt/tags/tag182.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04025_1*a*1"/>
  <p:tag name="KSO_WM_TEMPLATE_CATEGORY" val="diagram"/>
  <p:tag name="KSO_WM_TEMPLATE_INDEX" val="20204025"/>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NOCLEAR" val="0"/>
  <p:tag name="KSO_WM_UNIT_VALUE" val="222"/>
  <p:tag name="KSO_WM_UNIT_HIGHLIGHT" val="0"/>
  <p:tag name="KSO_WM_UNIT_COMPATIBLE" val="0"/>
  <p:tag name="KSO_WM_UNIT_DIAGRAM_ISNUMVISUAL" val="0"/>
  <p:tag name="KSO_WM_UNIT_DIAGRAM_ISREFERUNIT" val="0"/>
  <p:tag name="KSO_WM_UNIT_TYPE" val="f"/>
  <p:tag name="KSO_WM_UNIT_INDEX" val="1"/>
  <p:tag name="KSO_WM_UNIT_ID" val="diagram20204025_1*f*1"/>
  <p:tag name="KSO_WM_TEMPLATE_CATEGORY" val="diagram"/>
  <p:tag name="KSO_WM_TEMPLATE_INDEX" val="20204025"/>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5_1*i*1"/>
  <p:tag name="KSO_WM_TEMPLATE_CATEGORY" val="diagram"/>
  <p:tag name="KSO_WM_TEMPLATE_INDEX" val="20204025"/>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5_1*i*2"/>
  <p:tag name="KSO_WM_TEMPLATE_CATEGORY" val="diagram"/>
  <p:tag name="KSO_WM_TEMPLATE_INDEX" val="20204025"/>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SLIDE_ID" val="diagram2020402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4025"/>
  <p:tag name="KSO_WM_SLIDE_LAYOUT" val="a_f"/>
  <p:tag name="KSO_WM_SLIDE_LAYOUT_CNT" val="1_1"/>
</p:tagLst>
</file>

<file path=ppt/tags/tag18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04025_1*a*1"/>
  <p:tag name="KSO_WM_TEMPLATE_CATEGORY" val="diagram"/>
  <p:tag name="KSO_WM_TEMPLATE_INDEX" val="20204025"/>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NOCLEAR" val="0"/>
  <p:tag name="KSO_WM_UNIT_VALUE" val="222"/>
  <p:tag name="KSO_WM_UNIT_HIGHLIGHT" val="0"/>
  <p:tag name="KSO_WM_UNIT_COMPATIBLE" val="0"/>
  <p:tag name="KSO_WM_UNIT_DIAGRAM_ISNUMVISUAL" val="0"/>
  <p:tag name="KSO_WM_UNIT_DIAGRAM_ISREFERUNIT" val="0"/>
  <p:tag name="KSO_WM_UNIT_TYPE" val="f"/>
  <p:tag name="KSO_WM_UNIT_INDEX" val="1"/>
  <p:tag name="KSO_WM_UNIT_ID" val="diagram20204025_1*f*1"/>
  <p:tag name="KSO_WM_TEMPLATE_CATEGORY" val="diagram"/>
  <p:tag name="KSO_WM_TEMPLATE_INDEX" val="20204025"/>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5_1*i*1"/>
  <p:tag name="KSO_WM_TEMPLATE_CATEGORY" val="diagram"/>
  <p:tag name="KSO_WM_TEMPLATE_INDEX" val="20204025"/>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5_1*i*2"/>
  <p:tag name="KSO_WM_TEMPLATE_CATEGORY" val="diagram"/>
  <p:tag name="KSO_WM_TEMPLATE_INDEX" val="20204025"/>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SLIDE_ID" val="diagram2020402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4025"/>
  <p:tag name="KSO_WM_SLIDE_LAYOUT" val="a_f"/>
  <p:tag name="KSO_WM_SLIDE_LAYOUT_CNT" val="1_1"/>
</p:tagLst>
</file>

<file path=ppt/tags/tag192.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04025_1*a*1"/>
  <p:tag name="KSO_WM_TEMPLATE_CATEGORY" val="diagram"/>
  <p:tag name="KSO_WM_TEMPLATE_INDEX" val="20204025"/>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NOCLEAR" val="0"/>
  <p:tag name="KSO_WM_UNIT_VALUE" val="222"/>
  <p:tag name="KSO_WM_UNIT_HIGHLIGHT" val="0"/>
  <p:tag name="KSO_WM_UNIT_COMPATIBLE" val="0"/>
  <p:tag name="KSO_WM_UNIT_DIAGRAM_ISNUMVISUAL" val="0"/>
  <p:tag name="KSO_WM_UNIT_DIAGRAM_ISREFERUNIT" val="0"/>
  <p:tag name="KSO_WM_UNIT_TYPE" val="f"/>
  <p:tag name="KSO_WM_UNIT_INDEX" val="1"/>
  <p:tag name="KSO_WM_UNIT_ID" val="diagram20204025_1*f*1"/>
  <p:tag name="KSO_WM_TEMPLATE_CATEGORY" val="diagram"/>
  <p:tag name="KSO_WM_TEMPLATE_INDEX" val="20204025"/>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5_1*i*1"/>
  <p:tag name="KSO_WM_TEMPLATE_CATEGORY" val="diagram"/>
  <p:tag name="KSO_WM_TEMPLATE_INDEX" val="20204025"/>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5_1*i*2"/>
  <p:tag name="KSO_WM_TEMPLATE_CATEGORY" val="diagram"/>
  <p:tag name="KSO_WM_TEMPLATE_INDEX" val="20204025"/>
  <p:tag name="KSO_WM_UNIT_LAYERLEVEL" val="1"/>
  <p:tag name="KSO_WM_TAG_VERSION" val="1.0"/>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SLIDE_ID" val="diagram2020402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4025"/>
  <p:tag name="KSO_WM_SLIDE_LAYOUT" val="a_f"/>
  <p:tag name="KSO_WM_SLIDE_LAYOUT_CNT" val="1_1"/>
</p:tagLst>
</file>

<file path=ppt/tags/tag19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04025_1*a*1"/>
  <p:tag name="KSO_WM_TEMPLATE_CATEGORY" val="diagram"/>
  <p:tag name="KSO_WM_TEMPLATE_INDEX" val="20204025"/>
  <p:tag name="KSO_WM_UNIT_LAYERLEVEL" val="1"/>
  <p:tag name="KSO_WM_TAG_VERSION" val="1.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NOCLEAR" val="0"/>
  <p:tag name="KSO_WM_UNIT_VALUE" val="222"/>
  <p:tag name="KSO_WM_UNIT_HIGHLIGHT" val="0"/>
  <p:tag name="KSO_WM_UNIT_COMPATIBLE" val="0"/>
  <p:tag name="KSO_WM_UNIT_DIAGRAM_ISNUMVISUAL" val="0"/>
  <p:tag name="KSO_WM_UNIT_DIAGRAM_ISREFERUNIT" val="0"/>
  <p:tag name="KSO_WM_UNIT_TYPE" val="f"/>
  <p:tag name="KSO_WM_UNIT_INDEX" val="1"/>
  <p:tag name="KSO_WM_UNIT_ID" val="diagram20204025_1*f*1"/>
  <p:tag name="KSO_WM_TEMPLATE_CATEGORY" val="diagram"/>
  <p:tag name="KSO_WM_TEMPLATE_INDEX" val="20204025"/>
  <p:tag name="KSO_WM_UNIT_LAYERLEVEL" val="1"/>
  <p:tag name="KSO_WM_TAG_VERSION" val="1.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5_1*i*1"/>
  <p:tag name="KSO_WM_TEMPLATE_CATEGORY" val="diagram"/>
  <p:tag name="KSO_WM_TEMPLATE_INDEX" val="20204025"/>
  <p:tag name="KSO_WM_UNIT_LAYERLEVEL" val="1"/>
  <p:tag name="KSO_WM_TAG_VERSION" val="1.0"/>
  <p:tag name="KSO_WM_BEAUTIFY_FLAG" val="#wm#"/>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5_1*i*2"/>
  <p:tag name="KSO_WM_TEMPLATE_CATEGORY" val="diagram"/>
  <p:tag name="KSO_WM_TEMPLATE_INDEX" val="20204025"/>
  <p:tag name="KSO_WM_UNIT_LAYERLEVEL" val="1"/>
  <p:tag name="KSO_WM_TAG_VERSION" val="1.0"/>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8873"/>
  <p:tag name="KSO_WM_TEMPLATE_THUMBS_INDEX" val="1"/>
  <p:tag name="KSO_WM_SLIDE_ID" val="diagram20198873_4"/>
  <p:tag name="KSO_WM_TEMPLATE_SUBCATEGORY" val="0"/>
  <p:tag name="KSO_WM_TEMPLATE_MASTER_TYPE" val="0"/>
  <p:tag name="KSO_WM_TEMPLATE_COLOR_TYPE" val="1"/>
  <p:tag name="KSO_WM_SLIDE_TYPE" val="text"/>
  <p:tag name="KSO_WM_SLIDE_SUBTYPE" val="diag"/>
  <p:tag name="KSO_WM_SLIDE_ITEM_CNT" val="5"/>
  <p:tag name="KSO_WM_SLIDE_INDEX" val="4"/>
  <p:tag name="KSO_WM_SLIDE_SIZE" val="527.739*207.326"/>
  <p:tag name="KSO_WM_SLIDE_POSITION" val="420.797*304.611"/>
  <p:tag name="KSO_WM_DIAGRAM_GROUP_CODE" val="l1-1"/>
  <p:tag name="KSO_WM_SLIDE_DIAGTYPE" val="l"/>
  <p:tag name="KSO_WM_TAG_VERSION" val="1.0"/>
  <p:tag name="KSO_WM_SLIDE_LAYOUT" val="a_d_f_k_l"/>
  <p:tag name="KSO_WM_SLIDE_LAYOUT_CNT" val="1_1_1_1_1"/>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198873_4*i*8"/>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198873_4*i*9"/>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0"/>
  <p:tag name="KSO_WM_UNIT_ID" val="diagram20198873_4*i*10"/>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1"/>
  <p:tag name="KSO_WM_UNIT_ID" val="diagram20198873_4*i*11"/>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2"/>
  <p:tag name="KSO_WM_UNIT_ID" val="diagram20198873_4*i*12"/>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3"/>
  <p:tag name="KSO_WM_UNIT_ID" val="diagram20198873_4*i*13"/>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4"/>
  <p:tag name="KSO_WM_UNIT_ID" val="diagram20198873_4*i*14"/>
  <p:tag name="KSO_WM_TEMPLATE_CATEGORY" val="diagram"/>
  <p:tag name="KSO_WM_TEMPLATE_INDEX" val="20198873"/>
  <p:tag name="KSO_WM_UNIT_LAYERLEVEL" val="1"/>
  <p:tag name="KSO_WM_TAG_VERSION" val="1.0"/>
  <p:tag name="KSO_WM_BEAUTIFY_FLAG" val="#wm#"/>
  <p:tag name="KSO_WM_UNIT_FILL_FORE_SCHEMECOLOR_INDEX" val="5"/>
  <p:tag name="KSO_WM_UNIT_FILL_TYPE" val="1"/>
  <p:tag name="KSO_WM_UNIT_USESOURCEFORMAT_APPLY" val="1"/>
</p:tagLst>
</file>

<file path=ppt/tags/tag209.xml><?xml version="1.0" encoding="utf-8"?>
<p:tagLst xmlns:a="http://schemas.openxmlformats.org/drawingml/2006/main" xmlns:r="http://schemas.openxmlformats.org/officeDocument/2006/relationships" xmlns:p="http://schemas.openxmlformats.org/presentationml/2006/main">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98873_4*f*1"/>
  <p:tag name="KSO_WM_TEMPLATE_CATEGORY" val="diagram"/>
  <p:tag name="KSO_WM_TEMPLATE_INDEX" val="20198873"/>
  <p:tag name="KSO_WM_UNIT_LAYERLEVEL" val="1"/>
  <p:tag name="KSO_WM_TAG_VERSION" val="1.0"/>
  <p:tag name="KSO_WM_BEAUTIFY_FLAG" val="#wm#"/>
  <p:tag name="KSO_WM_UNIT_PRESET_TEXT" val="点击此处添加正文，文字是您思想的提炼，为了最终呈现发布的良好效果，请尽量言简意赅的阐述观点；点击此处添加正文，文字是您思想的提炼。"/>
  <p:tag name="KSO_WM_UNIT_TEXT_FILL_FORE_SCHEMECOLOR_INDEX" val="14"/>
  <p:tag name="KSO_WM_UNIT_TEXT_FILL_TYPE" val="1"/>
  <p:tag name="KSO_WM_UNIT_USESOURCEFORMAT_APPLY" val="1"/>
</p:tagLst>
</file>

<file path=ppt/tags/tag21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8873_4*a*1"/>
  <p:tag name="KSO_WM_TEMPLATE_CATEGORY" val="diagram"/>
  <p:tag name="KSO_WM_TEMPLATE_INDEX" val="20198873"/>
  <p:tag name="KSO_WM_UNIT_LAYERLEVEL" val="1"/>
  <p:tag name="KSO_WM_TAG_VERSION" val="1.0"/>
  <p:tag name="KSO_WM_BEAUTIFY_FLAG" val="#wm#"/>
  <p:tag name="KSO_WM_UNIT_PRESET_TEXT" val="单击此处添加大标题"/>
  <p:tag name="KSO_WM_UNIT_TEXT_FILL_FORE_SCHEMECOLOR_INDEX" val="14"/>
  <p:tag name="KSO_WM_UNIT_TEXT_FILL_TYPE" val="1"/>
  <p:tag name="KSO_WM_UNIT_USESOURCEFORMAT_APPLY" val="1"/>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8873_4*i*2"/>
  <p:tag name="KSO_WM_TEMPLATE_CATEGORY" val="diagram"/>
  <p:tag name="KSO_WM_TEMPLATE_INDEX" val="20198873"/>
  <p:tag name="KSO_WM_UNIT_LAYERLEVEL" val="1"/>
  <p:tag name="KSO_WM_TAG_VERSION" val="1.0"/>
  <p:tag name="KSO_WM_BEAUTIFY_FLAG" val="#wm#"/>
  <p:tag name="KSO_WM_UNIT_FILL_FORE_SCHEMECOLOR_INDEX" val="7"/>
  <p:tag name="KSO_WM_UNIT_FILL_TYPE" val="1"/>
  <p:tag name="KSO_WM_UNIT_USESOURCEFORMAT_APPLY" val="1"/>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diagram20198873_4*i*3"/>
  <p:tag name="KSO_WM_TEMPLATE_CATEGORY" val="diagram"/>
  <p:tag name="KSO_WM_TEMPLATE_INDEX" val="20198873"/>
  <p:tag name="KSO_WM_UNIT_LAYERLEVEL" val="1"/>
  <p:tag name="KSO_WM_TAG_VERSION" val="1.0"/>
  <p:tag name="KSO_WM_BEAUTIFY_FLAG" val="#wm#"/>
  <p:tag name="KSO_WM_UNIT_FILL_FORE_SCHEMECOLOR_INDEX" val="5"/>
  <p:tag name="KSO_WM_UNIT_FILL_TYPE" val="1"/>
  <p:tag name="KSO_WM_UNIT_USESOURCEFORMAT_APPLY" val="1"/>
</p:tagLst>
</file>

<file path=ppt/tags/tag21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8873_4*l_h_f*1_1_1"/>
  <p:tag name="KSO_WM_TEMPLATE_CATEGORY" val="diagram"/>
  <p:tag name="KSO_WM_TEMPLATE_INDEX" val="20198873"/>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diagram20198873_4*i*4"/>
  <p:tag name="KSO_WM_TEMPLATE_CATEGORY" val="diagram"/>
  <p:tag name="KSO_WM_TEMPLATE_INDEX" val="20198873"/>
  <p:tag name="KSO_WM_UNIT_LAYERLEVEL" val="1"/>
  <p:tag name="KSO_WM_TAG_VERSION" val="1.0"/>
  <p:tag name="KSO_WM_BEAUTIFY_FLAG" val="#wm#"/>
  <p:tag name="KSO_WM_UNIT_FILL_FORE_SCHEMECOLOR_INDEX" val="5"/>
  <p:tag name="KSO_WM_UNIT_FILL_TYPE" val="1"/>
  <p:tag name="KSO_WM_UNIT_USESOURCEFORMAT_APPLY" val="1"/>
</p:tagLst>
</file>

<file path=ppt/tags/tag21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8873_4*l_h_f*1_2_1"/>
  <p:tag name="KSO_WM_TEMPLATE_CATEGORY" val="diagram"/>
  <p:tag name="KSO_WM_TEMPLATE_INDEX" val="20198873"/>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21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198873_4*l_h_i*1_1_1"/>
  <p:tag name="KSO_WM_TEMPLATE_CATEGORY" val="diagram"/>
  <p:tag name="KSO_WM_TEMPLATE_INDEX" val="2019887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21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198873_4*l_h_i*1_2_1"/>
  <p:tag name="KSO_WM_TEMPLATE_CATEGORY" val="diagram"/>
  <p:tag name="KSO_WM_TEMPLATE_INDEX" val="2019887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diagram20198873_4*i*5"/>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21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98873_4*l_h_f*1_3_1"/>
  <p:tag name="KSO_WM_TEMPLATE_CATEGORY" val="diagram"/>
  <p:tag name="KSO_WM_TEMPLATE_INDEX" val="20198873"/>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22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198873_4*l_h_i*1_3_1"/>
  <p:tag name="KSO_WM_TEMPLATE_CATEGORY" val="diagram"/>
  <p:tag name="KSO_WM_TEMPLATE_INDEX" val="2019887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22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8873_4*l_h_i*1_1_2"/>
  <p:tag name="KSO_WM_TEMPLATE_CATEGORY" val="diagram"/>
  <p:tag name="KSO_WM_TEMPLATE_INDEX" val="20198873"/>
  <p:tag name="KSO_WM_UNIT_LAYERLEVEL" val="1_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22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8873_4*l_h_i*1_2_2"/>
  <p:tag name="KSO_WM_TEMPLATE_CATEGORY" val="diagram"/>
  <p:tag name="KSO_WM_TEMPLATE_INDEX" val="20198873"/>
  <p:tag name="KSO_WM_UNIT_LAYERLEVEL" val="1_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22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98873_4*l_h_i*1_3_1"/>
  <p:tag name="KSO_WM_TEMPLATE_CATEGORY" val="diagram"/>
  <p:tag name="KSO_WM_TEMPLATE_INDEX" val="20198873"/>
  <p:tag name="KSO_WM_UNIT_LAYERLEVEL" val="1_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224.xml><?xml version="1.0" encoding="utf-8"?>
<p:tagLst xmlns:a="http://schemas.openxmlformats.org/drawingml/2006/main" xmlns:r="http://schemas.openxmlformats.org/officeDocument/2006/relationships" xmlns:p="http://schemas.openxmlformats.org/presentationml/2006/main">
  <p:tag name="KSO_WM_UNIT_VALUE" val="1218*907"/>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diagram20198873_4*d*1"/>
  <p:tag name="KSO_WM_TEMPLATE_CATEGORY" val="diagram"/>
  <p:tag name="KSO_WM_TEMPLATE_INDEX" val="20198873"/>
  <p:tag name="KSO_WM_UNIT_SUPPORT_UNIT_TYPE" val="[]"/>
  <p:tag name="KSO_WM_UNIT_LAYERLEVEL" val="1"/>
  <p:tag name="KSO_WM_TAG_VERSION" val="1.0"/>
  <p:tag name="KSO_WM_BEAUTIFY_FLAG" val="#wm#"/>
  <p:tag name="KSO_WM_UNIT_USESOURCEFORMAT_APPLY" val="1"/>
</p:tagLst>
</file>

<file path=ppt/tags/tag22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98873_4*l_h_f*1_4_1"/>
  <p:tag name="KSO_WM_TEMPLATE_CATEGORY" val="diagram"/>
  <p:tag name="KSO_WM_TEMPLATE_INDEX" val="20198873"/>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22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198873_4*l_h_i*1_4_1"/>
  <p:tag name="KSO_WM_TEMPLATE_CATEGORY" val="diagram"/>
  <p:tag name="KSO_WM_TEMPLATE_INDEX" val="2019887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22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98873_4*l_h_i*1_4_1"/>
  <p:tag name="KSO_WM_TEMPLATE_CATEGORY" val="diagram"/>
  <p:tag name="KSO_WM_TEMPLATE_INDEX" val="20198873"/>
  <p:tag name="KSO_WM_UNIT_LAYERLEVEL" val="1_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228.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198873_4*l_h_f*1_5_1"/>
  <p:tag name="KSO_WM_TEMPLATE_CATEGORY" val="diagram"/>
  <p:tag name="KSO_WM_TEMPLATE_INDEX" val="20198873"/>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22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198873_4*l_h_i*1_5_1"/>
  <p:tag name="KSO_WM_TEMPLATE_CATEGORY" val="diagram"/>
  <p:tag name="KSO_WM_TEMPLATE_INDEX" val="2019887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23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198873_4*l_h_i*1_5_1"/>
  <p:tag name="KSO_WM_TEMPLATE_CATEGORY" val="diagram"/>
  <p:tag name="KSO_WM_TEMPLATE_INDEX" val="20198873"/>
  <p:tag name="KSO_WM_UNIT_LAYERLEVEL" val="1_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231.xml><?xml version="1.0" encoding="utf-8"?>
<p:tagLst xmlns:a="http://schemas.openxmlformats.org/drawingml/2006/main" xmlns:r="http://schemas.openxmlformats.org/officeDocument/2006/relationships" xmlns:p="http://schemas.openxmlformats.org/presentationml/2006/main">
  <p:tag name="KSO_WM_SLIDE_ID" val="diagram20198104_1"/>
  <p:tag name="KSO_WM_TEMPLATE_SUBCATEGORY" val="8"/>
  <p:tag name="KSO_WM_SLIDE_TYPE" val="text"/>
  <p:tag name="KSO_WM_SLIDE_SUBTYPE" val="picTxt"/>
  <p:tag name="KSO_WM_SLIDE_ITEM_CNT" val="0"/>
  <p:tag name="KSO_WM_SLIDE_INDEX" val="1"/>
  <p:tag name="KSO_WM_SLIDE_SIZE" val="964*540"/>
  <p:tag name="KSO_WM_SLIDE_POSITION" val="-19*0"/>
  <p:tag name="KSO_WM_TAG_VERSION" val="1.0"/>
  <p:tag name="KSO_WM_BEAUTIFY_FLAG" val="#wm#"/>
  <p:tag name="KSO_WM_TEMPLATE_CATEGORY" val="diagram"/>
  <p:tag name="KSO_WM_TEMPLATE_INDEX" val="20198104"/>
  <p:tag name="KSO_WM_SLIDE_LAYOUT" val="a_d_f"/>
  <p:tag name="KSO_WM_SLIDE_LAYOUT_CNT" val="1_1_1"/>
  <p:tag name="KSO_WM_SLIDE_CONSTRAINT" val="%7b%22slideConstraint%22%3a%7b%22seriesAreas%22%3a%5b%5d%2c%22singleAreas%22%3a%5b%7b%22shapes%22%3a%5b13%5d%2c%22serialConstraintIndex%22%3a-1%2c%22areatextmark%22%3a0%2c%22pictureprocessmark%22%3a0%7d%5d%7d%7d"/>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
  <p:tag name="KSO_WM_TEMPLATE_CATEGORY" val="diagram"/>
  <p:tag name="KSO_WM_TEMPLATE_INDEX" val="20198104"/>
  <p:tag name="KSO_WM_UNIT_LAYERLEVEL" val="1"/>
  <p:tag name="KSO_WM_TAG_VERSION" val="1.0"/>
  <p:tag name="KSO_WM_BEAUTIFY_FLAG" val="#wm#"/>
  <p:tag name="KSO_WM_UNIT_TYPE" val="i"/>
  <p:tag name="KSO_WM_UNIT_INDEX" val="1"/>
  <p:tag name="KSO_WM_UNIT_ADJUSTLAYOUT_ID" val="257"/>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4"/>
  <p:tag name="KSO_WM_TEMPLATE_CATEGORY" val="diagram"/>
  <p:tag name="KSO_WM_TEMPLATE_INDEX" val="20198104"/>
  <p:tag name="KSO_WM_UNIT_LAYERLEVEL" val="1"/>
  <p:tag name="KSO_WM_TAG_VERSION" val="1.0"/>
  <p:tag name="KSO_WM_BEAUTIFY_FLAG" val="#wm#"/>
  <p:tag name="KSO_WM_UNIT_TYPE" val="i"/>
  <p:tag name="KSO_WM_UNIT_INDEX" val="34"/>
  <p:tag name="KSO_WM_UNIT_ADJUSTLAYOUT_ID" val="259"/>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5"/>
  <p:tag name="KSO_WM_TEMPLATE_CATEGORY" val="diagram"/>
  <p:tag name="KSO_WM_TEMPLATE_INDEX" val="20198104"/>
  <p:tag name="KSO_WM_UNIT_LAYERLEVEL" val="1"/>
  <p:tag name="KSO_WM_TAG_VERSION" val="1.0"/>
  <p:tag name="KSO_WM_BEAUTIFY_FLAG" val="#wm#"/>
  <p:tag name="KSO_WM_UNIT_TYPE" val="i"/>
  <p:tag name="KSO_WM_UNIT_INDEX" val="45"/>
  <p:tag name="KSO_WM_UNIT_ADJUSTLAYOUT_ID" val="260"/>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6"/>
  <p:tag name="KSO_WM_TEMPLATE_CATEGORY" val="diagram"/>
  <p:tag name="KSO_WM_TEMPLATE_INDEX" val="20198104"/>
  <p:tag name="KSO_WM_UNIT_LAYERLEVEL" val="1"/>
  <p:tag name="KSO_WM_TAG_VERSION" val="1.0"/>
  <p:tag name="KSO_WM_BEAUTIFY_FLAG" val="#wm#"/>
  <p:tag name="KSO_WM_UNIT_TYPE" val="i"/>
  <p:tag name="KSO_WM_UNIT_INDEX" val="56"/>
  <p:tag name="KSO_WM_UNIT_ADJUSTLAYOUT_ID" val="261"/>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8"/>
  <p:tag name="KSO_WM_TEMPLATE_CATEGORY" val="diagram"/>
  <p:tag name="KSO_WM_TEMPLATE_INDEX" val="20198104"/>
  <p:tag name="KSO_WM_UNIT_LAYERLEVEL" val="1"/>
  <p:tag name="KSO_WM_TAG_VERSION" val="1.0"/>
  <p:tag name="KSO_WM_BEAUTIFY_FLAG" val="#wm#"/>
  <p:tag name="KSO_WM_UNIT_TYPE" val="i"/>
  <p:tag name="KSO_WM_UNIT_INDEX" val="78"/>
  <p:tag name="KSO_WM_UNIT_ADJUSTLAYOUT_ID" val="613"/>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9"/>
  <p:tag name="KSO_WM_TEMPLATE_CATEGORY" val="diagram"/>
  <p:tag name="KSO_WM_TEMPLATE_INDEX" val="20198104"/>
  <p:tag name="KSO_WM_UNIT_LAYERLEVEL" val="1"/>
  <p:tag name="KSO_WM_TAG_VERSION" val="1.0"/>
  <p:tag name="KSO_WM_BEAUTIFY_FLAG" val="#wm#"/>
  <p:tag name="KSO_WM_UNIT_TYPE" val="i"/>
  <p:tag name="KSO_WM_UNIT_INDEX" val="89"/>
  <p:tag name="KSO_WM_UNIT_ADJUSTLAYOUT_ID" val="614"/>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0"/>
  <p:tag name="KSO_WM_TEMPLATE_CATEGORY" val="diagram"/>
  <p:tag name="KSO_WM_TEMPLATE_INDEX" val="20198104"/>
  <p:tag name="KSO_WM_UNIT_LAYERLEVEL" val="1"/>
  <p:tag name="KSO_WM_TAG_VERSION" val="1.0"/>
  <p:tag name="KSO_WM_BEAUTIFY_FLAG" val="#wm#"/>
  <p:tag name="KSO_WM_UNIT_TYPE" val="i"/>
  <p:tag name="KSO_WM_UNIT_INDEX" val="100"/>
  <p:tag name="KSO_WM_UNIT_ADJUSTLAYOUT_ID" val="615"/>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
  <p:tag name="KSO_WM_TEMPLATE_CATEGORY" val="diagram"/>
  <p:tag name="KSO_WM_TEMPLATE_INDEX" val="20198104"/>
  <p:tag name="KSO_WM_UNIT_LAYERLEVEL" val="1"/>
  <p:tag name="KSO_WM_TAG_VERSION" val="1.0"/>
  <p:tag name="KSO_WM_BEAUTIFY_FLAG" val="#wm#"/>
  <p:tag name="KSO_WM_UNIT_TYPE" val="i"/>
  <p:tag name="KSO_WM_UNIT_INDEX" val="2"/>
  <p:tag name="KSO_WM_UNIT_ADJUSTLAYOUT_ID" val="616"/>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3"/>
  <p:tag name="KSO_WM_TEMPLATE_CATEGORY" val="diagram"/>
  <p:tag name="KSO_WM_TEMPLATE_INDEX" val="20198104"/>
  <p:tag name="KSO_WM_UNIT_LAYERLEVEL" val="1"/>
  <p:tag name="KSO_WM_TAG_VERSION" val="1.0"/>
  <p:tag name="KSO_WM_BEAUTIFY_FLAG" val="#wm#"/>
  <p:tag name="KSO_WM_UNIT_TYPE" val="i"/>
  <p:tag name="KSO_WM_UNIT_INDEX" val="13"/>
  <p:tag name="KSO_WM_UNIT_ADJUSTLAYOUT_ID" val="617"/>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5"/>
  <p:tag name="KSO_WM_TEMPLATE_CATEGORY" val="diagram"/>
  <p:tag name="KSO_WM_TEMPLATE_INDEX" val="20198104"/>
  <p:tag name="KSO_WM_UNIT_LAYERLEVEL" val="1"/>
  <p:tag name="KSO_WM_TAG_VERSION" val="1.0"/>
  <p:tag name="KSO_WM_BEAUTIFY_FLAG" val="#wm#"/>
  <p:tag name="KSO_WM_UNIT_TYPE" val="i"/>
  <p:tag name="KSO_WM_UNIT_INDEX" val="15"/>
  <p:tag name="KSO_WM_UNIT_ADJUSTLAYOUT_ID" val="618"/>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6"/>
  <p:tag name="KSO_WM_TEMPLATE_CATEGORY" val="diagram"/>
  <p:tag name="KSO_WM_TEMPLATE_INDEX" val="20198104"/>
  <p:tag name="KSO_WM_UNIT_LAYERLEVEL" val="1"/>
  <p:tag name="KSO_WM_TAG_VERSION" val="1.0"/>
  <p:tag name="KSO_WM_BEAUTIFY_FLAG" val="#wm#"/>
  <p:tag name="KSO_WM_UNIT_TYPE" val="i"/>
  <p:tag name="KSO_WM_UNIT_INDEX" val="16"/>
  <p:tag name="KSO_WM_UNIT_ADJUSTLAYOUT_ID" val="619"/>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7"/>
  <p:tag name="KSO_WM_TEMPLATE_CATEGORY" val="diagram"/>
  <p:tag name="KSO_WM_TEMPLATE_INDEX" val="20198104"/>
  <p:tag name="KSO_WM_UNIT_LAYERLEVEL" val="1"/>
  <p:tag name="KSO_WM_TAG_VERSION" val="1.0"/>
  <p:tag name="KSO_WM_BEAUTIFY_FLAG" val="#wm#"/>
  <p:tag name="KSO_WM_UNIT_TYPE" val="i"/>
  <p:tag name="KSO_WM_UNIT_INDEX" val="17"/>
  <p:tag name="KSO_WM_UNIT_ADJUSTLAYOUT_ID" val="620"/>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8"/>
  <p:tag name="KSO_WM_TEMPLATE_CATEGORY" val="diagram"/>
  <p:tag name="KSO_WM_TEMPLATE_INDEX" val="20198104"/>
  <p:tag name="KSO_WM_UNIT_LAYERLEVEL" val="1"/>
  <p:tag name="KSO_WM_TAG_VERSION" val="1.0"/>
  <p:tag name="KSO_WM_BEAUTIFY_FLAG" val="#wm#"/>
  <p:tag name="KSO_WM_UNIT_TYPE" val="i"/>
  <p:tag name="KSO_WM_UNIT_INDEX" val="18"/>
  <p:tag name="KSO_WM_UNIT_ADJUSTLAYOUT_ID" val="621"/>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9"/>
  <p:tag name="KSO_WM_TEMPLATE_CATEGORY" val="diagram"/>
  <p:tag name="KSO_WM_TEMPLATE_INDEX" val="20198104"/>
  <p:tag name="KSO_WM_UNIT_LAYERLEVEL" val="1"/>
  <p:tag name="KSO_WM_TAG_VERSION" val="1.0"/>
  <p:tag name="KSO_WM_BEAUTIFY_FLAG" val="#wm#"/>
  <p:tag name="KSO_WM_UNIT_TYPE" val="i"/>
  <p:tag name="KSO_WM_UNIT_INDEX" val="19"/>
  <p:tag name="KSO_WM_UNIT_ADJUSTLAYOUT_ID" val="622"/>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0"/>
  <p:tag name="KSO_WM_TEMPLATE_CATEGORY" val="diagram"/>
  <p:tag name="KSO_WM_TEMPLATE_INDEX" val="20198104"/>
  <p:tag name="KSO_WM_UNIT_LAYERLEVEL" val="1"/>
  <p:tag name="KSO_WM_TAG_VERSION" val="1.0"/>
  <p:tag name="KSO_WM_BEAUTIFY_FLAG" val="#wm#"/>
  <p:tag name="KSO_WM_UNIT_TYPE" val="i"/>
  <p:tag name="KSO_WM_UNIT_INDEX" val="20"/>
  <p:tag name="KSO_WM_UNIT_ADJUSTLAYOUT_ID" val="603"/>
</p:tagLst>
</file>

<file path=ppt/tags/tag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1"/>
  <p:tag name="KSO_WM_TEMPLATE_CATEGORY" val="diagram"/>
  <p:tag name="KSO_WM_TEMPLATE_INDEX" val="20198104"/>
  <p:tag name="KSO_WM_UNIT_LAYERLEVEL" val="1"/>
  <p:tag name="KSO_WM_TAG_VERSION" val="1.0"/>
  <p:tag name="KSO_WM_BEAUTIFY_FLAG" val="#wm#"/>
  <p:tag name="KSO_WM_UNIT_TYPE" val="i"/>
  <p:tag name="KSO_WM_UNIT_INDEX" val="21"/>
  <p:tag name="KSO_WM_UNIT_ADJUSTLAYOUT_ID" val="604"/>
</p:tagLst>
</file>

<file path=ppt/tags/tag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2"/>
  <p:tag name="KSO_WM_TEMPLATE_CATEGORY" val="diagram"/>
  <p:tag name="KSO_WM_TEMPLATE_INDEX" val="20198104"/>
  <p:tag name="KSO_WM_UNIT_LAYERLEVEL" val="1"/>
  <p:tag name="KSO_WM_TAG_VERSION" val="1.0"/>
  <p:tag name="KSO_WM_BEAUTIFY_FLAG" val="#wm#"/>
  <p:tag name="KSO_WM_UNIT_TYPE" val="i"/>
  <p:tag name="KSO_WM_UNIT_INDEX" val="22"/>
  <p:tag name="KSO_WM_UNIT_ADJUSTLAYOUT_ID" val="605"/>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4"/>
  <p:tag name="KSO_WM_TEMPLATE_CATEGORY" val="diagram"/>
  <p:tag name="KSO_WM_TEMPLATE_INDEX" val="20198104"/>
  <p:tag name="KSO_WM_UNIT_LAYERLEVEL" val="1"/>
  <p:tag name="KSO_WM_TAG_VERSION" val="1.0"/>
  <p:tag name="KSO_WM_BEAUTIFY_FLAG" val="#wm#"/>
  <p:tag name="KSO_WM_UNIT_TYPE" val="i"/>
  <p:tag name="KSO_WM_UNIT_INDEX" val="24"/>
  <p:tag name="KSO_WM_UNIT_ADJUSTLAYOUT_ID" val="606"/>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5"/>
  <p:tag name="KSO_WM_TEMPLATE_CATEGORY" val="diagram"/>
  <p:tag name="KSO_WM_TEMPLATE_INDEX" val="20198104"/>
  <p:tag name="KSO_WM_UNIT_LAYERLEVEL" val="1"/>
  <p:tag name="KSO_WM_TAG_VERSION" val="1.0"/>
  <p:tag name="KSO_WM_BEAUTIFY_FLAG" val="#wm#"/>
  <p:tag name="KSO_WM_UNIT_TYPE" val="i"/>
  <p:tag name="KSO_WM_UNIT_INDEX" val="25"/>
  <p:tag name="KSO_WM_UNIT_ADJUSTLAYOUT_ID" val="607"/>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6"/>
  <p:tag name="KSO_WM_TEMPLATE_CATEGORY" val="diagram"/>
  <p:tag name="KSO_WM_TEMPLATE_INDEX" val="20198104"/>
  <p:tag name="KSO_WM_UNIT_LAYERLEVEL" val="1"/>
  <p:tag name="KSO_WM_TAG_VERSION" val="1.0"/>
  <p:tag name="KSO_WM_BEAUTIFY_FLAG" val="#wm#"/>
  <p:tag name="KSO_WM_UNIT_TYPE" val="i"/>
  <p:tag name="KSO_WM_UNIT_INDEX" val="26"/>
  <p:tag name="KSO_WM_UNIT_ADJUSTLAYOUT_ID" val="608"/>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7"/>
  <p:tag name="KSO_WM_TEMPLATE_CATEGORY" val="diagram"/>
  <p:tag name="KSO_WM_TEMPLATE_INDEX" val="20198104"/>
  <p:tag name="KSO_WM_UNIT_LAYERLEVEL" val="1"/>
  <p:tag name="KSO_WM_TAG_VERSION" val="1.0"/>
  <p:tag name="KSO_WM_BEAUTIFY_FLAG" val="#wm#"/>
  <p:tag name="KSO_WM_UNIT_TYPE" val="i"/>
  <p:tag name="KSO_WM_UNIT_INDEX" val="27"/>
  <p:tag name="KSO_WM_UNIT_ADJUSTLAYOUT_ID" val="609"/>
</p:tagLst>
</file>

<file path=ppt/tags/tag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8"/>
  <p:tag name="KSO_WM_TEMPLATE_CATEGORY" val="diagram"/>
  <p:tag name="KSO_WM_TEMPLATE_INDEX" val="20198104"/>
  <p:tag name="KSO_WM_UNIT_LAYERLEVEL" val="1"/>
  <p:tag name="KSO_WM_TAG_VERSION" val="1.0"/>
  <p:tag name="KSO_WM_BEAUTIFY_FLAG" val="#wm#"/>
  <p:tag name="KSO_WM_UNIT_TYPE" val="i"/>
  <p:tag name="KSO_WM_UNIT_INDEX" val="28"/>
  <p:tag name="KSO_WM_UNIT_ADJUSTLAYOUT_ID" val="610"/>
</p:tagLst>
</file>

<file path=ppt/tags/tag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29"/>
  <p:tag name="KSO_WM_TEMPLATE_CATEGORY" val="diagram"/>
  <p:tag name="KSO_WM_TEMPLATE_INDEX" val="20198104"/>
  <p:tag name="KSO_WM_UNIT_LAYERLEVEL" val="1"/>
  <p:tag name="KSO_WM_TAG_VERSION" val="1.0"/>
  <p:tag name="KSO_WM_BEAUTIFY_FLAG" val="#wm#"/>
  <p:tag name="KSO_WM_UNIT_TYPE" val="i"/>
  <p:tag name="KSO_WM_UNIT_INDEX" val="29"/>
  <p:tag name="KSO_WM_UNIT_ADJUSTLAYOUT_ID" val="611"/>
</p:tagLst>
</file>

<file path=ppt/tags/tag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0"/>
  <p:tag name="KSO_WM_TEMPLATE_CATEGORY" val="diagram"/>
  <p:tag name="KSO_WM_TEMPLATE_INDEX" val="20198104"/>
  <p:tag name="KSO_WM_UNIT_LAYERLEVEL" val="1"/>
  <p:tag name="KSO_WM_TAG_VERSION" val="1.0"/>
  <p:tag name="KSO_WM_BEAUTIFY_FLAG" val="#wm#"/>
  <p:tag name="KSO_WM_UNIT_TYPE" val="i"/>
  <p:tag name="KSO_WM_UNIT_INDEX" val="30"/>
  <p:tag name="KSO_WM_UNIT_ADJUSTLAYOUT_ID" val="612"/>
</p:tagLst>
</file>

<file path=ppt/tags/tag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1"/>
  <p:tag name="KSO_WM_TEMPLATE_CATEGORY" val="diagram"/>
  <p:tag name="KSO_WM_TEMPLATE_INDEX" val="20198104"/>
  <p:tag name="KSO_WM_UNIT_LAYERLEVEL" val="1"/>
  <p:tag name="KSO_WM_TAG_VERSION" val="1.0"/>
  <p:tag name="KSO_WM_BEAUTIFY_FLAG" val="#wm#"/>
  <p:tag name="KSO_WM_UNIT_TYPE" val="i"/>
  <p:tag name="KSO_WM_UNIT_INDEX" val="31"/>
  <p:tag name="KSO_WM_UNIT_ADJUSTLAYOUT_ID" val="593"/>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2"/>
  <p:tag name="KSO_WM_TEMPLATE_CATEGORY" val="diagram"/>
  <p:tag name="KSO_WM_TEMPLATE_INDEX" val="20198104"/>
  <p:tag name="KSO_WM_UNIT_LAYERLEVEL" val="1"/>
  <p:tag name="KSO_WM_TAG_VERSION" val="1.0"/>
  <p:tag name="KSO_WM_BEAUTIFY_FLAG" val="#wm#"/>
  <p:tag name="KSO_WM_UNIT_TYPE" val="i"/>
  <p:tag name="KSO_WM_UNIT_INDEX" val="32"/>
  <p:tag name="KSO_WM_UNIT_ADJUSTLAYOUT_ID" val="594"/>
</p:tagLst>
</file>

<file path=ppt/tags/tag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3"/>
  <p:tag name="KSO_WM_TEMPLATE_CATEGORY" val="diagram"/>
  <p:tag name="KSO_WM_TEMPLATE_INDEX" val="20198104"/>
  <p:tag name="KSO_WM_UNIT_LAYERLEVEL" val="1"/>
  <p:tag name="KSO_WM_TAG_VERSION" val="1.0"/>
  <p:tag name="KSO_WM_BEAUTIFY_FLAG" val="#wm#"/>
  <p:tag name="KSO_WM_UNIT_TYPE" val="i"/>
  <p:tag name="KSO_WM_UNIT_INDEX" val="33"/>
  <p:tag name="KSO_WM_UNIT_ADJUSTLAYOUT_ID" val="595"/>
</p:tagLst>
</file>

<file path=ppt/tags/tag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5"/>
  <p:tag name="KSO_WM_TEMPLATE_CATEGORY" val="diagram"/>
  <p:tag name="KSO_WM_TEMPLATE_INDEX" val="20198104"/>
  <p:tag name="KSO_WM_UNIT_LAYERLEVEL" val="1"/>
  <p:tag name="KSO_WM_TAG_VERSION" val="1.0"/>
  <p:tag name="KSO_WM_BEAUTIFY_FLAG" val="#wm#"/>
  <p:tag name="KSO_WM_UNIT_TYPE" val="i"/>
  <p:tag name="KSO_WM_UNIT_INDEX" val="35"/>
  <p:tag name="KSO_WM_UNIT_ADJUSTLAYOUT_ID" val="596"/>
</p:tagLst>
</file>

<file path=ppt/tags/tag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6"/>
  <p:tag name="KSO_WM_TEMPLATE_CATEGORY" val="diagram"/>
  <p:tag name="KSO_WM_TEMPLATE_INDEX" val="20198104"/>
  <p:tag name="KSO_WM_UNIT_LAYERLEVEL" val="1"/>
  <p:tag name="KSO_WM_TAG_VERSION" val="1.0"/>
  <p:tag name="KSO_WM_BEAUTIFY_FLAG" val="#wm#"/>
  <p:tag name="KSO_WM_UNIT_TYPE" val="i"/>
  <p:tag name="KSO_WM_UNIT_INDEX" val="36"/>
  <p:tag name="KSO_WM_UNIT_ADJUSTLAYOUT_ID" val="597"/>
</p:tagLst>
</file>

<file path=ppt/tags/tag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7"/>
  <p:tag name="KSO_WM_TEMPLATE_CATEGORY" val="diagram"/>
  <p:tag name="KSO_WM_TEMPLATE_INDEX" val="20198104"/>
  <p:tag name="KSO_WM_UNIT_LAYERLEVEL" val="1"/>
  <p:tag name="KSO_WM_TAG_VERSION" val="1.0"/>
  <p:tag name="KSO_WM_BEAUTIFY_FLAG" val="#wm#"/>
  <p:tag name="KSO_WM_UNIT_TYPE" val="i"/>
  <p:tag name="KSO_WM_UNIT_INDEX" val="37"/>
  <p:tag name="KSO_WM_UNIT_ADJUSTLAYOUT_ID" val="598"/>
</p:tagLst>
</file>

<file path=ppt/tags/tag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8"/>
  <p:tag name="KSO_WM_TEMPLATE_CATEGORY" val="diagram"/>
  <p:tag name="KSO_WM_TEMPLATE_INDEX" val="20198104"/>
  <p:tag name="KSO_WM_UNIT_LAYERLEVEL" val="1"/>
  <p:tag name="KSO_WM_TAG_VERSION" val="1.0"/>
  <p:tag name="KSO_WM_BEAUTIFY_FLAG" val="#wm#"/>
  <p:tag name="KSO_WM_UNIT_TYPE" val="i"/>
  <p:tag name="KSO_WM_UNIT_INDEX" val="38"/>
  <p:tag name="KSO_WM_UNIT_ADJUSTLAYOUT_ID" val="599"/>
</p:tagLst>
</file>

<file path=ppt/tags/tag2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9"/>
  <p:tag name="KSO_WM_TEMPLATE_CATEGORY" val="diagram"/>
  <p:tag name="KSO_WM_TEMPLATE_INDEX" val="20198104"/>
  <p:tag name="KSO_WM_UNIT_LAYERLEVEL" val="1"/>
  <p:tag name="KSO_WM_TAG_VERSION" val="1.0"/>
  <p:tag name="KSO_WM_BEAUTIFY_FLAG" val="#wm#"/>
  <p:tag name="KSO_WM_UNIT_TYPE" val="i"/>
  <p:tag name="KSO_WM_UNIT_INDEX" val="39"/>
  <p:tag name="KSO_WM_UNIT_ADJUSTLAYOUT_ID" val="600"/>
</p:tagLst>
</file>

<file path=ppt/tags/tag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0"/>
  <p:tag name="KSO_WM_TEMPLATE_CATEGORY" val="diagram"/>
  <p:tag name="KSO_WM_TEMPLATE_INDEX" val="20198104"/>
  <p:tag name="KSO_WM_UNIT_LAYERLEVEL" val="1"/>
  <p:tag name="KSO_WM_TAG_VERSION" val="1.0"/>
  <p:tag name="KSO_WM_BEAUTIFY_FLAG" val="#wm#"/>
  <p:tag name="KSO_WM_UNIT_TYPE" val="i"/>
  <p:tag name="KSO_WM_UNIT_INDEX" val="40"/>
  <p:tag name="KSO_WM_UNIT_ADJUSTLAYOUT_ID" val="601"/>
</p:tagLst>
</file>

<file path=ppt/tags/tag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1"/>
  <p:tag name="KSO_WM_TEMPLATE_CATEGORY" val="diagram"/>
  <p:tag name="KSO_WM_TEMPLATE_INDEX" val="20198104"/>
  <p:tag name="KSO_WM_UNIT_LAYERLEVEL" val="1"/>
  <p:tag name="KSO_WM_TAG_VERSION" val="1.0"/>
  <p:tag name="KSO_WM_BEAUTIFY_FLAG" val="#wm#"/>
  <p:tag name="KSO_WM_UNIT_TYPE" val="i"/>
  <p:tag name="KSO_WM_UNIT_INDEX" val="41"/>
  <p:tag name="KSO_WM_UNIT_ADJUSTLAYOUT_ID" val="602"/>
</p:tagLst>
</file>

<file path=ppt/tags/tag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2"/>
  <p:tag name="KSO_WM_TEMPLATE_CATEGORY" val="diagram"/>
  <p:tag name="KSO_WM_TEMPLATE_INDEX" val="20198104"/>
  <p:tag name="KSO_WM_UNIT_LAYERLEVEL" val="1"/>
  <p:tag name="KSO_WM_TAG_VERSION" val="1.0"/>
  <p:tag name="KSO_WM_BEAUTIFY_FLAG" val="#wm#"/>
  <p:tag name="KSO_WM_UNIT_TYPE" val="i"/>
  <p:tag name="KSO_WM_UNIT_INDEX" val="42"/>
  <p:tag name="KSO_WM_UNIT_ADJUSTLAYOUT_ID" val="583"/>
</p:tagLst>
</file>

<file path=ppt/tags/tag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3"/>
  <p:tag name="KSO_WM_TEMPLATE_CATEGORY" val="diagram"/>
  <p:tag name="KSO_WM_TEMPLATE_INDEX" val="20198104"/>
  <p:tag name="KSO_WM_UNIT_LAYERLEVEL" val="1"/>
  <p:tag name="KSO_WM_TAG_VERSION" val="1.0"/>
  <p:tag name="KSO_WM_BEAUTIFY_FLAG" val="#wm#"/>
  <p:tag name="KSO_WM_UNIT_TYPE" val="i"/>
  <p:tag name="KSO_WM_UNIT_INDEX" val="43"/>
  <p:tag name="KSO_WM_UNIT_ADJUSTLAYOUT_ID" val="584"/>
</p:tagLst>
</file>

<file path=ppt/tags/tag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4"/>
  <p:tag name="KSO_WM_TEMPLATE_CATEGORY" val="diagram"/>
  <p:tag name="KSO_WM_TEMPLATE_INDEX" val="20198104"/>
  <p:tag name="KSO_WM_UNIT_LAYERLEVEL" val="1"/>
  <p:tag name="KSO_WM_TAG_VERSION" val="1.0"/>
  <p:tag name="KSO_WM_BEAUTIFY_FLAG" val="#wm#"/>
  <p:tag name="KSO_WM_UNIT_TYPE" val="i"/>
  <p:tag name="KSO_WM_UNIT_INDEX" val="44"/>
  <p:tag name="KSO_WM_UNIT_ADJUSTLAYOUT_ID" val="585"/>
</p:tagLst>
</file>

<file path=ppt/tags/tag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6"/>
  <p:tag name="KSO_WM_TEMPLATE_CATEGORY" val="diagram"/>
  <p:tag name="KSO_WM_TEMPLATE_INDEX" val="20198104"/>
  <p:tag name="KSO_WM_UNIT_LAYERLEVEL" val="1"/>
  <p:tag name="KSO_WM_TAG_VERSION" val="1.0"/>
  <p:tag name="KSO_WM_BEAUTIFY_FLAG" val="#wm#"/>
  <p:tag name="KSO_WM_UNIT_TYPE" val="i"/>
  <p:tag name="KSO_WM_UNIT_INDEX" val="46"/>
  <p:tag name="KSO_WM_UNIT_ADJUSTLAYOUT_ID" val="586"/>
</p:tagLst>
</file>

<file path=ppt/tags/tag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7"/>
  <p:tag name="KSO_WM_TEMPLATE_CATEGORY" val="diagram"/>
  <p:tag name="KSO_WM_TEMPLATE_INDEX" val="20198104"/>
  <p:tag name="KSO_WM_UNIT_LAYERLEVEL" val="1"/>
  <p:tag name="KSO_WM_TAG_VERSION" val="1.0"/>
  <p:tag name="KSO_WM_BEAUTIFY_FLAG" val="#wm#"/>
  <p:tag name="KSO_WM_UNIT_TYPE" val="i"/>
  <p:tag name="KSO_WM_UNIT_INDEX" val="47"/>
  <p:tag name="KSO_WM_UNIT_ADJUSTLAYOUT_ID" val="587"/>
</p:tagLst>
</file>

<file path=ppt/tags/tag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8"/>
  <p:tag name="KSO_WM_TEMPLATE_CATEGORY" val="diagram"/>
  <p:tag name="KSO_WM_TEMPLATE_INDEX" val="20198104"/>
  <p:tag name="KSO_WM_UNIT_LAYERLEVEL" val="1"/>
  <p:tag name="KSO_WM_TAG_VERSION" val="1.0"/>
  <p:tag name="KSO_WM_BEAUTIFY_FLAG" val="#wm#"/>
  <p:tag name="KSO_WM_UNIT_TYPE" val="i"/>
  <p:tag name="KSO_WM_UNIT_INDEX" val="48"/>
  <p:tag name="KSO_WM_UNIT_ADJUSTLAYOUT_ID" val="588"/>
</p:tagLst>
</file>

<file path=ppt/tags/tag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9"/>
  <p:tag name="KSO_WM_TEMPLATE_CATEGORY" val="diagram"/>
  <p:tag name="KSO_WM_TEMPLATE_INDEX" val="20198104"/>
  <p:tag name="KSO_WM_UNIT_LAYERLEVEL" val="1"/>
  <p:tag name="KSO_WM_TAG_VERSION" val="1.0"/>
  <p:tag name="KSO_WM_BEAUTIFY_FLAG" val="#wm#"/>
  <p:tag name="KSO_WM_UNIT_TYPE" val="i"/>
  <p:tag name="KSO_WM_UNIT_INDEX" val="49"/>
  <p:tag name="KSO_WM_UNIT_ADJUSTLAYOUT_ID" val="589"/>
</p:tagLst>
</file>

<file path=ppt/tags/tag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0"/>
  <p:tag name="KSO_WM_TEMPLATE_CATEGORY" val="diagram"/>
  <p:tag name="KSO_WM_TEMPLATE_INDEX" val="20198104"/>
  <p:tag name="KSO_WM_UNIT_LAYERLEVEL" val="1"/>
  <p:tag name="KSO_WM_TAG_VERSION" val="1.0"/>
  <p:tag name="KSO_WM_BEAUTIFY_FLAG" val="#wm#"/>
  <p:tag name="KSO_WM_UNIT_TYPE" val="i"/>
  <p:tag name="KSO_WM_UNIT_INDEX" val="50"/>
  <p:tag name="KSO_WM_UNIT_ADJUSTLAYOUT_ID" val="590"/>
</p:tagLst>
</file>

<file path=ppt/tags/tag2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1"/>
  <p:tag name="KSO_WM_TEMPLATE_CATEGORY" val="diagram"/>
  <p:tag name="KSO_WM_TEMPLATE_INDEX" val="20198104"/>
  <p:tag name="KSO_WM_UNIT_LAYERLEVEL" val="1"/>
  <p:tag name="KSO_WM_TAG_VERSION" val="1.0"/>
  <p:tag name="KSO_WM_BEAUTIFY_FLAG" val="#wm#"/>
  <p:tag name="KSO_WM_UNIT_TYPE" val="i"/>
  <p:tag name="KSO_WM_UNIT_INDEX" val="51"/>
  <p:tag name="KSO_WM_UNIT_ADJUSTLAYOUT_ID" val="591"/>
</p:tagLst>
</file>

<file path=ppt/tags/tag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2"/>
  <p:tag name="KSO_WM_TEMPLATE_CATEGORY" val="diagram"/>
  <p:tag name="KSO_WM_TEMPLATE_INDEX" val="20198104"/>
  <p:tag name="KSO_WM_UNIT_LAYERLEVEL" val="1"/>
  <p:tag name="KSO_WM_TAG_VERSION" val="1.0"/>
  <p:tag name="KSO_WM_BEAUTIFY_FLAG" val="#wm#"/>
  <p:tag name="KSO_WM_UNIT_TYPE" val="i"/>
  <p:tag name="KSO_WM_UNIT_INDEX" val="52"/>
  <p:tag name="KSO_WM_UNIT_ADJUSTLAYOUT_ID" val="592"/>
</p:tagLst>
</file>

<file path=ppt/tags/tag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3"/>
  <p:tag name="KSO_WM_TEMPLATE_CATEGORY" val="diagram"/>
  <p:tag name="KSO_WM_TEMPLATE_INDEX" val="20198104"/>
  <p:tag name="KSO_WM_UNIT_LAYERLEVEL" val="1"/>
  <p:tag name="KSO_WM_TAG_VERSION" val="1.0"/>
  <p:tag name="KSO_WM_BEAUTIFY_FLAG" val="#wm#"/>
  <p:tag name="KSO_WM_UNIT_TYPE" val="i"/>
  <p:tag name="KSO_WM_UNIT_INDEX" val="53"/>
  <p:tag name="KSO_WM_UNIT_ADJUSTLAYOUT_ID" val="573"/>
</p:tagLst>
</file>

<file path=ppt/tags/tag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4"/>
  <p:tag name="KSO_WM_TEMPLATE_CATEGORY" val="diagram"/>
  <p:tag name="KSO_WM_TEMPLATE_INDEX" val="20198104"/>
  <p:tag name="KSO_WM_UNIT_LAYERLEVEL" val="1"/>
  <p:tag name="KSO_WM_TAG_VERSION" val="1.0"/>
  <p:tag name="KSO_WM_BEAUTIFY_FLAG" val="#wm#"/>
  <p:tag name="KSO_WM_UNIT_TYPE" val="i"/>
  <p:tag name="KSO_WM_UNIT_INDEX" val="54"/>
  <p:tag name="KSO_WM_UNIT_ADJUSTLAYOUT_ID" val="574"/>
</p:tagLst>
</file>

<file path=ppt/tags/tag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5"/>
  <p:tag name="KSO_WM_TEMPLATE_CATEGORY" val="diagram"/>
  <p:tag name="KSO_WM_TEMPLATE_INDEX" val="20198104"/>
  <p:tag name="KSO_WM_UNIT_LAYERLEVEL" val="1"/>
  <p:tag name="KSO_WM_TAG_VERSION" val="1.0"/>
  <p:tag name="KSO_WM_BEAUTIFY_FLAG" val="#wm#"/>
  <p:tag name="KSO_WM_UNIT_TYPE" val="i"/>
  <p:tag name="KSO_WM_UNIT_INDEX" val="55"/>
  <p:tag name="KSO_WM_UNIT_ADJUSTLAYOUT_ID" val="575"/>
</p:tagLst>
</file>

<file path=ppt/tags/tag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7"/>
  <p:tag name="KSO_WM_TEMPLATE_CATEGORY" val="diagram"/>
  <p:tag name="KSO_WM_TEMPLATE_INDEX" val="20198104"/>
  <p:tag name="KSO_WM_UNIT_LAYERLEVEL" val="1"/>
  <p:tag name="KSO_WM_TAG_VERSION" val="1.0"/>
  <p:tag name="KSO_WM_BEAUTIFY_FLAG" val="#wm#"/>
  <p:tag name="KSO_WM_UNIT_TYPE" val="i"/>
  <p:tag name="KSO_WM_UNIT_INDEX" val="57"/>
  <p:tag name="KSO_WM_UNIT_ADJUSTLAYOUT_ID" val="576"/>
</p:tagLst>
</file>

<file path=ppt/tags/tag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8"/>
  <p:tag name="KSO_WM_TEMPLATE_CATEGORY" val="diagram"/>
  <p:tag name="KSO_WM_TEMPLATE_INDEX" val="20198104"/>
  <p:tag name="KSO_WM_UNIT_LAYERLEVEL" val="1"/>
  <p:tag name="KSO_WM_TAG_VERSION" val="1.0"/>
  <p:tag name="KSO_WM_BEAUTIFY_FLAG" val="#wm#"/>
  <p:tag name="KSO_WM_UNIT_TYPE" val="i"/>
  <p:tag name="KSO_WM_UNIT_INDEX" val="58"/>
  <p:tag name="KSO_WM_UNIT_ADJUSTLAYOUT_ID" val="577"/>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9"/>
  <p:tag name="KSO_WM_TEMPLATE_CATEGORY" val="diagram"/>
  <p:tag name="KSO_WM_TEMPLATE_INDEX" val="20198104"/>
  <p:tag name="KSO_WM_UNIT_LAYERLEVEL" val="1"/>
  <p:tag name="KSO_WM_TAG_VERSION" val="1.0"/>
  <p:tag name="KSO_WM_BEAUTIFY_FLAG" val="#wm#"/>
  <p:tag name="KSO_WM_UNIT_TYPE" val="i"/>
  <p:tag name="KSO_WM_UNIT_INDEX" val="59"/>
  <p:tag name="KSO_WM_UNIT_ADJUSTLAYOUT_ID" val="578"/>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0"/>
  <p:tag name="KSO_WM_TEMPLATE_CATEGORY" val="diagram"/>
  <p:tag name="KSO_WM_TEMPLATE_INDEX" val="20198104"/>
  <p:tag name="KSO_WM_UNIT_LAYERLEVEL" val="1"/>
  <p:tag name="KSO_WM_TAG_VERSION" val="1.0"/>
  <p:tag name="KSO_WM_BEAUTIFY_FLAG" val="#wm#"/>
  <p:tag name="KSO_WM_UNIT_TYPE" val="i"/>
  <p:tag name="KSO_WM_UNIT_INDEX" val="60"/>
  <p:tag name="KSO_WM_UNIT_ADJUSTLAYOUT_ID" val="579"/>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1"/>
  <p:tag name="KSO_WM_TEMPLATE_CATEGORY" val="diagram"/>
  <p:tag name="KSO_WM_TEMPLATE_INDEX" val="20198104"/>
  <p:tag name="KSO_WM_UNIT_LAYERLEVEL" val="1"/>
  <p:tag name="KSO_WM_TAG_VERSION" val="1.0"/>
  <p:tag name="KSO_WM_BEAUTIFY_FLAG" val="#wm#"/>
  <p:tag name="KSO_WM_UNIT_TYPE" val="i"/>
  <p:tag name="KSO_WM_UNIT_INDEX" val="61"/>
  <p:tag name="KSO_WM_UNIT_ADJUSTLAYOUT_ID" val="580"/>
</p:tagLst>
</file>

<file path=ppt/tags/tag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2"/>
  <p:tag name="KSO_WM_TEMPLATE_CATEGORY" val="diagram"/>
  <p:tag name="KSO_WM_TEMPLATE_INDEX" val="20198104"/>
  <p:tag name="KSO_WM_UNIT_LAYERLEVEL" val="1"/>
  <p:tag name="KSO_WM_TAG_VERSION" val="1.0"/>
  <p:tag name="KSO_WM_BEAUTIFY_FLAG" val="#wm#"/>
  <p:tag name="KSO_WM_UNIT_TYPE" val="i"/>
  <p:tag name="KSO_WM_UNIT_INDEX" val="62"/>
  <p:tag name="KSO_WM_UNIT_ADJUSTLAYOUT_ID" val="581"/>
</p:tagLst>
</file>

<file path=ppt/tags/tag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3"/>
  <p:tag name="KSO_WM_TEMPLATE_CATEGORY" val="diagram"/>
  <p:tag name="KSO_WM_TEMPLATE_INDEX" val="20198104"/>
  <p:tag name="KSO_WM_UNIT_LAYERLEVEL" val="1"/>
  <p:tag name="KSO_WM_TAG_VERSION" val="1.0"/>
  <p:tag name="KSO_WM_BEAUTIFY_FLAG" val="#wm#"/>
  <p:tag name="KSO_WM_UNIT_TYPE" val="i"/>
  <p:tag name="KSO_WM_UNIT_INDEX" val="63"/>
  <p:tag name="KSO_WM_UNIT_ADJUSTLAYOUT_ID" val="582"/>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4"/>
  <p:tag name="KSO_WM_TEMPLATE_CATEGORY" val="diagram"/>
  <p:tag name="KSO_WM_TEMPLATE_INDEX" val="20198104"/>
  <p:tag name="KSO_WM_UNIT_LAYERLEVEL" val="1"/>
  <p:tag name="KSO_WM_TAG_VERSION" val="1.0"/>
  <p:tag name="KSO_WM_BEAUTIFY_FLAG" val="#wm#"/>
  <p:tag name="KSO_WM_UNIT_TYPE" val="i"/>
  <p:tag name="KSO_WM_UNIT_INDEX" val="64"/>
  <p:tag name="KSO_WM_UNIT_ADJUSTLAYOUT_ID" val="563"/>
</p:tagLst>
</file>

<file path=ppt/tags/tag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5"/>
  <p:tag name="KSO_WM_TEMPLATE_CATEGORY" val="diagram"/>
  <p:tag name="KSO_WM_TEMPLATE_INDEX" val="20198104"/>
  <p:tag name="KSO_WM_UNIT_LAYERLEVEL" val="1"/>
  <p:tag name="KSO_WM_TAG_VERSION" val="1.0"/>
  <p:tag name="KSO_WM_BEAUTIFY_FLAG" val="#wm#"/>
  <p:tag name="KSO_WM_UNIT_TYPE" val="i"/>
  <p:tag name="KSO_WM_UNIT_INDEX" val="65"/>
  <p:tag name="KSO_WM_UNIT_ADJUSTLAYOUT_ID" val="564"/>
</p:tagLst>
</file>

<file path=ppt/tags/tag2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6"/>
  <p:tag name="KSO_WM_TEMPLATE_CATEGORY" val="diagram"/>
  <p:tag name="KSO_WM_TEMPLATE_INDEX" val="20198104"/>
  <p:tag name="KSO_WM_UNIT_LAYERLEVEL" val="1"/>
  <p:tag name="KSO_WM_TAG_VERSION" val="1.0"/>
  <p:tag name="KSO_WM_BEAUTIFY_FLAG" val="#wm#"/>
  <p:tag name="KSO_WM_UNIT_TYPE" val="i"/>
  <p:tag name="KSO_WM_UNIT_INDEX" val="66"/>
  <p:tag name="KSO_WM_UNIT_ADJUSTLAYOUT_ID" val="565"/>
</p:tagLst>
</file>

<file path=ppt/tags/tag2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8"/>
  <p:tag name="KSO_WM_TEMPLATE_CATEGORY" val="diagram"/>
  <p:tag name="KSO_WM_TEMPLATE_INDEX" val="20198104"/>
  <p:tag name="KSO_WM_UNIT_LAYERLEVEL" val="1"/>
  <p:tag name="KSO_WM_TAG_VERSION" val="1.0"/>
  <p:tag name="KSO_WM_BEAUTIFY_FLAG" val="#wm#"/>
  <p:tag name="KSO_WM_UNIT_TYPE" val="i"/>
  <p:tag name="KSO_WM_UNIT_INDEX" val="68"/>
  <p:tag name="KSO_WM_UNIT_ADJUSTLAYOUT_ID" val="566"/>
</p:tagLst>
</file>

<file path=ppt/tags/tag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9"/>
  <p:tag name="KSO_WM_TEMPLATE_CATEGORY" val="diagram"/>
  <p:tag name="KSO_WM_TEMPLATE_INDEX" val="20198104"/>
  <p:tag name="KSO_WM_UNIT_LAYERLEVEL" val="1"/>
  <p:tag name="KSO_WM_TAG_VERSION" val="1.0"/>
  <p:tag name="KSO_WM_BEAUTIFY_FLAG" val="#wm#"/>
  <p:tag name="KSO_WM_UNIT_TYPE" val="i"/>
  <p:tag name="KSO_WM_UNIT_INDEX" val="69"/>
  <p:tag name="KSO_WM_UNIT_ADJUSTLAYOUT_ID" val="567"/>
</p:tagLst>
</file>

<file path=ppt/tags/tag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0"/>
  <p:tag name="KSO_WM_TEMPLATE_CATEGORY" val="diagram"/>
  <p:tag name="KSO_WM_TEMPLATE_INDEX" val="20198104"/>
  <p:tag name="KSO_WM_UNIT_LAYERLEVEL" val="1"/>
  <p:tag name="KSO_WM_TAG_VERSION" val="1.0"/>
  <p:tag name="KSO_WM_BEAUTIFY_FLAG" val="#wm#"/>
  <p:tag name="KSO_WM_UNIT_TYPE" val="i"/>
  <p:tag name="KSO_WM_UNIT_INDEX" val="70"/>
  <p:tag name="KSO_WM_UNIT_ADJUSTLAYOUT_ID" val="568"/>
</p:tagLst>
</file>

<file path=ppt/tags/tag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1"/>
  <p:tag name="KSO_WM_TEMPLATE_CATEGORY" val="diagram"/>
  <p:tag name="KSO_WM_TEMPLATE_INDEX" val="20198104"/>
  <p:tag name="KSO_WM_UNIT_LAYERLEVEL" val="1"/>
  <p:tag name="KSO_WM_TAG_VERSION" val="1.0"/>
  <p:tag name="KSO_WM_BEAUTIFY_FLAG" val="#wm#"/>
  <p:tag name="KSO_WM_UNIT_TYPE" val="i"/>
  <p:tag name="KSO_WM_UNIT_INDEX" val="71"/>
  <p:tag name="KSO_WM_UNIT_ADJUSTLAYOUT_ID" val="569"/>
</p:tagLst>
</file>

<file path=ppt/tags/tag2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2"/>
  <p:tag name="KSO_WM_TEMPLATE_CATEGORY" val="diagram"/>
  <p:tag name="KSO_WM_TEMPLATE_INDEX" val="20198104"/>
  <p:tag name="KSO_WM_UNIT_LAYERLEVEL" val="1"/>
  <p:tag name="KSO_WM_TAG_VERSION" val="1.0"/>
  <p:tag name="KSO_WM_BEAUTIFY_FLAG" val="#wm#"/>
  <p:tag name="KSO_WM_UNIT_TYPE" val="i"/>
  <p:tag name="KSO_WM_UNIT_INDEX" val="72"/>
  <p:tag name="KSO_WM_UNIT_ADJUSTLAYOUT_ID" val="570"/>
</p:tagLst>
</file>

<file path=ppt/tags/tag2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3"/>
  <p:tag name="KSO_WM_TEMPLATE_CATEGORY" val="diagram"/>
  <p:tag name="KSO_WM_TEMPLATE_INDEX" val="20198104"/>
  <p:tag name="KSO_WM_UNIT_LAYERLEVEL" val="1"/>
  <p:tag name="KSO_WM_TAG_VERSION" val="1.0"/>
  <p:tag name="KSO_WM_BEAUTIFY_FLAG" val="#wm#"/>
  <p:tag name="KSO_WM_UNIT_TYPE" val="i"/>
  <p:tag name="KSO_WM_UNIT_INDEX" val="73"/>
  <p:tag name="KSO_WM_UNIT_ADJUSTLAYOUT_ID" val="571"/>
</p:tagLst>
</file>

<file path=ppt/tags/tag2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4"/>
  <p:tag name="KSO_WM_TEMPLATE_CATEGORY" val="diagram"/>
  <p:tag name="KSO_WM_TEMPLATE_INDEX" val="20198104"/>
  <p:tag name="KSO_WM_UNIT_LAYERLEVEL" val="1"/>
  <p:tag name="KSO_WM_TAG_VERSION" val="1.0"/>
  <p:tag name="KSO_WM_BEAUTIFY_FLAG" val="#wm#"/>
  <p:tag name="KSO_WM_UNIT_TYPE" val="i"/>
  <p:tag name="KSO_WM_UNIT_INDEX" val="74"/>
  <p:tag name="KSO_WM_UNIT_ADJUSTLAYOUT_ID" val="572"/>
</p:tagLst>
</file>

<file path=ppt/tags/tag2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5"/>
  <p:tag name="KSO_WM_TEMPLATE_CATEGORY" val="diagram"/>
  <p:tag name="KSO_WM_TEMPLATE_INDEX" val="20198104"/>
  <p:tag name="KSO_WM_UNIT_LAYERLEVEL" val="1"/>
  <p:tag name="KSO_WM_TAG_VERSION" val="1.0"/>
  <p:tag name="KSO_WM_BEAUTIFY_FLAG" val="#wm#"/>
  <p:tag name="KSO_WM_UNIT_TYPE" val="i"/>
  <p:tag name="KSO_WM_UNIT_INDEX" val="75"/>
  <p:tag name="KSO_WM_UNIT_ADJUSTLAYOUT_ID" val="553"/>
</p:tagLst>
</file>

<file path=ppt/tags/tag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6"/>
  <p:tag name="KSO_WM_TEMPLATE_CATEGORY" val="diagram"/>
  <p:tag name="KSO_WM_TEMPLATE_INDEX" val="20198104"/>
  <p:tag name="KSO_WM_UNIT_LAYERLEVEL" val="1"/>
  <p:tag name="KSO_WM_TAG_VERSION" val="1.0"/>
  <p:tag name="KSO_WM_BEAUTIFY_FLAG" val="#wm#"/>
  <p:tag name="KSO_WM_UNIT_TYPE" val="i"/>
  <p:tag name="KSO_WM_UNIT_INDEX" val="76"/>
  <p:tag name="KSO_WM_UNIT_ADJUSTLAYOUT_ID" val="554"/>
</p:tagLst>
</file>

<file path=ppt/tags/tag2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7"/>
  <p:tag name="KSO_WM_TEMPLATE_CATEGORY" val="diagram"/>
  <p:tag name="KSO_WM_TEMPLATE_INDEX" val="20198104"/>
  <p:tag name="KSO_WM_UNIT_LAYERLEVEL" val="1"/>
  <p:tag name="KSO_WM_TAG_VERSION" val="1.0"/>
  <p:tag name="KSO_WM_BEAUTIFY_FLAG" val="#wm#"/>
  <p:tag name="KSO_WM_UNIT_TYPE" val="i"/>
  <p:tag name="KSO_WM_UNIT_INDEX" val="77"/>
  <p:tag name="KSO_WM_UNIT_ADJUSTLAYOUT_ID" val="555"/>
</p:tagLst>
</file>

<file path=ppt/tags/tag2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9"/>
  <p:tag name="KSO_WM_TEMPLATE_CATEGORY" val="diagram"/>
  <p:tag name="KSO_WM_TEMPLATE_INDEX" val="20198104"/>
  <p:tag name="KSO_WM_UNIT_LAYERLEVEL" val="1"/>
  <p:tag name="KSO_WM_TAG_VERSION" val="1.0"/>
  <p:tag name="KSO_WM_BEAUTIFY_FLAG" val="#wm#"/>
  <p:tag name="KSO_WM_UNIT_TYPE" val="i"/>
  <p:tag name="KSO_WM_UNIT_INDEX" val="79"/>
  <p:tag name="KSO_WM_UNIT_ADJUSTLAYOUT_ID" val="556"/>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0"/>
  <p:tag name="KSO_WM_TEMPLATE_CATEGORY" val="diagram"/>
  <p:tag name="KSO_WM_TEMPLATE_INDEX" val="20198104"/>
  <p:tag name="KSO_WM_UNIT_LAYERLEVEL" val="1"/>
  <p:tag name="KSO_WM_TAG_VERSION" val="1.0"/>
  <p:tag name="KSO_WM_BEAUTIFY_FLAG" val="#wm#"/>
  <p:tag name="KSO_WM_UNIT_TYPE" val="i"/>
  <p:tag name="KSO_WM_UNIT_INDEX" val="80"/>
  <p:tag name="KSO_WM_UNIT_ADJUSTLAYOUT_ID" val="557"/>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1"/>
  <p:tag name="KSO_WM_TEMPLATE_CATEGORY" val="diagram"/>
  <p:tag name="KSO_WM_TEMPLATE_INDEX" val="20198104"/>
  <p:tag name="KSO_WM_UNIT_LAYERLEVEL" val="1"/>
  <p:tag name="KSO_WM_TAG_VERSION" val="1.0"/>
  <p:tag name="KSO_WM_BEAUTIFY_FLAG" val="#wm#"/>
  <p:tag name="KSO_WM_UNIT_TYPE" val="i"/>
  <p:tag name="KSO_WM_UNIT_INDEX" val="81"/>
  <p:tag name="KSO_WM_UNIT_ADJUSTLAYOUT_ID" val="558"/>
</p:tagLst>
</file>

<file path=ppt/tags/tag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2"/>
  <p:tag name="KSO_WM_TEMPLATE_CATEGORY" val="diagram"/>
  <p:tag name="KSO_WM_TEMPLATE_INDEX" val="20198104"/>
  <p:tag name="KSO_WM_UNIT_LAYERLEVEL" val="1"/>
  <p:tag name="KSO_WM_TAG_VERSION" val="1.0"/>
  <p:tag name="KSO_WM_BEAUTIFY_FLAG" val="#wm#"/>
  <p:tag name="KSO_WM_UNIT_TYPE" val="i"/>
  <p:tag name="KSO_WM_UNIT_INDEX" val="82"/>
  <p:tag name="KSO_WM_UNIT_ADJUSTLAYOUT_ID" val="559"/>
</p:tagLst>
</file>

<file path=ppt/tags/tag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3"/>
  <p:tag name="KSO_WM_TEMPLATE_CATEGORY" val="diagram"/>
  <p:tag name="KSO_WM_TEMPLATE_INDEX" val="20198104"/>
  <p:tag name="KSO_WM_UNIT_LAYERLEVEL" val="1"/>
  <p:tag name="KSO_WM_TAG_VERSION" val="1.0"/>
  <p:tag name="KSO_WM_BEAUTIFY_FLAG" val="#wm#"/>
  <p:tag name="KSO_WM_UNIT_TYPE" val="i"/>
  <p:tag name="KSO_WM_UNIT_INDEX" val="83"/>
  <p:tag name="KSO_WM_UNIT_ADJUSTLAYOUT_ID" val="560"/>
</p:tagLst>
</file>

<file path=ppt/tags/tag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4"/>
  <p:tag name="KSO_WM_TEMPLATE_CATEGORY" val="diagram"/>
  <p:tag name="KSO_WM_TEMPLATE_INDEX" val="20198104"/>
  <p:tag name="KSO_WM_UNIT_LAYERLEVEL" val="1"/>
  <p:tag name="KSO_WM_TAG_VERSION" val="1.0"/>
  <p:tag name="KSO_WM_BEAUTIFY_FLAG" val="#wm#"/>
  <p:tag name="KSO_WM_UNIT_TYPE" val="i"/>
  <p:tag name="KSO_WM_UNIT_INDEX" val="84"/>
  <p:tag name="KSO_WM_UNIT_ADJUSTLAYOUT_ID" val="561"/>
</p:tagLst>
</file>

<file path=ppt/tags/tag3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5"/>
  <p:tag name="KSO_WM_TEMPLATE_CATEGORY" val="diagram"/>
  <p:tag name="KSO_WM_TEMPLATE_INDEX" val="20198104"/>
  <p:tag name="KSO_WM_UNIT_LAYERLEVEL" val="1"/>
  <p:tag name="KSO_WM_TAG_VERSION" val="1.0"/>
  <p:tag name="KSO_WM_BEAUTIFY_FLAG" val="#wm#"/>
  <p:tag name="KSO_WM_UNIT_TYPE" val="i"/>
  <p:tag name="KSO_WM_UNIT_INDEX" val="85"/>
  <p:tag name="KSO_WM_UNIT_ADJUSTLAYOUT_ID" val="562"/>
</p:tagLst>
</file>

<file path=ppt/tags/tag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6"/>
  <p:tag name="KSO_WM_TEMPLATE_CATEGORY" val="diagram"/>
  <p:tag name="KSO_WM_TEMPLATE_INDEX" val="20198104"/>
  <p:tag name="KSO_WM_UNIT_LAYERLEVEL" val="1"/>
  <p:tag name="KSO_WM_TAG_VERSION" val="1.0"/>
  <p:tag name="KSO_WM_BEAUTIFY_FLAG" val="#wm#"/>
  <p:tag name="KSO_WM_UNIT_TYPE" val="i"/>
  <p:tag name="KSO_WM_UNIT_INDEX" val="86"/>
  <p:tag name="KSO_WM_UNIT_ADJUSTLAYOUT_ID" val="543"/>
</p:tagLst>
</file>

<file path=ppt/tags/tag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7"/>
  <p:tag name="KSO_WM_TEMPLATE_CATEGORY" val="diagram"/>
  <p:tag name="KSO_WM_TEMPLATE_INDEX" val="20198104"/>
  <p:tag name="KSO_WM_UNIT_LAYERLEVEL" val="1"/>
  <p:tag name="KSO_WM_TAG_VERSION" val="1.0"/>
  <p:tag name="KSO_WM_BEAUTIFY_FLAG" val="#wm#"/>
  <p:tag name="KSO_WM_UNIT_TYPE" val="i"/>
  <p:tag name="KSO_WM_UNIT_INDEX" val="87"/>
  <p:tag name="KSO_WM_UNIT_ADJUSTLAYOUT_ID" val="544"/>
</p:tagLst>
</file>

<file path=ppt/tags/tag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8"/>
  <p:tag name="KSO_WM_TEMPLATE_CATEGORY" val="diagram"/>
  <p:tag name="KSO_WM_TEMPLATE_INDEX" val="20198104"/>
  <p:tag name="KSO_WM_UNIT_LAYERLEVEL" val="1"/>
  <p:tag name="KSO_WM_TAG_VERSION" val="1.0"/>
  <p:tag name="KSO_WM_BEAUTIFY_FLAG" val="#wm#"/>
  <p:tag name="KSO_WM_UNIT_TYPE" val="i"/>
  <p:tag name="KSO_WM_UNIT_INDEX" val="88"/>
  <p:tag name="KSO_WM_UNIT_ADJUSTLAYOUT_ID" val="545"/>
</p:tagLst>
</file>

<file path=ppt/tags/tag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0"/>
  <p:tag name="KSO_WM_TEMPLATE_CATEGORY" val="diagram"/>
  <p:tag name="KSO_WM_TEMPLATE_INDEX" val="20198104"/>
  <p:tag name="KSO_WM_UNIT_LAYERLEVEL" val="1"/>
  <p:tag name="KSO_WM_TAG_VERSION" val="1.0"/>
  <p:tag name="KSO_WM_BEAUTIFY_FLAG" val="#wm#"/>
  <p:tag name="KSO_WM_UNIT_TYPE" val="i"/>
  <p:tag name="KSO_WM_UNIT_INDEX" val="90"/>
  <p:tag name="KSO_WM_UNIT_ADJUSTLAYOUT_ID" val="546"/>
</p:tagLst>
</file>

<file path=ppt/tags/tag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1"/>
  <p:tag name="KSO_WM_TEMPLATE_CATEGORY" val="diagram"/>
  <p:tag name="KSO_WM_TEMPLATE_INDEX" val="20198104"/>
  <p:tag name="KSO_WM_UNIT_LAYERLEVEL" val="1"/>
  <p:tag name="KSO_WM_TAG_VERSION" val="1.0"/>
  <p:tag name="KSO_WM_BEAUTIFY_FLAG" val="#wm#"/>
  <p:tag name="KSO_WM_UNIT_TYPE" val="i"/>
  <p:tag name="KSO_WM_UNIT_INDEX" val="91"/>
  <p:tag name="KSO_WM_UNIT_ADJUSTLAYOUT_ID" val="547"/>
</p:tagLst>
</file>

<file path=ppt/tags/tag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2"/>
  <p:tag name="KSO_WM_TEMPLATE_CATEGORY" val="diagram"/>
  <p:tag name="KSO_WM_TEMPLATE_INDEX" val="20198104"/>
  <p:tag name="KSO_WM_UNIT_LAYERLEVEL" val="1"/>
  <p:tag name="KSO_WM_TAG_VERSION" val="1.0"/>
  <p:tag name="KSO_WM_BEAUTIFY_FLAG" val="#wm#"/>
  <p:tag name="KSO_WM_UNIT_TYPE" val="i"/>
  <p:tag name="KSO_WM_UNIT_INDEX" val="92"/>
  <p:tag name="KSO_WM_UNIT_ADJUSTLAYOUT_ID" val="548"/>
</p:tagLst>
</file>

<file path=ppt/tags/tag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3"/>
  <p:tag name="KSO_WM_TEMPLATE_CATEGORY" val="diagram"/>
  <p:tag name="KSO_WM_TEMPLATE_INDEX" val="20198104"/>
  <p:tag name="KSO_WM_UNIT_LAYERLEVEL" val="1"/>
  <p:tag name="KSO_WM_TAG_VERSION" val="1.0"/>
  <p:tag name="KSO_WM_BEAUTIFY_FLAG" val="#wm#"/>
  <p:tag name="KSO_WM_UNIT_TYPE" val="i"/>
  <p:tag name="KSO_WM_UNIT_INDEX" val="93"/>
  <p:tag name="KSO_WM_UNIT_ADJUSTLAYOUT_ID" val="549"/>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4"/>
  <p:tag name="KSO_WM_TEMPLATE_CATEGORY" val="diagram"/>
  <p:tag name="KSO_WM_TEMPLATE_INDEX" val="20198104"/>
  <p:tag name="KSO_WM_UNIT_LAYERLEVEL" val="1"/>
  <p:tag name="KSO_WM_TAG_VERSION" val="1.0"/>
  <p:tag name="KSO_WM_BEAUTIFY_FLAG" val="#wm#"/>
  <p:tag name="KSO_WM_UNIT_TYPE" val="i"/>
  <p:tag name="KSO_WM_UNIT_INDEX" val="94"/>
  <p:tag name="KSO_WM_UNIT_ADJUSTLAYOUT_ID" val="550"/>
</p:tagLst>
</file>

<file path=ppt/tags/tag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5"/>
  <p:tag name="KSO_WM_TEMPLATE_CATEGORY" val="diagram"/>
  <p:tag name="KSO_WM_TEMPLATE_INDEX" val="20198104"/>
  <p:tag name="KSO_WM_UNIT_LAYERLEVEL" val="1"/>
  <p:tag name="KSO_WM_TAG_VERSION" val="1.0"/>
  <p:tag name="KSO_WM_BEAUTIFY_FLAG" val="#wm#"/>
  <p:tag name="KSO_WM_UNIT_TYPE" val="i"/>
  <p:tag name="KSO_WM_UNIT_INDEX" val="95"/>
  <p:tag name="KSO_WM_UNIT_ADJUSTLAYOUT_ID" val="551"/>
</p:tagLst>
</file>

<file path=ppt/tags/tag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6"/>
  <p:tag name="KSO_WM_TEMPLATE_CATEGORY" val="diagram"/>
  <p:tag name="KSO_WM_TEMPLATE_INDEX" val="20198104"/>
  <p:tag name="KSO_WM_UNIT_LAYERLEVEL" val="1"/>
  <p:tag name="KSO_WM_TAG_VERSION" val="1.0"/>
  <p:tag name="KSO_WM_BEAUTIFY_FLAG" val="#wm#"/>
  <p:tag name="KSO_WM_UNIT_TYPE" val="i"/>
  <p:tag name="KSO_WM_UNIT_INDEX" val="96"/>
  <p:tag name="KSO_WM_UNIT_ADJUSTLAYOUT_ID" val="552"/>
</p:tagLst>
</file>

<file path=ppt/tags/tag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7"/>
  <p:tag name="KSO_WM_TEMPLATE_CATEGORY" val="diagram"/>
  <p:tag name="KSO_WM_TEMPLATE_INDEX" val="20198104"/>
  <p:tag name="KSO_WM_UNIT_LAYERLEVEL" val="1"/>
  <p:tag name="KSO_WM_TAG_VERSION" val="1.0"/>
  <p:tag name="KSO_WM_BEAUTIFY_FLAG" val="#wm#"/>
  <p:tag name="KSO_WM_UNIT_TYPE" val="i"/>
  <p:tag name="KSO_WM_UNIT_INDEX" val="97"/>
  <p:tag name="KSO_WM_UNIT_ADJUSTLAYOUT_ID" val="533"/>
</p:tagLst>
</file>

<file path=ppt/tags/tag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8"/>
  <p:tag name="KSO_WM_TEMPLATE_CATEGORY" val="diagram"/>
  <p:tag name="KSO_WM_TEMPLATE_INDEX" val="20198104"/>
  <p:tag name="KSO_WM_UNIT_LAYERLEVEL" val="1"/>
  <p:tag name="KSO_WM_TAG_VERSION" val="1.0"/>
  <p:tag name="KSO_WM_BEAUTIFY_FLAG" val="#wm#"/>
  <p:tag name="KSO_WM_UNIT_TYPE" val="i"/>
  <p:tag name="KSO_WM_UNIT_INDEX" val="98"/>
  <p:tag name="KSO_WM_UNIT_ADJUSTLAYOUT_ID" val="534"/>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9"/>
  <p:tag name="KSO_WM_TEMPLATE_CATEGORY" val="diagram"/>
  <p:tag name="KSO_WM_TEMPLATE_INDEX" val="20198104"/>
  <p:tag name="KSO_WM_UNIT_LAYERLEVEL" val="1"/>
  <p:tag name="KSO_WM_TAG_VERSION" val="1.0"/>
  <p:tag name="KSO_WM_BEAUTIFY_FLAG" val="#wm#"/>
  <p:tag name="KSO_WM_UNIT_TYPE" val="i"/>
  <p:tag name="KSO_WM_UNIT_INDEX" val="99"/>
  <p:tag name="KSO_WM_UNIT_ADJUSTLAYOUT_ID" val="535"/>
</p:tagLst>
</file>

<file path=ppt/tags/tag3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1"/>
  <p:tag name="KSO_WM_TEMPLATE_CATEGORY" val="diagram"/>
  <p:tag name="KSO_WM_TEMPLATE_INDEX" val="20198104"/>
  <p:tag name="KSO_WM_UNIT_LAYERLEVEL" val="1"/>
  <p:tag name="KSO_WM_TAG_VERSION" val="1.0"/>
  <p:tag name="KSO_WM_BEAUTIFY_FLAG" val="#wm#"/>
  <p:tag name="KSO_WM_UNIT_TYPE" val="i"/>
  <p:tag name="KSO_WM_UNIT_INDEX" val="101"/>
  <p:tag name="KSO_WM_UNIT_ADJUSTLAYOUT_ID" val="536"/>
</p:tagLst>
</file>

<file path=ppt/tags/tag3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2"/>
  <p:tag name="KSO_WM_TEMPLATE_CATEGORY" val="diagram"/>
  <p:tag name="KSO_WM_TEMPLATE_INDEX" val="20198104"/>
  <p:tag name="KSO_WM_UNIT_LAYERLEVEL" val="1"/>
  <p:tag name="KSO_WM_TAG_VERSION" val="1.0"/>
  <p:tag name="KSO_WM_BEAUTIFY_FLAG" val="#wm#"/>
  <p:tag name="KSO_WM_UNIT_TYPE" val="i"/>
  <p:tag name="KSO_WM_UNIT_INDEX" val="102"/>
  <p:tag name="KSO_WM_UNIT_ADJUSTLAYOUT_ID" val="537"/>
</p:tagLst>
</file>

<file path=ppt/tags/tag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3"/>
  <p:tag name="KSO_WM_TEMPLATE_CATEGORY" val="diagram"/>
  <p:tag name="KSO_WM_TEMPLATE_INDEX" val="20198104"/>
  <p:tag name="KSO_WM_UNIT_LAYERLEVEL" val="1"/>
  <p:tag name="KSO_WM_TAG_VERSION" val="1.0"/>
  <p:tag name="KSO_WM_BEAUTIFY_FLAG" val="#wm#"/>
  <p:tag name="KSO_WM_UNIT_TYPE" val="i"/>
  <p:tag name="KSO_WM_UNIT_INDEX" val="103"/>
  <p:tag name="KSO_WM_UNIT_ADJUSTLAYOUT_ID" val="538"/>
</p:tagLst>
</file>

<file path=ppt/tags/tag3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4"/>
  <p:tag name="KSO_WM_TEMPLATE_CATEGORY" val="diagram"/>
  <p:tag name="KSO_WM_TEMPLATE_INDEX" val="20198104"/>
  <p:tag name="KSO_WM_UNIT_LAYERLEVEL" val="1"/>
  <p:tag name="KSO_WM_TAG_VERSION" val="1.0"/>
  <p:tag name="KSO_WM_BEAUTIFY_FLAG" val="#wm#"/>
  <p:tag name="KSO_WM_UNIT_TYPE" val="i"/>
  <p:tag name="KSO_WM_UNIT_INDEX" val="104"/>
  <p:tag name="KSO_WM_UNIT_ADJUSTLAYOUT_ID" val="539"/>
</p:tagLst>
</file>

<file path=ppt/tags/tag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5"/>
  <p:tag name="KSO_WM_TEMPLATE_CATEGORY" val="diagram"/>
  <p:tag name="KSO_WM_TEMPLATE_INDEX" val="20198104"/>
  <p:tag name="KSO_WM_UNIT_LAYERLEVEL" val="1"/>
  <p:tag name="KSO_WM_TAG_VERSION" val="1.0"/>
  <p:tag name="KSO_WM_BEAUTIFY_FLAG" val="#wm#"/>
  <p:tag name="KSO_WM_UNIT_TYPE" val="i"/>
  <p:tag name="KSO_WM_UNIT_INDEX" val="105"/>
  <p:tag name="KSO_WM_UNIT_ADJUSTLAYOUT_ID" val="540"/>
</p:tagLst>
</file>

<file path=ppt/tags/tag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6"/>
  <p:tag name="KSO_WM_TEMPLATE_CATEGORY" val="diagram"/>
  <p:tag name="KSO_WM_TEMPLATE_INDEX" val="20198104"/>
  <p:tag name="KSO_WM_UNIT_LAYERLEVEL" val="1"/>
  <p:tag name="KSO_WM_TAG_VERSION" val="1.0"/>
  <p:tag name="KSO_WM_BEAUTIFY_FLAG" val="#wm#"/>
  <p:tag name="KSO_WM_UNIT_TYPE" val="i"/>
  <p:tag name="KSO_WM_UNIT_INDEX" val="106"/>
  <p:tag name="KSO_WM_UNIT_ADJUSTLAYOUT_ID" val="541"/>
</p:tagLst>
</file>

<file path=ppt/tags/tag3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7"/>
  <p:tag name="KSO_WM_TEMPLATE_CATEGORY" val="diagram"/>
  <p:tag name="KSO_WM_TEMPLATE_INDEX" val="20198104"/>
  <p:tag name="KSO_WM_UNIT_LAYERLEVEL" val="1"/>
  <p:tag name="KSO_WM_TAG_VERSION" val="1.0"/>
  <p:tag name="KSO_WM_BEAUTIFY_FLAG" val="#wm#"/>
  <p:tag name="KSO_WM_UNIT_TYPE" val="i"/>
  <p:tag name="KSO_WM_UNIT_INDEX" val="107"/>
  <p:tag name="KSO_WM_UNIT_ADJUSTLAYOUT_ID" val="542"/>
</p:tagLst>
</file>

<file path=ppt/tags/tag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8"/>
  <p:tag name="KSO_WM_TEMPLATE_CATEGORY" val="diagram"/>
  <p:tag name="KSO_WM_TEMPLATE_INDEX" val="20198104"/>
  <p:tag name="KSO_WM_UNIT_LAYERLEVEL" val="1"/>
  <p:tag name="KSO_WM_TAG_VERSION" val="1.0"/>
  <p:tag name="KSO_WM_BEAUTIFY_FLAG" val="#wm#"/>
  <p:tag name="KSO_WM_UNIT_TYPE" val="i"/>
  <p:tag name="KSO_WM_UNIT_INDEX" val="108"/>
  <p:tag name="KSO_WM_UNIT_ADJUSTLAYOUT_ID" val="523"/>
</p:tagLst>
</file>

<file path=ppt/tags/tag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9"/>
  <p:tag name="KSO_WM_TEMPLATE_CATEGORY" val="diagram"/>
  <p:tag name="KSO_WM_TEMPLATE_INDEX" val="20198104"/>
  <p:tag name="KSO_WM_UNIT_LAYERLEVEL" val="1"/>
  <p:tag name="KSO_WM_TAG_VERSION" val="1.0"/>
  <p:tag name="KSO_WM_BEAUTIFY_FLAG" val="#wm#"/>
  <p:tag name="KSO_WM_UNIT_TYPE" val="i"/>
  <p:tag name="KSO_WM_UNIT_INDEX" val="109"/>
  <p:tag name="KSO_WM_UNIT_ADJUSTLAYOUT_ID" val="524"/>
</p:tagLst>
</file>

<file path=ppt/tags/tag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10"/>
  <p:tag name="KSO_WM_TEMPLATE_CATEGORY" val="diagram"/>
  <p:tag name="KSO_WM_TEMPLATE_INDEX" val="20198104"/>
  <p:tag name="KSO_WM_UNIT_LAYERLEVEL" val="1"/>
  <p:tag name="KSO_WM_TAG_VERSION" val="1.0"/>
  <p:tag name="KSO_WM_BEAUTIFY_FLAG" val="#wm#"/>
  <p:tag name="KSO_WM_UNIT_TYPE" val="i"/>
  <p:tag name="KSO_WM_UNIT_INDEX" val="110"/>
  <p:tag name="KSO_WM_UNIT_ADJUSTLAYOUT_ID" val="525"/>
</p:tagLst>
</file>

<file path=ppt/tags/tag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3"/>
  <p:tag name="KSO_WM_TEMPLATE_CATEGORY" val="diagram"/>
  <p:tag name="KSO_WM_TEMPLATE_INDEX" val="20198104"/>
  <p:tag name="KSO_WM_UNIT_LAYERLEVEL" val="1"/>
  <p:tag name="KSO_WM_TAG_VERSION" val="1.0"/>
  <p:tag name="KSO_WM_BEAUTIFY_FLAG" val="#wm#"/>
  <p:tag name="KSO_WM_UNIT_TYPE" val="i"/>
  <p:tag name="KSO_WM_UNIT_INDEX" val="3"/>
  <p:tag name="KSO_WM_UNIT_ADJUSTLAYOUT_ID" val="526"/>
</p:tagLst>
</file>

<file path=ppt/tags/tag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4"/>
  <p:tag name="KSO_WM_TEMPLATE_CATEGORY" val="diagram"/>
  <p:tag name="KSO_WM_TEMPLATE_INDEX" val="20198104"/>
  <p:tag name="KSO_WM_UNIT_LAYERLEVEL" val="1"/>
  <p:tag name="KSO_WM_TAG_VERSION" val="1.0"/>
  <p:tag name="KSO_WM_BEAUTIFY_FLAG" val="#wm#"/>
  <p:tag name="KSO_WM_UNIT_TYPE" val="i"/>
  <p:tag name="KSO_WM_UNIT_INDEX" val="4"/>
  <p:tag name="KSO_WM_UNIT_ADJUSTLAYOUT_ID" val="527"/>
</p:tagLst>
</file>

<file path=ppt/tags/tag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5"/>
  <p:tag name="KSO_WM_TEMPLATE_CATEGORY" val="diagram"/>
  <p:tag name="KSO_WM_TEMPLATE_INDEX" val="20198104"/>
  <p:tag name="KSO_WM_UNIT_LAYERLEVEL" val="1"/>
  <p:tag name="KSO_WM_TAG_VERSION" val="1.0"/>
  <p:tag name="KSO_WM_BEAUTIFY_FLAG" val="#wm#"/>
  <p:tag name="KSO_WM_UNIT_TYPE" val="i"/>
  <p:tag name="KSO_WM_UNIT_INDEX" val="5"/>
  <p:tag name="KSO_WM_UNIT_ADJUSTLAYOUT_ID" val="528"/>
</p:tagLst>
</file>

<file path=ppt/tags/tag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6"/>
  <p:tag name="KSO_WM_TEMPLATE_CATEGORY" val="diagram"/>
  <p:tag name="KSO_WM_TEMPLATE_INDEX" val="20198104"/>
  <p:tag name="KSO_WM_UNIT_LAYERLEVEL" val="1"/>
  <p:tag name="KSO_WM_TAG_VERSION" val="1.0"/>
  <p:tag name="KSO_WM_BEAUTIFY_FLAG" val="#wm#"/>
  <p:tag name="KSO_WM_UNIT_TYPE" val="i"/>
  <p:tag name="KSO_WM_UNIT_INDEX" val="6"/>
  <p:tag name="KSO_WM_UNIT_ADJUSTLAYOUT_ID" val="529"/>
</p:tagLst>
</file>

<file path=ppt/tags/tag3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7"/>
  <p:tag name="KSO_WM_TEMPLATE_CATEGORY" val="diagram"/>
  <p:tag name="KSO_WM_TEMPLATE_INDEX" val="20198104"/>
  <p:tag name="KSO_WM_UNIT_LAYERLEVEL" val="1"/>
  <p:tag name="KSO_WM_TAG_VERSION" val="1.0"/>
  <p:tag name="KSO_WM_BEAUTIFY_FLAG" val="#wm#"/>
  <p:tag name="KSO_WM_UNIT_TYPE" val="i"/>
  <p:tag name="KSO_WM_UNIT_INDEX" val="7"/>
  <p:tag name="KSO_WM_UNIT_ADJUSTLAYOUT_ID" val="530"/>
</p:tagLst>
</file>

<file path=ppt/tags/tag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8"/>
  <p:tag name="KSO_WM_TEMPLATE_CATEGORY" val="diagram"/>
  <p:tag name="KSO_WM_TEMPLATE_INDEX" val="20198104"/>
  <p:tag name="KSO_WM_UNIT_LAYERLEVEL" val="1"/>
  <p:tag name="KSO_WM_TAG_VERSION" val="1.0"/>
  <p:tag name="KSO_WM_BEAUTIFY_FLAG" val="#wm#"/>
  <p:tag name="KSO_WM_UNIT_TYPE" val="i"/>
  <p:tag name="KSO_WM_UNIT_INDEX" val="8"/>
  <p:tag name="KSO_WM_UNIT_ADJUSTLAYOUT_ID" val="531"/>
</p:tagLst>
</file>

<file path=ppt/tags/tag3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9"/>
  <p:tag name="KSO_WM_TEMPLATE_CATEGORY" val="diagram"/>
  <p:tag name="KSO_WM_TEMPLATE_INDEX" val="20198104"/>
  <p:tag name="KSO_WM_UNIT_LAYERLEVEL" val="1"/>
  <p:tag name="KSO_WM_TAG_VERSION" val="1.0"/>
  <p:tag name="KSO_WM_BEAUTIFY_FLAG" val="#wm#"/>
  <p:tag name="KSO_WM_UNIT_TYPE" val="i"/>
  <p:tag name="KSO_WM_UNIT_INDEX" val="9"/>
  <p:tag name="KSO_WM_UNIT_ADJUSTLAYOUT_ID" val="532"/>
</p:tagLst>
</file>

<file path=ppt/tags/tag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11"/>
  <p:tag name="KSO_WM_TEMPLATE_CATEGORY" val="diagram"/>
  <p:tag name="KSO_WM_TEMPLATE_INDEX" val="20198104"/>
  <p:tag name="KSO_WM_UNIT_LAYERLEVEL" val="1"/>
  <p:tag name="KSO_WM_TAG_VERSION" val="1.0"/>
  <p:tag name="KSO_WM_BEAUTIFY_FLAG" val="#wm#"/>
  <p:tag name="KSO_WM_UNIT_TYPE" val="i"/>
  <p:tag name="KSO_WM_UNIT_INDEX" val="111"/>
  <p:tag name="KSO_WM_UNIT_ADJUSTLAYOUT_ID" val="510"/>
</p:tagLst>
</file>

<file path=ppt/tags/tag3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0"/>
  <p:tag name="KSO_WM_TEMPLATE_CATEGORY" val="diagram"/>
  <p:tag name="KSO_WM_TEMPLATE_INDEX" val="20198104"/>
  <p:tag name="KSO_WM_UNIT_LAYERLEVEL" val="1"/>
  <p:tag name="KSO_WM_TAG_VERSION" val="1.0"/>
  <p:tag name="KSO_WM_BEAUTIFY_FLAG" val="#wm#"/>
  <p:tag name="KSO_WM_UNIT_TYPE" val="i"/>
  <p:tag name="KSO_WM_UNIT_INDEX" val="10"/>
  <p:tag name="KSO_WM_UNIT_ADJUSTLAYOUT_ID" val="513"/>
</p:tagLst>
</file>

<file path=ppt/tags/tag338.xml><?xml version="1.0" encoding="utf-8"?>
<p:tagLst xmlns:a="http://schemas.openxmlformats.org/drawingml/2006/main" xmlns:r="http://schemas.openxmlformats.org/officeDocument/2006/relationships" xmlns:p="http://schemas.openxmlformats.org/presentationml/2006/main">
  <p:tag name="KSO_WM_UNIT_TEXT_PART_ID_V2" val="b-3-1"/>
  <p:tag name="KSO_WM_UNIT_HIGHLIGHT" val="0"/>
  <p:tag name="KSO_WM_UNIT_COMPATIBLE" val="0"/>
  <p:tag name="KSO_WM_UNIT_DIAGRAM_ISNUMVISUAL" val="0"/>
  <p:tag name="KSO_WM_UNIT_DIAGRAM_ISREFERUNIT" val="0"/>
  <p:tag name="KSO_WM_UNIT_ID" val="diagram20198104_1*a*1"/>
  <p:tag name="KSO_WM_TEMPLATE_CATEGORY" val="diagram"/>
  <p:tag name="KSO_WM_TEMPLATE_INDEX" val="20198104"/>
  <p:tag name="KSO_WM_UNIT_LAYERLEVEL" val="1"/>
  <p:tag name="KSO_WM_TAG_VERSION" val="1.0"/>
  <p:tag name="KSO_WM_BEAUTIFY_FLAG" val="#wm#"/>
  <p:tag name="KSO_WM_UNIT_ISCONTENTSTITLE" val="0"/>
  <p:tag name="KSO_WM_UNIT_NOCLEAR" val="0"/>
  <p:tag name="KSO_WM_UNIT_VALUE" val="29"/>
  <p:tag name="KSO_WM_UNIT_TYPE" val="a"/>
  <p:tag name="KSO_WM_UNIT_INDEX" val="1"/>
  <p:tag name="KSO_WM_UNIT_PRESET_TEXT" val="单击此处添加您的大标题"/>
  <p:tag name="KSO_WM_UNIT_ADJUSTLAYOUT_ID" val="7"/>
</p:tagLst>
</file>

<file path=ppt/tags/tag3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1"/>
  <p:tag name="KSO_WM_TEMPLATE_CATEGORY" val="diagram"/>
  <p:tag name="KSO_WM_TEMPLATE_INDEX" val="20198104"/>
  <p:tag name="KSO_WM_UNIT_LAYERLEVEL" val="1"/>
  <p:tag name="KSO_WM_TAG_VERSION" val="1.0"/>
  <p:tag name="KSO_WM_BEAUTIFY_FLAG" val="#wm#"/>
  <p:tag name="KSO_WM_UNIT_TYPE" val="i"/>
  <p:tag name="KSO_WM_UNIT_INDEX" val="11"/>
  <p:tag name="KSO_WM_UNIT_ADJUSTLAYOUT_ID" val="9"/>
</p:tagLst>
</file>

<file path=ppt/tags/tag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2"/>
  <p:tag name="KSO_WM_TEMPLATE_CATEGORY" val="diagram"/>
  <p:tag name="KSO_WM_TEMPLATE_INDEX" val="20198104"/>
  <p:tag name="KSO_WM_UNIT_LAYERLEVEL" val="1"/>
  <p:tag name="KSO_WM_TAG_VERSION" val="1.0"/>
  <p:tag name="KSO_WM_BEAUTIFY_FLAG" val="#wm#"/>
  <p:tag name="KSO_WM_UNIT_TYPE" val="i"/>
  <p:tag name="KSO_WM_UNIT_INDEX" val="12"/>
  <p:tag name="KSO_WM_UNIT_ADJUSTLAYOUT_ID" val="10"/>
</p:tagLst>
</file>

<file path=ppt/tags/tag3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04_1*i*14"/>
  <p:tag name="KSO_WM_TEMPLATE_CATEGORY" val="diagram"/>
  <p:tag name="KSO_WM_TEMPLATE_INDEX" val="20198104"/>
  <p:tag name="KSO_WM_UNIT_LAYERLEVEL" val="1"/>
  <p:tag name="KSO_WM_TAG_VERSION" val="1.0"/>
  <p:tag name="KSO_WM_BEAUTIFY_FLAG" val="#wm#"/>
  <p:tag name="KSO_WM_UNIT_TYPE" val="i"/>
  <p:tag name="KSO_WM_UNIT_INDEX" val="14"/>
  <p:tag name="KSO_WM_UNIT_ADJUSTLAYOUT_ID" val="515"/>
</p:tagLst>
</file>

<file path=ppt/tags/tag342.xml><?xml version="1.0" encoding="utf-8"?>
<p:tagLst xmlns:a="http://schemas.openxmlformats.org/drawingml/2006/main" xmlns:r="http://schemas.openxmlformats.org/officeDocument/2006/relationships" xmlns:p="http://schemas.openxmlformats.org/presentationml/2006/main">
  <p:tag name="KSO_WM_UNIT_TEXT_PART_ID_V2" val="d-1-1"/>
  <p:tag name="KSO_WM_UNIT_HIGHLIGHT" val="0"/>
  <p:tag name="KSO_WM_UNIT_COMPATIBLE" val="0"/>
  <p:tag name="KSO_WM_UNIT_DIAGRAM_ISNUMVISUAL" val="0"/>
  <p:tag name="KSO_WM_UNIT_DIAGRAM_ISREFERUNIT" val="0"/>
  <p:tag name="KSO_WM_UNIT_ID" val="diagram20198104_1*f*1"/>
  <p:tag name="KSO_WM_TEMPLATE_CATEGORY" val="diagram"/>
  <p:tag name="KSO_WM_TEMPLATE_INDEX" val="20198104"/>
  <p:tag name="KSO_WM_UNIT_LAYERLEVEL" val="1"/>
  <p:tag name="KSO_WM_TAG_VERSION" val="1.0"/>
  <p:tag name="KSO_WM_BEAUTIFY_FLAG" val="#wm#"/>
  <p:tag name="KSO_WM_UNIT_NOCLEAR" val="0"/>
  <p:tag name="KSO_WM_UNIT_VALUE" val="32"/>
  <p:tag name="KSO_WM_UNIT_TYPE" val="f"/>
  <p:tag name="KSO_WM_UNIT_INDEX" val="1"/>
  <p:tag name="KSO_WM_UNIT_PRESET_TEXT" val="点击此处添加正文，文字是您思想的提炼，请言简意赅的阐述观点。"/>
  <p:tag name="KSO_WM_UNIT_ADJUSTLAYOUT_ID" val="12"/>
</p:tagLst>
</file>

<file path=ppt/tags/tag343.xml><?xml version="1.0" encoding="utf-8"?>
<p:tagLst xmlns:a="http://schemas.openxmlformats.org/drawingml/2006/main" xmlns:r="http://schemas.openxmlformats.org/officeDocument/2006/relationships" xmlns:p="http://schemas.openxmlformats.org/presentationml/2006/main">
  <p:tag name="KSO_WM_SLIDE_ID" val="diagram20200738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EMPLATE_MASTER_THUMB_INDEX" val="0"/>
  <p:tag name="KSO_WM_UNIT_SHOW_EDIT_AREA_INDICATION" val="0"/>
  <p:tag name="KSO_WM_SLIDE_SIZE" val="873*497"/>
  <p:tag name="KSO_WM_SLIDE_POSITION" val="21*0"/>
  <p:tag name="KSO_WM_TAG_VERSION" val="1.0"/>
  <p:tag name="KSO_WM_BEAUTIFY_FLAG" val="#wm#"/>
  <p:tag name="KSO_WM_TEMPLATE_CATEGORY" val="diagram"/>
  <p:tag name="KSO_WM_TEMPLATE_INDEX" val="20200738"/>
  <p:tag name="KSO_WM_SLIDE_LAYOUT" val="a_d_f"/>
  <p:tag name="KSO_WM_SLIDE_LAYOUT_CNT" val="1_1_1"/>
</p:tagLst>
</file>

<file path=ppt/tags/tag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diagram20200738_1*i*1"/>
  <p:tag name="KSO_WM_TEMPLATE_CATEGORY" val="diagram"/>
  <p:tag name="KSO_WM_TEMPLATE_INDEX" val="20200738"/>
  <p:tag name="KSO_WM_UNIT_LAYERLEVEL" val="1"/>
  <p:tag name="KSO_WM_TAG_VERSION" val="1.0"/>
  <p:tag name="KSO_WM_BEAUTIFY_FLAG" val="#wm#"/>
</p:tagLst>
</file>

<file path=ppt/tags/tag3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3"/>
  <p:tag name="KSO_WM_UNIT_ID" val="diagram20200738_1*i*3"/>
  <p:tag name="KSO_WM_TEMPLATE_CATEGORY" val="diagram"/>
  <p:tag name="KSO_WM_TEMPLATE_INDEX" val="20200738"/>
  <p:tag name="KSO_WM_UNIT_LAYERLEVEL" val="1"/>
  <p:tag name="KSO_WM_TAG_VERSION" val="1.0"/>
  <p:tag name="KSO_WM_BEAUTIFY_FLAG" val="#wm#"/>
</p:tagLst>
</file>

<file path=ppt/tags/tag346.xml><?xml version="1.0" encoding="utf-8"?>
<p:tagLst xmlns:a="http://schemas.openxmlformats.org/drawingml/2006/main" xmlns:r="http://schemas.openxmlformats.org/officeDocument/2006/relationships" xmlns:p="http://schemas.openxmlformats.org/presentationml/2006/main">
  <p:tag name="KSO_WM_UNIT_VALUE" val="772*1382"/>
  <p:tag name="KSO_WM_UNIT_HIGHLIGHT" val="0"/>
  <p:tag name="KSO_WM_UNIT_COMPATIBLE" val="0"/>
  <p:tag name="KSO_WM_UNIT_DIAGRAM_ISNUMVISUAL" val="0"/>
  <p:tag name="KSO_WM_UNIT_DIAGRAM_IS_NEED_ADD_PATH_ANIM" val="0"/>
  <p:tag name="KSO_WM_UNIT_DIAGRAM_ISREFERUNIT" val="0"/>
  <p:tag name="KSO_WM_UNIT_TYPE" val="d"/>
  <p:tag name="KSO_WM_UNIT_INDEX" val="1"/>
  <p:tag name="KSO_WM_UNIT_ID" val="diagram20200738_1*d*1"/>
  <p:tag name="KSO_WM_TEMPLATE_CATEGORY" val="diagram"/>
  <p:tag name="KSO_WM_TEMPLATE_INDEX" val="20200738"/>
  <p:tag name="KSO_WM_UNIT_SUPPORT_UNIT_TYPE" val="[]"/>
  <p:tag name="KSO_WM_UNIT_LAYERLEVEL" val="1"/>
  <p:tag name="KSO_WM_TAG_VERSION" val="1.0"/>
  <p:tag name="KSO_WM_BEAUTIFY_FLAG" val="#wm#"/>
</p:tagLst>
</file>

<file path=ppt/tags/tag347.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SHOW_EDIT_AREA_INDICATION" val="0"/>
  <p:tag name="KSO_WM_UNIT_VALUE" val="20"/>
  <p:tag name="KSO_WM_UNIT_HIGHLIGHT" val="0"/>
  <p:tag name="KSO_WM_UNIT_COMPATIBLE" val="0"/>
  <p:tag name="KSO_WM_UNIT_DIAGRAM_ISNUMVISUAL" val="0"/>
  <p:tag name="KSO_WM_UNIT_DIAGRAM_IS_NEED_ADD_PATH_ANIM" val="0"/>
  <p:tag name="KSO_WM_UNIT_DIAGRAM_ISREFERUNIT" val="0"/>
  <p:tag name="KSO_WM_UNIT_TYPE" val="a"/>
  <p:tag name="KSO_WM_UNIT_INDEX" val="1"/>
  <p:tag name="KSO_WM_UNIT_ID" val="diagram20200738_1*a*1"/>
  <p:tag name="KSO_WM_TEMPLATE_CATEGORY" val="diagram"/>
  <p:tag name="KSO_WM_TEMPLATE_INDEX" val="20200738"/>
  <p:tag name="KSO_WM_UNIT_LAYERLEVEL" val="1"/>
  <p:tag name="KSO_WM_TAG_VERSION" val="1.0"/>
  <p:tag name="KSO_WM_BEAUTIFY_FLAG" val="#wm#"/>
  <p:tag name="KSO_WM_UNIT_PRESET_TEXT" val="基本&#10;功能介绍"/>
</p:tagLst>
</file>

<file path=ppt/tags/tag3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2"/>
  <p:tag name="KSO_WM_UNIT_ID" val="diagram20200738_1*i*2"/>
  <p:tag name="KSO_WM_TEMPLATE_CATEGORY" val="diagram"/>
  <p:tag name="KSO_WM_TEMPLATE_INDEX" val="20200738"/>
  <p:tag name="KSO_WM_UNIT_LAYERLEVEL" val="1"/>
  <p:tag name="KSO_WM_TAG_VERSION" val="1.0"/>
  <p:tag name="KSO_WM_BEAUTIFY_FLAG" val="#wm#"/>
</p:tagLst>
</file>

<file path=ppt/tags/tag349.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VALUE" val="105"/>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diagram20200738_1*f*1"/>
  <p:tag name="KSO_WM_TEMPLATE_CATEGORY" val="diagram"/>
  <p:tag name="KSO_WM_TEMPLATE_INDEX" val="20200738"/>
  <p:tag name="KSO_WM_UNIT_LAYERLEVEL" val="1"/>
  <p:tag name="KSO_WM_TAG_VERSION" val="1.0"/>
  <p:tag name="KSO_WM_BEAUTIFY_FLAG" val="#wm#"/>
  <p:tag name="KSO_WM_UNIT_PRESET_TEXT" val="在日常运营中,怎么样的客户分类能够带来销售机会呢?不同的企业有不同销售业态,在客户的划分上有其行业特点,通过后台设置可以满足不同销售习惯的客户划分。在这里您还可以管理您所属的团队所有客户资料。"/>
</p:tagLst>
</file>

<file path=ppt/tags/tag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4"/>
  <p:tag name="KSO_WM_UNIT_ID" val="diagram20200738_1*i*4"/>
  <p:tag name="KSO_WM_TEMPLATE_CATEGORY" val="diagram"/>
  <p:tag name="KSO_WM_TEMPLATE_INDEX" val="20200738"/>
  <p:tag name="KSO_WM_UNIT_LAYERLEVEL" val="1"/>
  <p:tag name="KSO_WM_TAG_VERSION" val="1.0"/>
  <p:tag name="KSO_WM_BEAUTIFY_FLAG" val="#wm#"/>
</p:tagLst>
</file>

<file path=ppt/tags/tag3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5"/>
  <p:tag name="KSO_WM_UNIT_ID" val="diagram20200738_1*i*5"/>
  <p:tag name="KSO_WM_TEMPLATE_CATEGORY" val="diagram"/>
  <p:tag name="KSO_WM_TEMPLATE_INDEX" val="20200738"/>
  <p:tag name="KSO_WM_UNIT_LAYERLEVEL" val="1"/>
  <p:tag name="KSO_WM_TAG_VERSION" val="1.0"/>
  <p:tag name="KSO_WM_BEAUTIFY_FLAG" val="#wm#"/>
</p:tagLst>
</file>

<file path=ppt/tags/tag3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6"/>
  <p:tag name="KSO_WM_UNIT_ID" val="diagram20200738_1*i*6"/>
  <p:tag name="KSO_WM_TEMPLATE_CATEGORY" val="diagram"/>
  <p:tag name="KSO_WM_TEMPLATE_INDEX" val="20200738"/>
  <p:tag name="KSO_WM_UNIT_LAYERLEVEL" val="1"/>
  <p:tag name="KSO_WM_TAG_VERSION" val="1.0"/>
  <p:tag name="KSO_WM_BEAUTIFY_FLAG" val="#wm#"/>
</p:tagLst>
</file>

<file path=ppt/tags/tag353.xml><?xml version="1.0" encoding="utf-8"?>
<p:tagLst xmlns:a="http://schemas.openxmlformats.org/drawingml/2006/main" xmlns:r="http://schemas.openxmlformats.org/officeDocument/2006/relationships" xmlns:p="http://schemas.openxmlformats.org/presentationml/2006/main">
  <p:tag name="KSO_WM_SLIDE_ID" val="diagram20198632_1"/>
  <p:tag name="KSO_WM_TEMPLATE_SUBCATEGORY" val="8"/>
  <p:tag name="KSO_WM_TEMPLATE_MASTER_TYPE" val="0"/>
  <p:tag name="KSO_WM_TEMPLATE_COLOR_TYPE" val="1"/>
  <p:tag name="KSO_WM_SLIDE_TYPE" val="text"/>
  <p:tag name="KSO_WM_SLIDE_SUBTYPE" val="picTxt"/>
  <p:tag name="KSO_WM_SLIDE_ITEM_CNT" val="0"/>
  <p:tag name="KSO_WM_SLIDE_INDEX" val="1"/>
  <p:tag name="KSO_WM_TEMPLATE_MASTER_THUMB_INDEX" val="0"/>
  <p:tag name="KSO_WM_UNIT_SHOW_EDIT_AREA_INDICATION" val="0"/>
  <p:tag name="KSO_WM_SLIDE_SIZE" val="960*379"/>
  <p:tag name="KSO_WM_SLIDE_POSITION" val="0*-1"/>
  <p:tag name="KSO_WM_TAG_VERSION" val="1.0"/>
  <p:tag name="KSO_WM_BEAUTIFY_FLAG" val="#wm#"/>
  <p:tag name="KSO_WM_TEMPLATE_CATEGORY" val="diagram"/>
  <p:tag name="KSO_WM_TEMPLATE_INDEX" val="20198632"/>
  <p:tag name="KSO_WM_SLIDE_LAYOUT" val="a_d_f"/>
  <p:tag name="KSO_WM_SLIDE_LAYOUT_CNT" val="1_1_1"/>
  <p:tag name="KSO_WM_SLIDE_CONSTRAINT" val="%7b%22slideConstraint%22%3a%7b%22seriesAreas%22%3a%5b%5d%2c%22singleAreas%22%3a%5b%7b%22shapes%22%3a%5b3%5d%2c%22serialConstraintIndex%22%3a-1%2c%22areatextmark%22%3a0%2c%22pictureprocessmark%22%3a0%7d%5d%7d%7d"/>
</p:tagLst>
</file>

<file path=ppt/tags/tag354.xml><?xml version="1.0" encoding="utf-8"?>
<p:tagLst xmlns:a="http://schemas.openxmlformats.org/drawingml/2006/main" xmlns:r="http://schemas.openxmlformats.org/officeDocument/2006/relationships" xmlns:p="http://schemas.openxmlformats.org/presentationml/2006/main">
  <p:tag name="KSO_WM_UNIT_ADJUSTLAYOUT_ID" val="7"/>
  <p:tag name="KSO_WM_UNIT_HIGHLIGHT" val="0"/>
  <p:tag name="KSO_WM_UNIT_COMPATIBLE" val="0"/>
  <p:tag name="KSO_WM_UNIT_DIAGRAM_ISNUMVISUAL" val="0"/>
  <p:tag name="KSO_WM_UNIT_DIAGRAM_ISREFERUNIT" val="0"/>
  <p:tag name="KSO_WM_UNIT_TYPE" val="i"/>
  <p:tag name="KSO_WM_UNIT_INDEX" val="1"/>
  <p:tag name="KSO_WM_UNIT_ID" val="diagram20198632_1*i*1"/>
  <p:tag name="KSO_WM_TEMPLATE_CATEGORY" val="diagram"/>
  <p:tag name="KSO_WM_TEMPLATE_INDEX" val="20198632"/>
  <p:tag name="KSO_WM_UNIT_LAYERLEVEL" val="1"/>
  <p:tag name="KSO_WM_TAG_VERSION" val="1.0"/>
  <p:tag name="KSO_WM_BEAUTIFY_FLAG" val="#wm#"/>
</p:tagLst>
</file>

<file path=ppt/tags/tag355.xml><?xml version="1.0" encoding="utf-8"?>
<p:tagLst xmlns:a="http://schemas.openxmlformats.org/drawingml/2006/main" xmlns:r="http://schemas.openxmlformats.org/officeDocument/2006/relationships" xmlns:p="http://schemas.openxmlformats.org/presentationml/2006/main">
  <p:tag name="KSO_WM_UNIT_TEXT_PART_ID_V2" val="b-3-1"/>
  <p:tag name="KSO_WM_UNIT_ADJUSTLAYOUT_ID" val="4"/>
  <p:tag name="KSO_WM_UNIT_ISCONTENTSTITLE" val="0"/>
  <p:tag name="KSO_WM_UNIT_NOCLEAR" val="0"/>
  <p:tag name="KSO_WM_UNIT_VALUE" val="44"/>
  <p:tag name="KSO_WM_UNIT_HIGHLIGHT" val="0"/>
  <p:tag name="KSO_WM_UNIT_COMPATIBLE" val="0"/>
  <p:tag name="KSO_WM_UNIT_DIAGRAM_ISNUMVISUAL" val="0"/>
  <p:tag name="KSO_WM_UNIT_DIAGRAM_ISREFERUNIT" val="0"/>
  <p:tag name="KSO_WM_UNIT_TYPE" val="a"/>
  <p:tag name="KSO_WM_UNIT_INDEX" val="1"/>
  <p:tag name="KSO_WM_UNIT_ID" val="diagram20198632_1*a*1"/>
  <p:tag name="KSO_WM_TEMPLATE_CATEGORY" val="diagram"/>
  <p:tag name="KSO_WM_TEMPLATE_INDEX" val="20198632"/>
  <p:tag name="KSO_WM_UNIT_LAYERLEVEL" val="1"/>
  <p:tag name="KSO_WM_TAG_VERSION" val="1.0"/>
  <p:tag name="KSO_WM_BEAUTIFY_FLAG" val="#wm#"/>
  <p:tag name="KSO_WM_UNIT_PRESET_TEXT" val="单击此处添加大标题"/>
</p:tagLst>
</file>

<file path=ppt/tags/tag35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8874_1*a*1"/>
  <p:tag name="KSO_WM_TEMPLATE_CATEGORY" val="diagram"/>
  <p:tag name="KSO_WM_TEMPLATE_INDEX" val="2019887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35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VALUE" val="127*155"/>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198874_1*l_h_x*1_1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358.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8874_1*l_h_f*1_1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35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8874_1*l_h_i*1_1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36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VALUE" val="155*15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198874_1*l_h_x*1_2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36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8874_1*l_h_f*1_2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36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874_1*l_h_i*1_2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363.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9"/>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diagram20198874_1*b*1"/>
  <p:tag name="KSO_WM_TEMPLATE_CATEGORY" val="diagram"/>
  <p:tag name="KSO_WM_TEMPLATE_INDEX" val="20198874"/>
  <p:tag name="KSO_WM_UNIT_LAYERLEVEL" val="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8874"/>
  <p:tag name="KSO_WM_TEMPLATE_THUMBS_INDEX" val="1"/>
  <p:tag name="KSO_WM_SLIDE_ID" val="diagram20198874_1"/>
  <p:tag name="KSO_WM_TEMPLATE_SUBCATEGORY" val="0"/>
  <p:tag name="KSO_WM_TEMPLATE_MASTER_TYPE" val="0"/>
  <p:tag name="KSO_WM_TEMPLATE_COLOR_TYPE" val="1"/>
  <p:tag name="KSO_WM_SLIDE_TYPE" val="text"/>
  <p:tag name="KSO_WM_SLIDE_SUBTYPE" val="diag"/>
  <p:tag name="KSO_WM_SLIDE_ITEM_CNT" val="2"/>
  <p:tag name="KSO_WM_SLIDE_INDEX" val="1"/>
  <p:tag name="KSO_WM_SLIDE_SIZE" val="310.445*128.658"/>
  <p:tag name="KSO_WM_SLIDE_POSITION" val="569.602*225"/>
  <p:tag name="KSO_WM_DIAGRAM_GROUP_CODE" val="l1-1"/>
  <p:tag name="KSO_WM_SLIDE_DIAGTYPE" val="l"/>
  <p:tag name="KSO_WM_TAG_VERSION" val="1.0"/>
  <p:tag name="KSO_WM_SLIDE_LAYOUT" val="a_b_d_l"/>
  <p:tag name="KSO_WM_SLIDE_LAYOUT_CNT" val="1_1_1_1"/>
</p:tagLst>
</file>

<file path=ppt/tags/tag3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8874_1*i*1"/>
  <p:tag name="KSO_WM_TEMPLATE_CATEGORY" val="diagram"/>
  <p:tag name="KSO_WM_TEMPLATE_INDEX" val="20198874"/>
  <p:tag name="KSO_WM_UNIT_LAYERLEVEL" val="1"/>
  <p:tag name="KSO_WM_TAG_VERSION" val="1.0"/>
  <p:tag name="KSO_WM_BEAUTIFY_FLAG" val="#wm#"/>
  <p:tag name="KSO_WM_UNIT_FILL_FORE_SCHEMECOLOR_INDEX" val="14"/>
  <p:tag name="KSO_WM_UNIT_FILL_TYPE" val="1"/>
  <p:tag name="KSO_WM_UNIT_USESOURCEFORMAT_APPLY" val="1"/>
</p:tagLst>
</file>

<file path=ppt/tags/tag3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8874_1*i*2"/>
  <p:tag name="KSO_WM_TEMPLATE_CATEGORY" val="diagram"/>
  <p:tag name="KSO_WM_TEMPLATE_INDEX" val="20198874"/>
  <p:tag name="KSO_WM_UNIT_LAYERLEVEL" val="1"/>
  <p:tag name="KSO_WM_TAG_VERSION" val="1.0"/>
  <p:tag name="KSO_WM_BEAUTIFY_FLAG" val="#wm#"/>
  <p:tag name="KSO_WM_UNIT_FILL_FORE_SCHEMECOLOR_INDEX" val="14"/>
  <p:tag name="KSO_WM_UNIT_FILL_TYPE" val="1"/>
  <p:tag name="KSO_WM_UNIT_USESOURCEFORMAT_APPLY" val="1"/>
</p:tagLst>
</file>

<file path=ppt/tags/tag3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diagram20198874_1*i*3"/>
  <p:tag name="KSO_WM_TEMPLATE_CATEGORY" val="diagram"/>
  <p:tag name="KSO_WM_TEMPLATE_INDEX" val="20198874"/>
  <p:tag name="KSO_WM_UNIT_LAYERLEVEL" val="1"/>
  <p:tag name="KSO_WM_TAG_VERSION" val="1.0"/>
  <p:tag name="KSO_WM_BEAUTIFY_FLAG" val="#wm#"/>
  <p:tag name="KSO_WM_UNIT_FILL_FORE_SCHEMECOLOR_INDEX" val="14"/>
  <p:tag name="KSO_WM_UNIT_FILL_TYPE" val="1"/>
  <p:tag name="KSO_WM_UNIT_USESOURCEFORMAT_APPLY" val="1"/>
</p:tagLst>
</file>

<file path=ppt/tags/tag3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diagram20198874_1*i*4"/>
  <p:tag name="KSO_WM_TEMPLATE_CATEGORY" val="diagram"/>
  <p:tag name="KSO_WM_TEMPLATE_INDEX" val="20198874"/>
  <p:tag name="KSO_WM_UNIT_LAYERLEVEL" val="1"/>
  <p:tag name="KSO_WM_TAG_VERSION" val="1.0"/>
  <p:tag name="KSO_WM_BEAUTIFY_FLAG" val="#wm#"/>
  <p:tag name="KSO_WM_UNIT_FILL_FORE_SCHEMECOLOR_INDEX" val="14"/>
  <p:tag name="KSO_WM_UNIT_FILL_TYPE" val="1"/>
  <p:tag name="KSO_WM_UNIT_USESOURCEFORMAT_APPLY" val="1"/>
</p:tagLst>
</file>

<file path=ppt/tags/tag3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diagram20198874_1*i*5"/>
  <p:tag name="KSO_WM_TEMPLATE_CATEGORY" val="diagram"/>
  <p:tag name="KSO_WM_TEMPLATE_INDEX" val="20198874"/>
  <p:tag name="KSO_WM_UNIT_LAYERLEVEL" val="1"/>
  <p:tag name="KSO_WM_TAG_VERSION" val="1.0"/>
  <p:tag name="KSO_WM_BEAUTIFY_FLAG" val="#wm#"/>
  <p:tag name="KSO_WM_UNIT_FILL_FORE_SCHEMECOLOR_INDEX" val="13"/>
  <p:tag name="KSO_WM_UNIT_FILL_TYPE" val="1"/>
  <p:tag name="KSO_WM_UNIT_USESOURCEFORMAT_APPLY" val="1"/>
</p:tagLst>
</file>

<file path=ppt/tags/tag37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8874_1*a*1"/>
  <p:tag name="KSO_WM_TEMPLATE_CATEGORY" val="diagram"/>
  <p:tag name="KSO_WM_TEMPLATE_INDEX" val="2019887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3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9"/>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diagram20198874_1*b*1"/>
  <p:tag name="KSO_WM_TEMPLATE_CATEGORY" val="diagram"/>
  <p:tag name="KSO_WM_TEMPLATE_INDEX" val="20198874"/>
  <p:tag name="KSO_WM_UNIT_LAYERLEVEL" val="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187882_2*l_i*1_1"/>
  <p:tag name="KSO_WM_TEMPLATE_CATEGORY" val="diagram"/>
  <p:tag name="KSO_WM_TEMPLATE_INDEX" val="20187882"/>
  <p:tag name="KSO_WM_UNIT_LAYERLEVEL" val="1_1"/>
  <p:tag name="KSO_WM_TAG_VERSION" val="1.0"/>
  <p:tag name="KSO_WM_BEAUTIFY_FLAG" val="#wm#"/>
  <p:tag name="KSO_WM_UNIT_LINE_FORE_SCHEMECOLOR_INDEX" val="10"/>
  <p:tag name="KSO_WM_UNIT_LINE_FILL_TYPE" val="2"/>
  <p:tag name="KSO_WM_UNIT_TEXT_FILL_FORE_SCHEMECOLOR_INDEX" val="13"/>
  <p:tag name="KSO_WM_UNIT_TEXT_FILL_TYPE" val="1"/>
  <p:tag name="KSO_WM_UNIT_USESOURCEFORMAT_APPLY" val="1"/>
</p:tagLst>
</file>

<file path=ppt/tags/tag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87882_2*i*1"/>
  <p:tag name="KSO_WM_TEMPLATE_CATEGORY" val="diagram"/>
  <p:tag name="KSO_WM_TEMPLATE_INDEX" val="20187882"/>
  <p:tag name="KSO_WM_UNIT_LAYERLEVEL" val="1"/>
  <p:tag name="KSO_WM_TAG_VERSION" val="1.0"/>
  <p:tag name="KSO_WM_BEAUTIFY_FLAG" val="#wm#"/>
  <p:tag name="KSO_WM_UNIT_FILL_FORE_SCHEMECOLOR_INDEX" val="10"/>
  <p:tag name="KSO_WM_UNIT_FILL_TYPE" val="1"/>
  <p:tag name="KSO_WM_UNIT_TEXT_FILL_FORE_SCHEMECOLOR_INDEX" val="13"/>
  <p:tag name="KSO_WM_UNIT_TEXT_FILL_TYPE" val="1"/>
  <p:tag name="KSO_WM_UNIT_USESOURCEFORMAT_APPLY" val="1"/>
</p:tagLst>
</file>

<file path=ppt/tags/tag37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87882_2*l_h_a*1_1_1"/>
  <p:tag name="KSO_WM_TEMPLATE_CATEGORY" val="diagram"/>
  <p:tag name="KSO_WM_TEMPLATE_INDEX" val="20187882"/>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Lst>
</file>

<file path=ppt/tags/tag375.xml><?xml version="1.0" encoding="utf-8"?>
<p:tagLst xmlns:a="http://schemas.openxmlformats.org/drawingml/2006/main" xmlns:r="http://schemas.openxmlformats.org/officeDocument/2006/relationships" xmlns:p="http://schemas.openxmlformats.org/presentationml/2006/main">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882_2*l_h_f*1_1_1"/>
  <p:tag name="KSO_WM_TEMPLATE_CATEGORY" val="diagram"/>
  <p:tag name="KSO_WM_TEMPLATE_INDEX" val="20187882"/>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37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7882_2*a*1"/>
  <p:tag name="KSO_WM_TEMPLATE_CATEGORY" val="diagram"/>
  <p:tag name="KSO_WM_TEMPLATE_INDEX" val="20187882"/>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377.xml><?xml version="1.0" encoding="utf-8"?>
<p:tagLst xmlns:a="http://schemas.openxmlformats.org/drawingml/2006/main" xmlns:r="http://schemas.openxmlformats.org/officeDocument/2006/relationships" xmlns:p="http://schemas.openxmlformats.org/presentationml/2006/main">
  <p:tag name="KSO_WM_SLIDE_ID" val="diagram2020288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59*539"/>
  <p:tag name="KSO_WM_SLIDE_POSITION" val="0*0"/>
  <p:tag name="KSO_WM_TAG_VERSION" val="1.0"/>
  <p:tag name="KSO_WM_BEAUTIFY_FLAG" val="#wm#"/>
  <p:tag name="KSO_WM_TEMPLATE_CATEGORY" val="diagram"/>
  <p:tag name="KSO_WM_TEMPLATE_INDEX" val="20202882"/>
  <p:tag name="KSO_WM_SLIDE_LAYOUT" val="a_f"/>
  <p:tag name="KSO_WM_SLIDE_LAYOUT_CNT" val="1_1"/>
</p:tagLst>
</file>

<file path=ppt/tags/tag37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202882_1*a*1"/>
  <p:tag name="KSO_WM_TEMPLATE_CATEGORY" val="diagram"/>
  <p:tag name="KSO_WM_TEMPLATE_INDEX" val="20202882"/>
  <p:tag name="KSO_WM_UNIT_LAYERLEVEL" val="1"/>
  <p:tag name="KSO_WM_TAG_VERSION" val="1.0"/>
  <p:tag name="KSO_WM_BEAUTIFY_FLAG" val="#wm#"/>
  <p:tag name="KSO_WM_UNIT_PRESET_TEXT" val="单击此处添加标题内容"/>
</p:tagLst>
</file>

<file path=ppt/tags/tag3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2882_1*i*2"/>
  <p:tag name="KSO_WM_TEMPLATE_CATEGORY" val="diagram"/>
  <p:tag name="KSO_WM_TEMPLATE_INDEX" val="20202882"/>
  <p:tag name="KSO_WM_UNIT_LAYERLEVEL" val="1"/>
  <p:tag name="KSO_WM_TAG_VERSION" val="1.0"/>
  <p:tag name="KSO_WM_BEAUTIFY_FLAG" val="#wm#"/>
</p:tagLst>
</file>

<file path=ppt/tags/tag3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2882_1*i*1"/>
  <p:tag name="KSO_WM_TEMPLATE_CATEGORY" val="diagram"/>
  <p:tag name="KSO_WM_TEMPLATE_INDEX" val="20202882"/>
  <p:tag name="KSO_WM_UNIT_LAYERLEVEL" val="1"/>
  <p:tag name="KSO_WM_TAG_VERSION" val="1.0"/>
  <p:tag name="KSO_WM_BEAUTIFY_FLAG" val="#wm#"/>
</p:tagLst>
</file>

<file path=ppt/tags/tag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882_1*i*3"/>
  <p:tag name="KSO_WM_TEMPLATE_CATEGORY" val="diagram"/>
  <p:tag name="KSO_WM_TEMPLATE_INDEX" val="20202882"/>
  <p:tag name="KSO_WM_UNIT_LAYERLEVEL" val="1"/>
  <p:tag name="KSO_WM_TAG_VERSION" val="1.0"/>
  <p:tag name="KSO_WM_BEAUTIFY_FLAG" val="#wm#"/>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882_1*i*4"/>
  <p:tag name="KSO_WM_TEMPLATE_CATEGORY" val="diagram"/>
  <p:tag name="KSO_WM_TEMPLATE_INDEX" val="20202882"/>
  <p:tag name="KSO_WM_UNIT_LAYERLEVEL" val="1"/>
  <p:tag name="KSO_WM_TAG_VERSION" val="1.0"/>
  <p:tag name="KSO_WM_BEAUTIFY_FLAG" val="#wm#"/>
</p:tagLst>
</file>

<file path=ppt/tags/tag383.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diagram20202882_1*f*1"/>
  <p:tag name="KSO_WM_TEMPLATE_CATEGORY" val="diagram"/>
  <p:tag name="KSO_WM_TEMPLATE_INDEX" val="20202882"/>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10;单击此处添加文本具体内容，简明扼要的阐述您的观点。根据需要可酌情增减文字，以便观者准确的理解您传达的思想。"/>
</p:tagLst>
</file>

<file path=ppt/tags/tag38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9620"/>
  <p:tag name="KSO_WM_TAG_VERSION" val="1.0"/>
  <p:tag name="KSO_WM_SLIDE_ID" val="diagram20189620_1"/>
  <p:tag name="KSO_WM_SLIDE_INDEX" val="1"/>
  <p:tag name="KSO_WM_SLIDE_ITEM_CNT" val="2"/>
  <p:tag name="KSO_WM_SLIDE_LAYOUT" val="a_f_d"/>
  <p:tag name="KSO_WM_SLIDE_LAYOUT_CNT" val="1_1_1"/>
  <p:tag name="KSO_WM_SLIDE_TYPE" val="text"/>
  <p:tag name="KSO_WM_SLIDE_SUBTYPE" val="picTxt"/>
  <p:tag name="KSO_WM_BEAUTIFY_FLAG" val="#wm#"/>
  <p:tag name="KSO_WM_SLIDE_POSITION" val="214*41"/>
  <p:tag name="KSO_WM_SLIDE_SIZE" val="588*458"/>
</p:tagLst>
</file>

<file path=ppt/tags/tag38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9620"/>
  <p:tag name="KSO_WM_UNIT_TYPE" val="d"/>
  <p:tag name="KSO_WM_UNIT_INDEX" val="1"/>
  <p:tag name="KSO_WM_UNIT_ID" val="diagram20189620_1*d*1"/>
  <p:tag name="KSO_WM_UNIT_LAYERLEVEL" val="1"/>
  <p:tag name="KSO_WM_UNIT_VALUE" val="1613*1218"/>
  <p:tag name="KSO_WM_UNIT_HIGHLIGHT" val="0"/>
  <p:tag name="KSO_WM_UNIT_COMPATIBLE" val="0"/>
  <p:tag name="KSO_WM_UNIT_CLEAR" val="0"/>
  <p:tag name="KSO_WM_BEAUTIFY_FLAG" val="#wm#"/>
  <p:tag name="KSO_WM_TAG_VERSION" val="1.0"/>
</p:tagLst>
</file>

<file path=ppt/tags/tag38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9620"/>
  <p:tag name="KSO_WM_UNIT_TYPE" val="a"/>
  <p:tag name="KSO_WM_UNIT_INDEX" val="1"/>
  <p:tag name="KSO_WM_UNIT_ID" val="diagram20189620_1*a*1"/>
  <p:tag name="KSO_WM_UNIT_LAYERLEVEL" val="1"/>
  <p:tag name="KSO_WM_UNIT_VALUE" val="18"/>
  <p:tag name="KSO_WM_UNIT_ISCONTENTSTITLE" val="0"/>
  <p:tag name="KSO_WM_UNIT_HIGHLIGHT" val="0"/>
  <p:tag name="KSO_WM_UNIT_COMPATIBLE" val="0"/>
  <p:tag name="KSO_WM_UNIT_CLEAR" val="0"/>
  <p:tag name="KSO_WM_BEAUTIFY_FLAG" val="#wm#"/>
  <p:tag name="KSO_WM_TAG_VERSION" val="1.0"/>
  <p:tag name="KSO_WM_UNIT_PRESET_TEXT" val="The title only &#10;layout here"/>
</p:tagLst>
</file>

<file path=ppt/tags/tag38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9620"/>
  <p:tag name="KSO_WM_UNIT_TYPE" val="f"/>
  <p:tag name="KSO_WM_UNIT_INDEX" val="1"/>
  <p:tag name="KSO_WM_UNIT_ID" val="diagram20189620_1*f*1"/>
  <p:tag name="KSO_WM_UNIT_LAYERLEVEL" val="1"/>
  <p:tag name="KSO_WM_UNIT_VALUE" val="117"/>
  <p:tag name="KSO_WM_UNIT_HIGHLIGHT" val="0"/>
  <p:tag name="KSO_WM_UNIT_COMPATIBLE" val="0"/>
  <p:tag name="KSO_WM_UNIT_CLEAR" val="0"/>
  <p:tag name="KSO_WM_BEAUTIFY_FLAG" val="#wm#"/>
  <p:tag name="KSO_WM_TAG_VERSION" val="1.0"/>
  <p:tag name="KSO_WM_UNIT_PRESET_TEXT" val="Unified fonts make reading more fluent Theme color makes ppt more convenient to change Adjust the spacing to adapt to Chinese  typesetting, use the reference line in ppt. Unified fonts make reading more fluent."/>
</p:tagLst>
</file>

<file path=ppt/tags/tag388.xml><?xml version="1.0" encoding="utf-8"?>
<p:tagLst xmlns:a="http://schemas.openxmlformats.org/drawingml/2006/main" xmlns:r="http://schemas.openxmlformats.org/officeDocument/2006/relationships" xmlns:p="http://schemas.openxmlformats.org/presentationml/2006/main">
  <p:tag name="KSO_WM_SLIDE_ID" val="diagram2020076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EMPLATE_MASTER_THUMB_INDEX" val="0"/>
  <p:tag name="KSO_WM_UNIT_SHOW_EDIT_AREA_INDICATION" val="0"/>
  <p:tag name="KSO_WM_SLIDE_SIZE" val="1008*511"/>
  <p:tag name="KSO_WM_SLIDE_POSITION" val="16*13"/>
  <p:tag name="KSO_WM_TAG_VERSION" val="1.0"/>
  <p:tag name="KSO_WM_BEAUTIFY_FLAG" val="#wm#"/>
  <p:tag name="KSO_WM_TEMPLATE_CATEGORY" val="diagram"/>
  <p:tag name="KSO_WM_TEMPLATE_INDEX" val="20200761"/>
  <p:tag name="KSO_WM_SLIDE_LAYOUT" val="a_d_f"/>
  <p:tag name="KSO_WM_SLIDE_LAYOUT_CNT" val="1_1_1"/>
</p:tagLst>
</file>

<file path=ppt/tags/tag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4"/>
  <p:tag name="KSO_WM_UNIT_ID" val="diagram20200761_1*i*4"/>
  <p:tag name="KSO_WM_TEMPLATE_CATEGORY" val="diagram"/>
  <p:tag name="KSO_WM_TEMPLATE_INDEX" val="20200761"/>
  <p:tag name="KSO_WM_UNIT_LAYERLEVEL" val="1"/>
  <p:tag name="KSO_WM_TAG_VERSION" val="1.0"/>
  <p:tag name="KSO_WM_BEAUTIFY_FLAG" val="#wm#"/>
</p:tagLst>
</file>

<file path=ppt/tags/tag3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diagram20200761_1*i*1"/>
  <p:tag name="KSO_WM_TEMPLATE_CATEGORY" val="diagram"/>
  <p:tag name="KSO_WM_TEMPLATE_INDEX" val="20200761"/>
  <p:tag name="KSO_WM_UNIT_LAYERLEVEL" val="1"/>
  <p:tag name="KSO_WM_TAG_VERSION" val="1.0"/>
  <p:tag name="KSO_WM_BEAUTIFY_FLAG" val="#wm#"/>
</p:tagLst>
</file>

<file path=ppt/tags/tag39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SHOW_EDIT_AREA_INDICATION" val="0"/>
  <p:tag name="KSO_WM_UNIT_VALUE" val="7"/>
  <p:tag name="KSO_WM_UNIT_HIGHLIGHT" val="0"/>
  <p:tag name="KSO_WM_UNIT_COMPATIBLE" val="0"/>
  <p:tag name="KSO_WM_UNIT_DIAGRAM_ISNUMVISUAL" val="0"/>
  <p:tag name="KSO_WM_UNIT_DIAGRAM_IS_NEED_ADD_PATH_ANIM" val="0"/>
  <p:tag name="KSO_WM_UNIT_DIAGRAM_ISREFERUNIT" val="0"/>
  <p:tag name="KSO_WM_UNIT_TYPE" val="a"/>
  <p:tag name="KSO_WM_UNIT_INDEX" val="1"/>
  <p:tag name="KSO_WM_UNIT_ID" val="diagram20200761_1*a*1"/>
  <p:tag name="KSO_WM_TEMPLATE_CATEGORY" val="diagram"/>
  <p:tag name="KSO_WM_TEMPLATE_INDEX" val="20200761"/>
  <p:tag name="KSO_WM_UNIT_LAYERLEVEL" val="1"/>
  <p:tag name="KSO_WM_TAG_VERSION" val="1.0"/>
  <p:tag name="KSO_WM_BEAUTIFY_FLAG" val="#wm#"/>
  <p:tag name="KSO_WM_UNIT_PRESET_TEXT" val="插入超链接"/>
</p:tagLst>
</file>

<file path=ppt/tags/tag392.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VALUE" val="45"/>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diagram20200761_1*f*1"/>
  <p:tag name="KSO_WM_TEMPLATE_CATEGORY" val="diagram"/>
  <p:tag name="KSO_WM_TEMPLATE_INDEX" val="20200761"/>
  <p:tag name="KSO_WM_UNIT_LAYERLEVEL" val="1"/>
  <p:tag name="KSO_WM_TAG_VERSION" val="1.0"/>
  <p:tag name="KSO_WM_BEAUTIFY_FLAG" val="#wm#"/>
  <p:tag name="KSO_WM_UNIT_PRESET_TEXT" val="小伙伴可能会发现“动作”中的单击鼠标触发的效果，跟插入超链接是差不多的。"/>
</p:tagLst>
</file>

<file path=ppt/tags/tag3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5"/>
  <p:tag name="KSO_WM_UNIT_ID" val="diagram20200761_1*i*5"/>
  <p:tag name="KSO_WM_TEMPLATE_CATEGORY" val="diagram"/>
  <p:tag name="KSO_WM_TEMPLATE_INDEX" val="20200761"/>
  <p:tag name="KSO_WM_UNIT_LAYERLEVEL" val="1"/>
  <p:tag name="KSO_WM_TAG_VERSION" val="1.0"/>
  <p:tag name="KSO_WM_BEAUTIFY_FLAG" val="#wm#"/>
</p:tagLst>
</file>

<file path=ppt/tags/tag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7"/>
  <p:tag name="KSO_WM_UNIT_ID" val="diagram20200761_1*i*7"/>
  <p:tag name="KSO_WM_TEMPLATE_CATEGORY" val="diagram"/>
  <p:tag name="KSO_WM_TEMPLATE_INDEX" val="20200761"/>
  <p:tag name="KSO_WM_UNIT_LAYERLEVEL" val="1"/>
  <p:tag name="KSO_WM_TAG_VERSION" val="1.0"/>
  <p:tag name="KSO_WM_BEAUTIFY_FLAG" val="#wm#"/>
</p:tagLst>
</file>

<file path=ppt/tags/tag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396.xml><?xml version="1.0" encoding="utf-8"?>
<p:tagLst xmlns:a="http://schemas.openxmlformats.org/drawingml/2006/main" xmlns:r="http://schemas.openxmlformats.org/officeDocument/2006/relationships" xmlns:p="http://schemas.openxmlformats.org/presentationml/2006/main">
  <p:tag name="KSO_WM_SLIDE_ID" val="diagram169018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14*545"/>
  <p:tag name="KSO_WM_SLIDE_POSITION" val="0*12"/>
  <p:tag name="KSO_WM_TAG_VERSION" val="1.0"/>
  <p:tag name="KSO_WM_BEAUTIFY_FLAG" val="#wm#"/>
  <p:tag name="KSO_WM_TEMPLATE_CATEGORY" val="diagram"/>
  <p:tag name="KSO_WM_TEMPLATE_INDEX" val="169018"/>
  <p:tag name="KSO_WM_SLIDE_LAYOUT" val="a_d_f"/>
  <p:tag name="KSO_WM_SLIDE_LAYOUT_CNT" val="1_1_1"/>
</p:tagLst>
</file>

<file path=ppt/tags/tag3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169018_1*i*1"/>
  <p:tag name="KSO_WM_TEMPLATE_CATEGORY" val="diagram"/>
  <p:tag name="KSO_WM_TEMPLATE_INDEX" val="169018"/>
  <p:tag name="KSO_WM_UNIT_LAYERLEVEL" val="1"/>
  <p:tag name="KSO_WM_TAG_VERSION" val="1.0"/>
  <p:tag name="KSO_WM_BEAUTIFY_FLAG" val="#wm#"/>
</p:tagLst>
</file>

<file path=ppt/tags/tag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169018_1*i*2"/>
  <p:tag name="KSO_WM_TEMPLATE_CATEGORY" val="diagram"/>
  <p:tag name="KSO_WM_TEMPLATE_INDEX" val="169018"/>
  <p:tag name="KSO_WM_UNIT_LAYERLEVEL" val="1"/>
  <p:tag name="KSO_WM_TAG_VERSION" val="1.0"/>
  <p:tag name="KSO_WM_BEAUTIFY_FLAG" val="#wm#"/>
</p:tagLst>
</file>

<file path=ppt/tags/tag399.xml><?xml version="1.0" encoding="utf-8"?>
<p:tagLst xmlns:a="http://schemas.openxmlformats.org/drawingml/2006/main" xmlns:r="http://schemas.openxmlformats.org/officeDocument/2006/relationships" xmlns:p="http://schemas.openxmlformats.org/presentationml/2006/main">
  <p:tag name="KSO_WM_UNIT_VALUE" val="1274*1873"/>
  <p:tag name="KSO_WM_UNIT_HIGHLIGHT" val="0"/>
  <p:tag name="KSO_WM_UNIT_COMPATIBLE" val="0"/>
  <p:tag name="KSO_WM_UNIT_DIAGRAM_ISNUMVISUAL" val="0"/>
  <p:tag name="KSO_WM_UNIT_DIAGRAM_ISREFERUNIT" val="0"/>
  <p:tag name="KSO_WM_UNIT_TYPE" val="d"/>
  <p:tag name="KSO_WM_UNIT_INDEX" val="1"/>
  <p:tag name="KSO_WM_UNIT_ID" val="diagram169018_1*d*1"/>
  <p:tag name="KSO_WM_TEMPLATE_CATEGORY" val="diagram"/>
  <p:tag name="KSO_WM_TEMPLATE_INDEX" val="169018"/>
  <p:tag name="KSO_WM_UNIT_SUPPORT_UNIT_TYPE" val="[]"/>
  <p:tag name="KSO_WM_UNIT_LAYERLEVEL" val="1"/>
  <p:tag name="KSO_WM_TAG_VERSION" val="1.0"/>
  <p:tag name="KSO_WM_BEAUTIFY_FLAG" val="#wm#"/>
</p:tagLst>
</file>

<file path=ppt/tags/tag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169018_1*i*3"/>
  <p:tag name="KSO_WM_TEMPLATE_CATEGORY" val="diagram"/>
  <p:tag name="KSO_WM_TEMPLATE_INDEX" val="169018"/>
  <p:tag name="KSO_WM_UNIT_LAYERLEVEL" val="1"/>
  <p:tag name="KSO_WM_TAG_VERSION" val="1.0"/>
  <p:tag name="KSO_WM_BEAUTIFY_FLAG" val="#wm#"/>
</p:tagLst>
</file>

<file path=ppt/tags/tag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169018_1*i*4"/>
  <p:tag name="KSO_WM_TEMPLATE_CATEGORY" val="diagram"/>
  <p:tag name="KSO_WM_TEMPLATE_INDEX" val="169018"/>
  <p:tag name="KSO_WM_UNIT_LAYERLEVEL" val="1"/>
  <p:tag name="KSO_WM_TAG_VERSION" val="1.0"/>
  <p:tag name="KSO_WM_BEAUTIFY_FLAG" val="#wm#"/>
</p:tagLst>
</file>

<file path=ppt/tags/tag4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169018_1*i*5"/>
  <p:tag name="KSO_WM_TEMPLATE_CATEGORY" val="diagram"/>
  <p:tag name="KSO_WM_TEMPLATE_INDEX" val="169018"/>
  <p:tag name="KSO_WM_UNIT_LAYERLEVEL" val="1"/>
  <p:tag name="KSO_WM_TAG_VERSION" val="1.0"/>
  <p:tag name="KSO_WM_BEAUTIFY_FLAG" val="#wm#"/>
</p:tagLst>
</file>

<file path=ppt/tags/tag403.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根据需要可酌情增减文字，以便观者准确的理解您传达的思想。&#10;单击此处添加文本具体内容，简明扼要的阐述您的观点。根据需要可酌情增减文字，以便观者准确的理解您传达的思想。&#10;单击此处添加文本具体内容，简明扼要的阐述您的观点。根据需要可酌情增减文字，以便观者准确的理解您传达的思想。"/>
  <p:tag name="KSO_WM_UNIT_NOCLEAR" val="0"/>
  <p:tag name="KSO_WM_UNIT_VALUE" val="238"/>
  <p:tag name="KSO_WM_UNIT_HIGHLIGHT" val="0"/>
  <p:tag name="KSO_WM_UNIT_COMPATIBLE" val="0"/>
  <p:tag name="KSO_WM_UNIT_DIAGRAM_ISNUMVISUAL" val="0"/>
  <p:tag name="KSO_WM_UNIT_DIAGRAM_ISREFERUNIT" val="0"/>
  <p:tag name="KSO_WM_UNIT_TYPE" val="f"/>
  <p:tag name="KSO_WM_UNIT_INDEX" val="1"/>
  <p:tag name="KSO_WM_UNIT_ID" val="diagram169018_1*f*1"/>
  <p:tag name="KSO_WM_TEMPLATE_CATEGORY" val="diagram"/>
  <p:tag name="KSO_WM_TEMPLATE_INDEX" val="169018"/>
  <p:tag name="KSO_WM_UNIT_LAYERLEVEL" val="1"/>
  <p:tag name="KSO_WM_TAG_VERSION" val="1.0"/>
  <p:tag name="KSO_WM_BEAUTIFY_FLAG" val="#wm#"/>
</p:tagLst>
</file>

<file path=ppt/tags/tag40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169018_1*a*1"/>
  <p:tag name="KSO_WM_TEMPLATE_CATEGORY" val="diagram"/>
  <p:tag name="KSO_WM_TEMPLATE_INDEX" val="169018"/>
  <p:tag name="KSO_WM_UNIT_LAYERLEVEL" val="1"/>
  <p:tag name="KSO_WM_TAG_VERSION" val="1.0"/>
  <p:tag name="KSO_WM_BEAUTIFY_FLAG" val="#wm#"/>
</p:tagLst>
</file>

<file path=ppt/tags/tag4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169018_1*i*6"/>
  <p:tag name="KSO_WM_TEMPLATE_CATEGORY" val="diagram"/>
  <p:tag name="KSO_WM_TEMPLATE_INDEX" val="169018"/>
  <p:tag name="KSO_WM_UNIT_LAYERLEVEL" val="1"/>
  <p:tag name="KSO_WM_TAG_VERSION" val="1.0"/>
  <p:tag name="KSO_WM_BEAUTIFY_FLAG" val="#wm#"/>
</p:tagLst>
</file>

<file path=ppt/tags/tag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169018_1*i*7"/>
  <p:tag name="KSO_WM_TEMPLATE_CATEGORY" val="diagram"/>
  <p:tag name="KSO_WM_TEMPLATE_INDEX" val="169018"/>
  <p:tag name="KSO_WM_UNIT_LAYERLEVEL" val="1"/>
  <p:tag name="KSO_WM_TAG_VERSION" val="1.0"/>
  <p:tag name="KSO_WM_BEAUTIFY_FLAG" val="#wm#"/>
</p:tagLst>
</file>

<file path=ppt/tags/tag407.xml><?xml version="1.0" encoding="utf-8"?>
<p:tagLst xmlns:a="http://schemas.openxmlformats.org/drawingml/2006/main" xmlns:r="http://schemas.openxmlformats.org/officeDocument/2006/relationships" xmlns:p="http://schemas.openxmlformats.org/presentationml/2006/main">
  <p:tag name="KSO_WM_SLIDE_ID" val="diagram20205198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36*491"/>
  <p:tag name="KSO_WM_SLIDE_POSITION" val="0*0"/>
  <p:tag name="KSO_WM_TAG_VERSION" val="1.0"/>
  <p:tag name="KSO_WM_BEAUTIFY_FLAG" val="#wm#"/>
  <p:tag name="KSO_WM_TEMPLATE_CATEGORY" val="diagram"/>
  <p:tag name="KSO_WM_TEMPLATE_INDEX" val="20205198"/>
  <p:tag name="KSO_WM_SLIDE_LAYOUT" val="a_b_f"/>
  <p:tag name="KSO_WM_SLIDE_LAYOUT_CNT" val="1_1_1"/>
</p:tagLst>
</file>

<file path=ppt/tags/tag4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198_1*i*1"/>
  <p:tag name="KSO_WM_TEMPLATE_CATEGORY" val="diagram"/>
  <p:tag name="KSO_WM_TEMPLATE_INDEX" val="20205198"/>
  <p:tag name="KSO_WM_UNIT_LAYERLEVEL" val="1"/>
  <p:tag name="KSO_WM_TAG_VERSION" val="1.0"/>
  <p:tag name="KSO_WM_BEAUTIFY_FLAG" val="#wm#"/>
</p:tagLst>
</file>

<file path=ppt/tags/tag4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198_1*i*2"/>
  <p:tag name="KSO_WM_TEMPLATE_CATEGORY" val="diagram"/>
  <p:tag name="KSO_WM_TEMPLATE_INDEX" val="20205198"/>
  <p:tag name="KSO_WM_UNIT_LAYERLEVEL" val="1"/>
  <p:tag name="KSO_WM_TAG_VERSION" val="1.0"/>
  <p:tag name="KSO_WM_BEAUTIFY_FLAG" val="#wm#"/>
</p:tagLst>
</file>

<file path=ppt/tags/tag4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198_1*i*3"/>
  <p:tag name="KSO_WM_TEMPLATE_CATEGORY" val="diagram"/>
  <p:tag name="KSO_WM_TEMPLATE_INDEX" val="20205198"/>
  <p:tag name="KSO_WM_UNIT_LAYERLEVEL" val="1"/>
  <p:tag name="KSO_WM_TAG_VERSION" val="1.0"/>
  <p:tag name="KSO_WM_BEAUTIFY_FLAG" val="#wm#"/>
</p:tagLst>
</file>

<file path=ppt/tags/tag411.xml><?xml version="1.0" encoding="utf-8"?>
<p:tagLst xmlns:a="http://schemas.openxmlformats.org/drawingml/2006/main" xmlns:r="http://schemas.openxmlformats.org/officeDocument/2006/relationships" xmlns:p="http://schemas.openxmlformats.org/presentationml/2006/main">
  <p:tag name="KSO_WM_UNIT_NOCLEAR" val="0"/>
  <p:tag name="KSO_WM_UNIT_VALUE" val="450"/>
  <p:tag name="KSO_WM_UNIT_HIGHLIGHT" val="0"/>
  <p:tag name="KSO_WM_UNIT_COMPATIBLE" val="0"/>
  <p:tag name="KSO_WM_UNIT_DIAGRAM_ISNUMVISUAL" val="0"/>
  <p:tag name="KSO_WM_UNIT_DIAGRAM_ISREFERUNIT" val="0"/>
  <p:tag name="KSO_WM_UNIT_TYPE" val="f"/>
  <p:tag name="KSO_WM_UNIT_INDEX" val="1"/>
  <p:tag name="KSO_WM_UNIT_ID" val="diagram20205198_1*f*1"/>
  <p:tag name="KSO_WM_TEMPLATE_CATEGORY" val="diagram"/>
  <p:tag name="KSO_WM_TEMPLATE_INDEX" val="20205198"/>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
</p:tagLst>
</file>

<file path=ppt/tags/tag4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5198_1*i*5"/>
  <p:tag name="KSO_WM_TEMPLATE_CATEGORY" val="diagram"/>
  <p:tag name="KSO_WM_TEMPLATE_INDEX" val="20205198"/>
  <p:tag name="KSO_WM_UNIT_LAYERLEVEL" val="1"/>
  <p:tag name="KSO_WM_TAG_VERSION" val="1.0"/>
  <p:tag name="KSO_WM_BEAUTIFY_FLAG" val="#wm#"/>
</p:tagLst>
</file>

<file path=ppt/tags/tag4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5198_1*i*6"/>
  <p:tag name="KSO_WM_TEMPLATE_CATEGORY" val="diagram"/>
  <p:tag name="KSO_WM_TEMPLATE_INDEX" val="20205198"/>
  <p:tag name="KSO_WM_UNIT_LAYERLEVEL" val="1"/>
  <p:tag name="KSO_WM_TAG_VERSION" val="1.0"/>
  <p:tag name="KSO_WM_BEAUTIFY_FLAG" val="#wm#"/>
</p:tagLst>
</file>

<file path=ppt/tags/tag4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5198_1*i*7"/>
  <p:tag name="KSO_WM_TEMPLATE_CATEGORY" val="diagram"/>
  <p:tag name="KSO_WM_TEMPLATE_INDEX" val="20205198"/>
  <p:tag name="KSO_WM_UNIT_LAYERLEVEL" val="1"/>
  <p:tag name="KSO_WM_TAG_VERSION" val="1.0"/>
  <p:tag name="KSO_WM_BEAUTIFY_FLAG" val="#wm#"/>
</p:tagLst>
</file>

<file path=ppt/tags/tag41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5198_1*a*1"/>
  <p:tag name="KSO_WM_TEMPLATE_CATEGORY" val="diagram"/>
  <p:tag name="KSO_WM_TEMPLATE_INDEX" val="20205198"/>
  <p:tag name="KSO_WM_UNIT_LAYERLEVEL" val="1"/>
  <p:tag name="KSO_WM_TAG_VERSION" val="1.0"/>
  <p:tag name="KSO_WM_BEAUTIFY_FLAG" val="#wm#"/>
  <p:tag name="KSO_WM_UNIT_PRESET_TEXT" val="单击此处&#10;添加大标题"/>
</p:tagLst>
</file>

<file path=ppt/tags/tag416.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476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15*497"/>
  <p:tag name="KSO_WM_SLIDE_POSITION" val="22*28"/>
  <p:tag name="KSO_WM_TAG_VERSION" val="1.0"/>
  <p:tag name="KSO_WM_BEAUTIFY_FLAG" val="#wm#"/>
  <p:tag name="KSO_WM_TEMPLATE_CATEGORY" val="diagram"/>
  <p:tag name="KSO_WM_TEMPLATE_INDEX" val="20194762"/>
  <p:tag name="KSO_WM_SLIDE_LAYOUT" val="a_f_i"/>
  <p:tag name="KSO_WM_SLIDE_LAYOUT_CNT" val="1_1_3"/>
</p:tagLst>
</file>

<file path=ppt/tags/tag417.xml><?xml version="1.0" encoding="utf-8"?>
<p:tagLst xmlns:a="http://schemas.openxmlformats.org/drawingml/2006/main" xmlns:r="http://schemas.openxmlformats.org/officeDocument/2006/relationships" xmlns:p="http://schemas.openxmlformats.org/presentationml/2006/main">
  <p:tag name="KSO_WM_UNIT_COLOR_SCHEME_SHAPE_ID" val="1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diagram20194762_1*i*2"/>
  <p:tag name="KSO_WM_TEMPLATE_CATEGORY" val="diagram"/>
  <p:tag name="KSO_WM_TEMPLATE_INDEX" val="20194762"/>
  <p:tag name="KSO_WM_UNIT_LAYERLEVEL" val="1"/>
  <p:tag name="KSO_WM_TAG_VERSION" val="1.0"/>
  <p:tag name="KSO_WM_BEAUTIFY_FLAG" val="#wm#"/>
  <p:tag name="KSO_WM_UNIT_SUBTYPE" val="h"/>
</p:tagLst>
</file>

<file path=ppt/tags/tag418.xml><?xml version="1.0" encoding="utf-8"?>
<p:tagLst xmlns:a="http://schemas.openxmlformats.org/drawingml/2006/main" xmlns:r="http://schemas.openxmlformats.org/officeDocument/2006/relationships"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diagram20194762_1*i*3"/>
  <p:tag name="KSO_WM_TEMPLATE_CATEGORY" val="diagram"/>
  <p:tag name="KSO_WM_TEMPLATE_INDEX" val="20194762"/>
  <p:tag name="KSO_WM_UNIT_LAYERLEVEL" val="1"/>
  <p:tag name="KSO_WM_TAG_VERSION" val="1.0"/>
  <p:tag name="KSO_WM_BEAUTIFY_FLAG" val="#wm#"/>
  <p:tag name="KSO_WM_UNIT_SUBTYPE" val="h"/>
</p:tagLst>
</file>

<file path=ppt/tags/tag419.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762_1*i*5"/>
  <p:tag name="KSO_WM_TEMPLATE_CATEGORY" val="diagram"/>
  <p:tag name="KSO_WM_TEMPLATE_INDEX" val="20194762"/>
  <p:tag name="KSO_WM_UNIT_LAYERLEVEL" val="1"/>
  <p:tag name="KSO_WM_TAG_VERSION" val="1.0"/>
  <p:tag name="KSO_WM_BEAUTIFY_FLAG" val="#wm#"/>
</p:tagLst>
</file>

<file path=ppt/tags/tag420.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762_1*i*6"/>
  <p:tag name="KSO_WM_TEMPLATE_CATEGORY" val="diagram"/>
  <p:tag name="KSO_WM_TEMPLATE_INDEX" val="20194762"/>
  <p:tag name="KSO_WM_UNIT_LAYERLEVEL" val="1"/>
  <p:tag name="KSO_WM_TAG_VERSION" val="1.0"/>
  <p:tag name="KSO_WM_BEAUTIFY_FLAG" val="#wm#"/>
</p:tagLst>
</file>

<file path=ppt/tags/tag421.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7"/>
  <p:tag name="KSO_WM_UNIT_ID" val="diagram20194762_1*i*7"/>
  <p:tag name="KSO_WM_TEMPLATE_CATEGORY" val="diagram"/>
  <p:tag name="KSO_WM_TEMPLATE_INDEX" val="20194762"/>
  <p:tag name="KSO_WM_UNIT_LAYERLEVEL" val="1"/>
  <p:tag name="KSO_WM_TAG_VERSION" val="1.0"/>
  <p:tag name="KSO_WM_BEAUTIFY_FLAG" val="#wm#"/>
</p:tagLst>
</file>

<file path=ppt/tags/tag422.xml><?xml version="1.0" encoding="utf-8"?>
<p:tagLst xmlns:a="http://schemas.openxmlformats.org/drawingml/2006/main" xmlns:r="http://schemas.openxmlformats.org/officeDocument/2006/relationships" xmlns:p="http://schemas.openxmlformats.org/presentationml/2006/main">
  <p:tag name="KSO_WM_UNIT_COLOR_SCHEME_SHAPE_ID" val="23"/>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8"/>
  <p:tag name="KSO_WM_UNIT_ID" val="diagram20194762_1*i*8"/>
  <p:tag name="KSO_WM_TEMPLATE_CATEGORY" val="diagram"/>
  <p:tag name="KSO_WM_TEMPLATE_INDEX" val="20194762"/>
  <p:tag name="KSO_WM_UNIT_LAYERLEVEL" val="1"/>
  <p:tag name="KSO_WM_TAG_VERSION" val="1.0"/>
  <p:tag name="KSO_WM_BEAUTIFY_FLAG" val="#wm#"/>
</p:tagLst>
</file>

<file path=ppt/tags/tag423.xml><?xml version="1.0" encoding="utf-8"?>
<p:tagLst xmlns:a="http://schemas.openxmlformats.org/drawingml/2006/main" xmlns:r="http://schemas.openxmlformats.org/officeDocument/2006/relationships" xmlns:p="http://schemas.openxmlformats.org/presentationml/2006/main">
  <p:tag name="KSO_WM_UNIT_COLOR_SCHEME_SHAPE_ID" val="2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0"/>
  <p:tag name="KSO_WM_UNIT_ID" val="diagram20194762_1*i*10"/>
  <p:tag name="KSO_WM_TEMPLATE_CATEGORY" val="diagram"/>
  <p:tag name="KSO_WM_TEMPLATE_INDEX" val="20194762"/>
  <p:tag name="KSO_WM_UNIT_LAYERLEVEL" val="1"/>
  <p:tag name="KSO_WM_TAG_VERSION" val="1.0"/>
  <p:tag name="KSO_WM_BEAUTIFY_FLAG" val="#wm#"/>
</p:tagLst>
</file>

<file path=ppt/tags/tag424.xml><?xml version="1.0" encoding="utf-8"?>
<p:tagLst xmlns:a="http://schemas.openxmlformats.org/drawingml/2006/main" xmlns:r="http://schemas.openxmlformats.org/officeDocument/2006/relationships" xmlns:p="http://schemas.openxmlformats.org/presentationml/2006/main">
  <p:tag name="KSO_WM_UNIT_COLOR_SCHEME_SHAPE_ID" val="2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1"/>
  <p:tag name="KSO_WM_UNIT_ID" val="diagram20194762_1*i*11"/>
  <p:tag name="KSO_WM_TEMPLATE_CATEGORY" val="diagram"/>
  <p:tag name="KSO_WM_TEMPLATE_INDEX" val="20194762"/>
  <p:tag name="KSO_WM_UNIT_LAYERLEVEL" val="1"/>
  <p:tag name="KSO_WM_TAG_VERSION" val="1.0"/>
  <p:tag name="KSO_WM_BEAUTIFY_FLAG" val="#wm#"/>
</p:tagLst>
</file>

<file path=ppt/tags/tag425.xml><?xml version="1.0" encoding="utf-8"?>
<p:tagLst xmlns:a="http://schemas.openxmlformats.org/drawingml/2006/main" xmlns:r="http://schemas.openxmlformats.org/officeDocument/2006/relationships" xmlns:p="http://schemas.openxmlformats.org/presentationml/2006/main">
  <p:tag name="KSO_WM_UNIT_COLOR_SCHEME_SHAPE_ID" val="28"/>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2"/>
  <p:tag name="KSO_WM_UNIT_ID" val="diagram20194762_1*i*12"/>
  <p:tag name="KSO_WM_TEMPLATE_CATEGORY" val="diagram"/>
  <p:tag name="KSO_WM_TEMPLATE_INDEX" val="20194762"/>
  <p:tag name="KSO_WM_UNIT_LAYERLEVEL" val="1"/>
  <p:tag name="KSO_WM_TAG_VERSION" val="1.0"/>
  <p:tag name="KSO_WM_BEAUTIFY_FLAG" val="#wm#"/>
</p:tagLst>
</file>

<file path=ppt/tags/tag426.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3"/>
  <p:tag name="KSO_WM_UNIT_ID" val="diagram20194762_1*i*13"/>
  <p:tag name="KSO_WM_TEMPLATE_CATEGORY" val="diagram"/>
  <p:tag name="KSO_WM_TEMPLATE_INDEX" val="20194762"/>
  <p:tag name="KSO_WM_UNIT_LAYERLEVEL" val="1"/>
  <p:tag name="KSO_WM_TAG_VERSION" val="1.0"/>
  <p:tag name="KSO_WM_BEAUTIFY_FLAG" val="#wm#"/>
</p:tagLst>
</file>

<file path=ppt/tags/tag427.xml><?xml version="1.0" encoding="utf-8"?>
<p:tagLst xmlns:a="http://schemas.openxmlformats.org/drawingml/2006/main" xmlns:r="http://schemas.openxmlformats.org/officeDocument/2006/relationships" xmlns:p="http://schemas.openxmlformats.org/presentationml/2006/main">
  <p:tag name="KSO_WM_UNIT_TEXT_PART_ID_V2" val="a-4-2"/>
  <p:tag name="KSO_WM_UNIT_COLOR_SCHEME_SHAPE_ID" val="14"/>
  <p:tag name="KSO_WM_UNIT_COLOR_SCHEME_PARENT_PAGE" val="0_1"/>
  <p:tag name="KSO_WM_UNIT_ISCONTENTSTITLE" val="0"/>
  <p:tag name="KSO_WM_UNIT_NOCLEAR" val="0"/>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194762_1*a*1"/>
  <p:tag name="KSO_WM_TEMPLATE_CATEGORY" val="diagram"/>
  <p:tag name="KSO_WM_TEMPLATE_INDEX" val="20194762"/>
  <p:tag name="KSO_WM_UNIT_LAYERLEVEL" val="1"/>
  <p:tag name="KSO_WM_TAG_VERSION" val="1.0"/>
  <p:tag name="KSO_WM_BEAUTIFY_FLAG" val="#wm#"/>
  <p:tag name="KSO_WM_UNIT_PRESET_TEXT" val="单击此处添加标题"/>
</p:tagLst>
</file>

<file path=ppt/tags/tag428.xml><?xml version="1.0" encoding="utf-8"?>
<p:tagLst xmlns:a="http://schemas.openxmlformats.org/drawingml/2006/main" xmlns:r="http://schemas.openxmlformats.org/officeDocument/2006/relationships" xmlns:p="http://schemas.openxmlformats.org/presentationml/2006/main">
  <p:tag name="KSO_WM_UNIT_TEXT_PART_ID_V2" val="d-4-2"/>
  <p:tag name="KSO_WM_UNIT_COLOR_SCHEME_SHAPE_ID" val="15"/>
  <p:tag name="KSO_WM_UNIT_COLOR_SCHEME_PARENT_PAGE" val="0_1"/>
  <p:tag name="KSO_WM_UNIT_PRESET_TEXT" val="单击此处添加小标题&#10;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10;单击此处添加小标题&#10;正如我们都希望改变世界，希望给别人带去光明，但更多时候我们只需要播下一颗种子，自然有微风吹拂，雨露滋养。恰如其分的表达观点，往往事半功倍。&#10;为了能让您有更直观的字数感受，并进一步方便使用，我们为您标注了最适合的位置。您输入的文字到这里时，就是最佳视觉效果，请您务必注意。"/>
  <p:tag name="KSO_WM_UNIT_NOCLEAR" val="1"/>
  <p:tag name="KSO_WM_UNIT_VALUE" val="468"/>
  <p:tag name="KSO_WM_UNIT_HIGHLIGHT" val="0"/>
  <p:tag name="KSO_WM_UNIT_COMPATIBLE" val="0"/>
  <p:tag name="KSO_WM_UNIT_DIAGRAM_ISNUMVISUAL" val="0"/>
  <p:tag name="KSO_WM_UNIT_DIAGRAM_ISREFERUNIT" val="0"/>
  <p:tag name="KSO_WM_UNIT_TYPE" val="f"/>
  <p:tag name="KSO_WM_UNIT_INDEX" val="1"/>
  <p:tag name="KSO_WM_UNIT_ID" val="diagram20194762_1*f*1"/>
  <p:tag name="KSO_WM_TEMPLATE_CATEGORY" val="diagram"/>
  <p:tag name="KSO_WM_TEMPLATE_INDEX" val="20194762"/>
  <p:tag name="KSO_WM_UNIT_LAYERLEVEL" val="1"/>
  <p:tag name="KSO_WM_TAG_VERSION" val="1.0"/>
  <p:tag name="KSO_WM_BEAUTIFY_FLAG" val="#wm#"/>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8874"/>
  <p:tag name="KSO_WM_TEMPLATE_THUMBS_INDEX" val="1"/>
  <p:tag name="KSO_WM_SLIDE_ID" val="diagram20198874_3"/>
  <p:tag name="KSO_WM_TEMPLATE_SUBCATEGORY" val="0"/>
  <p:tag name="KSO_WM_TEMPLATE_MASTER_TYPE" val="0"/>
  <p:tag name="KSO_WM_TEMPLATE_COLOR_TYPE" val="1"/>
  <p:tag name="KSO_WM_SLIDE_TYPE" val="text"/>
  <p:tag name="KSO_WM_SLIDE_SUBTYPE" val="diag"/>
  <p:tag name="KSO_WM_SLIDE_ITEM_CNT" val="4"/>
  <p:tag name="KSO_WM_SLIDE_INDEX" val="3"/>
  <p:tag name="KSO_WM_SLIDE_SIZE" val="310.586*240.143"/>
  <p:tag name="KSO_WM_SLIDE_POSITION" val="569.602*225"/>
  <p:tag name="KSO_WM_DIAGRAM_GROUP_CODE" val="l1-1"/>
  <p:tag name="KSO_WM_SLIDE_DIAGTYPE" val="l"/>
  <p:tag name="KSO_WM_TAG_VERSION" val="1.0"/>
  <p:tag name="KSO_WM_SLIDE_LAYOUT" val="a_b_d_l"/>
  <p:tag name="KSO_WM_SLIDE_LAYOUT_CNT" val="1_1_1_1"/>
</p:tagLst>
</file>

<file path=ppt/tags/tag4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diagram20198874_3*i*5"/>
  <p:tag name="KSO_WM_TEMPLATE_CATEGORY" val="diagram"/>
  <p:tag name="KSO_WM_TEMPLATE_INDEX" val="20198874"/>
  <p:tag name="KSO_WM_UNIT_LAYERLEVEL" val="1"/>
  <p:tag name="KSO_WM_TAG_VERSION" val="1.0"/>
  <p:tag name="KSO_WM_BEAUTIFY_FLAG" val="#wm#"/>
  <p:tag name="KSO_WM_UNIT_FILL_FORE_SCHEMECOLOR_INDEX" val="13"/>
  <p:tag name="KSO_WM_UNIT_FILL_TYPE" val="1"/>
  <p:tag name="KSO_WM_UNIT_USESOURCEFORMAT_APPLY" val="1"/>
</p:tagLst>
</file>

<file path=ppt/tags/tag43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8874_3*a*1"/>
  <p:tag name="KSO_WM_TEMPLATE_CATEGORY" val="diagram"/>
  <p:tag name="KSO_WM_TEMPLATE_INDEX" val="2019887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43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VALUE" val="127*155"/>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198874_3*l_h_x*1_1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43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8874_3*l_h_f*1_1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434.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8874_3*l_h_i*1_1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43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VALUE" val="155*15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198874_3*l_h_x*1_2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43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8874_3*l_h_f*1_2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43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874_3*l_h_i*1_2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438.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VALUE" val="155*155"/>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198874_3*l_h_x*1_3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43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98874_3*l_h_f*1_3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44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98874_3*l_h_i*1_3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44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9"/>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diagram20198874_3*b*1"/>
  <p:tag name="KSO_WM_TEMPLATE_CATEGORY" val="diagram"/>
  <p:tag name="KSO_WM_TEMPLATE_INDEX" val="20198874"/>
  <p:tag name="KSO_WM_UNIT_LAYERLEVEL" val="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44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98874_3*l_h_f*1_4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44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98874_3*l_h_i*1_4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444.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VALUE" val="127*119"/>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198874_3*l_h_x*1_4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8869"/>
  <p:tag name="KSO_WM_SLIDE_ID" val="diagram20198869_3"/>
  <p:tag name="KSO_WM_TEMPLATE_SUBCATEGORY" val="0"/>
  <p:tag name="KSO_WM_TEMPLATE_MASTER_TYPE" val="0"/>
  <p:tag name="KSO_WM_TEMPLATE_COLOR_TYPE" val="1"/>
  <p:tag name="KSO_WM_SLIDE_TYPE" val="text"/>
  <p:tag name="KSO_WM_SLIDE_SUBTYPE" val="diag"/>
  <p:tag name="KSO_WM_SLIDE_ITEM_CNT" val="4"/>
  <p:tag name="KSO_WM_SLIDE_INDEX" val="3"/>
  <p:tag name="KSO_WM_SLIDE_SIZE" val="515.346*303.871"/>
  <p:tag name="KSO_WM_SLIDE_POSITION" val="377.714*195.857"/>
  <p:tag name="KSO_WM_DIAGRAM_GROUP_CODE" val="l1-1"/>
  <p:tag name="KSO_WM_SLIDE_DIAGTYPE" val="l"/>
  <p:tag name="KSO_WM_TAG_VERSION" val="1.0"/>
  <p:tag name="KSO_WM_SLIDE_LAYOUT" val="a_b_d_l"/>
  <p:tag name="KSO_WM_SLIDE_LAYOUT_CNT" val="1_1_1_1"/>
</p:tagLst>
</file>

<file path=ppt/tags/tag44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198869_3*l_h_i*1_1_1"/>
  <p:tag name="KSO_WM_TEMPLATE_CATEGORY" val="diagram"/>
  <p:tag name="KSO_WM_TEMPLATE_INDEX" val="20198869"/>
  <p:tag name="KSO_WM_UNIT_LAYERLEVEL" val="1_1_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44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加标题"/>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8869_3*a*1"/>
  <p:tag name="KSO_WM_TEMPLATE_CATEGORY" val="diagram"/>
  <p:tag name="KSO_WM_TEMPLATE_INDEX" val="20198869"/>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4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8869_3*i*2"/>
  <p:tag name="KSO_WM_TEMPLATE_CATEGORY" val="diagram"/>
  <p:tag name="KSO_WM_TEMPLATE_INDEX" val="20198869"/>
  <p:tag name="KSO_WM_UNIT_LAYERLEVEL" val="1"/>
  <p:tag name="KSO_WM_TAG_VERSION" val="1.0"/>
  <p:tag name="KSO_WM_BEAUTIFY_FLAG" val="#wm#"/>
  <p:tag name="KSO_WM_UNIT_LINE_FORE_SCHEMECOLOR_INDEX" val="16"/>
  <p:tag name="KSO_WM_UNIT_LINE_FILL_TYPE" val="2"/>
  <p:tag name="KSO_WM_UNIT_USESOURCEFORMAT_APPLY" val="1"/>
</p:tagLst>
</file>

<file path=ppt/tags/tag4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diagram20198869_3*i*3"/>
  <p:tag name="KSO_WM_TEMPLATE_CATEGORY" val="diagram"/>
  <p:tag name="KSO_WM_TEMPLATE_INDEX" val="20198869"/>
  <p:tag name="KSO_WM_UNIT_LAYERLEVEL" val="1"/>
  <p:tag name="KSO_WM_TAG_VERSION" val="1.0"/>
  <p:tag name="KSO_WM_BEAUTIFY_FLAG" val="#wm#"/>
  <p:tag name="KSO_WM_UNIT_LINE_FORE_SCHEMECOLOR_INDEX" val="16"/>
  <p:tag name="KSO_WM_UNIT_LINE_FILL_TYPE" val="2"/>
  <p:tag name="KSO_WM_UNIT_USESOURCEFORMAT_APPLY" val="1"/>
</p:tagLst>
</file>

<file path=ppt/tags/tag45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198869_3*l_h_i*1_2_1"/>
  <p:tag name="KSO_WM_TEMPLATE_CATEGORY" val="diagram"/>
  <p:tag name="KSO_WM_TEMPLATE_INDEX" val="20198869"/>
  <p:tag name="KSO_WM_UNIT_LAYERLEVEL" val="1_1_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45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198869_3*l_h_i*1_3_1"/>
  <p:tag name="KSO_WM_TEMPLATE_CATEGORY" val="diagram"/>
  <p:tag name="KSO_WM_TEMPLATE_INDEX" val="20198869"/>
  <p:tag name="KSO_WM_UNIT_LAYERLEVEL" val="1_1_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45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198869_3*l_h_i*1_4_1"/>
  <p:tag name="KSO_WM_TEMPLATE_CATEGORY" val="diagram"/>
  <p:tag name="KSO_WM_TEMPLATE_INDEX" val="20198869"/>
  <p:tag name="KSO_WM_UNIT_LAYERLEVEL" val="1_1_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45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PRESET_TEXT" val="点击此处添加正文，文字是您思想的提炼，为了最终呈现发布的良好效果，请尽量言简意赅的阐述观点，"/>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8869_3*l_h_f*1_1_1"/>
  <p:tag name="KSO_WM_TEMPLATE_CATEGORY" val="diagram"/>
  <p:tag name="KSO_WM_TEMPLATE_INDEX" val="20198869"/>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54.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ISCONTENTSTITLE" val="0"/>
  <p:tag name="KSO_WM_UNIT_PRESET_TEXT" val="现任职务"/>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98869_3*l_h_a*1_1_1"/>
  <p:tag name="KSO_WM_TEMPLATE_CATEGORY" val="diagram"/>
  <p:tag name="KSO_WM_TEMPLATE_INDEX" val="20198869"/>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5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ISCONTENTSTITLE" val="0"/>
  <p:tag name="KSO_WM_UNIT_PRESET_TEXT" val="学业经历"/>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98869_3*l_h_a*1_2_1"/>
  <p:tag name="KSO_WM_TEMPLATE_CATEGORY" val="diagram"/>
  <p:tag name="KSO_WM_TEMPLATE_INDEX" val="20198869"/>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5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ISCONTENTSTITLE" val="0"/>
  <p:tag name="KSO_WM_UNIT_PRESET_TEXT" val="科研经历"/>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198869_3*l_h_a*1_3_1"/>
  <p:tag name="KSO_WM_TEMPLATE_CATEGORY" val="diagram"/>
  <p:tag name="KSO_WM_TEMPLATE_INDEX" val="20198869"/>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5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ISCONTENTSTITLE" val="0"/>
  <p:tag name="KSO_WM_UNIT_PRESET_TEXT" val="擅长领域"/>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198869_3*l_h_a*1_4_1"/>
  <p:tag name="KSO_WM_TEMPLATE_CATEGORY" val="diagram"/>
  <p:tag name="KSO_WM_TEMPLATE_INDEX" val="20198869"/>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5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XINGMING"/>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diagram20198869_3*b*1"/>
  <p:tag name="KSO_WM_TEMPLATE_CATEGORY" val="diagram"/>
  <p:tag name="KSO_WM_TEMPLATE_INDEX" val="20198869"/>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45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PRESET_TEXT" val="点击此处添加正文，文字是您思想的提炼，为了最终呈现发布的良好效果，请尽量言简意赅的阐述观点，"/>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8869_3*l_h_f*1_2_1"/>
  <p:tag name="KSO_WM_TEMPLATE_CATEGORY" val="diagram"/>
  <p:tag name="KSO_WM_TEMPLATE_INDEX" val="20198869"/>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6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PRESET_TEXT" val="点击此处添加正文，文字是您思想的提炼，为了最终呈现发布的良好效果，请尽量言简意赅的阐述观点，"/>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98869_3*l_h_f*1_3_1"/>
  <p:tag name="KSO_WM_TEMPLATE_CATEGORY" val="diagram"/>
  <p:tag name="KSO_WM_TEMPLATE_INDEX" val="20198869"/>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6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PRESET_TEXT" val="点击此处添加正文，文字是您思想的提炼，为了最终呈现发布的良好效果，请尽量言简意赅的阐述观点，"/>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98869_3*l_h_f*1_4_1"/>
  <p:tag name="KSO_WM_TEMPLATE_CATEGORY" val="diagram"/>
  <p:tag name="KSO_WM_TEMPLATE_INDEX" val="20198869"/>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62.xml><?xml version="1.0" encoding="utf-8"?>
<p:tagLst xmlns:a="http://schemas.openxmlformats.org/drawingml/2006/main" xmlns:r="http://schemas.openxmlformats.org/officeDocument/2006/relationships" xmlns:p="http://schemas.openxmlformats.org/presentationml/2006/main">
  <p:tag name="KSO_WM_UNIT_VALUE" val="1786*1692"/>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diagram20198869_3*d*1"/>
  <p:tag name="KSO_WM_TEMPLATE_CATEGORY" val="diagram"/>
  <p:tag name="KSO_WM_TEMPLATE_INDEX" val="20198869"/>
  <p:tag name="KSO_WM_UNIT_SUPPORT_UNIT_TYPE" val="[]"/>
  <p:tag name="KSO_WM_UNIT_LAYERLEVEL" val="1"/>
  <p:tag name="KSO_WM_TAG_VERSION" val="1.0"/>
  <p:tag name="KSO_WM_BEAUTIFY_FLAG" val="#wm#"/>
  <p:tag name="KSO_WM_UNIT_USESOURCEFORMAT_APPLY" val="1"/>
</p:tagLst>
</file>

<file path=ppt/tags/tag463.xml><?xml version="1.0" encoding="utf-8"?>
<p:tagLst xmlns:a="http://schemas.openxmlformats.org/drawingml/2006/main" xmlns:r="http://schemas.openxmlformats.org/officeDocument/2006/relationships" xmlns:p="http://schemas.openxmlformats.org/presentationml/2006/main">
  <p:tag name="KSO_WM_SLIDE_ID" val="diagram2020076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EMPLATE_MASTER_THUMB_INDEX" val="0"/>
  <p:tag name="KSO_WM_UNIT_SHOW_EDIT_AREA_INDICATION" val="0"/>
  <p:tag name="KSO_WM_SLIDE_SIZE" val="1008*511"/>
  <p:tag name="KSO_WM_SLIDE_POSITION" val="16*13"/>
  <p:tag name="KSO_WM_TAG_VERSION" val="1.0"/>
  <p:tag name="KSO_WM_BEAUTIFY_FLAG" val="#wm#"/>
  <p:tag name="KSO_WM_TEMPLATE_CATEGORY" val="diagram"/>
  <p:tag name="KSO_WM_TEMPLATE_INDEX" val="20200761"/>
  <p:tag name="KSO_WM_SLIDE_LAYOUT" val="a_d_f"/>
  <p:tag name="KSO_WM_SLIDE_LAYOUT_CNT" val="1_1_1"/>
</p:tagLst>
</file>

<file path=ppt/tags/tag4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4"/>
  <p:tag name="KSO_WM_UNIT_ID" val="diagram20200761_1*i*4"/>
  <p:tag name="KSO_WM_TEMPLATE_CATEGORY" val="diagram"/>
  <p:tag name="KSO_WM_TEMPLATE_INDEX" val="20200761"/>
  <p:tag name="KSO_WM_UNIT_LAYERLEVEL" val="1"/>
  <p:tag name="KSO_WM_TAG_VERSION" val="1.0"/>
  <p:tag name="KSO_WM_BEAUTIFY_FLAG" val="#wm#"/>
</p:tagLst>
</file>

<file path=ppt/tags/tag4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diagram20200761_1*i*1"/>
  <p:tag name="KSO_WM_TEMPLATE_CATEGORY" val="diagram"/>
  <p:tag name="KSO_WM_TEMPLATE_INDEX" val="20200761"/>
  <p:tag name="KSO_WM_UNIT_LAYERLEVEL" val="1"/>
  <p:tag name="KSO_WM_TAG_VERSION" val="1.0"/>
  <p:tag name="KSO_WM_BEAUTIFY_FLAG" val="#wm#"/>
</p:tagLst>
</file>

<file path=ppt/tags/tag46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SHOW_EDIT_AREA_INDICATION" val="0"/>
  <p:tag name="KSO_WM_UNIT_VALUE" val="7"/>
  <p:tag name="KSO_WM_UNIT_HIGHLIGHT" val="0"/>
  <p:tag name="KSO_WM_UNIT_COMPATIBLE" val="0"/>
  <p:tag name="KSO_WM_UNIT_DIAGRAM_ISNUMVISUAL" val="0"/>
  <p:tag name="KSO_WM_UNIT_DIAGRAM_IS_NEED_ADD_PATH_ANIM" val="0"/>
  <p:tag name="KSO_WM_UNIT_DIAGRAM_ISREFERUNIT" val="0"/>
  <p:tag name="KSO_WM_UNIT_TYPE" val="a"/>
  <p:tag name="KSO_WM_UNIT_INDEX" val="1"/>
  <p:tag name="KSO_WM_UNIT_ID" val="diagram20200761_1*a*1"/>
  <p:tag name="KSO_WM_TEMPLATE_CATEGORY" val="diagram"/>
  <p:tag name="KSO_WM_TEMPLATE_INDEX" val="20200761"/>
  <p:tag name="KSO_WM_UNIT_LAYERLEVEL" val="1"/>
  <p:tag name="KSO_WM_TAG_VERSION" val="1.0"/>
  <p:tag name="KSO_WM_BEAUTIFY_FLAG" val="#wm#"/>
  <p:tag name="KSO_WM_UNIT_PRESET_TEXT" val="插入超链接"/>
</p:tagLst>
</file>

<file path=ppt/tags/tag4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3"/>
  <p:tag name="KSO_WM_UNIT_ID" val="diagram20200761_1*i*3"/>
  <p:tag name="KSO_WM_TEMPLATE_CATEGORY" val="diagram"/>
  <p:tag name="KSO_WM_TEMPLATE_INDEX" val="20200761"/>
  <p:tag name="KSO_WM_UNIT_LAYERLEVEL" val="1"/>
  <p:tag name="KSO_WM_TAG_VERSION" val="1.0"/>
  <p:tag name="KSO_WM_BEAUTIFY_FLAG" val="#wm#"/>
</p:tagLst>
</file>

<file path=ppt/tags/tag468.xml><?xml version="1.0" encoding="utf-8"?>
<p:tagLst xmlns:a="http://schemas.openxmlformats.org/drawingml/2006/main" xmlns:r="http://schemas.openxmlformats.org/officeDocument/2006/relationships" xmlns:p="http://schemas.openxmlformats.org/presentationml/2006/main">
  <p:tag name="KSO_WM_UNIT_VALUE" val="779*1358"/>
  <p:tag name="KSO_WM_UNIT_HIGHLIGHT" val="0"/>
  <p:tag name="KSO_WM_UNIT_COMPATIBLE" val="0"/>
  <p:tag name="KSO_WM_UNIT_DIAGRAM_ISNUMVISUAL" val="0"/>
  <p:tag name="KSO_WM_UNIT_DIAGRAM_IS_NEED_ADD_PATH_ANIM" val="0"/>
  <p:tag name="KSO_WM_UNIT_DIAGRAM_ISREFERUNIT" val="0"/>
  <p:tag name="KSO_WM_UNIT_TYPE" val="d"/>
  <p:tag name="KSO_WM_UNIT_INDEX" val="1"/>
  <p:tag name="KSO_WM_UNIT_ID" val="diagram20200761_1*d*1"/>
  <p:tag name="KSO_WM_TEMPLATE_CATEGORY" val="diagram"/>
  <p:tag name="KSO_WM_TEMPLATE_INDEX" val="20200761"/>
  <p:tag name="KSO_WM_UNIT_SUPPORT_UNIT_TYPE" val="[]"/>
  <p:tag name="KSO_WM_UNIT_LAYERLEVEL" val="1"/>
  <p:tag name="KSO_WM_TAG_VERSION" val="1.0"/>
  <p:tag name="KSO_WM_BEAUTIFY_FLAG" val="#wm#"/>
</p:tagLst>
</file>

<file path=ppt/tags/tag469.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VALUE" val="45"/>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diagram20200761_1*f*1"/>
  <p:tag name="KSO_WM_TEMPLATE_CATEGORY" val="diagram"/>
  <p:tag name="KSO_WM_TEMPLATE_INDEX" val="20200761"/>
  <p:tag name="KSO_WM_UNIT_LAYERLEVEL" val="1"/>
  <p:tag name="KSO_WM_TAG_VERSION" val="1.0"/>
  <p:tag name="KSO_WM_BEAUTIFY_FLAG" val="#wm#"/>
  <p:tag name="KSO_WM_UNIT_PRESET_TEXT" val="小伙伴可能会发现“动作”中的单击鼠标触发的效果，跟插入超链接是差不多的。"/>
</p:tagLst>
</file>

<file path=ppt/tags/tag4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5"/>
  <p:tag name="KSO_WM_UNIT_ID" val="diagram20200761_1*i*5"/>
  <p:tag name="KSO_WM_TEMPLATE_CATEGORY" val="diagram"/>
  <p:tag name="KSO_WM_TEMPLATE_INDEX" val="20200761"/>
  <p:tag name="KSO_WM_UNIT_LAYERLEVEL" val="1"/>
  <p:tag name="KSO_WM_TAG_VERSION" val="1.0"/>
  <p:tag name="KSO_WM_BEAUTIFY_FLAG" val="#wm#"/>
</p:tagLst>
</file>

<file path=ppt/tags/tag4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7"/>
  <p:tag name="KSO_WM_UNIT_ID" val="diagram20200761_1*i*7"/>
  <p:tag name="KSO_WM_TEMPLATE_CATEGORY" val="diagram"/>
  <p:tag name="KSO_WM_TEMPLATE_INDEX" val="20200761"/>
  <p:tag name="KSO_WM_UNIT_LAYERLEVEL" val="1"/>
  <p:tag name="KSO_WM_TAG_VERSION" val="1.0"/>
  <p:tag name="KSO_WM_BEAUTIFY_FLAG" val="#wm#"/>
</p:tagLst>
</file>

<file path=ppt/tags/tag4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4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87882"/>
  <p:tag name="KSO_WM_SLIDE_ID" val="diagram20187882_2"/>
  <p:tag name="KSO_WM_TEMPLATE_SUBCATEGORY" val="0"/>
  <p:tag name="KSO_WM_TEMPLATE_MASTER_TYPE" val="0"/>
  <p:tag name="KSO_WM_TEMPLATE_COLOR_TYPE" val="1"/>
  <p:tag name="KSO_WM_SLIDE_TYPE" val="text"/>
  <p:tag name="KSO_WM_SLIDE_SUBTYPE" val="diag"/>
  <p:tag name="KSO_WM_SLIDE_ITEM_CNT" val="2"/>
  <p:tag name="KSO_WM_SLIDE_INDEX" val="2"/>
  <p:tag name="KSO_WM_SLIDE_SIZE" val="507.458*148.37"/>
  <p:tag name="KSO_WM_SLIDE_POSITION" val="368.019*309.687"/>
  <p:tag name="KSO_WM_DIAGRAM_GROUP_CODE" val="l1-1"/>
  <p:tag name="KSO_WM_SLIDE_DIAGTYPE" val="l"/>
  <p:tag name="KSO_WM_TAG_VERSION" val="1.0"/>
  <p:tag name="KSO_WM_SLIDE_LAYOUT" val="a_d_l"/>
  <p:tag name="KSO_WM_SLIDE_LAYOUT_CNT" val="1_1_1"/>
</p:tagLst>
</file>

<file path=ppt/tags/tag4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187882_2*l_i*1_1"/>
  <p:tag name="KSO_WM_TEMPLATE_CATEGORY" val="diagram"/>
  <p:tag name="KSO_WM_TEMPLATE_INDEX" val="20187882"/>
  <p:tag name="KSO_WM_UNIT_LAYERLEVEL" val="1_1"/>
  <p:tag name="KSO_WM_TAG_VERSION" val="1.0"/>
  <p:tag name="KSO_WM_BEAUTIFY_FLAG" val="#wm#"/>
  <p:tag name="KSO_WM_UNIT_LINE_FORE_SCHEMECOLOR_INDEX" val="10"/>
  <p:tag name="KSO_WM_UNIT_LINE_FILL_TYPE" val="2"/>
  <p:tag name="KSO_WM_UNIT_TEXT_FILL_FORE_SCHEMECOLOR_INDEX" val="13"/>
  <p:tag name="KSO_WM_UNIT_TEXT_FILL_TYPE" val="1"/>
  <p:tag name="KSO_WM_UNIT_USESOURCEFORMAT_APPLY" val="1"/>
</p:tagLst>
</file>

<file path=ppt/tags/tag4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87882_2*i*1"/>
  <p:tag name="KSO_WM_TEMPLATE_CATEGORY" val="diagram"/>
  <p:tag name="KSO_WM_TEMPLATE_INDEX" val="20187882"/>
  <p:tag name="KSO_WM_UNIT_LAYERLEVEL" val="1"/>
  <p:tag name="KSO_WM_TAG_VERSION" val="1.0"/>
  <p:tag name="KSO_WM_BEAUTIFY_FLAG" val="#wm#"/>
  <p:tag name="KSO_WM_UNIT_FILL_FORE_SCHEMECOLOR_INDEX" val="10"/>
  <p:tag name="KSO_WM_UNIT_FILL_TYPE" val="1"/>
  <p:tag name="KSO_WM_UNIT_TEXT_FILL_FORE_SCHEMECOLOR_INDEX" val="13"/>
  <p:tag name="KSO_WM_UNIT_TEXT_FILL_TYPE" val="1"/>
  <p:tag name="KSO_WM_UNIT_USESOURCEFORMAT_APPLY" val="1"/>
</p:tagLst>
</file>

<file path=ppt/tags/tag47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87882_2*l_h_a*1_1_1"/>
  <p:tag name="KSO_WM_TEMPLATE_CATEGORY" val="diagram"/>
  <p:tag name="KSO_WM_TEMPLATE_INDEX" val="20187882"/>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Lst>
</file>

<file path=ppt/tags/tag477.xml><?xml version="1.0" encoding="utf-8"?>
<p:tagLst xmlns:a="http://schemas.openxmlformats.org/drawingml/2006/main" xmlns:r="http://schemas.openxmlformats.org/officeDocument/2006/relationships" xmlns:p="http://schemas.openxmlformats.org/presentationml/2006/main">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882_2*l_h_f*1_1_1"/>
  <p:tag name="KSO_WM_TEMPLATE_CATEGORY" val="diagram"/>
  <p:tag name="KSO_WM_TEMPLATE_INDEX" val="20187882"/>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47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87882_2*l_h_a*1_2_1"/>
  <p:tag name="KSO_WM_TEMPLATE_CATEGORY" val="diagram"/>
  <p:tag name="KSO_WM_TEMPLATE_INDEX" val="20187882"/>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Lst>
</file>

<file path=ppt/tags/tag479.xml><?xml version="1.0" encoding="utf-8"?>
<p:tagLst xmlns:a="http://schemas.openxmlformats.org/drawingml/2006/main" xmlns:r="http://schemas.openxmlformats.org/officeDocument/2006/relationships" xmlns:p="http://schemas.openxmlformats.org/presentationml/2006/main">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87882_2*l_h_f*1_2_1"/>
  <p:tag name="KSO_WM_TEMPLATE_CATEGORY" val="diagram"/>
  <p:tag name="KSO_WM_TEMPLATE_INDEX" val="20187882"/>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48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7882_2*a*1"/>
  <p:tag name="KSO_WM_TEMPLATE_CATEGORY" val="diagram"/>
  <p:tag name="KSO_WM_TEMPLATE_INDEX" val="20187882"/>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481.xml><?xml version="1.0" encoding="utf-8"?>
<p:tagLst xmlns:a="http://schemas.openxmlformats.org/drawingml/2006/main" xmlns:r="http://schemas.openxmlformats.org/officeDocument/2006/relationships" xmlns:p="http://schemas.openxmlformats.org/presentationml/2006/main">
  <p:tag name="KSO_WM_UNIT_VALUE" val="1325*863"/>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diagram20187882_2*d*1"/>
  <p:tag name="KSO_WM_TEMPLATE_CATEGORY" val="diagram"/>
  <p:tag name="KSO_WM_TEMPLATE_INDEX" val="20187882"/>
  <p:tag name="KSO_WM_UNIT_SUPPORT_UNIT_TYPE" val="[]"/>
  <p:tag name="KSO_WM_UNIT_LAYERLEVEL" val="1"/>
  <p:tag name="KSO_WM_TAG_VERSION" val="1.0"/>
  <p:tag name="KSO_WM_BEAUTIFY_FLAG" val="#wm#"/>
  <p:tag name="KSO_WM_UNIT_USESOURCEFORMAT_APPLY" val="1"/>
</p:tagLst>
</file>

<file path=ppt/tags/tag482.xml><?xml version="1.0" encoding="utf-8"?>
<p:tagLst xmlns:a="http://schemas.openxmlformats.org/drawingml/2006/main" xmlns:r="http://schemas.openxmlformats.org/officeDocument/2006/relationships" xmlns:p="http://schemas.openxmlformats.org/presentationml/2006/main">
  <p:tag name="KSO_WM_SLIDE_ID" val="diagram2018537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85375"/>
  <p:tag name="KSO_WM_SLIDE_LAYOUT" val="a_f"/>
  <p:tag name="KSO_WM_SLIDE_LAYOUT_CNT" val="1_1"/>
</p:tagLst>
</file>

<file path=ppt/tags/tag483.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185375_1*a*1"/>
  <p:tag name="KSO_WM_TEMPLATE_CATEGORY" val="diagram"/>
  <p:tag name="KSO_WM_TEMPLATE_INDEX" val="20185375"/>
  <p:tag name="KSO_WM_UNIT_LAYERLEVEL" val="1"/>
  <p:tag name="KSO_WM_TAG_VERSION" val="1.0"/>
  <p:tag name="KSO_WM_BEAUTIFY_FLAG" val="#wm#"/>
  <p:tag name="KSO_WM_UNIT_PRESET_TEXT" val="点击此处添加标题"/>
</p:tagLst>
</file>

<file path=ppt/tags/tag4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85375_1*i*4"/>
  <p:tag name="KSO_WM_TEMPLATE_CATEGORY" val="diagram"/>
  <p:tag name="KSO_WM_TEMPLATE_INDEX" val="20185375"/>
  <p:tag name="KSO_WM_UNIT_LAYERLEVEL" val="1"/>
  <p:tag name="KSO_WM_TAG_VERSION" val="1.0"/>
  <p:tag name="KSO_WM_BEAUTIFY_FLAG" val="#wm#"/>
</p:tagLst>
</file>

<file path=ppt/tags/tag485.xml><?xml version="1.0" encoding="utf-8"?>
<p:tagLst xmlns:a="http://schemas.openxmlformats.org/drawingml/2006/main" xmlns:r="http://schemas.openxmlformats.org/officeDocument/2006/relationships"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Lst>
</file>

<file path=ppt/tags/tag4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85375_1*i*1"/>
  <p:tag name="KSO_WM_TEMPLATE_CATEGORY" val="diagram"/>
  <p:tag name="KSO_WM_TEMPLATE_INDEX" val="20185375"/>
  <p:tag name="KSO_WM_UNIT_LAYERLEVEL" val="1"/>
  <p:tag name="KSO_WM_TAG_VERSION" val="1.0"/>
  <p:tag name="KSO_WM_BEAUTIFY_FLAG" val="#wm#"/>
</p:tagLst>
</file>

<file path=ppt/tags/tag4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85375_1*i*2"/>
  <p:tag name="KSO_WM_TEMPLATE_CATEGORY" val="diagram"/>
  <p:tag name="KSO_WM_TEMPLATE_INDEX" val="20185375"/>
  <p:tag name="KSO_WM_UNIT_LAYERLEVEL" val="1"/>
  <p:tag name="KSO_WM_TAG_VERSION" val="1.0"/>
  <p:tag name="KSO_WM_BEAUTIFY_FLAG" val="#wm#"/>
</p:tagLst>
</file>

<file path=ppt/tags/tag4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85375_1*i*3"/>
  <p:tag name="KSO_WM_TEMPLATE_CATEGORY" val="diagram"/>
  <p:tag name="KSO_WM_TEMPLATE_INDEX" val="20185375"/>
  <p:tag name="KSO_WM_UNIT_LAYERLEVEL" val="1"/>
  <p:tag name="KSO_WM_TAG_VERSION" val="1.0"/>
  <p:tag name="KSO_WM_BEAUTIFY_FLAG" val="#wm#"/>
</p:tagLst>
</file>

<file path=ppt/tags/tag4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85375_1*i*5"/>
  <p:tag name="KSO_WM_TEMPLATE_CATEGORY" val="diagram"/>
  <p:tag name="KSO_WM_TEMPLATE_INDEX" val="20185375"/>
  <p:tag name="KSO_WM_UNIT_LAYERLEVEL" val="1"/>
  <p:tag name="KSO_WM_TAG_VERSION" val="1.0"/>
  <p:tag name="KSO_WM_BEAUTIFY_FLAG" val="#wm#"/>
  <p:tag name="KSO_WM_UNIT_SUPPORT_UNIT_TYPE" val="[]"/>
</p:tagLst>
</file>

<file path=ppt/tags/tag490.xml><?xml version="1.0" encoding="utf-8"?>
<p:tagLst xmlns:a="http://schemas.openxmlformats.org/drawingml/2006/main" xmlns:r="http://schemas.openxmlformats.org/officeDocument/2006/relationships" xmlns:p="http://schemas.openxmlformats.org/presentationml/2006/main">
  <p:tag name="KSO_WM_SLIDE_ID" val="diagram20198832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59*540"/>
  <p:tag name="KSO_WM_SLIDE_POSITION" val="0*0"/>
  <p:tag name="KSO_WM_TAG_VERSION" val="1.0"/>
  <p:tag name="KSO_WM_BEAUTIFY_FLAG" val="#wm#"/>
  <p:tag name="KSO_WM_TEMPLATE_CATEGORY" val="diagram"/>
  <p:tag name="KSO_WM_TEMPLATE_INDEX" val="20198832"/>
  <p:tag name="KSO_WM_SLIDE_LAYOUT" val="a_d_f"/>
  <p:tag name="KSO_WM_SLIDE_LAYOUT_CNT" val="1_1_1"/>
</p:tagLst>
</file>

<file path=ppt/tags/tag4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832_1*i*11"/>
  <p:tag name="KSO_WM_TEMPLATE_CATEGORY" val="diagram"/>
  <p:tag name="KSO_WM_TEMPLATE_INDEX" val="20198832"/>
  <p:tag name="KSO_WM_UNIT_LAYERLEVEL" val="1"/>
  <p:tag name="KSO_WM_TAG_VERSION" val="1.0"/>
  <p:tag name="KSO_WM_BEAUTIFY_FLAG" val="#wm#"/>
</p:tagLst>
</file>

<file path=ppt/tags/tag4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8832_1*i*12"/>
  <p:tag name="KSO_WM_TEMPLATE_CATEGORY" val="diagram"/>
  <p:tag name="KSO_WM_TEMPLATE_INDEX" val="20198832"/>
  <p:tag name="KSO_WM_UNIT_LAYERLEVEL" val="1"/>
  <p:tag name="KSO_WM_TAG_VERSION" val="1.0"/>
  <p:tag name="KSO_WM_BEAUTIFY_FLAG" val="#wm#"/>
</p:tagLst>
</file>

<file path=ppt/tags/tag4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832_1*i*1"/>
  <p:tag name="KSO_WM_TEMPLATE_CATEGORY" val="diagram"/>
  <p:tag name="KSO_WM_TEMPLATE_INDEX" val="20198832"/>
  <p:tag name="KSO_WM_UNIT_LAYERLEVEL" val="1"/>
  <p:tag name="KSO_WM_TAG_VERSION" val="1.0"/>
  <p:tag name="KSO_WM_BEAUTIFY_FLAG" val="#wm#"/>
</p:tagLst>
</file>

<file path=ppt/tags/tag49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diagram20198832_1*a*1"/>
  <p:tag name="KSO_WM_TEMPLATE_CATEGORY" val="diagram"/>
  <p:tag name="KSO_WM_TEMPLATE_INDEX" val="20198832"/>
  <p:tag name="KSO_WM_UNIT_LAYERLEVEL" val="1"/>
  <p:tag name="KSO_WM_TAG_VERSION" val="1.0"/>
  <p:tag name="KSO_WM_BEAUTIFY_FLAG" val="#wm#"/>
  <p:tag name="KSO_WM_UNIT_PRESET_TEXT" val="单击此处&#10;添加大标题"/>
</p:tagLst>
</file>

<file path=ppt/tags/tag495.xml><?xml version="1.0" encoding="utf-8"?>
<p:tagLst xmlns:a="http://schemas.openxmlformats.org/drawingml/2006/main" xmlns:r="http://schemas.openxmlformats.org/officeDocument/2006/relationships" xmlns:p="http://schemas.openxmlformats.org/presentationml/2006/main">
  <p:tag name="KSO_WM_UNIT_NOCLEAR" val="0"/>
  <p:tag name="KSO_WM_UNIT_VALUE" val="80"/>
  <p:tag name="KSO_WM_UNIT_HIGHLIGHT" val="0"/>
  <p:tag name="KSO_WM_UNIT_COMPATIBLE" val="0"/>
  <p:tag name="KSO_WM_UNIT_DIAGRAM_ISNUMVISUAL" val="0"/>
  <p:tag name="KSO_WM_UNIT_DIAGRAM_ISREFERUNIT" val="0"/>
  <p:tag name="KSO_WM_UNIT_TYPE" val="f"/>
  <p:tag name="KSO_WM_UNIT_INDEX" val="1"/>
  <p:tag name="KSO_WM_UNIT_ID" val="diagram20198832_1*f*1"/>
  <p:tag name="KSO_WM_TEMPLATE_CATEGORY" val="diagram"/>
  <p:tag name="KSO_WM_TEMPLATE_INDEX" val="20198832"/>
  <p:tag name="KSO_WM_UNIT_LAYERLEVEL" val="1"/>
  <p:tag name="KSO_WM_TAG_VERSION" val="1.0"/>
  <p:tag name="KSO_WM_BEAUTIFY_FLAG" val="#wm#"/>
  <p:tag name="KSO_WM_UNIT_PRESET_TEXT" val="点击此处添加正文，文字是您思想的提炼，为了最终呈现发布的良好效果，请尽量言简意赅的阐述观点；点击此处添加正文，文字是您思想的提炼。"/>
</p:tagLst>
</file>

<file path=ppt/tags/tag4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832_1*i*13"/>
  <p:tag name="KSO_WM_TEMPLATE_CATEGORY" val="diagram"/>
  <p:tag name="KSO_WM_TEMPLATE_INDEX" val="20198832"/>
  <p:tag name="KSO_WM_UNIT_LAYERLEVEL" val="1"/>
  <p:tag name="KSO_WM_TAG_VERSION" val="1.0"/>
  <p:tag name="KSO_WM_BEAUTIFY_FLAG" val="#wm#"/>
</p:tagLst>
</file>

<file path=ppt/tags/tag4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832_1*i*9"/>
  <p:tag name="KSO_WM_TEMPLATE_CATEGORY" val="diagram"/>
  <p:tag name="KSO_WM_TEMPLATE_INDEX" val="20198832"/>
  <p:tag name="KSO_WM_UNIT_LAYERLEVEL" val="1"/>
  <p:tag name="KSO_WM_TAG_VERSION" val="1.0"/>
  <p:tag name="KSO_WM_BEAUTIFY_FLAG" val="#wm#"/>
</p:tagLst>
</file>

<file path=ppt/tags/tag4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832_1*i*3"/>
  <p:tag name="KSO_WM_TEMPLATE_CATEGORY" val="diagram"/>
  <p:tag name="KSO_WM_TEMPLATE_INDEX" val="20198832"/>
  <p:tag name="KSO_WM_UNIT_LAYERLEVEL" val="1"/>
  <p:tag name="KSO_WM_TAG_VERSION" val="1.0"/>
  <p:tag name="KSO_WM_BEAUTIFY_FLAG" val="#wm#"/>
</p:tagLst>
</file>

<file path=ppt/tags/tag4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8832_1*i*4"/>
  <p:tag name="KSO_WM_TEMPLATE_CATEGORY" val="diagram"/>
  <p:tag name="KSO_WM_TEMPLATE_INDEX" val="20198832"/>
  <p:tag name="KSO_WM_UNIT_LAYERLEVEL" val="1"/>
  <p:tag name="KSO_WM_TAG_VERSION" val="1.0"/>
  <p:tag name="KSO_WM_BEAUTIFY_FLAG" val="#wm#"/>
</p:tagLst>
</file>

<file path=ppt/tags/tag5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832_1*i*3"/>
  <p:tag name="KSO_WM_TEMPLATE_CATEGORY" val="diagram"/>
  <p:tag name="KSO_WM_TEMPLATE_INDEX" val="20198832"/>
  <p:tag name="KSO_WM_UNIT_LAYERLEVEL" val="1"/>
  <p:tag name="KSO_WM_TAG_VERSION" val="1.0"/>
  <p:tag name="KSO_WM_BEAUTIFY_FLAG" val="#wm#"/>
</p:tagLst>
</file>

<file path=ppt/tags/tag5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8832_1*i*4"/>
  <p:tag name="KSO_WM_TEMPLATE_CATEGORY" val="diagram"/>
  <p:tag name="KSO_WM_TEMPLATE_INDEX" val="20198832"/>
  <p:tag name="KSO_WM_UNIT_LAYERLEVEL" val="1"/>
  <p:tag name="KSO_WM_TAG_VERSION" val="1.0"/>
  <p:tag name="KSO_WM_BEAUTIFY_FLAG" val="#wm#"/>
</p:tagLst>
</file>

<file path=ppt/tags/tag502.xml><?xml version="1.0" encoding="utf-8"?>
<p:tagLst xmlns:a="http://schemas.openxmlformats.org/drawingml/2006/main" xmlns:r="http://schemas.openxmlformats.org/officeDocument/2006/relationships" xmlns:p="http://schemas.openxmlformats.org/presentationml/2006/main">
  <p:tag name="KSO_WM_SLIDE_ID" val="diagram2018537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85375"/>
  <p:tag name="KSO_WM_SLIDE_LAYOUT" val="a_f"/>
  <p:tag name="KSO_WM_SLIDE_LAYOUT_CNT" val="1_1"/>
</p:tagLst>
</file>

<file path=ppt/tags/tag503.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185375_1*a*1"/>
  <p:tag name="KSO_WM_TEMPLATE_CATEGORY" val="diagram"/>
  <p:tag name="KSO_WM_TEMPLATE_INDEX" val="20185375"/>
  <p:tag name="KSO_WM_UNIT_LAYERLEVEL" val="1"/>
  <p:tag name="KSO_WM_TAG_VERSION" val="1.0"/>
  <p:tag name="KSO_WM_BEAUTIFY_FLAG" val="#wm#"/>
  <p:tag name="KSO_WM_UNIT_PRESET_TEXT" val="点击此处添加标题"/>
</p:tagLst>
</file>

<file path=ppt/tags/tag5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85375_1*i*4"/>
  <p:tag name="KSO_WM_TEMPLATE_CATEGORY" val="diagram"/>
  <p:tag name="KSO_WM_TEMPLATE_INDEX" val="20185375"/>
  <p:tag name="KSO_WM_UNIT_LAYERLEVEL" val="1"/>
  <p:tag name="KSO_WM_TAG_VERSION" val="1.0"/>
  <p:tag name="KSO_WM_BEAUTIFY_FLAG" val="#wm#"/>
</p:tagLst>
</file>

<file path=ppt/tags/tag5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85375_1*i*1"/>
  <p:tag name="KSO_WM_TEMPLATE_CATEGORY" val="diagram"/>
  <p:tag name="KSO_WM_TEMPLATE_INDEX" val="20185375"/>
  <p:tag name="KSO_WM_UNIT_LAYERLEVEL" val="1"/>
  <p:tag name="KSO_WM_TAG_VERSION" val="1.0"/>
  <p:tag name="KSO_WM_BEAUTIFY_FLAG" val="#wm#"/>
</p:tagLst>
</file>

<file path=ppt/tags/tag5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85375_1*i*2"/>
  <p:tag name="KSO_WM_TEMPLATE_CATEGORY" val="diagram"/>
  <p:tag name="KSO_WM_TEMPLATE_INDEX" val="20185375"/>
  <p:tag name="KSO_WM_UNIT_LAYERLEVEL" val="1"/>
  <p:tag name="KSO_WM_TAG_VERSION" val="1.0"/>
  <p:tag name="KSO_WM_BEAUTIFY_FLAG" val="#wm#"/>
</p:tagLst>
</file>

<file path=ppt/tags/tag5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85375_1*i*3"/>
  <p:tag name="KSO_WM_TEMPLATE_CATEGORY" val="diagram"/>
  <p:tag name="KSO_WM_TEMPLATE_INDEX" val="20185375"/>
  <p:tag name="KSO_WM_UNIT_LAYERLEVEL" val="1"/>
  <p:tag name="KSO_WM_TAG_VERSION" val="1.0"/>
  <p:tag name="KSO_WM_BEAUTIFY_FLAG" val="#wm#"/>
</p:tagLst>
</file>

<file path=ppt/tags/tag5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85375_1*i*5"/>
  <p:tag name="KSO_WM_TEMPLATE_CATEGORY" val="diagram"/>
  <p:tag name="KSO_WM_TEMPLATE_INDEX" val="20185375"/>
  <p:tag name="KSO_WM_UNIT_LAYERLEVEL" val="1"/>
  <p:tag name="KSO_WM_TAG_VERSION" val="1.0"/>
  <p:tag name="KSO_WM_BEAUTIFY_FLAG" val="#wm#"/>
  <p:tag name="KSO_WM_UNIT_SUPPORT_UNIT_TYPE" val="[]"/>
</p:tagLst>
</file>

<file path=ppt/tags/tag509.xml><?xml version="1.0" encoding="utf-8"?>
<p:tagLst xmlns:a="http://schemas.openxmlformats.org/drawingml/2006/main" xmlns:r="http://schemas.openxmlformats.org/officeDocument/2006/relationships"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Lst>
</file>

<file path=ppt/tags/tag510.xml><?xml version="1.0" encoding="utf-8"?>
<p:tagLst xmlns:a="http://schemas.openxmlformats.org/drawingml/2006/main" xmlns:r="http://schemas.openxmlformats.org/officeDocument/2006/relationships" xmlns:p="http://schemas.openxmlformats.org/presentationml/2006/main">
  <p:tag name="KSO_WM_SLIDE_ID" val="diagram20198832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59*540"/>
  <p:tag name="KSO_WM_SLIDE_POSITION" val="0*0"/>
  <p:tag name="KSO_WM_TAG_VERSION" val="1.0"/>
  <p:tag name="KSO_WM_BEAUTIFY_FLAG" val="#wm#"/>
  <p:tag name="KSO_WM_TEMPLATE_CATEGORY" val="diagram"/>
  <p:tag name="KSO_WM_TEMPLATE_INDEX" val="20198832"/>
  <p:tag name="KSO_WM_SLIDE_LAYOUT" val="a_d_f"/>
  <p:tag name="KSO_WM_SLIDE_LAYOUT_CNT" val="1_1_1"/>
</p:tagLst>
</file>

<file path=ppt/tags/tag5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832_1*i*11"/>
  <p:tag name="KSO_WM_TEMPLATE_CATEGORY" val="diagram"/>
  <p:tag name="KSO_WM_TEMPLATE_INDEX" val="20198832"/>
  <p:tag name="KSO_WM_UNIT_LAYERLEVEL" val="1"/>
  <p:tag name="KSO_WM_TAG_VERSION" val="1.0"/>
  <p:tag name="KSO_WM_BEAUTIFY_FLAG" val="#wm#"/>
</p:tagLst>
</file>

<file path=ppt/tags/tag5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8832_1*i*12"/>
  <p:tag name="KSO_WM_TEMPLATE_CATEGORY" val="diagram"/>
  <p:tag name="KSO_WM_TEMPLATE_INDEX" val="20198832"/>
  <p:tag name="KSO_WM_UNIT_LAYERLEVEL" val="1"/>
  <p:tag name="KSO_WM_TAG_VERSION" val="1.0"/>
  <p:tag name="KSO_WM_BEAUTIFY_FLAG" val="#wm#"/>
</p:tagLst>
</file>

<file path=ppt/tags/tag5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832_1*i*1"/>
  <p:tag name="KSO_WM_TEMPLATE_CATEGORY" val="diagram"/>
  <p:tag name="KSO_WM_TEMPLATE_INDEX" val="20198832"/>
  <p:tag name="KSO_WM_UNIT_LAYERLEVEL" val="1"/>
  <p:tag name="KSO_WM_TAG_VERSION" val="1.0"/>
  <p:tag name="KSO_WM_BEAUTIFY_FLAG" val="#wm#"/>
</p:tagLst>
</file>

<file path=ppt/tags/tag51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diagram20198832_1*a*1"/>
  <p:tag name="KSO_WM_TEMPLATE_CATEGORY" val="diagram"/>
  <p:tag name="KSO_WM_TEMPLATE_INDEX" val="20198832"/>
  <p:tag name="KSO_WM_UNIT_LAYERLEVEL" val="1"/>
  <p:tag name="KSO_WM_TAG_VERSION" val="1.0"/>
  <p:tag name="KSO_WM_BEAUTIFY_FLAG" val="#wm#"/>
  <p:tag name="KSO_WM_UNIT_PRESET_TEXT" val="单击此处&#10;添加大标题"/>
</p:tagLst>
</file>

<file path=ppt/tags/tag515.xml><?xml version="1.0" encoding="utf-8"?>
<p:tagLst xmlns:a="http://schemas.openxmlformats.org/drawingml/2006/main" xmlns:r="http://schemas.openxmlformats.org/officeDocument/2006/relationships" xmlns:p="http://schemas.openxmlformats.org/presentationml/2006/main">
  <p:tag name="KSO_WM_UNIT_NOCLEAR" val="0"/>
  <p:tag name="KSO_WM_UNIT_VALUE" val="80"/>
  <p:tag name="KSO_WM_UNIT_HIGHLIGHT" val="0"/>
  <p:tag name="KSO_WM_UNIT_COMPATIBLE" val="0"/>
  <p:tag name="KSO_WM_UNIT_DIAGRAM_ISNUMVISUAL" val="0"/>
  <p:tag name="KSO_WM_UNIT_DIAGRAM_ISREFERUNIT" val="0"/>
  <p:tag name="KSO_WM_UNIT_TYPE" val="f"/>
  <p:tag name="KSO_WM_UNIT_INDEX" val="1"/>
  <p:tag name="KSO_WM_UNIT_ID" val="diagram20198832_1*f*1"/>
  <p:tag name="KSO_WM_TEMPLATE_CATEGORY" val="diagram"/>
  <p:tag name="KSO_WM_TEMPLATE_INDEX" val="20198832"/>
  <p:tag name="KSO_WM_UNIT_LAYERLEVEL" val="1"/>
  <p:tag name="KSO_WM_TAG_VERSION" val="1.0"/>
  <p:tag name="KSO_WM_BEAUTIFY_FLAG" val="#wm#"/>
  <p:tag name="KSO_WM_UNIT_PRESET_TEXT" val="点击此处添加正文，文字是您思想的提炼，为了最终呈现发布的良好效果，请尽量言简意赅的阐述观点；点击此处添加正文，文字是您思想的提炼。"/>
</p:tagLst>
</file>

<file path=ppt/tags/tag5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832_1*i*13"/>
  <p:tag name="KSO_WM_TEMPLATE_CATEGORY" val="diagram"/>
  <p:tag name="KSO_WM_TEMPLATE_INDEX" val="20198832"/>
  <p:tag name="KSO_WM_UNIT_LAYERLEVEL" val="1"/>
  <p:tag name="KSO_WM_TAG_VERSION" val="1.0"/>
  <p:tag name="KSO_WM_BEAUTIFY_FLAG" val="#wm#"/>
</p:tagLst>
</file>

<file path=ppt/tags/tag5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8832_1*i*5"/>
  <p:tag name="KSO_WM_TEMPLATE_CATEGORY" val="diagram"/>
  <p:tag name="KSO_WM_TEMPLATE_INDEX" val="20198832"/>
  <p:tag name="KSO_WM_UNIT_LAYERLEVEL" val="1"/>
  <p:tag name="KSO_WM_TAG_VERSION" val="1.0"/>
  <p:tag name="KSO_WM_BEAUTIFY_FLAG" val="#wm#"/>
</p:tagLst>
</file>

<file path=ppt/tags/tag5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8832_1*i*6"/>
  <p:tag name="KSO_WM_TEMPLATE_CATEGORY" val="diagram"/>
  <p:tag name="KSO_WM_TEMPLATE_INDEX" val="20198832"/>
  <p:tag name="KSO_WM_UNIT_LAYERLEVEL" val="1"/>
  <p:tag name="KSO_WM_TAG_VERSION" val="1.0"/>
  <p:tag name="KSO_WM_BEAUTIFY_FLAG" val="#wm#"/>
</p:tagLst>
</file>

<file path=ppt/tags/tag5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8832_1*i*7"/>
  <p:tag name="KSO_WM_TEMPLATE_CATEGORY" val="diagram"/>
  <p:tag name="KSO_WM_TEMPLATE_INDEX" val="20198832"/>
  <p:tag name="KSO_WM_UNIT_LAYERLEVEL" val="1"/>
  <p:tag name="KSO_WM_TAG_VERSION" val="1.0"/>
  <p:tag name="KSO_WM_BEAUTIFY_FLAG" val="#wm#"/>
</p:tagLst>
</file>

<file path=ppt/tags/tag5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8832_1*i*8"/>
  <p:tag name="KSO_WM_TEMPLATE_CATEGORY" val="diagram"/>
  <p:tag name="KSO_WM_TEMPLATE_INDEX" val="20198832"/>
  <p:tag name="KSO_WM_UNIT_LAYERLEVEL" val="1"/>
  <p:tag name="KSO_WM_TAG_VERSION" val="1.0"/>
  <p:tag name="KSO_WM_BEAUTIFY_FLAG" val="#wm#"/>
</p:tagLst>
</file>

<file path=ppt/tags/tag5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832_1*i*9"/>
  <p:tag name="KSO_WM_TEMPLATE_CATEGORY" val="diagram"/>
  <p:tag name="KSO_WM_TEMPLATE_INDEX" val="20198832"/>
  <p:tag name="KSO_WM_UNIT_LAYERLEVEL" val="1"/>
  <p:tag name="KSO_WM_TAG_VERSION" val="1.0"/>
  <p:tag name="KSO_WM_BEAUTIFY_FLAG" val="#wm#"/>
</p:tagLst>
</file>

<file path=ppt/tags/tag5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8832_1*i*10"/>
  <p:tag name="KSO_WM_TEMPLATE_CATEGORY" val="diagram"/>
  <p:tag name="KSO_WM_TEMPLATE_INDEX" val="20198832"/>
  <p:tag name="KSO_WM_UNIT_LAYERLEVEL" val="1"/>
  <p:tag name="KSO_WM_TAG_VERSION" val="1.0"/>
  <p:tag name="KSO_WM_BEAUTIFY_FLAG" val="#wm#"/>
</p:tagLst>
</file>

<file path=ppt/tags/tag523.xml><?xml version="1.0" encoding="utf-8"?>
<p:tagLst xmlns:a="http://schemas.openxmlformats.org/drawingml/2006/main" xmlns:r="http://schemas.openxmlformats.org/officeDocument/2006/relationships" xmlns:p="http://schemas.openxmlformats.org/presentationml/2006/main">
  <p:tag name="KSO_WM_UNIT_VALUE" val="789*1400"/>
  <p:tag name="KSO_WM_UNIT_HIGHLIGHT" val="0"/>
  <p:tag name="KSO_WM_UNIT_COMPATIBLE" val="0"/>
  <p:tag name="KSO_WM_UNIT_DIAGRAM_ISNUMVISUAL" val="0"/>
  <p:tag name="KSO_WM_UNIT_DIAGRAM_ISREFERUNIT" val="0"/>
  <p:tag name="KSO_WM_UNIT_TYPE" val="d"/>
  <p:tag name="KSO_WM_UNIT_INDEX" val="1"/>
  <p:tag name="KSO_WM_UNIT_ID" val="diagram20198832_1*d*1"/>
  <p:tag name="KSO_WM_TEMPLATE_CATEGORY" val="diagram"/>
  <p:tag name="KSO_WM_TEMPLATE_INDEX" val="20198832"/>
  <p:tag name="KSO_WM_UNIT_SUPPORT_UNIT_TYPE" val="[]"/>
  <p:tag name="KSO_WM_UNIT_LAYERLEVEL" val="1"/>
  <p:tag name="KSO_WM_TAG_VERSION" val="1.0"/>
  <p:tag name="KSO_WM_BEAUTIFY_FLAG" val="#wm#"/>
</p:tagLst>
</file>

<file path=ppt/tags/tag5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832_1*i*3"/>
  <p:tag name="KSO_WM_TEMPLATE_CATEGORY" val="diagram"/>
  <p:tag name="KSO_WM_TEMPLATE_INDEX" val="20198832"/>
  <p:tag name="KSO_WM_UNIT_LAYERLEVEL" val="1"/>
  <p:tag name="KSO_WM_TAG_VERSION" val="1.0"/>
  <p:tag name="KSO_WM_BEAUTIFY_FLAG" val="#wm#"/>
</p:tagLst>
</file>

<file path=ppt/tags/tag5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8832_1*i*4"/>
  <p:tag name="KSO_WM_TEMPLATE_CATEGORY" val="diagram"/>
  <p:tag name="KSO_WM_TEMPLATE_INDEX" val="20198832"/>
  <p:tag name="KSO_WM_UNIT_LAYERLEVEL" val="1"/>
  <p:tag name="KSO_WM_TAG_VERSION" val="1.0"/>
  <p:tag name="KSO_WM_BEAUTIFY_FLAG" val="#wm#"/>
</p:tagLst>
</file>

<file path=ppt/tags/tag526.xml><?xml version="1.0" encoding="utf-8"?>
<p:tagLst xmlns:a="http://schemas.openxmlformats.org/drawingml/2006/main" xmlns:r="http://schemas.openxmlformats.org/officeDocument/2006/relationships" xmlns:p="http://schemas.openxmlformats.org/presentationml/2006/main">
  <p:tag name="KSO_WM_SLIDE_ID" val="diagram20198832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59*540"/>
  <p:tag name="KSO_WM_SLIDE_POSITION" val="0*0"/>
  <p:tag name="KSO_WM_TAG_VERSION" val="1.0"/>
  <p:tag name="KSO_WM_BEAUTIFY_FLAG" val="#wm#"/>
  <p:tag name="KSO_WM_TEMPLATE_CATEGORY" val="diagram"/>
  <p:tag name="KSO_WM_TEMPLATE_INDEX" val="20198832"/>
  <p:tag name="KSO_WM_SLIDE_LAYOUT" val="a_d_f"/>
  <p:tag name="KSO_WM_SLIDE_LAYOUT_CNT" val="1_1_1"/>
</p:tagLst>
</file>

<file path=ppt/tags/tag5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832_1*i*11"/>
  <p:tag name="KSO_WM_TEMPLATE_CATEGORY" val="diagram"/>
  <p:tag name="KSO_WM_TEMPLATE_INDEX" val="20198832"/>
  <p:tag name="KSO_WM_UNIT_LAYERLEVEL" val="1"/>
  <p:tag name="KSO_WM_TAG_VERSION" val="1.0"/>
  <p:tag name="KSO_WM_BEAUTIFY_FLAG" val="#wm#"/>
</p:tagLst>
</file>

<file path=ppt/tags/tag5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8832_1*i*12"/>
  <p:tag name="KSO_WM_TEMPLATE_CATEGORY" val="diagram"/>
  <p:tag name="KSO_WM_TEMPLATE_INDEX" val="20198832"/>
  <p:tag name="KSO_WM_UNIT_LAYERLEVEL" val="1"/>
  <p:tag name="KSO_WM_TAG_VERSION" val="1.0"/>
  <p:tag name="KSO_WM_BEAUTIFY_FLAG" val="#wm#"/>
</p:tagLst>
</file>

<file path=ppt/tags/tag5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832_1*i*1"/>
  <p:tag name="KSO_WM_TEMPLATE_CATEGORY" val="diagram"/>
  <p:tag name="KSO_WM_TEMPLATE_INDEX" val="20198832"/>
  <p:tag name="KSO_WM_UNIT_LAYERLEVEL" val="1"/>
  <p:tag name="KSO_WM_TAG_VERSION" val="1.0"/>
  <p:tag name="KSO_WM_BEAUTIFY_FLAG" val="#wm#"/>
</p:tagLst>
</file>

<file path=ppt/tags/tag53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diagram20198832_1*a*1"/>
  <p:tag name="KSO_WM_TEMPLATE_CATEGORY" val="diagram"/>
  <p:tag name="KSO_WM_TEMPLATE_INDEX" val="20198832"/>
  <p:tag name="KSO_WM_UNIT_LAYERLEVEL" val="1"/>
  <p:tag name="KSO_WM_TAG_VERSION" val="1.0"/>
  <p:tag name="KSO_WM_BEAUTIFY_FLAG" val="#wm#"/>
  <p:tag name="KSO_WM_UNIT_PRESET_TEXT" val="单击此处&#10;添加大标题"/>
</p:tagLst>
</file>

<file path=ppt/tags/tag531.xml><?xml version="1.0" encoding="utf-8"?>
<p:tagLst xmlns:a="http://schemas.openxmlformats.org/drawingml/2006/main" xmlns:r="http://schemas.openxmlformats.org/officeDocument/2006/relationships" xmlns:p="http://schemas.openxmlformats.org/presentationml/2006/main">
  <p:tag name="KSO_WM_UNIT_NOCLEAR" val="0"/>
  <p:tag name="KSO_WM_UNIT_VALUE" val="80"/>
  <p:tag name="KSO_WM_UNIT_HIGHLIGHT" val="0"/>
  <p:tag name="KSO_WM_UNIT_COMPATIBLE" val="0"/>
  <p:tag name="KSO_WM_UNIT_DIAGRAM_ISNUMVISUAL" val="0"/>
  <p:tag name="KSO_WM_UNIT_DIAGRAM_ISREFERUNIT" val="0"/>
  <p:tag name="KSO_WM_UNIT_TYPE" val="f"/>
  <p:tag name="KSO_WM_UNIT_INDEX" val="1"/>
  <p:tag name="KSO_WM_UNIT_ID" val="diagram20198832_1*f*1"/>
  <p:tag name="KSO_WM_TEMPLATE_CATEGORY" val="diagram"/>
  <p:tag name="KSO_WM_TEMPLATE_INDEX" val="20198832"/>
  <p:tag name="KSO_WM_UNIT_LAYERLEVEL" val="1"/>
  <p:tag name="KSO_WM_TAG_VERSION" val="1.0"/>
  <p:tag name="KSO_WM_BEAUTIFY_FLAG" val="#wm#"/>
  <p:tag name="KSO_WM_UNIT_PRESET_TEXT" val="点击此处添加正文，文字是您思想的提炼，为了最终呈现发布的良好效果，请尽量言简意赅的阐述观点；点击此处添加正文，文字是您思想的提炼。"/>
</p:tagLst>
</file>

<file path=ppt/tags/tag5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832_1*i*13"/>
  <p:tag name="KSO_WM_TEMPLATE_CATEGORY" val="diagram"/>
  <p:tag name="KSO_WM_TEMPLATE_INDEX" val="20198832"/>
  <p:tag name="KSO_WM_UNIT_LAYERLEVEL" val="1"/>
  <p:tag name="KSO_WM_TAG_VERSION" val="1.0"/>
  <p:tag name="KSO_WM_BEAUTIFY_FLAG" val="#wm#"/>
</p:tagLst>
</file>

<file path=ppt/tags/tag5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8832_1*i*5"/>
  <p:tag name="KSO_WM_TEMPLATE_CATEGORY" val="diagram"/>
  <p:tag name="KSO_WM_TEMPLATE_INDEX" val="20198832"/>
  <p:tag name="KSO_WM_UNIT_LAYERLEVEL" val="1"/>
  <p:tag name="KSO_WM_TAG_VERSION" val="1.0"/>
  <p:tag name="KSO_WM_BEAUTIFY_FLAG" val="#wm#"/>
</p:tagLst>
</file>

<file path=ppt/tags/tag5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8832_1*i*6"/>
  <p:tag name="KSO_WM_TEMPLATE_CATEGORY" val="diagram"/>
  <p:tag name="KSO_WM_TEMPLATE_INDEX" val="20198832"/>
  <p:tag name="KSO_WM_UNIT_LAYERLEVEL" val="1"/>
  <p:tag name="KSO_WM_TAG_VERSION" val="1.0"/>
  <p:tag name="KSO_WM_BEAUTIFY_FLAG" val="#wm#"/>
</p:tagLst>
</file>

<file path=ppt/tags/tag5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8832_1*i*7"/>
  <p:tag name="KSO_WM_TEMPLATE_CATEGORY" val="diagram"/>
  <p:tag name="KSO_WM_TEMPLATE_INDEX" val="20198832"/>
  <p:tag name="KSO_WM_UNIT_LAYERLEVEL" val="1"/>
  <p:tag name="KSO_WM_TAG_VERSION" val="1.0"/>
  <p:tag name="KSO_WM_BEAUTIFY_FLAG" val="#wm#"/>
</p:tagLst>
</file>

<file path=ppt/tags/tag5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8832_1*i*8"/>
  <p:tag name="KSO_WM_TEMPLATE_CATEGORY" val="diagram"/>
  <p:tag name="KSO_WM_TEMPLATE_INDEX" val="20198832"/>
  <p:tag name="KSO_WM_UNIT_LAYERLEVEL" val="1"/>
  <p:tag name="KSO_WM_TAG_VERSION" val="1.0"/>
  <p:tag name="KSO_WM_BEAUTIFY_FLAG" val="#wm#"/>
</p:tagLst>
</file>

<file path=ppt/tags/tag5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832_1*i*9"/>
  <p:tag name="KSO_WM_TEMPLATE_CATEGORY" val="diagram"/>
  <p:tag name="KSO_WM_TEMPLATE_INDEX" val="20198832"/>
  <p:tag name="KSO_WM_UNIT_LAYERLEVEL" val="1"/>
  <p:tag name="KSO_WM_TAG_VERSION" val="1.0"/>
  <p:tag name="KSO_WM_BEAUTIFY_FLAG" val="#wm#"/>
</p:tagLst>
</file>

<file path=ppt/tags/tag5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8832_1*i*10"/>
  <p:tag name="KSO_WM_TEMPLATE_CATEGORY" val="diagram"/>
  <p:tag name="KSO_WM_TEMPLATE_INDEX" val="20198832"/>
  <p:tag name="KSO_WM_UNIT_LAYERLEVEL" val="1"/>
  <p:tag name="KSO_WM_TAG_VERSION" val="1.0"/>
  <p:tag name="KSO_WM_BEAUTIFY_FLAG" val="#wm#"/>
</p:tagLst>
</file>

<file path=ppt/tags/tag539.xml><?xml version="1.0" encoding="utf-8"?>
<p:tagLst xmlns:a="http://schemas.openxmlformats.org/drawingml/2006/main" xmlns:r="http://schemas.openxmlformats.org/officeDocument/2006/relationships" xmlns:p="http://schemas.openxmlformats.org/presentationml/2006/main">
  <p:tag name="KSO_WM_UNIT_VALUE" val="789*1400"/>
  <p:tag name="KSO_WM_UNIT_HIGHLIGHT" val="0"/>
  <p:tag name="KSO_WM_UNIT_COMPATIBLE" val="0"/>
  <p:tag name="KSO_WM_UNIT_DIAGRAM_ISNUMVISUAL" val="0"/>
  <p:tag name="KSO_WM_UNIT_DIAGRAM_ISREFERUNIT" val="0"/>
  <p:tag name="KSO_WM_UNIT_TYPE" val="d"/>
  <p:tag name="KSO_WM_UNIT_INDEX" val="1"/>
  <p:tag name="KSO_WM_UNIT_ID" val="diagram20198832_1*d*1"/>
  <p:tag name="KSO_WM_TEMPLATE_CATEGORY" val="diagram"/>
  <p:tag name="KSO_WM_TEMPLATE_INDEX" val="20198832"/>
  <p:tag name="KSO_WM_UNIT_SUPPORT_UNIT_TYPE" val="[]"/>
  <p:tag name="KSO_WM_UNIT_LAYERLEVEL" val="1"/>
  <p:tag name="KSO_WM_TAG_VERSION" val="1.0"/>
  <p:tag name="KSO_WM_BEAUTIFY_FLAG" val="#wm#"/>
</p:tagLst>
</file>

<file path=ppt/tags/tag5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832_1*i*3"/>
  <p:tag name="KSO_WM_TEMPLATE_CATEGORY" val="diagram"/>
  <p:tag name="KSO_WM_TEMPLATE_INDEX" val="20198832"/>
  <p:tag name="KSO_WM_UNIT_LAYERLEVEL" val="1"/>
  <p:tag name="KSO_WM_TAG_VERSION" val="1.0"/>
  <p:tag name="KSO_WM_BEAUTIFY_FLAG" val="#wm#"/>
</p:tagLst>
</file>

<file path=ppt/tags/tag5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8832_1*i*4"/>
  <p:tag name="KSO_WM_TEMPLATE_CATEGORY" val="diagram"/>
  <p:tag name="KSO_WM_TEMPLATE_INDEX" val="20198832"/>
  <p:tag name="KSO_WM_UNIT_LAYERLEVEL" val="1"/>
  <p:tag name="KSO_WM_TAG_VERSION" val="1.0"/>
  <p:tag name="KSO_WM_BEAUTIFY_FLAG" val="#wm#"/>
</p:tagLst>
</file>

<file path=ppt/tags/tag542.xml><?xml version="1.0" encoding="utf-8"?>
<p:tagLst xmlns:a="http://schemas.openxmlformats.org/drawingml/2006/main" xmlns:r="http://schemas.openxmlformats.org/officeDocument/2006/relationships" xmlns:p="http://schemas.openxmlformats.org/presentationml/2006/main">
  <p:tag name="KSO_WM_SLIDE_ID" val="diagram2020076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EMPLATE_MASTER_THUMB_INDEX" val="0"/>
  <p:tag name="KSO_WM_UNIT_SHOW_EDIT_AREA_INDICATION" val="0"/>
  <p:tag name="KSO_WM_SLIDE_SIZE" val="1008*511"/>
  <p:tag name="KSO_WM_SLIDE_POSITION" val="16*13"/>
  <p:tag name="KSO_WM_TAG_VERSION" val="1.0"/>
  <p:tag name="KSO_WM_BEAUTIFY_FLAG" val="#wm#"/>
  <p:tag name="KSO_WM_TEMPLATE_CATEGORY" val="diagram"/>
  <p:tag name="KSO_WM_TEMPLATE_INDEX" val="20200761"/>
  <p:tag name="KSO_WM_SLIDE_LAYOUT" val="a_d_f"/>
  <p:tag name="KSO_WM_SLIDE_LAYOUT_CNT" val="1_1_1"/>
</p:tagLst>
</file>

<file path=ppt/tags/tag5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4"/>
  <p:tag name="KSO_WM_UNIT_ID" val="diagram20200761_1*i*4"/>
  <p:tag name="KSO_WM_TEMPLATE_CATEGORY" val="diagram"/>
  <p:tag name="KSO_WM_TEMPLATE_INDEX" val="20200761"/>
  <p:tag name="KSO_WM_UNIT_LAYERLEVEL" val="1"/>
  <p:tag name="KSO_WM_TAG_VERSION" val="1.0"/>
  <p:tag name="KSO_WM_BEAUTIFY_FLAG" val="#wm#"/>
</p:tagLst>
</file>

<file path=ppt/tags/tag5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diagram20200761_1*i*1"/>
  <p:tag name="KSO_WM_TEMPLATE_CATEGORY" val="diagram"/>
  <p:tag name="KSO_WM_TEMPLATE_INDEX" val="20200761"/>
  <p:tag name="KSO_WM_UNIT_LAYERLEVEL" val="1"/>
  <p:tag name="KSO_WM_TAG_VERSION" val="1.0"/>
  <p:tag name="KSO_WM_BEAUTIFY_FLAG" val="#wm#"/>
</p:tagLst>
</file>

<file path=ppt/tags/tag5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2"/>
  <p:tag name="KSO_WM_UNIT_ID" val="diagram20200761_1*i*2"/>
  <p:tag name="KSO_WM_TEMPLATE_CATEGORY" val="diagram"/>
  <p:tag name="KSO_WM_TEMPLATE_INDEX" val="20200761"/>
  <p:tag name="KSO_WM_UNIT_LAYERLEVEL" val="1"/>
  <p:tag name="KSO_WM_TAG_VERSION" val="1.0"/>
  <p:tag name="KSO_WM_BEAUTIFY_FLAG" val="#wm#"/>
</p:tagLst>
</file>

<file path=ppt/tags/tag54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SHOW_EDIT_AREA_INDICATION" val="0"/>
  <p:tag name="KSO_WM_UNIT_VALUE" val="7"/>
  <p:tag name="KSO_WM_UNIT_HIGHLIGHT" val="0"/>
  <p:tag name="KSO_WM_UNIT_COMPATIBLE" val="0"/>
  <p:tag name="KSO_WM_UNIT_DIAGRAM_ISNUMVISUAL" val="0"/>
  <p:tag name="KSO_WM_UNIT_DIAGRAM_IS_NEED_ADD_PATH_ANIM" val="0"/>
  <p:tag name="KSO_WM_UNIT_DIAGRAM_ISREFERUNIT" val="0"/>
  <p:tag name="KSO_WM_UNIT_TYPE" val="a"/>
  <p:tag name="KSO_WM_UNIT_INDEX" val="1"/>
  <p:tag name="KSO_WM_UNIT_ID" val="diagram20200761_1*a*1"/>
  <p:tag name="KSO_WM_TEMPLATE_CATEGORY" val="diagram"/>
  <p:tag name="KSO_WM_TEMPLATE_INDEX" val="20200761"/>
  <p:tag name="KSO_WM_UNIT_LAYERLEVEL" val="1"/>
  <p:tag name="KSO_WM_TAG_VERSION" val="1.0"/>
  <p:tag name="KSO_WM_BEAUTIFY_FLAG" val="#wm#"/>
  <p:tag name="KSO_WM_UNIT_PRESET_TEXT" val="插入超链接"/>
</p:tagLst>
</file>

<file path=ppt/tags/tag5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3"/>
  <p:tag name="KSO_WM_UNIT_ID" val="diagram20200761_1*i*3"/>
  <p:tag name="KSO_WM_TEMPLATE_CATEGORY" val="diagram"/>
  <p:tag name="KSO_WM_TEMPLATE_INDEX" val="20200761"/>
  <p:tag name="KSO_WM_UNIT_LAYERLEVEL" val="1"/>
  <p:tag name="KSO_WM_TAG_VERSION" val="1.0"/>
  <p:tag name="KSO_WM_BEAUTIFY_FLAG" val="#wm#"/>
</p:tagLst>
</file>

<file path=ppt/tags/tag548.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VALUE" val="45"/>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diagram20200761_1*f*1"/>
  <p:tag name="KSO_WM_TEMPLATE_CATEGORY" val="diagram"/>
  <p:tag name="KSO_WM_TEMPLATE_INDEX" val="20200761"/>
  <p:tag name="KSO_WM_UNIT_LAYERLEVEL" val="1"/>
  <p:tag name="KSO_WM_TAG_VERSION" val="1.0"/>
  <p:tag name="KSO_WM_BEAUTIFY_FLAG" val="#wm#"/>
  <p:tag name="KSO_WM_UNIT_PRESET_TEXT" val="小伙伴可能会发现“动作”中的单击鼠标触发的效果，跟插入超链接是差不多的。"/>
</p:tagLst>
</file>

<file path=ppt/tags/tag5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5"/>
  <p:tag name="KSO_WM_UNIT_ID" val="diagram20200761_1*i*5"/>
  <p:tag name="KSO_WM_TEMPLATE_CATEGORY" val="diagram"/>
  <p:tag name="KSO_WM_TEMPLATE_INDEX" val="20200761"/>
  <p:tag name="KSO_WM_UNIT_LAYERLEVEL" val="1"/>
  <p:tag name="KSO_WM_TAG_VERSION" val="1.0"/>
  <p:tag name="KSO_WM_BEAUTIFY_FLAG" val="#wm#"/>
</p:tagLst>
</file>

<file path=ppt/tags/tag5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7"/>
  <p:tag name="KSO_WM_UNIT_ID" val="diagram20200761_1*i*7"/>
  <p:tag name="KSO_WM_TEMPLATE_CATEGORY" val="diagram"/>
  <p:tag name="KSO_WM_TEMPLATE_INDEX" val="20200761"/>
  <p:tag name="KSO_WM_UNIT_LAYERLEVEL" val="1"/>
  <p:tag name="KSO_WM_TAG_VERSION" val="1.0"/>
  <p:tag name="KSO_WM_BEAUTIFY_FLAG" val="#wm#"/>
</p:tagLst>
</file>

<file path=ppt/tags/tag5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5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88729"/>
  <p:tag name="KSO_WM_TAG_VERSION" val="1.0"/>
  <p:tag name="KSO_WM_SLIDE_INDEX" val="2"/>
  <p:tag name="KSO_WM_SLIDE_ITEM_CNT" val="3"/>
  <p:tag name="KSO_WM_SLIDE_LAYOUT" val="n"/>
  <p:tag name="KSO_WM_SLIDE_LAYOUT_CNT" val="1"/>
  <p:tag name="KSO_WM_SLIDE_TYPE" val="text"/>
  <p:tag name="KSO_WM_SLIDE_SUBTYPE" val="diag"/>
  <p:tag name="KSO_WM_SLIDE_POSITION" val="86.1994*58.3"/>
  <p:tag name="KSO_WM_SLIDE_SIZE" val="787.601*421.45"/>
  <p:tag name="KSO_WM_DIAGRAM_GROUP_CODE" val="n1-1"/>
  <p:tag name="KSO_WM_SLIDE_ID" val="diagram20188729_2"/>
  <p:tag name="KSO_WM_TEMPLATE_SUBCATEGORY" val="0"/>
  <p:tag name="KSO_WM_SLIDE_DIAGTYPE" val="n"/>
</p:tagLst>
</file>

<file path=ppt/tags/tag55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
  <p:tag name="KSO_WM_UNIT_ID" val="diagram20188729_2*n_h_i*1_1_1"/>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2"/>
  <p:tag name="KSO_WM_UNIT_TEXT_FILL_TYPE" val="1"/>
  <p:tag name="KSO_WM_UNIT_USESOURCEFORMAT_APPLY" val="1"/>
</p:tagLst>
</file>

<file path=ppt/tags/tag55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
  <p:tag name="KSO_WM_UNIT_ID" val="diagram20188729_2*n_h_i*1_1_2"/>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5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3"/>
  <p:tag name="KSO_WM_UNIT_ID" val="diagram20188729_2*n_h_i*1_1_3"/>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5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4"/>
  <p:tag name="KSO_WM_UNIT_ID" val="diagram20188729_2*n_h_i*1_1_4"/>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5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5"/>
  <p:tag name="KSO_WM_UNIT_ID" val="diagram20188729_2*n_h_i*1_1_5"/>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5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6"/>
  <p:tag name="KSO_WM_UNIT_ID" val="diagram20188729_2*n_h_i*1_1_6"/>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5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7"/>
  <p:tag name="KSO_WM_UNIT_ID" val="diagram20188729_2*n_h_i*1_1_7"/>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8"/>
  <p:tag name="KSO_WM_UNIT_ID" val="diagram20188729_2*n_h_i*1_1_8"/>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9"/>
  <p:tag name="KSO_WM_UNIT_ID" val="diagram20188729_2*n_h_i*1_1_9"/>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0"/>
  <p:tag name="KSO_WM_UNIT_ID" val="diagram20188729_2*n_h_i*1_1_10"/>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1"/>
  <p:tag name="KSO_WM_UNIT_ID" val="diagram20188729_2*n_h_i*1_1_11"/>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2"/>
  <p:tag name="KSO_WM_UNIT_ID" val="diagram20188729_2*n_h_i*1_1_12"/>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3"/>
  <p:tag name="KSO_WM_UNIT_ID" val="diagram20188729_2*n_h_i*1_1_13"/>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4"/>
  <p:tag name="KSO_WM_UNIT_ID" val="diagram20188729_2*n_h_i*1_1_14"/>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5"/>
  <p:tag name="KSO_WM_UNIT_ID" val="diagram20188729_2*n_h_i*1_1_15"/>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6"/>
  <p:tag name="KSO_WM_UNIT_ID" val="diagram20188729_2*n_h_i*1_1_16"/>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6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7"/>
  <p:tag name="KSO_WM_UNIT_ID" val="diagram20188729_2*n_h_i*1_1_17"/>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8"/>
  <p:tag name="KSO_WM_UNIT_ID" val="diagram20188729_2*n_h_i*1_1_18"/>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19"/>
  <p:tag name="KSO_WM_UNIT_ID" val="diagram20188729_2*n_h_i*1_1_19"/>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0"/>
  <p:tag name="KSO_WM_UNIT_ID" val="diagram20188729_2*n_h_i*1_1_20"/>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1"/>
  <p:tag name="KSO_WM_UNIT_ID" val="diagram20188729_2*n_h_i*1_1_21"/>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2"/>
  <p:tag name="KSO_WM_UNIT_ID" val="diagram20188729_2*n_h_i*1_1_22"/>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3"/>
  <p:tag name="KSO_WM_UNIT_ID" val="diagram20188729_2*n_h_i*1_1_23"/>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4"/>
  <p:tag name="KSO_WM_UNIT_ID" val="diagram20188729_2*n_h_i*1_1_24"/>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5"/>
  <p:tag name="KSO_WM_UNIT_ID" val="diagram20188729_2*n_h_i*1_1_25"/>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6"/>
  <p:tag name="KSO_WM_UNIT_ID" val="diagram20188729_2*n_h_i*1_1_26"/>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7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7"/>
  <p:tag name="KSO_WM_UNIT_ID" val="diagram20188729_2*n_h_i*1_1_27"/>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8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8"/>
  <p:tag name="KSO_WM_UNIT_ID" val="diagram20188729_2*n_h_i*1_1_28"/>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8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29"/>
  <p:tag name="KSO_WM_UNIT_ID" val="diagram20188729_2*n_h_i*1_1_29"/>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8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30"/>
  <p:tag name="KSO_WM_UNIT_ID" val="diagram20188729_2*n_h_i*1_1_30"/>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8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31"/>
  <p:tag name="KSO_WM_UNIT_ID" val="diagram20188729_2*n_h_i*1_1_31"/>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8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32"/>
  <p:tag name="KSO_WM_UNIT_ID" val="diagram20188729_2*n_h_i*1_1_32"/>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8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33"/>
  <p:tag name="KSO_WM_UNIT_ID" val="diagram20188729_2*n_h_i*1_1_33"/>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8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34"/>
  <p:tag name="KSO_WM_UNIT_ID" val="diagram20188729_2*n_h_i*1_1_34"/>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8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35"/>
  <p:tag name="KSO_WM_UNIT_ID" val="diagram20188729_2*n_h_i*1_1_35"/>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58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i"/>
  <p:tag name="KSO_WM_UNIT_INDEX" val="1_1_36"/>
  <p:tag name="KSO_WM_UNIT_ID" val="diagram20188729_2*n_h_i*1_1_36"/>
  <p:tag name="KSO_WM_UNIT_LAYERLEVEL" val="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UNIT_USESOURCEFORMAT_APPLY" val="1"/>
</p:tagLst>
</file>

<file path=ppt/tags/tag58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i"/>
  <p:tag name="KSO_WM_UNIT_INDEX" val="1_2_1_3"/>
  <p:tag name="KSO_WM_UNIT_ID" val="diagram20188729_2*n_h_h_i*1_2_1_3"/>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3"/>
  <p:tag name="KSO_WM_UNIT_TEXT_FILL_TYPE" val="1"/>
  <p:tag name="KSO_WM_UNIT_USESOURCEFORMAT_APPLY" val="1"/>
</p:tagLst>
</file>

<file path=ppt/tags/tag59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x"/>
  <p:tag name="KSO_WM_UNIT_INDEX" val="1_2_1_1"/>
  <p:tag name="KSO_WM_UNIT_ID" val="diagram20188729_2*n_h_h_x*1_2_1_1"/>
  <p:tag name="KSO_WM_UNIT_LAYERLEVEL" val="1_1_1_1"/>
  <p:tag name="KSO_WM_BEAUTIFY_FLAG" val="#wm#"/>
  <p:tag name="KSO_WM_TAG_VERSION" val="1.0"/>
  <p:tag name="KSO_WM_DIAGRAM_GROUP_CODE" val="n1-1"/>
  <p:tag name="KSO_WM_UNIT_VALUE" val="115*148"/>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59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i"/>
  <p:tag name="KSO_WM_UNIT_INDEX" val="1_2_3_3"/>
  <p:tag name="KSO_WM_UNIT_ID" val="diagram20188729_2*n_h_h_i*1_2_3_3"/>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7"/>
  <p:tag name="KSO_WM_UNIT_FILL_TYPE" val="1"/>
  <p:tag name="KSO_WM_UNIT_TEXT_FILL_FORE_SCHEMECOLOR_INDEX" val="13"/>
  <p:tag name="KSO_WM_UNIT_TEXT_FILL_TYPE" val="1"/>
  <p:tag name="KSO_WM_UNIT_USESOURCEFORMAT_APPLY" val="1"/>
</p:tagLst>
</file>

<file path=ppt/tags/tag59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x"/>
  <p:tag name="KSO_WM_UNIT_INDEX" val="1_2_3_1"/>
  <p:tag name="KSO_WM_UNIT_ID" val="diagram20188729_2*n_h_h_x*1_2_3_1"/>
  <p:tag name="KSO_WM_UNIT_LAYERLEVEL" val="1_1_1_1"/>
  <p:tag name="KSO_WM_BEAUTIFY_FLAG" val="#wm#"/>
  <p:tag name="KSO_WM_TAG_VERSION" val="1.0"/>
  <p:tag name="KSO_WM_DIAGRAM_GROUP_CODE" val="n1-1"/>
  <p:tag name="KSO_WM_UNIT_VALUE" val="137*148"/>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59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i"/>
  <p:tag name="KSO_WM_UNIT_INDEX" val="1_2_2_3"/>
  <p:tag name="KSO_WM_UNIT_ID" val="diagram20188729_2*n_h_h_i*1_2_2_3"/>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3"/>
  <p:tag name="KSO_WM_UNIT_TEXT_FILL_TYPE" val="1"/>
  <p:tag name="KSO_WM_UNIT_USESOURCEFORMAT_APPLY" val="1"/>
</p:tagLst>
</file>

<file path=ppt/tags/tag59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x"/>
  <p:tag name="KSO_WM_UNIT_INDEX" val="1_2_2_1"/>
  <p:tag name="KSO_WM_UNIT_ID" val="diagram20188729_2*n_h_h_x*1_2_2_1"/>
  <p:tag name="KSO_WM_UNIT_LAYERLEVEL" val="1_1_1_1"/>
  <p:tag name="KSO_WM_BEAUTIFY_FLAG" val="#wm#"/>
  <p:tag name="KSO_WM_TAG_VERSION" val="1.0"/>
  <p:tag name="KSO_WM_DIAGRAM_GROUP_CODE" val="n1-1"/>
  <p:tag name="KSO_WM_UNIT_VALUE" val="130*139"/>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59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i"/>
  <p:tag name="KSO_WM_UNIT_INDEX" val="1_2_1_1"/>
  <p:tag name="KSO_WM_UNIT_ID" val="diagram20188729_2*n_h_h_i*1_2_1_1"/>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3"/>
  <p:tag name="KSO_WM_UNIT_TEXT_FILL_TYPE" val="1"/>
  <p:tag name="KSO_WM_UNIT_USESOURCEFORMAT_APPLY" val="1"/>
</p:tagLst>
</file>

<file path=ppt/tags/tag59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i"/>
  <p:tag name="KSO_WM_UNIT_INDEX" val="1_2_1_2"/>
  <p:tag name="KSO_WM_UNIT_ID" val="diagram20188729_2*n_h_h_i*1_2_1_2"/>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59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a"/>
  <p:tag name="KSO_WM_UNIT_INDEX" val="1_2_1_1"/>
  <p:tag name="KSO_WM_UNIT_ID" val="diagram20188729_2*n_h_h_a*1_2_1_1"/>
  <p:tag name="KSO_WM_UNIT_LAYERLEVEL" val="1_1_1_1"/>
  <p:tag name="KSO_WM_UNIT_VALUE" val="8"/>
  <p:tag name="KSO_WM_UNIT_HIGHLIGHT" val="0"/>
  <p:tag name="KSO_WM_UNIT_COMPATIBLE" val="0"/>
  <p:tag name="KSO_WM_BEAUTIFY_FLAG" val="#wm#"/>
  <p:tag name="KSO_WM_TAG_VERSION" val="1.0"/>
  <p:tag name="KSO_WM_DIAGRAM_GROUP_CODE" val="n1-1"/>
  <p:tag name="KSO_WM_UNIT_PRESET_TEXT" val="单击此处添加标题"/>
  <p:tag name="KSO_WM_UNIT_ISCONTENTSTITLE" val="0"/>
  <p:tag name="KSO_WM_UNIT_NOCLEAR" val="0"/>
  <p:tag name="KSO_WM_UNIT_DIAGRAM_ISNUMVISUAL" val="0"/>
  <p:tag name="KSO_WM_UNIT_DIAGRAM_ISREFERUNIT" val="0"/>
  <p:tag name="KSO_WM_UNIT_TEXT_FILL_FORE_SCHEMECOLOR_INDEX" val="5"/>
  <p:tag name="KSO_WM_UNIT_TEXT_FILL_TYPE" val="1"/>
  <p:tag name="KSO_WM_UNIT_USESOURCEFORMAT_APPLY" val="1"/>
</p:tagLst>
</file>

<file path=ppt/tags/tag59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f"/>
  <p:tag name="KSO_WM_UNIT_INDEX" val="1_2_1_1"/>
  <p:tag name="KSO_WM_UNIT_ID" val="diagram20188729_2*n_h_h_f*1_2_1_1"/>
  <p:tag name="KSO_WM_UNIT_LAYERLEVEL" val="1_1_1_1"/>
  <p:tag name="KSO_WM_UNIT_VALUE" val="33"/>
  <p:tag name="KSO_WM_UNIT_HIGHLIGHT" val="0"/>
  <p:tag name="KSO_WM_UNIT_COMPATIBLE" val="0"/>
  <p:tag name="KSO_WM_BEAUTIFY_FLAG" val="#wm#"/>
  <p:tag name="KSO_WM_TAG_VERSION" val="1.0"/>
  <p:tag name="KSO_WM_DIAGRAM_GROUP_CODE" val="n1-1"/>
  <p:tag name="KSO_WM_UNIT_PRESET_TEXT" val="单击此处添加文本具体内容，简明扼要的阐述您的观点。"/>
  <p:tag name="KSO_WM_UNIT_NOCLEAR" val="0"/>
  <p:tag name="KSO_WM_UNIT_DIAGRAM_ISNUMVISUAL" val="0"/>
  <p:tag name="KSO_WM_UNIT_DIAGRAM_ISREFERUNIT" val="0"/>
  <p:tag name="KSO_WM_UNIT_USESOURCEFORMAT_APPLY" val="1"/>
</p:tagLst>
</file>

<file path=ppt/tags/tag59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i"/>
  <p:tag name="KSO_WM_UNIT_INDEX" val="1_2_2_1"/>
  <p:tag name="KSO_WM_UNIT_ID" val="diagram20188729_2*n_h_h_i*1_2_2_1"/>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3"/>
  <p:tag name="KSO_WM_UNIT_TEXT_FILL_TYPE" val="1"/>
  <p:tag name="KSO_WM_UNIT_USESOURCEFORMAT_APPLY" val="1"/>
</p:tagLst>
</file>

<file path=ppt/tags/tag60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i"/>
  <p:tag name="KSO_WM_UNIT_INDEX" val="1_2_2_2"/>
  <p:tag name="KSO_WM_UNIT_ID" val="diagram20188729_2*n_h_h_i*1_2_2_2"/>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60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a"/>
  <p:tag name="KSO_WM_UNIT_INDEX" val="1_2_2_1"/>
  <p:tag name="KSO_WM_UNIT_ID" val="diagram20188729_2*n_h_h_a*1_2_2_1"/>
  <p:tag name="KSO_WM_UNIT_LAYERLEVEL" val="1_1_1_1"/>
  <p:tag name="KSO_WM_UNIT_VALUE" val="8"/>
  <p:tag name="KSO_WM_UNIT_HIGHLIGHT" val="0"/>
  <p:tag name="KSO_WM_UNIT_COMPATIBLE" val="0"/>
  <p:tag name="KSO_WM_BEAUTIFY_FLAG" val="#wm#"/>
  <p:tag name="KSO_WM_TAG_VERSION" val="1.0"/>
  <p:tag name="KSO_WM_DIAGRAM_GROUP_CODE" val="n1-1"/>
  <p:tag name="KSO_WM_UNIT_PRESET_TEXT" val="单击此处添加标题"/>
  <p:tag name="KSO_WM_UNIT_ISCONTENTSTITLE" val="0"/>
  <p:tag name="KSO_WM_UNIT_NOCLEAR" val="0"/>
  <p:tag name="KSO_WM_UNIT_DIAGRAM_ISNUMVISUAL" val="0"/>
  <p:tag name="KSO_WM_UNIT_DIAGRAM_ISREFERUNIT" val="0"/>
  <p:tag name="KSO_WM_UNIT_TEXT_FILL_FORE_SCHEMECOLOR_INDEX" val="6"/>
  <p:tag name="KSO_WM_UNIT_TEXT_FILL_TYPE" val="1"/>
  <p:tag name="KSO_WM_UNIT_USESOURCEFORMAT_APPLY" val="1"/>
</p:tagLst>
</file>

<file path=ppt/tags/tag60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f"/>
  <p:tag name="KSO_WM_UNIT_INDEX" val="1_2_2_1"/>
  <p:tag name="KSO_WM_UNIT_ID" val="diagram20188729_2*n_h_h_f*1_2_2_1"/>
  <p:tag name="KSO_WM_UNIT_LAYERLEVEL" val="1_1_1_1"/>
  <p:tag name="KSO_WM_UNIT_VALUE" val="33"/>
  <p:tag name="KSO_WM_UNIT_HIGHLIGHT" val="0"/>
  <p:tag name="KSO_WM_UNIT_COMPATIBLE" val="0"/>
  <p:tag name="KSO_WM_BEAUTIFY_FLAG" val="#wm#"/>
  <p:tag name="KSO_WM_TAG_VERSION" val="1.0"/>
  <p:tag name="KSO_WM_DIAGRAM_GROUP_CODE" val="n1-1"/>
  <p:tag name="KSO_WM_UNIT_PRESET_TEXT" val="单击此处添加文本具体内容，简明扼要的阐述您的观点。"/>
  <p:tag name="KSO_WM_UNIT_NOCLEAR" val="0"/>
  <p:tag name="KSO_WM_UNIT_DIAGRAM_ISNUMVISUAL" val="0"/>
  <p:tag name="KSO_WM_UNIT_DIAGRAM_ISREFERUNIT" val="0"/>
  <p:tag name="KSO_WM_UNIT_USESOURCEFORMAT_APPLY" val="1"/>
</p:tagLst>
</file>

<file path=ppt/tags/tag60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i"/>
  <p:tag name="KSO_WM_UNIT_INDEX" val="1_2_3_1"/>
  <p:tag name="KSO_WM_UNIT_ID" val="diagram20188729_2*n_h_h_i*1_2_3_1"/>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FILL_FORE_SCHEMECOLOR_INDEX" val="7"/>
  <p:tag name="KSO_WM_UNIT_FILL_TYPE" val="1"/>
  <p:tag name="KSO_WM_UNIT_TEXT_FILL_FORE_SCHEMECOLOR_INDEX" val="13"/>
  <p:tag name="KSO_WM_UNIT_TEXT_FILL_TYPE" val="1"/>
  <p:tag name="KSO_WM_UNIT_USESOURCEFORMAT_APPLY" val="1"/>
</p:tagLst>
</file>

<file path=ppt/tags/tag60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i"/>
  <p:tag name="KSO_WM_UNIT_INDEX" val="1_2_3_2"/>
  <p:tag name="KSO_WM_UNIT_ID" val="diagram20188729_2*n_h_h_i*1_2_3_2"/>
  <p:tag name="KSO_WM_UNIT_LAYERLEVEL" val="1_1_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60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a"/>
  <p:tag name="KSO_WM_UNIT_INDEX" val="1_2_3_1"/>
  <p:tag name="KSO_WM_UNIT_ID" val="diagram20188729_2*n_h_h_a*1_2_3_1"/>
  <p:tag name="KSO_WM_UNIT_LAYERLEVEL" val="1_1_1_1"/>
  <p:tag name="KSO_WM_UNIT_VALUE" val="8"/>
  <p:tag name="KSO_WM_UNIT_HIGHLIGHT" val="0"/>
  <p:tag name="KSO_WM_UNIT_COMPATIBLE" val="0"/>
  <p:tag name="KSO_WM_BEAUTIFY_FLAG" val="#wm#"/>
  <p:tag name="KSO_WM_TAG_VERSION" val="1.0"/>
  <p:tag name="KSO_WM_DIAGRAM_GROUP_CODE" val="n1-1"/>
  <p:tag name="KSO_WM_UNIT_PRESET_TEXT" val="单击此处添加标题"/>
  <p:tag name="KSO_WM_UNIT_ISCONTENTSTITLE" val="0"/>
  <p:tag name="KSO_WM_UNIT_NOCLEAR" val="0"/>
  <p:tag name="KSO_WM_UNIT_DIAGRAM_ISNUMVISUAL" val="0"/>
  <p:tag name="KSO_WM_UNIT_DIAGRAM_ISREFERUNIT" val="0"/>
  <p:tag name="KSO_WM_UNIT_TEXT_FILL_FORE_SCHEMECOLOR_INDEX" val="7"/>
  <p:tag name="KSO_WM_UNIT_TEXT_FILL_TYPE" val="1"/>
  <p:tag name="KSO_WM_UNIT_USESOURCEFORMAT_APPLY" val="1"/>
</p:tagLst>
</file>

<file path=ppt/tags/tag60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h_f"/>
  <p:tag name="KSO_WM_UNIT_INDEX" val="1_2_3_1"/>
  <p:tag name="KSO_WM_UNIT_ID" val="diagram20188729_2*n_h_h_f*1_2_3_1"/>
  <p:tag name="KSO_WM_UNIT_LAYERLEVEL" val="1_1_1_1"/>
  <p:tag name="KSO_WM_UNIT_VALUE" val="33"/>
  <p:tag name="KSO_WM_UNIT_HIGHLIGHT" val="0"/>
  <p:tag name="KSO_WM_UNIT_COMPATIBLE" val="0"/>
  <p:tag name="KSO_WM_BEAUTIFY_FLAG" val="#wm#"/>
  <p:tag name="KSO_WM_TAG_VERSION" val="1.0"/>
  <p:tag name="KSO_WM_DIAGRAM_GROUP_CODE" val="n1-1"/>
  <p:tag name="KSO_WM_UNIT_PRESET_TEXT" val="单击此处添加文本具体内容，简明扼要的阐述您的观点。"/>
  <p:tag name="KSO_WM_UNIT_NOCLEAR" val="0"/>
  <p:tag name="KSO_WM_UNIT_DIAGRAM_ISNUMVISUAL" val="0"/>
  <p:tag name="KSO_WM_UNIT_DIAGRAM_ISREFERUNIT" val="0"/>
  <p:tag name="KSO_WM_UNIT_USESOURCEFORMAT_APPLY" val="1"/>
</p:tagLst>
</file>

<file path=ppt/tags/tag60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8729"/>
  <p:tag name="KSO_WM_UNIT_TYPE" val="n_h_a"/>
  <p:tag name="KSO_WM_UNIT_INDEX" val="1_1_1"/>
  <p:tag name="KSO_WM_UNIT_ID" val="diagram20188729_2*n_h_a*1_1_1"/>
  <p:tag name="KSO_WM_UNIT_LAYERLEVEL" val="1_1_1"/>
  <p:tag name="KSO_WM_UNIT_VALUE" val="6"/>
  <p:tag name="KSO_WM_UNIT_HIGHLIGHT" val="0"/>
  <p:tag name="KSO_WM_UNIT_COMPATIBLE" val="0"/>
  <p:tag name="KSO_WM_BEAUTIFY_FLAG" val="#wm#"/>
  <p:tag name="KSO_WM_TAG_VERSION" val="1.0"/>
  <p:tag name="KSO_WM_DIAGRAM_GROUP_CODE" val="n1-1"/>
  <p:tag name="KSO_WM_UNIT_PRESET_TEXT" val="添加标题"/>
  <p:tag name="KSO_WM_UNIT_ISCONTENTSTITLE" val="0"/>
  <p:tag name="KSO_WM_UNIT_NOCLEAR" val="0"/>
  <p:tag name="KSO_WM_UNIT_DIAGRAM_ISNUMVISUAL" val="0"/>
  <p:tag name="KSO_WM_UNIT_DIAGRAM_ISREFERUNIT" val="0"/>
  <p:tag name="KSO_WM_UNIT_TEXT_FILL_FORE_SCHEMECOLOR_INDEX" val="14"/>
  <p:tag name="KSO_WM_UNIT_TEXT_FILL_TYPE" val="1"/>
  <p:tag name="KSO_WM_UNIT_USESOURCEFORMAT_APPLY" val="1"/>
</p:tagLst>
</file>

<file path=ppt/tags/tag608.xml><?xml version="1.0" encoding="utf-8"?>
<p:tagLst xmlns:a="http://schemas.openxmlformats.org/drawingml/2006/main" xmlns:r="http://schemas.openxmlformats.org/officeDocument/2006/relationships" xmlns:p="http://schemas.openxmlformats.org/presentationml/2006/main">
  <p:tag name="KSO_WM_SLIDE_ID" val="diagram2018537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85375"/>
  <p:tag name="KSO_WM_SLIDE_LAYOUT" val="a_f"/>
  <p:tag name="KSO_WM_SLIDE_LAYOUT_CNT" val="1_1"/>
</p:tagLst>
</file>

<file path=ppt/tags/tag609.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185375_1*a*1"/>
  <p:tag name="KSO_WM_TEMPLATE_CATEGORY" val="diagram"/>
  <p:tag name="KSO_WM_TEMPLATE_INDEX" val="20185375"/>
  <p:tag name="KSO_WM_UNIT_LAYERLEVEL" val="1"/>
  <p:tag name="KSO_WM_TAG_VERSION" val="1.0"/>
  <p:tag name="KSO_WM_BEAUTIFY_FLAG" val="#wm#"/>
  <p:tag name="KSO_WM_UNIT_PRESET_TEXT" val="点击此处添加标题"/>
</p:tagLst>
</file>

<file path=ppt/tags/tag6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85375_1*i*4"/>
  <p:tag name="KSO_WM_TEMPLATE_CATEGORY" val="diagram"/>
  <p:tag name="KSO_WM_TEMPLATE_INDEX" val="20185375"/>
  <p:tag name="KSO_WM_UNIT_LAYERLEVEL" val="1"/>
  <p:tag name="KSO_WM_TAG_VERSION" val="1.0"/>
  <p:tag name="KSO_WM_BEAUTIFY_FLAG" val="#wm#"/>
</p:tagLst>
</file>

<file path=ppt/tags/tag6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85375_1*i*1"/>
  <p:tag name="KSO_WM_TEMPLATE_CATEGORY" val="diagram"/>
  <p:tag name="KSO_WM_TEMPLATE_INDEX" val="20185375"/>
  <p:tag name="KSO_WM_UNIT_LAYERLEVEL" val="1"/>
  <p:tag name="KSO_WM_TAG_VERSION" val="1.0"/>
  <p:tag name="KSO_WM_BEAUTIFY_FLAG" val="#wm#"/>
</p:tagLst>
</file>

<file path=ppt/tags/tag6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85375_1*i*2"/>
  <p:tag name="KSO_WM_TEMPLATE_CATEGORY" val="diagram"/>
  <p:tag name="KSO_WM_TEMPLATE_INDEX" val="20185375"/>
  <p:tag name="KSO_WM_UNIT_LAYERLEVEL" val="1"/>
  <p:tag name="KSO_WM_TAG_VERSION" val="1.0"/>
  <p:tag name="KSO_WM_BEAUTIFY_FLAG" val="#wm#"/>
</p:tagLst>
</file>

<file path=ppt/tags/tag6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85375_1*i*3"/>
  <p:tag name="KSO_WM_TEMPLATE_CATEGORY" val="diagram"/>
  <p:tag name="KSO_WM_TEMPLATE_INDEX" val="20185375"/>
  <p:tag name="KSO_WM_UNIT_LAYERLEVEL" val="1"/>
  <p:tag name="KSO_WM_TAG_VERSION" val="1.0"/>
  <p:tag name="KSO_WM_BEAUTIFY_FLAG" val="#wm#"/>
</p:tagLst>
</file>

<file path=ppt/tags/tag6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85375_1*i*5"/>
  <p:tag name="KSO_WM_TEMPLATE_CATEGORY" val="diagram"/>
  <p:tag name="KSO_WM_TEMPLATE_INDEX" val="20185375"/>
  <p:tag name="KSO_WM_UNIT_LAYERLEVEL" val="1"/>
  <p:tag name="KSO_WM_TAG_VERSION" val="1.0"/>
  <p:tag name="KSO_WM_BEAUTIFY_FLAG" val="#wm#"/>
  <p:tag name="KSO_WM_UNIT_SUPPORT_UNIT_TYPE" val="[]"/>
</p:tagLst>
</file>

<file path=ppt/tags/tag615.xml><?xml version="1.0" encoding="utf-8"?>
<p:tagLst xmlns:a="http://schemas.openxmlformats.org/drawingml/2006/main" xmlns:r="http://schemas.openxmlformats.org/officeDocument/2006/relationships"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Lst>
</file>

<file path=ppt/tags/tag616.xml><?xml version="1.0" encoding="utf-8"?>
<p:tagLst xmlns:a="http://schemas.openxmlformats.org/drawingml/2006/main" xmlns:r="http://schemas.openxmlformats.org/officeDocument/2006/relationships" xmlns:p="http://schemas.openxmlformats.org/presentationml/2006/main">
  <p:tag name="KSO_WM_SLIDE_ID" val="diagram20194823_1"/>
  <p:tag name="KSO_WM_SLIDE_ITEM_CNT" val="0"/>
  <p:tag name="KSO_WM_SLIDE_INDEX" val="1"/>
  <p:tag name="KSO_WM_TAG_VERSION" val="1.0"/>
  <p:tag name="KSO_WM_BEAUTIFY_FLAG" val="#wm#"/>
  <p:tag name="KSO_WM_TEMPLATE_CATEGORY" val="diagram"/>
  <p:tag name="KSO_WM_TEMPLATE_INDEX" val="20194823"/>
  <p:tag name="KSO_WM_SLIDE_LAYOUT" val="a_h"/>
  <p:tag name="KSO_WM_SLIDE_LAYOUT_CNT" val="1_2"/>
  <p:tag name="KSO_WM_SLIDE_TYPE" val="text"/>
  <p:tag name="KSO_WM_SLIDE_SUBTYPE" val="pureTxt"/>
  <p:tag name="KSO_WM_SLIDE_SIZE" val="644.505*285.163"/>
  <p:tag name="KSO_WM_SLIDE_POSITION" val="149.852*203.069"/>
  <p:tag name="KSO_WM_SLIDE_COLORSCHEME_VERSION" val="3.2"/>
  <p:tag name="KSO_WM_TEMPLATE_SUBCATEGORY" val="0"/>
  <p:tag name="KSO_WM_TEMPLATE_MASTER_TYPE" val="0"/>
  <p:tag name="KSO_WM_TEMPLATE_COLOR_TYPE" val="1"/>
</p:tagLst>
</file>

<file path=ppt/tags/tag6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23_1*i*1"/>
  <p:tag name="KSO_WM_TEMPLATE_CATEGORY" val="diagram"/>
  <p:tag name="KSO_WM_TEMPLATE_INDEX" val="20194823"/>
  <p:tag name="KSO_WM_UNIT_LAYERLEVEL" val="1"/>
  <p:tag name="KSO_WM_TAG_VERSION" val="1.0"/>
  <p:tag name="KSO_WM_BEAUTIFY_FLAG" val="#wm#"/>
  <p:tag name="KSO_WM_UNIT_COLOR_SCHEME_SHAPE_ID" val="36"/>
  <p:tag name="KSO_WM_UNIT_COLOR_SCHEME_PARENT_PAGE" val="0_1"/>
</p:tagLst>
</file>

<file path=ppt/tags/tag6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23_1*i*2"/>
  <p:tag name="KSO_WM_TEMPLATE_CATEGORY" val="diagram"/>
  <p:tag name="KSO_WM_TEMPLATE_INDEX" val="20194823"/>
  <p:tag name="KSO_WM_UNIT_LAYERLEVEL" val="1"/>
  <p:tag name="KSO_WM_TAG_VERSION" val="1.0"/>
  <p:tag name="KSO_WM_BEAUTIFY_FLAG" val="#wm#"/>
  <p:tag name="KSO_WM_UNIT_COLOR_SCHEME_SHAPE_ID" val="39"/>
  <p:tag name="KSO_WM_UNIT_COLOR_SCHEME_PARENT_PAGE" val="0_1"/>
</p:tagLst>
</file>

<file path=ppt/tags/tag6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23_1*i*3"/>
  <p:tag name="KSO_WM_TEMPLATE_CATEGORY" val="diagram"/>
  <p:tag name="KSO_WM_TEMPLATE_INDEX" val="20194823"/>
  <p:tag name="KSO_WM_UNIT_LAYERLEVEL" val="1"/>
  <p:tag name="KSO_WM_TAG_VERSION" val="1.0"/>
  <p:tag name="KSO_WM_BEAUTIFY_FLAG" val="#wm#"/>
  <p:tag name="KSO_WM_UNIT_COLOR_SCHEME_SHAPE_ID" val="34"/>
  <p:tag name="KSO_WM_UNIT_COLOR_SCHEME_PARENT_PAGE" val="0_1"/>
</p:tagLst>
</file>

<file path=ppt/tags/tag620.xml><?xml version="1.0" encoding="utf-8"?>
<p:tagLst xmlns:a="http://schemas.openxmlformats.org/drawingml/2006/main" xmlns:r="http://schemas.openxmlformats.org/officeDocument/2006/relationships" xmlns:p="http://schemas.openxmlformats.org/presentationml/2006/main">
  <p:tag name="KSO_WM_UNIT_TEXT_PART_ID_V2" val="a-3-2"/>
  <p:tag name="KSO_WM_UNIT_ISCONTENTSTITLE" val="0"/>
  <p:tag name="KSO_WM_UNIT_PRESET_TEXT" val="单击此处可添加您的大标题内容"/>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4823_1*a*1"/>
  <p:tag name="KSO_WM_TEMPLATE_CATEGORY" val="diagram"/>
  <p:tag name="KSO_WM_TEMPLATE_INDEX" val="20194823"/>
  <p:tag name="KSO_WM_UNIT_LAYERLEVEL" val="1"/>
  <p:tag name="KSO_WM_TAG_VERSION" val="1.0"/>
  <p:tag name="KSO_WM_BEAUTIFY_FLAG" val="#wm#"/>
  <p:tag name="KSO_WM_UNIT_COLOR_SCHEME_SHAPE_ID" val="27"/>
  <p:tag name="KSO_WM_UNIT_COLOR_SCHEME_PARENT_PAGE" val="0_1"/>
</p:tagLst>
</file>

<file path=ppt/tags/tag6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4823_1*i*6"/>
  <p:tag name="KSO_WM_TEMPLATE_CATEGORY" val="diagram"/>
  <p:tag name="KSO_WM_TEMPLATE_INDEX" val="20194823"/>
  <p:tag name="KSO_WM_UNIT_LAYERLEVEL" val="1"/>
  <p:tag name="KSO_WM_TAG_VERSION" val="1.0"/>
  <p:tag name="KSO_WM_BEAUTIFY_FLAG" val="#wm#"/>
  <p:tag name="KSO_WM_UNIT_COLOR_SCHEME_SHAPE_ID" val="44"/>
  <p:tag name="KSO_WM_UNIT_COLOR_SCHEME_PARENT_PAGE" val="0_1"/>
</p:tagLst>
</file>

<file path=ppt/tags/tag6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23_1*i*7"/>
  <p:tag name="KSO_WM_TEMPLATE_CATEGORY" val="diagram"/>
  <p:tag name="KSO_WM_TEMPLATE_INDEX" val="20194823"/>
  <p:tag name="KSO_WM_UNIT_LAYERLEVEL" val="1"/>
  <p:tag name="KSO_WM_TAG_VERSION" val="1.0"/>
  <p:tag name="KSO_WM_BEAUTIFY_FLAG" val="#wm#"/>
  <p:tag name="KSO_WM_UNIT_COLOR_SCHEME_SHAPE_ID" val="45"/>
  <p:tag name="KSO_WM_UNIT_COLOR_SCHEME_PARENT_PAGE" val="0_1"/>
</p:tagLst>
</file>

<file path=ppt/tags/tag6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23_1*i*8"/>
  <p:tag name="KSO_WM_TEMPLATE_CATEGORY" val="diagram"/>
  <p:tag name="KSO_WM_TEMPLATE_INDEX" val="20194823"/>
  <p:tag name="KSO_WM_UNIT_LAYERLEVEL" val="1"/>
  <p:tag name="KSO_WM_TAG_VERSION" val="1.0"/>
  <p:tag name="KSO_WM_BEAUTIFY_FLAG" val="#wm#"/>
  <p:tag name="KSO_WM_UNIT_COLOR_SCHEME_SHAPE_ID" val="33"/>
  <p:tag name="KSO_WM_UNIT_COLOR_SCHEME_PARENT_PAGE" val="0_1"/>
  <p:tag name="KSO_WM_UNIT_DECOLORIZATION" val="1"/>
</p:tagLst>
</file>

<file path=ppt/tags/tag6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23_1*i*9"/>
  <p:tag name="KSO_WM_TEMPLATE_CATEGORY" val="diagram"/>
  <p:tag name="KSO_WM_TEMPLATE_INDEX" val="20194823"/>
  <p:tag name="KSO_WM_UNIT_LAYERLEVEL" val="1"/>
  <p:tag name="KSO_WM_TAG_VERSION" val="1.0"/>
  <p:tag name="KSO_WM_BEAUTIFY_FLAG" val="#wm#"/>
  <p:tag name="KSO_WM_UNIT_COLOR_SCHEME_SHAPE_ID" val="3"/>
  <p:tag name="KSO_WM_UNIT_COLOR_SCHEME_PARENT_PAGE" val="0_1"/>
  <p:tag name="KSO_WM_UNIT_FOIL_COLOR" val="1"/>
</p:tagLst>
</file>

<file path=ppt/tags/tag6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23_1*i*10"/>
  <p:tag name="KSO_WM_TEMPLATE_CATEGORY" val="diagram"/>
  <p:tag name="KSO_WM_TEMPLATE_INDEX" val="20194823"/>
  <p:tag name="KSO_WM_UNIT_LAYERLEVEL" val="1"/>
  <p:tag name="KSO_WM_TAG_VERSION" val="1.0"/>
  <p:tag name="KSO_WM_BEAUTIFY_FLAG" val="#wm#"/>
  <p:tag name="KSO_WM_UNIT_COLOR_SCHEME_SHAPE_ID" val="32"/>
  <p:tag name="KSO_WM_UNIT_COLOR_SCHEME_PARENT_PAGE" val="0_1"/>
  <p:tag name="KSO_WM_UNIT_DECOLORIZATION" val="1"/>
</p:tagLst>
</file>

<file path=ppt/tags/tag626.xml><?xml version="1.0" encoding="utf-8"?>
<p:tagLst xmlns:a="http://schemas.openxmlformats.org/drawingml/2006/main" xmlns:r="http://schemas.openxmlformats.org/officeDocument/2006/relationships" xmlns:p="http://schemas.openxmlformats.org/presentationml/2006/main">
  <p:tag name="KSO_WM_UNIT_TEXT_PART_ID_V2" val="d-3-2"/>
  <p:tag name="KSO_WM_UNIT_PRESET_TEXT" val="点击此处添加正文，文字是您思想的提炼。&#10;为了最终呈现发布的良好效果，请尽量言简意赅的阐述观点。&#10;根据需要可酌情增减文字，以便观者可以便观者可以准确理解您所传达的信息。"/>
  <p:tag name="KSO_WM_UNIT_NOCLEAR" val="1"/>
  <p:tag name="KSO_WM_UNIT_VALUE" val="156"/>
  <p:tag name="KSO_WM_UNIT_HIGHLIGHT" val="0"/>
  <p:tag name="KSO_WM_UNIT_COMPATIBLE" val="0"/>
  <p:tag name="KSO_WM_UNIT_DIAGRAM_ISNUMVISUAL" val="0"/>
  <p:tag name="KSO_WM_UNIT_DIAGRAM_ISREFERUNIT" val="0"/>
  <p:tag name="KSO_WM_UNIT_TYPE" val="h_f"/>
  <p:tag name="KSO_WM_UNIT_INDEX" val="1_1"/>
  <p:tag name="KSO_WM_UNIT_ID" val="diagram20194823_1*h_f*1_1"/>
  <p:tag name="KSO_WM_TEMPLATE_CATEGORY" val="diagram"/>
  <p:tag name="KSO_WM_TEMPLATE_INDEX" val="20194823"/>
  <p:tag name="KSO_WM_UNIT_LAYERLEVEL" val="1_1"/>
  <p:tag name="KSO_WM_TAG_VERSION" val="1.0"/>
  <p:tag name="KSO_WM_BEAUTIFY_FLAG" val="#wm#"/>
  <p:tag name="KSO_WM_UNIT_COLOR_SCHEME_SHAPE_ID" val="26"/>
  <p:tag name="KSO_WM_UNIT_COLOR_SCHEME_PARENT_PAGE" val="0_1"/>
</p:tagLst>
</file>

<file path=ppt/tags/tag627.xml><?xml version="1.0" encoding="utf-8"?>
<p:tagLst xmlns:a="http://schemas.openxmlformats.org/drawingml/2006/main" xmlns:r="http://schemas.openxmlformats.org/officeDocument/2006/relationships" xmlns:p="http://schemas.openxmlformats.org/presentationml/2006/main">
  <p:tag name="KSO_WM_UNIT_TEXT_PART_ID_V2" val="c-3-2"/>
  <p:tag name="KSO_WM_UNIT_ISCONTENTSTITLE" val="0"/>
  <p:tag name="KSO_WM_UNIT_PRESET_TEXT" val="单击此处添加小标题"/>
  <p:tag name="KSO_WM_UNIT_NOCLEAR" val="0"/>
  <p:tag name="KSO_WM_UNIT_VALUE" val="35"/>
  <p:tag name="KSO_WM_UNIT_HIGHLIGHT" val="0"/>
  <p:tag name="KSO_WM_UNIT_COMPATIBLE" val="0"/>
  <p:tag name="KSO_WM_UNIT_DIAGRAM_ISNUMVISUAL" val="0"/>
  <p:tag name="KSO_WM_UNIT_DIAGRAM_ISREFERUNIT" val="0"/>
  <p:tag name="KSO_WM_UNIT_TYPE" val="h_a"/>
  <p:tag name="KSO_WM_UNIT_INDEX" val="1_1"/>
  <p:tag name="KSO_WM_UNIT_ID" val="diagram20194823_1*h_a*1_1"/>
  <p:tag name="KSO_WM_TEMPLATE_CATEGORY" val="diagram"/>
  <p:tag name="KSO_WM_TEMPLATE_INDEX" val="20194823"/>
  <p:tag name="KSO_WM_UNIT_LAYERLEVEL" val="1_1"/>
  <p:tag name="KSO_WM_TAG_VERSION" val="1.0"/>
  <p:tag name="KSO_WM_BEAUTIFY_FLAG" val="#wm#"/>
  <p:tag name="KSO_WM_UNIT_COLOR_SCHEME_SHAPE_ID" val="38"/>
  <p:tag name="KSO_WM_UNIT_COLOR_SCHEME_PARENT_PAGE" val="0_1"/>
</p:tagLst>
</file>

<file path=ppt/tags/tag628.xml><?xml version="1.0" encoding="utf-8"?>
<p:tagLst xmlns:a="http://schemas.openxmlformats.org/drawingml/2006/main" xmlns:r="http://schemas.openxmlformats.org/officeDocument/2006/relationships" xmlns:p="http://schemas.openxmlformats.org/presentationml/2006/main">
  <p:tag name="KSO_WM_UNIT_TEXT_PART_ID_V2" val="d-3-2"/>
  <p:tag name="KSO_WM_UNIT_PRESET_TEXT" val="点击此处添加正文，文字是您思想的提炼&#10;为了最终呈现发布的良好效果，请尽量言简意赅的阐述观点。&#10;根据需要可酌情增减文字，以便观者可以便观者可以准确理解您所传达的信息。"/>
  <p:tag name="KSO_WM_UNIT_NOCLEAR" val="1"/>
  <p:tag name="KSO_WM_UNIT_VALUE" val="156"/>
  <p:tag name="KSO_WM_UNIT_HIGHLIGHT" val="0"/>
  <p:tag name="KSO_WM_UNIT_COMPATIBLE" val="0"/>
  <p:tag name="KSO_WM_UNIT_DIAGRAM_ISNUMVISUAL" val="0"/>
  <p:tag name="KSO_WM_UNIT_DIAGRAM_ISREFERUNIT" val="0"/>
  <p:tag name="KSO_WM_UNIT_TYPE" val="h_f"/>
  <p:tag name="KSO_WM_UNIT_INDEX" val="2_1"/>
  <p:tag name="KSO_WM_UNIT_ID" val="diagram20194823_1*h_f*2_1"/>
  <p:tag name="KSO_WM_TEMPLATE_CATEGORY" val="diagram"/>
  <p:tag name="KSO_WM_TEMPLATE_INDEX" val="20194823"/>
  <p:tag name="KSO_WM_UNIT_LAYERLEVEL" val="1_1"/>
  <p:tag name="KSO_WM_TAG_VERSION" val="1.0"/>
  <p:tag name="KSO_WM_BEAUTIFY_FLAG" val="#wm#"/>
  <p:tag name="KSO_WM_UNIT_COLOR_SCHEME_SHAPE_ID" val="41"/>
  <p:tag name="KSO_WM_UNIT_COLOR_SCHEME_PARENT_PAGE" val="0_1"/>
</p:tagLst>
</file>

<file path=ppt/tags/tag629.xml><?xml version="1.0" encoding="utf-8"?>
<p:tagLst xmlns:a="http://schemas.openxmlformats.org/drawingml/2006/main" xmlns:r="http://schemas.openxmlformats.org/officeDocument/2006/relationships" xmlns:p="http://schemas.openxmlformats.org/presentationml/2006/main">
  <p:tag name="KSO_WM_UNIT_TEXT_PART_ID_V2" val="c-3-2"/>
  <p:tag name="KSO_WM_UNIT_ISCONTENTSTITLE" val="0"/>
  <p:tag name="KSO_WM_UNIT_PRESET_TEXT" val="单击此处添加小标题"/>
  <p:tag name="KSO_WM_UNIT_NOCLEAR" val="0"/>
  <p:tag name="KSO_WM_UNIT_VALUE" val="35"/>
  <p:tag name="KSO_WM_UNIT_HIGHLIGHT" val="0"/>
  <p:tag name="KSO_WM_UNIT_COMPATIBLE" val="0"/>
  <p:tag name="KSO_WM_UNIT_DIAGRAM_ISNUMVISUAL" val="0"/>
  <p:tag name="KSO_WM_UNIT_DIAGRAM_ISREFERUNIT" val="0"/>
  <p:tag name="KSO_WM_UNIT_TYPE" val="h_a"/>
  <p:tag name="KSO_WM_UNIT_INDEX" val="2_1"/>
  <p:tag name="KSO_WM_UNIT_ID" val="diagram20194823_1*h_a*2_1"/>
  <p:tag name="KSO_WM_TEMPLATE_CATEGORY" val="diagram"/>
  <p:tag name="KSO_WM_TEMPLATE_INDEX" val="20194823"/>
  <p:tag name="KSO_WM_UNIT_LAYERLEVEL" val="1_1"/>
  <p:tag name="KSO_WM_TAG_VERSION" val="1.0"/>
  <p:tag name="KSO_WM_BEAUTIFY_FLAG" val="#wm#"/>
  <p:tag name="KSO_WM_UNIT_COLOR_SCHEME_SHAPE_ID" val="46"/>
  <p:tag name="KSO_WM_UNIT_COLOR_SCHEME_PARENT_PAGE" val="0_1"/>
</p:tagLst>
</file>

<file path=ppt/tags/tag6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4823_1*i*4"/>
  <p:tag name="KSO_WM_TEMPLATE_CATEGORY" val="diagram"/>
  <p:tag name="KSO_WM_TEMPLATE_INDEX" val="20194823"/>
  <p:tag name="KSO_WM_UNIT_LAYERLEVEL" val="1"/>
  <p:tag name="KSO_WM_TAG_VERSION" val="1.0"/>
  <p:tag name="KSO_WM_BEAUTIFY_FLAG" val="#wm#"/>
  <p:tag name="KSO_WM_UNIT_COLOR_SCHEME_SHAPE_ID" val="42"/>
  <p:tag name="KSO_WM_UNIT_COLOR_SCHEME_PARENT_PAGE" val="0_1"/>
</p:tagLst>
</file>

<file path=ppt/tags/tag6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4823_1*i*5"/>
  <p:tag name="KSO_WM_TEMPLATE_CATEGORY" val="diagram"/>
  <p:tag name="KSO_WM_TEMPLATE_INDEX" val="20194823"/>
  <p:tag name="KSO_WM_UNIT_LAYERLEVEL" val="1"/>
  <p:tag name="KSO_WM_TAG_VERSION" val="1.0"/>
  <p:tag name="KSO_WM_BEAUTIFY_FLAG" val="#wm#"/>
  <p:tag name="KSO_WM_UNIT_COLOR_SCHEME_SHAPE_ID" val="43"/>
  <p:tag name="KSO_WM_UNIT_COLOR_SCHEME_PARENT_PAGE" val="0_1"/>
</p:tagLst>
</file>

<file path=ppt/tags/tag6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4823_1*i*6"/>
  <p:tag name="KSO_WM_TEMPLATE_CATEGORY" val="diagram"/>
  <p:tag name="KSO_WM_TEMPLATE_INDEX" val="20194823"/>
  <p:tag name="KSO_WM_UNIT_LAYERLEVEL" val="1"/>
  <p:tag name="KSO_WM_TAG_VERSION" val="1.0"/>
  <p:tag name="KSO_WM_BEAUTIFY_FLAG" val="#wm#"/>
  <p:tag name="KSO_WM_UNIT_COLOR_SCHEME_SHAPE_ID" val="44"/>
  <p:tag name="KSO_WM_UNIT_COLOR_SCHEME_PARENT_PAGE" val="0_1"/>
</p:tagLst>
</file>

<file path=ppt/tags/tag6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23_1*i*7"/>
  <p:tag name="KSO_WM_TEMPLATE_CATEGORY" val="diagram"/>
  <p:tag name="KSO_WM_TEMPLATE_INDEX" val="20194823"/>
  <p:tag name="KSO_WM_UNIT_LAYERLEVEL" val="1"/>
  <p:tag name="KSO_WM_TAG_VERSION" val="1.0"/>
  <p:tag name="KSO_WM_BEAUTIFY_FLAG" val="#wm#"/>
  <p:tag name="KSO_WM_UNIT_COLOR_SCHEME_SHAPE_ID" val="45"/>
  <p:tag name="KSO_WM_UNIT_COLOR_SCHEME_PARENT_PAGE" val="0_1"/>
</p:tagLst>
</file>

<file path=ppt/tags/tag6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23_1*i*13"/>
  <p:tag name="KSO_WM_TEMPLATE_CATEGORY" val="diagram"/>
  <p:tag name="KSO_WM_TEMPLATE_INDEX" val="20194823"/>
  <p:tag name="KSO_WM_UNIT_LAYERLEVEL" val="1"/>
  <p:tag name="KSO_WM_TAG_VERSION" val="1.0"/>
  <p:tag name="KSO_WM_BEAUTIFY_FLAG" val="#wm#"/>
</p:tagLst>
</file>

<file path=ppt/tags/tag6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diagram20194823_1*i*14"/>
  <p:tag name="KSO_WM_TEMPLATE_CATEGORY" val="diagram"/>
  <p:tag name="KSO_WM_TEMPLATE_INDEX" val="20194823"/>
  <p:tag name="KSO_WM_UNIT_LAYERLEVEL" val="1"/>
  <p:tag name="KSO_WM_TAG_VERSION" val="1.0"/>
  <p:tag name="KSO_WM_BEAUTIFY_FLAG" val="#wm#"/>
</p:tagLst>
</file>

<file path=ppt/tags/tag6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diagram20194823_1*i*15"/>
  <p:tag name="KSO_WM_TEMPLATE_CATEGORY" val="diagram"/>
  <p:tag name="KSO_WM_TEMPLATE_INDEX" val="20194823"/>
  <p:tag name="KSO_WM_UNIT_LAYERLEVEL" val="1"/>
  <p:tag name="KSO_WM_TAG_VERSION" val="1.0"/>
  <p:tag name="KSO_WM_BEAUTIFY_FLAG" val="#wm#"/>
</p:tagLst>
</file>

<file path=ppt/tags/tag6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194823_1*i*16"/>
  <p:tag name="KSO_WM_TEMPLATE_CATEGORY" val="diagram"/>
  <p:tag name="KSO_WM_TEMPLATE_INDEX" val="20194823"/>
  <p:tag name="KSO_WM_UNIT_LAYERLEVEL" val="1"/>
  <p:tag name="KSO_WM_TAG_VERSION" val="1.0"/>
  <p:tag name="KSO_WM_BEAUTIFY_FLAG" val="#wm#"/>
</p:tagLst>
</file>

<file path=ppt/tags/tag6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194823_1*i*17"/>
  <p:tag name="KSO_WM_TEMPLATE_CATEGORY" val="diagram"/>
  <p:tag name="KSO_WM_TEMPLATE_INDEX" val="20194823"/>
  <p:tag name="KSO_WM_UNIT_LAYERLEVEL" val="1"/>
  <p:tag name="KSO_WM_TAG_VERSION" val="1.0"/>
  <p:tag name="KSO_WM_BEAUTIFY_FLAG" val="#wm#"/>
</p:tagLst>
</file>

<file path=ppt/tags/tag639.xml><?xml version="1.0" encoding="utf-8"?>
<p:tagLst xmlns:a="http://schemas.openxmlformats.org/drawingml/2006/main" xmlns:r="http://schemas.openxmlformats.org/officeDocument/2006/relationships" xmlns:p="http://schemas.openxmlformats.org/presentationml/2006/main">
  <p:tag name="KSO_WM_SLIDE_ID" val="diagram20191355_1"/>
  <p:tag name="KSO_WM_SLIDE_ITEM_CNT" val="0"/>
  <p:tag name="KSO_WM_SLIDE_INDEX" val="1"/>
  <p:tag name="KSO_WM_TAG_VERSION" val="1.0"/>
  <p:tag name="KSO_WM_BEAUTIFY_FLAG" val="#wm#"/>
  <p:tag name="KSO_WM_TEMPLATE_CATEGORY" val="diagram"/>
  <p:tag name="KSO_WM_TEMPLATE_INDEX" val="20191355"/>
  <p:tag name="KSO_WM_SLIDE_LAYOUT" val="a_d_f"/>
  <p:tag name="KSO_WM_SLIDE_LAYOUT_CNT" val="1_1_1"/>
  <p:tag name="KSO_WM_SLIDE_TYPE" val="text"/>
  <p:tag name="KSO_WM_SLIDE_SUBTYPE" val="picTxt"/>
  <p:tag name="KSO_WM_SLIDE_SIZE" val="939*447"/>
  <p:tag name="KSO_WM_SLIDE_POSITION" val="8*59"/>
  <p:tag name="KSO_WM_SLIDE_CONSTRAINT" val="%7b%22slideConstraint%22%3a%7b%22seriesAreas%22%3a%5b%5d%2c%22singleAreas%22%3a%5b%7b%22shapes%22%3a%5b13%5d%2c%22serialConstraintIndex%22%3a-1%2c%22areatextmark%22%3a0%2c%22pictureprocessmark%22%3a0%7d%5d%7d%7d"/>
  <p:tag name="KSO_WM_SLIDE_COLORSCHEME_VERSION" val="3.2"/>
  <p:tag name="KSO_WM_TEMPLATE_SUBCATEGORY" val="0"/>
  <p:tag name="KSO_WM_TEMPLATE_MASTER_TYPE" val="0"/>
  <p:tag name="KSO_WM_TEMPLATE_COLOR_TYPE" val="1"/>
</p:tagLst>
</file>

<file path=ppt/tags/tag6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1355_1*i*2"/>
  <p:tag name="KSO_WM_TEMPLATE_CATEGORY" val="diagram"/>
  <p:tag name="KSO_WM_TEMPLATE_INDEX" val="20191355"/>
  <p:tag name="KSO_WM_UNIT_LAYERLEVEL" val="1"/>
  <p:tag name="KSO_WM_TAG_VERSION" val="1.0"/>
  <p:tag name="KSO_WM_BEAUTIFY_FLAG" val="#wm#"/>
  <p:tag name="KSO_WM_UNIT_TYPE" val="i"/>
  <p:tag name="KSO_WM_UNIT_INDEX" val="2"/>
  <p:tag name="KSO_WM_UNIT_ADJUSTLAYOUT_ID" val="22"/>
  <p:tag name="KSO_WM_UNIT_COLOR_SCHEME_SHAPE_ID" val="22"/>
  <p:tag name="KSO_WM_UNIT_COLOR_SCHEME_PARENT_PAGE" val="0_1"/>
  <p:tag name="KSO_WM_UNIT_FOIL_COLOR" val="1"/>
</p:tagLst>
</file>

<file path=ppt/tags/tag641.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最终呈现发布的良好效果，请尽量言简意赅的阐述观点，并根据需要酌情增减文字。&#10;您的正文已经字字珠玑，但信息却错综复杂，需要更多的文字来表述；但请您尽量提炼思想的精髓，否则容易造成观者的阅读压力，适得其反。&#10;正如我们都希望改变世界，希望给别人带去光明，但更多的时候我们只需要播下一颗种子，自然有微风吹拂，阳光普照，雨露滋养。恰如其分的表达观点，往往可以事半功倍。&#10;为了能让您有更直观的字数感受，并进一步方便使用，我们为您标注了最适合的位置。您输入的文字到这里时，就是最佳视觉效果，请您务必注意。"/>
  <p:tag name="KSO_WM_UNIT_VALUE" val="390"/>
  <p:tag name="KSO_WM_UNIT_HIGHLIGHT" val="0"/>
  <p:tag name="KSO_WM_UNIT_COMPATIBLE" val="0"/>
  <p:tag name="KSO_WM_UNIT_DIAGRAM_ISNUMVISUAL" val="0"/>
  <p:tag name="KSO_WM_UNIT_DIAGRAM_ISREFERUNIT" val="0"/>
  <p:tag name="KSO_WM_UNIT_TYPE" val="f"/>
  <p:tag name="KSO_WM_UNIT_INDEX" val="1"/>
  <p:tag name="KSO_WM_UNIT_ID" val="diagram20191355_1*f*1"/>
  <p:tag name="KSO_WM_TEMPLATE_CATEGORY" val="diagram"/>
  <p:tag name="KSO_WM_TEMPLATE_INDEX" val="20191355"/>
  <p:tag name="KSO_WM_UNIT_LAYERLEVEL" val="1"/>
  <p:tag name="KSO_WM_TAG_VERSION" val="1.0"/>
  <p:tag name="KSO_WM_BEAUTIFY_FLAG" val="#wm#"/>
  <p:tag name="KSO_WM_UNIT_ADJUSTLAYOUT_ID" val="4"/>
  <p:tag name="KSO_WM_UNIT_COLOR_SCHEME_SHAPE_ID" val="4"/>
  <p:tag name="KSO_WM_UNIT_COLOR_SCHEME_PARENT_PAGE" val="0_1"/>
  <p:tag name="KSO_WM_UNIT_TEXT_PART_ID_V2" val="d-3-1"/>
  <p:tag name="KSO_WM_UNIT_NOCLEAR" val="0"/>
</p:tagLst>
</file>

<file path=ppt/tags/tag6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1355_1*i*3"/>
  <p:tag name="KSO_WM_TEMPLATE_CATEGORY" val="diagram"/>
  <p:tag name="KSO_WM_TEMPLATE_INDEX" val="20191355"/>
  <p:tag name="KSO_WM_UNIT_LAYERLEVEL" val="1"/>
  <p:tag name="KSO_WM_TAG_VERSION" val="1.0"/>
  <p:tag name="KSO_WM_BEAUTIFY_FLAG" val="#wm#"/>
  <p:tag name="KSO_WM_UNIT_TYPE" val="i"/>
  <p:tag name="KSO_WM_UNIT_INDEX" val="3"/>
  <p:tag name="KSO_WM_UNIT_ADJUSTLAYOUT_ID" val="20"/>
  <p:tag name="KSO_WM_UNIT_COLOR_SCHEME_SHAPE_ID" val="20"/>
  <p:tag name="KSO_WM_UNIT_COLOR_SCHEME_PARENT_PAGE" val="0_1"/>
</p:tagLst>
</file>

<file path=ppt/tags/tag6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1355_1*i*4"/>
  <p:tag name="KSO_WM_TEMPLATE_CATEGORY" val="diagram"/>
  <p:tag name="KSO_WM_TEMPLATE_INDEX" val="20191355"/>
  <p:tag name="KSO_WM_UNIT_LAYERLEVEL" val="1"/>
  <p:tag name="KSO_WM_TAG_VERSION" val="1.0"/>
  <p:tag name="KSO_WM_BEAUTIFY_FLAG" val="#wm#"/>
  <p:tag name="KSO_WM_UNIT_TYPE" val="i"/>
  <p:tag name="KSO_WM_UNIT_INDEX" val="4"/>
  <p:tag name="KSO_WM_UNIT_ADJUSTLAYOUT_ID" val="5"/>
  <p:tag name="KSO_WM_UNIT_COLOR_SCHEME_SHAPE_ID" val="5"/>
  <p:tag name="KSO_WM_UNIT_COLOR_SCHEME_PARENT_PAGE" val="0_1"/>
</p:tagLst>
</file>

<file path=ppt/tags/tag64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1355_1*a*1"/>
  <p:tag name="KSO_WM_TEMPLATE_CATEGORY" val="diagram"/>
  <p:tag name="KSO_WM_TEMPLATE_INDEX" val="20191355"/>
  <p:tag name="KSO_WM_UNIT_LAYERLEVEL" val="1"/>
  <p:tag name="KSO_WM_TAG_VERSION" val="1.0"/>
  <p:tag name="KSO_WM_BEAUTIFY_FLAG" val="#wm#"/>
  <p:tag name="KSO_WM_UNIT_COLOR_SCHEME_SHAPE_ID" val="2"/>
  <p:tag name="KSO_WM_UNIT_COLOR_SCHEME_PARENT_PAGE" val="0_1"/>
  <p:tag name="KSO_WM_UNIT_NOCLEAR" val="0"/>
</p:tagLst>
</file>

<file path=ppt/tags/tag645.xml><?xml version="1.0" encoding="utf-8"?>
<p:tagLst xmlns:a="http://schemas.openxmlformats.org/drawingml/2006/main" xmlns:r="http://schemas.openxmlformats.org/officeDocument/2006/relationships" xmlns:p="http://schemas.openxmlformats.org/presentationml/2006/main">
  <p:tag name="KSO_WM_UNIT_VALUE" val="1116*837"/>
  <p:tag name="KSO_WM_UNIT_HIGHLIGHT" val="0"/>
  <p:tag name="KSO_WM_UNIT_COMPATIBLE" val="0"/>
  <p:tag name="KSO_WM_UNIT_DIAGRAM_ISNUMVISUAL" val="0"/>
  <p:tag name="KSO_WM_UNIT_DIAGRAM_ISREFERUNIT" val="0"/>
  <p:tag name="KSO_WM_UNIT_TYPE" val="d"/>
  <p:tag name="KSO_WM_UNIT_INDEX" val="1"/>
  <p:tag name="KSO_WM_UNIT_ID" val="diagram20191355_1*d*1"/>
  <p:tag name="KSO_WM_TEMPLATE_CATEGORY" val="diagram"/>
  <p:tag name="KSO_WM_TEMPLATE_INDEX" val="20191355"/>
  <p:tag name="KSO_WM_UNIT_SUPPORT_UNIT_TYPE" val="[]"/>
  <p:tag name="KSO_WM_UNIT_LAYERLEVEL" val="1"/>
  <p:tag name="KSO_WM_TAG_VERSION" val="1.0"/>
  <p:tag name="KSO_WM_BEAUTIFY_FLAG" val="#wm#"/>
</p:tagLst>
</file>

<file path=ppt/tags/tag646.xml><?xml version="1.0" encoding="utf-8"?>
<p:tagLst xmlns:a="http://schemas.openxmlformats.org/drawingml/2006/main" xmlns:r="http://schemas.openxmlformats.org/officeDocument/2006/relationships" xmlns:p="http://schemas.openxmlformats.org/presentationml/2006/main">
  <p:tag name="KSO_WM_SLIDE_ID" val="diagram20194834_1"/>
  <p:tag name="KSO_WM_SLIDE_ITEM_CNT" val="2"/>
  <p:tag name="KSO_WM_SLIDE_INDEX" val="1"/>
  <p:tag name="KSO_WM_TAG_VERSION" val="1.0"/>
  <p:tag name="KSO_WM_BEAUTIFY_FLAG" val="#wm#"/>
  <p:tag name="KSO_WM_TEMPLATE_CATEGORY" val="diagram"/>
  <p:tag name="KSO_WM_TEMPLATE_INDEX" val="20194834"/>
  <p:tag name="KSO_WM_SLIDE_LAYOUT" val="a_l"/>
  <p:tag name="KSO_WM_SLIDE_LAYOUT_CNT" val="1_1"/>
  <p:tag name="KSO_WM_SLIDE_TYPE" val="text"/>
  <p:tag name="KSO_WM_SLIDE_SUBTYPE" val="pureTxt"/>
  <p:tag name="KSO_WM_SLIDE_SIZE" val="889.1*370.8"/>
  <p:tag name="KSO_WM_SLIDE_POSITION" val="35.45*119.05"/>
  <p:tag name="KSO_WM_SLIDE_COLORSCHEME_VERSION" val="3.2"/>
  <p:tag name="KSO_WM_TEMPLATE_SUBCATEGORY" val="0"/>
  <p:tag name="KSO_WM_DIAGRAM_GROUP_CODE" val="l1-1"/>
  <p:tag name="KSO_WM_SLIDE_DIAGTYPE" val="l"/>
</p:tagLst>
</file>

<file path=ppt/tags/tag647.xml><?xml version="1.0" encoding="utf-8"?>
<p:tagLst xmlns:a="http://schemas.openxmlformats.org/drawingml/2006/main" xmlns:r="http://schemas.openxmlformats.org/officeDocument/2006/relationships" xmlns:p="http://schemas.openxmlformats.org/presentationml/2006/main">
  <p:tag name="KSO_WM_UNIT_LARGE_SHAPE" val="1"/>
  <p:tag name="KSO_WM_UNIT_HIGHLIGHT" val="0"/>
  <p:tag name="KSO_WM_UNIT_COMPATIBLE" val="0"/>
  <p:tag name="KSO_WM_UNIT_DIAGRAM_ISNUMVISUAL" val="0"/>
  <p:tag name="KSO_WM_UNIT_DIAGRAM_ISREFERUNIT" val="0"/>
  <p:tag name="KSO_WM_UNIT_TYPE" val="i"/>
  <p:tag name="KSO_WM_UNIT_INDEX" val="1"/>
  <p:tag name="KSO_WM_UNIT_ID" val="diagram20194834_1*i*1"/>
  <p:tag name="KSO_WM_TEMPLATE_CATEGORY" val="diagram"/>
  <p:tag name="KSO_WM_TEMPLATE_INDEX" val="20194834"/>
  <p:tag name="KSO_WM_UNIT_LAYERLEVEL" val="1"/>
  <p:tag name="KSO_WM_TAG_VERSION" val="1.0"/>
  <p:tag name="KSO_WM_BEAUTIFY_FLAG" val="#wm#"/>
  <p:tag name="KSO_WM_UNIT_COLOR_SCHEME_SHAPE_ID" val="31"/>
  <p:tag name="KSO_WM_UNIT_COLOR_SCHEME_PARENT_PAGE" val="0_1"/>
  <p:tag name="KSO_WM_DIAGRAM_GROUP_CODE" val="l1-1"/>
  <p:tag name="KSO_WM_UNIT_FILL_FORE_SCHEMECOLOR_INDEX" val="14"/>
  <p:tag name="KSO_WM_UNIT_FILL_BACK_SCHEMECOLOR_INDEX" val="14"/>
  <p:tag name="KSO_WM_UNIT_FILL_TYPE" val="2"/>
  <p:tag name="KSO_WM_UNIT_TEXT_FILL_FORE_SCHEMECOLOR_INDEX" val="2"/>
  <p:tag name="KSO_WM_UNIT_TEXT_FILL_TYPE" val="1"/>
  <p:tag name="KSO_WM_UNIT_USESOURCEFORMAT_APPLY" val="1"/>
</p:tagLst>
</file>

<file path=ppt/tags/tag6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3"/>
  <p:tag name="KSO_WM_UNIT_ID" val="diagram20194834_1*l_h_i*1_1_3"/>
  <p:tag name="KSO_WM_TEMPLATE_CATEGORY" val="diagram"/>
  <p:tag name="KSO_WM_TEMPLATE_INDEX" val="20194834"/>
  <p:tag name="KSO_WM_UNIT_LAYERLEVEL" val="1_1_1"/>
  <p:tag name="KSO_WM_TAG_VERSION" val="1.0"/>
  <p:tag name="KSO_WM_BEAUTIFY_FLAG" val="#wm#"/>
  <p:tag name="KSO_WM_UNIT_COLOR_SCHEME_SHAPE_ID" val="51"/>
  <p:tag name="KSO_WM_UNIT_COLOR_SCHEME_PARENT_PAGE" val="0_1"/>
  <p:tag name="KSO_WM_UNIT_DIAGRAM_MODELTYPE" val="numdgm"/>
  <p:tag name="KSO_WM_DIAGRAM_GROUP_CODE" val="l1-1"/>
  <p:tag name="KSO_WM_UNIT_FILL_FORE_SCHEMECOLOR_INDEX" val="6"/>
  <p:tag name="KSO_WM_UNIT_FILL_TYPE" val="1"/>
  <p:tag name="KSO_WM_UNIT_TEXT_FILL_FORE_SCHEMECOLOR_INDEX" val="2"/>
  <p:tag name="KSO_WM_UNIT_TEXT_FILL_TYPE" val="1"/>
  <p:tag name="KSO_WM_UNIT_USESOURCEFORMAT_APPLY" val="1"/>
</p:tagLst>
</file>

<file path=ppt/tags/tag6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194834_1*l_h_i*1_1_1"/>
  <p:tag name="KSO_WM_TEMPLATE_CATEGORY" val="diagram"/>
  <p:tag name="KSO_WM_TEMPLATE_INDEX" val="20194834"/>
  <p:tag name="KSO_WM_UNIT_LAYERLEVEL" val="1_1_1"/>
  <p:tag name="KSO_WM_TAG_VERSION" val="1.0"/>
  <p:tag name="KSO_WM_BEAUTIFY_FLAG" val="#wm#"/>
  <p:tag name="KSO_WM_UNIT_COLOR_SCHEME_SHAPE_ID" val="52"/>
  <p:tag name="KSO_WM_UNIT_COLOR_SCHEME_PARENT_PAGE" val="0_1"/>
  <p:tag name="KSO_WM_UNIT_DECOLORIZATION" val="1"/>
  <p:tag name="KSO_WM_UNIT_DIAGRAM_MODELTYPE" val="numdgm"/>
  <p:tag name="KSO_WM_DIAGRAM_GROUP_CODE" val="l1-1"/>
  <p:tag name="KSO_WM_UNIT_TEXT_FILL_FORE_SCHEMECOLOR_INDEX" val="14"/>
  <p:tag name="KSO_WM_UNIT_TEXT_FILL_TYPE" val="1"/>
  <p:tag name="KSO_WM_UNIT_USESOURCEFORMAT_APPLY" val="1"/>
</p:tagLst>
</file>

<file path=ppt/tags/tag6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2"/>
  <p:tag name="KSO_WM_UNIT_ID" val="diagram20194834_1*l_h_i*1_1_2"/>
  <p:tag name="KSO_WM_TEMPLATE_CATEGORY" val="diagram"/>
  <p:tag name="KSO_WM_TEMPLATE_INDEX" val="20194834"/>
  <p:tag name="KSO_WM_UNIT_LAYERLEVEL" val="1_1_1"/>
  <p:tag name="KSO_WM_TAG_VERSION" val="1.0"/>
  <p:tag name="KSO_WM_BEAUTIFY_FLAG" val="#wm#"/>
  <p:tag name="KSO_WM_UNIT_COLOR_SCHEME_SHAPE_ID" val="53"/>
  <p:tag name="KSO_WM_UNIT_COLOR_SCHEME_PARENT_PAGE" val="0_1"/>
  <p:tag name="KSO_WM_UNIT_DIAGRAM_MODELTYPE" val="numdgm"/>
  <p:tag name="KSO_WM_DIAGRAM_GROUP_CODE" val="l1-1"/>
  <p:tag name="KSO_WM_UNIT_SUBTYPE" val="b"/>
  <p:tag name="KSO_WM_UNIT_FILL_FORE_SCHEMECOLOR_INDEX" val="14"/>
  <p:tag name="KSO_WM_UNIT_FILL_TYPE" val="1"/>
  <p:tag name="KSO_WM_UNIT_TEXT_FILL_FORE_SCHEMECOLOR_INDEX" val="2"/>
  <p:tag name="KSO_WM_UNIT_TEXT_FILL_TYPE" val="1"/>
  <p:tag name="KSO_WM_UNIT_USESOURCEFORMAT_APPLY" val="1"/>
</p:tagLst>
</file>

<file path=ppt/tags/tag651.xml><?xml version="1.0" encoding="utf-8"?>
<p:tagLst xmlns:a="http://schemas.openxmlformats.org/drawingml/2006/main" xmlns:r="http://schemas.openxmlformats.org/officeDocument/2006/relationships" xmlns:p="http://schemas.openxmlformats.org/presentationml/2006/main">
  <p:tag name="KSO_WM_UNIT_TEXT_PART_ID_V2" val="d-3-2"/>
  <p:tag name="KSO_WM_UNIT_PRESET_TEXT" val="点击此处添加正文，文字是您思想的提炼&#10;为了最终呈现发布的良好效果，请尽量言简意赅的阐述观点&#10;根据需要可酌情增减文字，以便观者可以准确理解您所传达的信息"/>
  <p:tag name="KSO_WM_UNIT_NOCLEAR" val="1"/>
  <p:tag name="KSO_WM_UNIT_VALUE" val="156"/>
  <p:tag name="KSO_WM_UNIT_HIGHLIGHT" val="0"/>
  <p:tag name="KSO_WM_UNIT_COMPATIBLE" val="0"/>
  <p:tag name="KSO_WM_UNIT_DIAGRAM_ISNUMVISUAL" val="0"/>
  <p:tag name="KSO_WM_UNIT_DIAGRAM_ISREFERUNIT" val="0"/>
  <p:tag name="KSO_WM_UNIT_TYPE" val="l_h_f"/>
  <p:tag name="KSO_WM_UNIT_INDEX" val="1_1_1"/>
  <p:tag name="KSO_WM_UNIT_ID" val="diagram20194834_1*l_h_f*1_1_1"/>
  <p:tag name="KSO_WM_TEMPLATE_CATEGORY" val="diagram"/>
  <p:tag name="KSO_WM_TEMPLATE_INDEX" val="20194834"/>
  <p:tag name="KSO_WM_UNIT_LAYERLEVEL" val="1_1_1"/>
  <p:tag name="KSO_WM_TAG_VERSION" val="1.0"/>
  <p:tag name="KSO_WM_BEAUTIFY_FLAG" val="#wm#"/>
  <p:tag name="KSO_WM_UNIT_COLOR_SCHEME_SHAPE_ID" val="3"/>
  <p:tag name="KSO_WM_UNIT_COLOR_SCHEME_PARENT_PAGE" val="0_1"/>
  <p:tag name="KSO_WM_UNIT_DIAGRAM_MODELTYPE" val="numdgm"/>
  <p:tag name="KSO_WM_DIAGRAM_GROUP_CODE" val="l1-1"/>
  <p:tag name="KSO_WM_UNIT_TEXT_FILL_FORE_SCHEMECOLOR_INDEX" val="13"/>
  <p:tag name="KSO_WM_UNIT_TEXT_FILL_TYPE" val="1"/>
  <p:tag name="KSO_WM_UNIT_USESOURCEFORMAT_APPLY" val="1"/>
</p:tagLst>
</file>

<file path=ppt/tags/tag6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3"/>
  <p:tag name="KSO_WM_UNIT_ID" val="diagram20194834_1*l_h_i*1_2_3"/>
  <p:tag name="KSO_WM_TEMPLATE_CATEGORY" val="diagram"/>
  <p:tag name="KSO_WM_TEMPLATE_INDEX" val="20194834"/>
  <p:tag name="KSO_WM_UNIT_LAYERLEVEL" val="1_1_1"/>
  <p:tag name="KSO_WM_TAG_VERSION" val="1.0"/>
  <p:tag name="KSO_WM_BEAUTIFY_FLAG" val="#wm#"/>
  <p:tag name="KSO_WM_UNIT_COLOR_SCHEME_SHAPE_ID" val="43"/>
  <p:tag name="KSO_WM_UNIT_COLOR_SCHEME_PARENT_PAGE" val="0_1"/>
  <p:tag name="KSO_WM_UNIT_DIAGRAM_MODELTYPE" val="numdgm"/>
  <p:tag name="KSO_WM_DIAGRAM_GROUP_CODE" val="l1-1"/>
  <p:tag name="KSO_WM_UNIT_FILL_FORE_SCHEMECOLOR_INDEX" val="15"/>
  <p:tag name="KSO_WM_UNIT_FILL_TYPE" val="1"/>
  <p:tag name="KSO_WM_UNIT_TEXT_FILL_FORE_SCHEMECOLOR_INDEX" val="2"/>
  <p:tag name="KSO_WM_UNIT_TEXT_FILL_TYPE" val="1"/>
  <p:tag name="KSO_WM_UNIT_USESOURCEFORMAT_APPLY" val="1"/>
</p:tagLst>
</file>

<file path=ppt/tags/tag6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194834_1*l_h_i*1_2_1"/>
  <p:tag name="KSO_WM_TEMPLATE_CATEGORY" val="diagram"/>
  <p:tag name="KSO_WM_TEMPLATE_INDEX" val="20194834"/>
  <p:tag name="KSO_WM_UNIT_LAYERLEVEL" val="1_1_1"/>
  <p:tag name="KSO_WM_TAG_VERSION" val="1.0"/>
  <p:tag name="KSO_WM_BEAUTIFY_FLAG" val="#wm#"/>
  <p:tag name="KSO_WM_UNIT_COLOR_SCHEME_SHAPE_ID" val="45"/>
  <p:tag name="KSO_WM_UNIT_COLOR_SCHEME_PARENT_PAGE" val="0_1"/>
  <p:tag name="KSO_WM_UNIT_DECOLORIZATION" val="1"/>
  <p:tag name="KSO_WM_UNIT_DIAGRAM_MODELTYPE" val="numdgm"/>
  <p:tag name="KSO_WM_DIAGRAM_GROUP_CODE" val="l1-1"/>
  <p:tag name="KSO_WM_UNIT_TEXT_FILL_FORE_SCHEMECOLOR_INDEX" val="14"/>
  <p:tag name="KSO_WM_UNIT_TEXT_FILL_TYPE" val="1"/>
  <p:tag name="KSO_WM_UNIT_USESOURCEFORMAT_APPLY" val="1"/>
</p:tagLst>
</file>

<file path=ppt/tags/tag6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194834_1*l_h_i*1_2_2"/>
  <p:tag name="KSO_WM_TEMPLATE_CATEGORY" val="diagram"/>
  <p:tag name="KSO_WM_TEMPLATE_INDEX" val="20194834"/>
  <p:tag name="KSO_WM_UNIT_LAYERLEVEL" val="1_1_1"/>
  <p:tag name="KSO_WM_TAG_VERSION" val="1.0"/>
  <p:tag name="KSO_WM_BEAUTIFY_FLAG" val="#wm#"/>
  <p:tag name="KSO_WM_UNIT_COLOR_SCHEME_SHAPE_ID" val="47"/>
  <p:tag name="KSO_WM_UNIT_COLOR_SCHEME_PARENT_PAGE" val="0_1"/>
  <p:tag name="KSO_WM_UNIT_DIAGRAM_MODELTYPE" val="numdgm"/>
  <p:tag name="KSO_WM_DIAGRAM_GROUP_CODE" val="l1-1"/>
  <p:tag name="KSO_WM_UNIT_SUBTYPE" val="b"/>
  <p:tag name="KSO_WM_UNIT_FILL_FORE_SCHEMECOLOR_INDEX" val="14"/>
  <p:tag name="KSO_WM_UNIT_FILL_TYPE" val="1"/>
  <p:tag name="KSO_WM_UNIT_TEXT_FILL_FORE_SCHEMECOLOR_INDEX" val="2"/>
  <p:tag name="KSO_WM_UNIT_TEXT_FILL_TYPE" val="1"/>
  <p:tag name="KSO_WM_UNIT_USESOURCEFORMAT_APPLY" val="1"/>
</p:tagLst>
</file>

<file path=ppt/tags/tag655.xml><?xml version="1.0" encoding="utf-8"?>
<p:tagLst xmlns:a="http://schemas.openxmlformats.org/drawingml/2006/main" xmlns:r="http://schemas.openxmlformats.org/officeDocument/2006/relationships" xmlns:p="http://schemas.openxmlformats.org/presentationml/2006/main">
  <p:tag name="KSO_WM_UNIT_TEXT_PART_ID_V2" val="d-3-2"/>
  <p:tag name="KSO_WM_UNIT_PRESET_TEXT" val="点击此处添加正文，文字是您思想的提炼，为了最终呈现发布的良好效果&#10;请尽量言简意赅的阐述观点；根据需要可酌情增减文字&#10;以便观者可以准确理解您所传达的信息&#10;请尽量言简意赅的阐述观点；根据需要可酌情增减文字"/>
  <p:tag name="KSO_WM_UNIT_NOCLEAR" val="1"/>
  <p:tag name="KSO_WM_UNIT_VALUE" val="195"/>
  <p:tag name="KSO_WM_UNIT_HIGHLIGHT" val="0"/>
  <p:tag name="KSO_WM_UNIT_COMPATIBLE" val="0"/>
  <p:tag name="KSO_WM_UNIT_DIAGRAM_ISNUMVISUAL" val="0"/>
  <p:tag name="KSO_WM_UNIT_DIAGRAM_ISREFERUNIT" val="0"/>
  <p:tag name="KSO_WM_UNIT_TYPE" val="l_h_f"/>
  <p:tag name="KSO_WM_UNIT_INDEX" val="1_2_1"/>
  <p:tag name="KSO_WM_UNIT_ID" val="diagram20194834_1*l_h_f*1_2_1"/>
  <p:tag name="KSO_WM_TEMPLATE_CATEGORY" val="diagram"/>
  <p:tag name="KSO_WM_TEMPLATE_INDEX" val="20194834"/>
  <p:tag name="KSO_WM_UNIT_LAYERLEVEL" val="1_1_1"/>
  <p:tag name="KSO_WM_TAG_VERSION" val="1.0"/>
  <p:tag name="KSO_WM_BEAUTIFY_FLAG" val="#wm#"/>
  <p:tag name="KSO_WM_UNIT_COLOR_SCHEME_SHAPE_ID" val="6"/>
  <p:tag name="KSO_WM_UNIT_COLOR_SCHEME_PARENT_PAGE" val="0_1"/>
  <p:tag name="KSO_WM_UNIT_DIAGRAM_MODELTYPE" val="numdgm"/>
  <p:tag name="KSO_WM_DIAGRAM_GROUP_CODE" val="l1-1"/>
  <p:tag name="KSO_WM_UNIT_TEXT_FILL_FORE_SCHEMECOLOR_INDEX" val="13"/>
  <p:tag name="KSO_WM_UNIT_TEXT_FILL_TYPE" val="1"/>
  <p:tag name="KSO_WM_UNIT_USESOURCEFORMAT_APPLY" val="1"/>
</p:tagLst>
</file>

<file path=ppt/tags/tag656.xml><?xml version="1.0" encoding="utf-8"?>
<p:tagLst xmlns:a="http://schemas.openxmlformats.org/drawingml/2006/main" xmlns:r="http://schemas.openxmlformats.org/officeDocument/2006/relationships" xmlns:p="http://schemas.openxmlformats.org/presentationml/2006/main">
  <p:tag name="KSO_WM_UNIT_TEXT_PART_ID_V2" val="a-4-2"/>
  <p:tag name="KSO_WM_UNIT_ISCONTENTSTITLE" val="0"/>
  <p:tag name="KSO_WM_UNIT_PRESET_TEXT" val="单击此处可添加您的大标题内容"/>
  <p:tag name="KSO_WM_UNIT_NOCLEAR" val="0"/>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194834_1*a*1"/>
  <p:tag name="KSO_WM_TEMPLATE_CATEGORY" val="diagram"/>
  <p:tag name="KSO_WM_TEMPLATE_INDEX" val="20194834"/>
  <p:tag name="KSO_WM_UNIT_LAYERLEVEL" val="1"/>
  <p:tag name="KSO_WM_TAG_VERSION" val="1.0"/>
  <p:tag name="KSO_WM_BEAUTIFY_FLAG" val="#wm#"/>
  <p:tag name="KSO_WM_UNIT_COLOR_SCHEME_SHAPE_ID" val="57"/>
  <p:tag name="KSO_WM_UNIT_COLOR_SCHEME_PARENT_PAGE" val="0_1"/>
  <p:tag name="KSO_WM_DIAGRAM_GROUP_CODE" val="l1-1"/>
  <p:tag name="KSO_WM_UNIT_TEXT_FILL_FORE_SCHEMECOLOR_INDEX" val="13"/>
  <p:tag name="KSO_WM_UNIT_TEXT_FILL_TYPE" val="1"/>
  <p:tag name="KSO_WM_UNIT_USESOURCEFORMAT_APPLY" val="1"/>
</p:tagLst>
</file>

<file path=ppt/tags/tag657.xml><?xml version="1.0" encoding="utf-8"?>
<p:tagLst xmlns:a="http://schemas.openxmlformats.org/drawingml/2006/main" xmlns:r="http://schemas.openxmlformats.org/officeDocument/2006/relationships" xmlns:p="http://schemas.openxmlformats.org/presentationml/2006/main">
  <p:tag name="KSO_WM_SLIDE_ID" val="diagram2020512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01"/>
  <p:tag name="KSO_WM_SLIDE_POSITION" val="0*0"/>
  <p:tag name="KSO_WM_TAG_VERSION" val="1.0"/>
  <p:tag name="KSO_WM_BEAUTIFY_FLAG" val="#wm#"/>
  <p:tag name="KSO_WM_TEMPLATE_CATEGORY" val="diagram"/>
  <p:tag name="KSO_WM_TEMPLATE_INDEX" val="20205122"/>
  <p:tag name="KSO_WM_SLIDE_LAYOUT" val="a_f"/>
  <p:tag name="KSO_WM_SLIDE_LAYOUT_CNT" val="1_3"/>
</p:tagLst>
</file>

<file path=ppt/tags/tag6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122_1*i*1"/>
  <p:tag name="KSO_WM_TEMPLATE_CATEGORY" val="diagram"/>
  <p:tag name="KSO_WM_TEMPLATE_INDEX" val="20205122"/>
  <p:tag name="KSO_WM_UNIT_LAYERLEVEL" val="1"/>
  <p:tag name="KSO_WM_TAG_VERSION" val="1.0"/>
  <p:tag name="KSO_WM_BEAUTIFY_FLAG" val="#wm#"/>
</p:tagLst>
</file>

<file path=ppt/tags/tag659.xml><?xml version="1.0" encoding="utf-8"?>
<p:tagLst xmlns:a="http://schemas.openxmlformats.org/drawingml/2006/main" xmlns:r="http://schemas.openxmlformats.org/officeDocument/2006/relationships" xmlns:p="http://schemas.openxmlformats.org/presentationml/2006/main">
  <p:tag name="KSO_WM_UNIT_TEXT_PART_ID_V2" val="a-1-1"/>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205122_1*a*1"/>
  <p:tag name="KSO_WM_TEMPLATE_CATEGORY" val="diagram"/>
  <p:tag name="KSO_WM_TEMPLATE_INDEX" val="20205122"/>
  <p:tag name="KSO_WM_UNIT_LAYERLEVEL" val="1"/>
  <p:tag name="KSO_WM_TAG_VERSION" val="1.0"/>
  <p:tag name="KSO_WM_BEAUTIFY_FLAG" val="#wm#"/>
  <p:tag name="KSO_WM_UNIT_PRESET_TEXT" val="单击此处添加大标题内容"/>
</p:tagLst>
</file>

<file path=ppt/tags/tag660.xml><?xml version="1.0" encoding="utf-8"?>
<p:tagLst xmlns:a="http://schemas.openxmlformats.org/drawingml/2006/main" xmlns:r="http://schemas.openxmlformats.org/officeDocument/2006/relationships" xmlns:p="http://schemas.openxmlformats.org/presentationml/2006/main">
  <p:tag name="KSO_WM_UNIT_NOCLEAR" val="0"/>
  <p:tag name="KSO_WM_UNIT_VALUE" val="414"/>
  <p:tag name="KSO_WM_UNIT_HIGHLIGHT" val="0"/>
  <p:tag name="KSO_WM_UNIT_COMPATIBLE" val="0"/>
  <p:tag name="KSO_WM_UNIT_DIAGRAM_ISNUMVISUAL" val="0"/>
  <p:tag name="KSO_WM_UNIT_DIAGRAM_ISREFERUNIT" val="0"/>
  <p:tag name="KSO_WM_UNIT_TYPE" val="f"/>
  <p:tag name="KSO_WM_UNIT_INDEX" val="3"/>
  <p:tag name="KSO_WM_UNIT_ID" val="diagram20205122_1*f*3"/>
  <p:tag name="KSO_WM_TEMPLATE_CATEGORY" val="diagram"/>
  <p:tag name="KSO_WM_TEMPLATE_INDEX" val="20205122"/>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
</p:tagLst>
</file>

<file path=ppt/tags/tag661.xml><?xml version="1.0" encoding="utf-8"?>
<p:tagLst xmlns:a="http://schemas.openxmlformats.org/drawingml/2006/main" xmlns:r="http://schemas.openxmlformats.org/officeDocument/2006/relationships" xmlns:p="http://schemas.openxmlformats.org/presentationml/2006/main">
  <p:tag name="KSO_WM_UNIT_NOCLEAR" val="0"/>
  <p:tag name="KSO_WM_UNIT_VALUE" val="414"/>
  <p:tag name="KSO_WM_UNIT_HIGHLIGHT" val="0"/>
  <p:tag name="KSO_WM_UNIT_COMPATIBLE" val="0"/>
  <p:tag name="KSO_WM_UNIT_DIAGRAM_ISNUMVISUAL" val="0"/>
  <p:tag name="KSO_WM_UNIT_DIAGRAM_ISREFERUNIT" val="0"/>
  <p:tag name="KSO_WM_UNIT_TYPE" val="f"/>
  <p:tag name="KSO_WM_UNIT_INDEX" val="2"/>
  <p:tag name="KSO_WM_UNIT_ID" val="diagram20205122_1*f*2"/>
  <p:tag name="KSO_WM_TEMPLATE_CATEGORY" val="diagram"/>
  <p:tag name="KSO_WM_TEMPLATE_INDEX" val="20205122"/>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
</p:tagLst>
</file>

<file path=ppt/tags/tag662.xml><?xml version="1.0" encoding="utf-8"?>
<p:tagLst xmlns:a="http://schemas.openxmlformats.org/drawingml/2006/main" xmlns:r="http://schemas.openxmlformats.org/officeDocument/2006/relationships" xmlns:p="http://schemas.openxmlformats.org/presentationml/2006/main">
  <p:tag name="KSO_WM_UNIT_NOCLEAR" val="0"/>
  <p:tag name="KSO_WM_UNIT_VALUE" val="414"/>
  <p:tag name="KSO_WM_UNIT_HIGHLIGHT" val="0"/>
  <p:tag name="KSO_WM_UNIT_COMPATIBLE" val="0"/>
  <p:tag name="KSO_WM_UNIT_DIAGRAM_ISNUMVISUAL" val="0"/>
  <p:tag name="KSO_WM_UNIT_DIAGRAM_ISREFERUNIT" val="0"/>
  <p:tag name="KSO_WM_UNIT_TYPE" val="f"/>
  <p:tag name="KSO_WM_UNIT_INDEX" val="1"/>
  <p:tag name="KSO_WM_UNIT_ID" val="diagram20205122_1*f*1"/>
  <p:tag name="KSO_WM_TEMPLATE_CATEGORY" val="diagram"/>
  <p:tag name="KSO_WM_TEMPLATE_INDEX" val="20205122"/>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
</p:tagLst>
</file>

<file path=ppt/tags/tag6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122_1*i*2"/>
  <p:tag name="KSO_WM_TEMPLATE_CATEGORY" val="diagram"/>
  <p:tag name="KSO_WM_TEMPLATE_INDEX" val="20205122"/>
  <p:tag name="KSO_WM_UNIT_LAYERLEVEL" val="1"/>
  <p:tag name="KSO_WM_TAG_VERSION" val="1.0"/>
  <p:tag name="KSO_WM_BEAUTIFY_FLAG" val="#wm#"/>
</p:tagLst>
</file>

<file path=ppt/tags/tag6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122_1*i*3"/>
  <p:tag name="KSO_WM_TEMPLATE_CATEGORY" val="diagram"/>
  <p:tag name="KSO_WM_TEMPLATE_INDEX" val="20205122"/>
  <p:tag name="KSO_WM_UNIT_LAYERLEVEL" val="1"/>
  <p:tag name="KSO_WM_TAG_VERSION" val="1.0"/>
  <p:tag name="KSO_WM_BEAUTIFY_FLAG" val="#wm#"/>
</p:tagLst>
</file>

<file path=ppt/tags/tag66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9527"/>
  <p:tag name="KSO_WM_TAG_VERSION" val="1.0"/>
  <p:tag name="KSO_WM_SLIDE_ID" val="diagram169527_1"/>
  <p:tag name="KSO_WM_SLIDE_INDEX" val="1"/>
  <p:tag name="KSO_WM_SLIDE_ITEM_CNT" val="2"/>
  <p:tag name="KSO_WM_SLIDE_LAYOUT" val="a_f_d"/>
  <p:tag name="KSO_WM_SLIDE_LAYOUT_CNT" val="1_1_1"/>
  <p:tag name="KSO_WM_SLIDE_TYPE" val="text"/>
  <p:tag name="KSO_WM_BEAUTIFY_FLAG" val="#wm#"/>
  <p:tag name="KSO_WM_SLIDE_POSITION" val="128*160"/>
  <p:tag name="KSO_WM_SLIDE_SIZE" val="790*250"/>
</p:tagLst>
</file>

<file path=ppt/tags/tag6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9527_1*i*9"/>
  <p:tag name="KSO_WM_TEMPLATE_CATEGORY" val="diagram"/>
  <p:tag name="KSO_WM_TEMPLATE_INDEX" val="169527"/>
  <p:tag name="KSO_WM_UNIT_INDEX" val="9"/>
</p:tagLst>
</file>

<file path=ppt/tags/tag6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9527_1*i*10"/>
  <p:tag name="KSO_WM_TEMPLATE_CATEGORY" val="diagram"/>
  <p:tag name="KSO_WM_TEMPLATE_INDEX" val="169527"/>
  <p:tag name="KSO_WM_UNIT_INDEX" val="10"/>
</p:tagLst>
</file>

<file path=ppt/tags/tag6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9527_1*i*11"/>
  <p:tag name="KSO_WM_TEMPLATE_CATEGORY" val="diagram"/>
  <p:tag name="KSO_WM_TEMPLATE_INDEX" val="169527"/>
  <p:tag name="KSO_WM_UNIT_INDEX" val="11"/>
</p:tagLst>
</file>

<file path=ppt/tags/tag6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9527_1*i*12"/>
  <p:tag name="KSO_WM_TEMPLATE_CATEGORY" val="diagram"/>
  <p:tag name="KSO_WM_TEMPLATE_INDEX" val="169527"/>
  <p:tag name="KSO_WM_UNIT_INDEX" val="12"/>
</p:tagLst>
</file>

<file path=ppt/tags/tag6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9527_1*i*13"/>
  <p:tag name="KSO_WM_TEMPLATE_CATEGORY" val="diagram"/>
  <p:tag name="KSO_WM_TEMPLATE_INDEX" val="169527"/>
  <p:tag name="KSO_WM_UNIT_INDEX" val="13"/>
</p:tagLst>
</file>

<file path=ppt/tags/tag6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9527_1*i*14"/>
  <p:tag name="KSO_WM_TEMPLATE_CATEGORY" val="diagram"/>
  <p:tag name="KSO_WM_TEMPLATE_INDEX" val="169527"/>
  <p:tag name="KSO_WM_UNIT_INDEX" val="14"/>
</p:tagLst>
</file>

<file path=ppt/tags/tag6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9527_1*i*15"/>
  <p:tag name="KSO_WM_TEMPLATE_CATEGORY" val="diagram"/>
  <p:tag name="KSO_WM_TEMPLATE_INDEX" val="169527"/>
  <p:tag name="KSO_WM_UNIT_INDEX" val="15"/>
</p:tagLst>
</file>

<file path=ppt/tags/tag6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9527_1*i*16"/>
  <p:tag name="KSO_WM_TEMPLATE_CATEGORY" val="diagram"/>
  <p:tag name="KSO_WM_TEMPLATE_INDEX" val="169527"/>
  <p:tag name="KSO_WM_UNIT_INDEX" val="16"/>
</p:tagLst>
</file>

<file path=ppt/tags/tag6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9527"/>
  <p:tag name="KSO_WM_UNIT_TYPE" val="a"/>
  <p:tag name="KSO_WM_UNIT_INDEX" val="1"/>
  <p:tag name="KSO_WM_UNIT_ID" val="diagram169527_1*a*1"/>
  <p:tag name="KSO_WM_UNIT_CLEAR" val="1"/>
  <p:tag name="KSO_WM_UNIT_LAYERLEVEL" val="1"/>
  <p:tag name="KSO_WM_UNIT_VALUE" val="12"/>
  <p:tag name="KSO_WM_UNIT_ISCONTENTSTITLE" val="0"/>
  <p:tag name="KSO_WM_UNIT_HIGHLIGHT" val="0"/>
  <p:tag name="KSO_WM_UNIT_COMPATIBLE" val="0"/>
  <p:tag name="KSO_WM_UNIT_PRESET_TEXT_INDEX" val="3"/>
  <p:tag name="KSO_WM_UNIT_PRESET_TEXT_LEN" val="17"/>
</p:tagLst>
</file>

<file path=ppt/tags/tag6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9527"/>
  <p:tag name="KSO_WM_UNIT_TYPE" val="f"/>
  <p:tag name="KSO_WM_UNIT_INDEX" val="1"/>
  <p:tag name="KSO_WM_UNIT_ID" val="diagram169527_1*f*1"/>
  <p:tag name="KSO_WM_UNIT_CLEAR" val="1"/>
  <p:tag name="KSO_WM_UNIT_LAYERLEVEL" val="1"/>
  <p:tag name="KSO_WM_UNIT_VALUE" val="128"/>
  <p:tag name="KSO_WM_UNIT_HIGHLIGHT" val="0"/>
  <p:tag name="KSO_WM_UNIT_COMPATIBLE" val="0"/>
  <p:tag name="KSO_WM_UNIT_PRESET_TEXT_INDEX" val="4"/>
  <p:tag name="KSO_WM_UNIT_PRESET_TEXT_LEN" val="100"/>
</p:tagLst>
</file>

<file path=ppt/tags/tag6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9527"/>
  <p:tag name="KSO_WM_UNIT_TYPE" val="d"/>
  <p:tag name="KSO_WM_UNIT_INDEX" val="1"/>
  <p:tag name="KSO_WM_UNIT_ID" val="diagram169527_1*d*1"/>
  <p:tag name="KSO_WM_UNIT_CLEAR" val="0"/>
  <p:tag name="KSO_WM_UNIT_LAYERLEVEL" val="1"/>
  <p:tag name="KSO_WM_UNIT_VALUE" val="856*1369"/>
  <p:tag name="KSO_WM_UNIT_HIGHLIGHT" val="0"/>
  <p:tag name="KSO_WM_UNIT_COMPATIBLE" val="0"/>
</p:tagLst>
</file>

<file path=ppt/tags/tag677.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460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3*540"/>
  <p:tag name="KSO_WM_SLIDE_POSITION" val="0*0"/>
  <p:tag name="KSO_WM_TAG_VERSION" val="1.0"/>
  <p:tag name="KSO_WM_BEAUTIFY_FLAG" val="#wm#"/>
  <p:tag name="KSO_WM_TEMPLATE_CATEGORY" val="diagram"/>
  <p:tag name="KSO_WM_TEMPLATE_INDEX" val="20194602"/>
  <p:tag name="KSO_WM_SLIDE_LAYOUT" val="a_f_i"/>
  <p:tag name="KSO_WM_SLIDE_LAYOUT_CNT" val="1_1_3"/>
</p:tagLst>
</file>

<file path=ppt/tags/tag678.xml><?xml version="1.0" encoding="utf-8"?>
<p:tagLst xmlns:a="http://schemas.openxmlformats.org/drawingml/2006/main" xmlns:r="http://schemas.openxmlformats.org/officeDocument/2006/relationships" xmlns:p="http://schemas.openxmlformats.org/presentationml/2006/main">
  <p:tag name="KSO_WM_UNIT_COLOR_SCHEME_SHAPE_ID" val="4"/>
  <p:tag name="KSO_WM_UNIT_COLOR_SCHEME_PARENT_PAGE" val="0_1"/>
  <p:tag name="KSO_WM_UNIT_HIGHLIGHT" val="0"/>
  <p:tag name="KSO_WM_UNIT_COMPATIBLE" val="0"/>
  <p:tag name="KSO_WM_UNIT_DIAGRAM_ISNUMVISUAL" val="0"/>
  <p:tag name="KSO_WM_UNIT_DIAGRAM_ISREFERUNIT" val="0"/>
  <p:tag name="KSO_WM_UNIT_SUBTYPE" val="h"/>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679.xml><?xml version="1.0" encoding="utf-8"?>
<p:tagLst xmlns:a="http://schemas.openxmlformats.org/drawingml/2006/main" xmlns:r="http://schemas.openxmlformats.org/officeDocument/2006/relationships" xmlns:p="http://schemas.openxmlformats.org/presentationml/2006/main">
  <p:tag name="KSO_WM_UNIT_COLOR_SCHEME_SHAPE_ID" val="5"/>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680.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02_1*i*4"/>
  <p:tag name="KSO_WM_TEMPLATE_CATEGORY" val="diagram"/>
  <p:tag name="KSO_WM_TEMPLATE_INDEX" val="20194602"/>
  <p:tag name="KSO_WM_UNIT_LAYERLEVEL" val="1"/>
  <p:tag name="KSO_WM_TAG_VERSION" val="1.0"/>
  <p:tag name="KSO_WM_BEAUTIFY_FLAG" val="#wm#"/>
</p:tagLst>
</file>

<file path=ppt/tags/tag681.xml><?xml version="1.0" encoding="utf-8"?>
<p:tagLst xmlns:a="http://schemas.openxmlformats.org/drawingml/2006/main" xmlns:r="http://schemas.openxmlformats.org/officeDocument/2006/relationships" xmlns:p="http://schemas.openxmlformats.org/presentationml/2006/main">
  <p:tag name="KSO_WM_UNIT_COLOR_SCHEME_SHAPE_ID" val="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602_1*i*5"/>
  <p:tag name="KSO_WM_TEMPLATE_CATEGORY" val="diagram"/>
  <p:tag name="KSO_WM_TEMPLATE_INDEX" val="20194602"/>
  <p:tag name="KSO_WM_UNIT_LAYERLEVEL" val="1"/>
  <p:tag name="KSO_WM_TAG_VERSION" val="1.0"/>
  <p:tag name="KSO_WM_BEAUTIFY_FLAG" val="#wm#"/>
</p:tagLst>
</file>

<file path=ppt/tags/tag682.xml><?xml version="1.0" encoding="utf-8"?>
<p:tagLst xmlns:a="http://schemas.openxmlformats.org/drawingml/2006/main" xmlns:r="http://schemas.openxmlformats.org/officeDocument/2006/relationships" xmlns:p="http://schemas.openxmlformats.org/presentationml/2006/main">
  <p:tag name="KSO_WM_UNIT_COLOR_SCHEME_SHAPE_ID" val="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602_1*i*6"/>
  <p:tag name="KSO_WM_TEMPLATE_CATEGORY" val="diagram"/>
  <p:tag name="KSO_WM_TEMPLATE_INDEX" val="20194602"/>
  <p:tag name="KSO_WM_UNIT_LAYERLEVEL" val="1"/>
  <p:tag name="KSO_WM_TAG_VERSION" val="1.0"/>
  <p:tag name="KSO_WM_BEAUTIFY_FLAG" val="#wm#"/>
</p:tagLst>
</file>

<file path=ppt/tags/tag683.xml><?xml version="1.0" encoding="utf-8"?>
<p:tagLst xmlns:a="http://schemas.openxmlformats.org/drawingml/2006/main" xmlns:r="http://schemas.openxmlformats.org/officeDocument/2006/relationships" xmlns:p="http://schemas.openxmlformats.org/presentationml/2006/main">
  <p:tag name="KSO_WM_UNIT_COLOR_SCHEME_SHAPE_ID" val="1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7"/>
  <p:tag name="KSO_WM_UNIT_ID" val="diagram20194602_1*i*7"/>
  <p:tag name="KSO_WM_TEMPLATE_CATEGORY" val="diagram"/>
  <p:tag name="KSO_WM_TEMPLATE_INDEX" val="20194602"/>
  <p:tag name="KSO_WM_UNIT_LAYERLEVEL" val="1"/>
  <p:tag name="KSO_WM_TAG_VERSION" val="1.0"/>
  <p:tag name="KSO_WM_BEAUTIFY_FLAG" val="#wm#"/>
</p:tagLst>
</file>

<file path=ppt/tags/tag684.xml><?xml version="1.0" encoding="utf-8"?>
<p:tagLst xmlns:a="http://schemas.openxmlformats.org/drawingml/2006/main" xmlns:r="http://schemas.openxmlformats.org/officeDocument/2006/relationships" xmlns:p="http://schemas.openxmlformats.org/presentationml/2006/main">
  <p:tag name="KSO_WM_UNIT_COLOR_SCHEME_SHAPE_ID" val="1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685.xml><?xml version="1.0" encoding="utf-8"?>
<p:tagLst xmlns:a="http://schemas.openxmlformats.org/drawingml/2006/main" xmlns:r="http://schemas.openxmlformats.org/officeDocument/2006/relationships" xmlns:p="http://schemas.openxmlformats.org/presentationml/2006/main">
  <p:tag name="KSO_WM_UNIT_TEXT_PART_ID_V2" val="d-1-2"/>
  <p:tag name="KSO_WM_UNIT_COLOR_SCHEME_SHAPE_ID" val="2"/>
  <p:tag name="KSO_WM_UNIT_COLOR_SCHEME_PARENT_PAGE" val="0_1"/>
  <p:tag name="KSO_WM_UNIT_PRESET_TEXT" val="点击此处添加正文。&#10;请尽量言简意赅的阐述。&#10;您的观点。&#10;恰如其分的表达观点。&#10;往往事半功倍。"/>
  <p:tag name="KSO_WM_UNIT_NOCLEAR" val="1"/>
  <p:tag name="KSO_WM_UNIT_VALUE" val="91"/>
  <p:tag name="KSO_WM_UNIT_HIGHLIGHT" val="0"/>
  <p:tag name="KSO_WM_UNIT_COMPATIBLE" val="0"/>
  <p:tag name="KSO_WM_UNIT_DIAGRAM_ISNUMVISUAL" val="0"/>
  <p:tag name="KSO_WM_UNIT_DIAGRAM_ISREFERUNIT" val="0"/>
  <p:tag name="KSO_WM_UNIT_TYPE" val="f"/>
  <p:tag name="KSO_WM_UNIT_INDEX" val="1"/>
  <p:tag name="KSO_WM_UNIT_ID" val="diagram20194602_1*f*1"/>
  <p:tag name="KSO_WM_TEMPLATE_CATEGORY" val="diagram"/>
  <p:tag name="KSO_WM_TEMPLATE_INDEX" val="20194602"/>
  <p:tag name="KSO_WM_UNIT_LAYERLEVEL" val="1"/>
  <p:tag name="KSO_WM_TAG_VERSION" val="1.0"/>
  <p:tag name="KSO_WM_BEAUTIFY_FLAG" val="#wm#"/>
</p:tagLst>
</file>

<file path=ppt/tags/tag686.xml><?xml version="1.0" encoding="utf-8"?>
<p:tagLst xmlns:a="http://schemas.openxmlformats.org/drawingml/2006/main" xmlns:r="http://schemas.openxmlformats.org/officeDocument/2006/relationships" xmlns:p="http://schemas.openxmlformats.org/presentationml/2006/main">
  <p:tag name="KSO_WM_UNIT_TEXT_PART_ID_V2" val="a-1-2"/>
  <p:tag name="KSO_WM_UNIT_COLOR_SCHEME_SHAPE_ID" val="16"/>
  <p:tag name="KSO_WM_UNIT_COLOR_SCHEME_PARENT_PAGE" val="0_1"/>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194602_1*a*1"/>
  <p:tag name="KSO_WM_TEMPLATE_CATEGORY" val="diagram"/>
  <p:tag name="KSO_WM_TEMPLATE_INDEX" val="20194602"/>
  <p:tag name="KSO_WM_UNIT_LAYERLEVEL" val="1"/>
  <p:tag name="KSO_WM_TAG_VERSION" val="1.0"/>
  <p:tag name="KSO_WM_BEAUTIFY_FLAG" val="#wm#"/>
  <p:tag name="KSO_WM_UNIT_PRESET_TEXT" val="单击此处可自行添加大标题"/>
</p:tagLst>
</file>

<file path=ppt/tags/tag6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6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2"/>
  <p:tag name="KSO_WM_UNIT_ID" val="diagram20194602_1*i*2"/>
  <p:tag name="KSO_WM_TEMPLATE_CATEGORY" val="diagram"/>
  <p:tag name="KSO_WM_TEMPLATE_INDEX" val="20194602"/>
  <p:tag name="KSO_WM_UNIT_LAYERLEVEL" val="1"/>
  <p:tag name="KSO_WM_TAG_VERSION" val="1.0"/>
  <p:tag name="KSO_WM_BEAUTIFY_FLAG" val="#wm#"/>
</p:tagLst>
</file>

<file path=ppt/tags/tag689.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460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3*540"/>
  <p:tag name="KSO_WM_SLIDE_POSITION" val="0*0"/>
  <p:tag name="KSO_WM_TAG_VERSION" val="1.0"/>
  <p:tag name="KSO_WM_BEAUTIFY_FLAG" val="#wm#"/>
  <p:tag name="KSO_WM_TEMPLATE_CATEGORY" val="diagram"/>
  <p:tag name="KSO_WM_TEMPLATE_INDEX" val="20194602"/>
  <p:tag name="KSO_WM_SLIDE_LAYOUT" val="a_f_i"/>
  <p:tag name="KSO_WM_SLIDE_LAYOUT_CNT" val="1_1_3"/>
</p:tagLst>
</file>

<file path=ppt/tags/tag690.xml><?xml version="1.0" encoding="utf-8"?>
<p:tagLst xmlns:a="http://schemas.openxmlformats.org/drawingml/2006/main" xmlns:r="http://schemas.openxmlformats.org/officeDocument/2006/relationships" xmlns:p="http://schemas.openxmlformats.org/presentationml/2006/main">
  <p:tag name="KSO_WM_UNIT_COLOR_SCHEME_SHAPE_ID" val="4"/>
  <p:tag name="KSO_WM_UNIT_COLOR_SCHEME_PARENT_PAGE" val="0_1"/>
  <p:tag name="KSO_WM_UNIT_HIGHLIGHT" val="0"/>
  <p:tag name="KSO_WM_UNIT_COMPATIBLE" val="0"/>
  <p:tag name="KSO_WM_UNIT_DIAGRAM_ISNUMVISUAL" val="0"/>
  <p:tag name="KSO_WM_UNIT_DIAGRAM_ISREFERUNIT" val="0"/>
  <p:tag name="KSO_WM_UNIT_SUBTYPE" val="h"/>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691.xml><?xml version="1.0" encoding="utf-8"?>
<p:tagLst xmlns:a="http://schemas.openxmlformats.org/drawingml/2006/main" xmlns:r="http://schemas.openxmlformats.org/officeDocument/2006/relationships" xmlns:p="http://schemas.openxmlformats.org/presentationml/2006/main">
  <p:tag name="KSO_WM_UNIT_COLOR_SCHEME_SHAPE_ID" val="5"/>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692.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02_1*i*4"/>
  <p:tag name="KSO_WM_TEMPLATE_CATEGORY" val="diagram"/>
  <p:tag name="KSO_WM_TEMPLATE_INDEX" val="20194602"/>
  <p:tag name="KSO_WM_UNIT_LAYERLEVEL" val="1"/>
  <p:tag name="KSO_WM_TAG_VERSION" val="1.0"/>
  <p:tag name="KSO_WM_BEAUTIFY_FLAG" val="#wm#"/>
</p:tagLst>
</file>

<file path=ppt/tags/tag693.xml><?xml version="1.0" encoding="utf-8"?>
<p:tagLst xmlns:a="http://schemas.openxmlformats.org/drawingml/2006/main" xmlns:r="http://schemas.openxmlformats.org/officeDocument/2006/relationships" xmlns:p="http://schemas.openxmlformats.org/presentationml/2006/main">
  <p:tag name="KSO_WM_UNIT_COLOR_SCHEME_SHAPE_ID" val="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602_1*i*5"/>
  <p:tag name="KSO_WM_TEMPLATE_CATEGORY" val="diagram"/>
  <p:tag name="KSO_WM_TEMPLATE_INDEX" val="20194602"/>
  <p:tag name="KSO_WM_UNIT_LAYERLEVEL" val="1"/>
  <p:tag name="KSO_WM_TAG_VERSION" val="1.0"/>
  <p:tag name="KSO_WM_BEAUTIFY_FLAG" val="#wm#"/>
</p:tagLst>
</file>

<file path=ppt/tags/tag694.xml><?xml version="1.0" encoding="utf-8"?>
<p:tagLst xmlns:a="http://schemas.openxmlformats.org/drawingml/2006/main" xmlns:r="http://schemas.openxmlformats.org/officeDocument/2006/relationships" xmlns:p="http://schemas.openxmlformats.org/presentationml/2006/main">
  <p:tag name="KSO_WM_UNIT_COLOR_SCHEME_SHAPE_ID" val="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602_1*i*6"/>
  <p:tag name="KSO_WM_TEMPLATE_CATEGORY" val="diagram"/>
  <p:tag name="KSO_WM_TEMPLATE_INDEX" val="20194602"/>
  <p:tag name="KSO_WM_UNIT_LAYERLEVEL" val="1"/>
  <p:tag name="KSO_WM_TAG_VERSION" val="1.0"/>
  <p:tag name="KSO_WM_BEAUTIFY_FLAG" val="#wm#"/>
</p:tagLst>
</file>

<file path=ppt/tags/tag695.xml><?xml version="1.0" encoding="utf-8"?>
<p:tagLst xmlns:a="http://schemas.openxmlformats.org/drawingml/2006/main" xmlns:r="http://schemas.openxmlformats.org/officeDocument/2006/relationships" xmlns:p="http://schemas.openxmlformats.org/presentationml/2006/main">
  <p:tag name="KSO_WM_UNIT_COLOR_SCHEME_SHAPE_ID" val="1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7"/>
  <p:tag name="KSO_WM_UNIT_ID" val="diagram20194602_1*i*7"/>
  <p:tag name="KSO_WM_TEMPLATE_CATEGORY" val="diagram"/>
  <p:tag name="KSO_WM_TEMPLATE_INDEX" val="20194602"/>
  <p:tag name="KSO_WM_UNIT_LAYERLEVEL" val="1"/>
  <p:tag name="KSO_WM_TAG_VERSION" val="1.0"/>
  <p:tag name="KSO_WM_BEAUTIFY_FLAG" val="#wm#"/>
</p:tagLst>
</file>

<file path=ppt/tags/tag696.xml><?xml version="1.0" encoding="utf-8"?>
<p:tagLst xmlns:a="http://schemas.openxmlformats.org/drawingml/2006/main" xmlns:r="http://schemas.openxmlformats.org/officeDocument/2006/relationships" xmlns:p="http://schemas.openxmlformats.org/presentationml/2006/main">
  <p:tag name="KSO_WM_UNIT_COLOR_SCHEME_SHAPE_ID" val="1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697.xml><?xml version="1.0" encoding="utf-8"?>
<p:tagLst xmlns:a="http://schemas.openxmlformats.org/drawingml/2006/main" xmlns:r="http://schemas.openxmlformats.org/officeDocument/2006/relationships" xmlns:p="http://schemas.openxmlformats.org/presentationml/2006/main">
  <p:tag name="KSO_WM_UNIT_TEXT_PART_ID_V2" val="d-1-2"/>
  <p:tag name="KSO_WM_UNIT_COLOR_SCHEME_SHAPE_ID" val="2"/>
  <p:tag name="KSO_WM_UNIT_COLOR_SCHEME_PARENT_PAGE" val="0_1"/>
  <p:tag name="KSO_WM_UNIT_PRESET_TEXT" val="点击此处添加正文。&#10;请尽量言简意赅的阐述。&#10;您的观点。&#10;恰如其分的表达观点。&#10;往往事半功倍。"/>
  <p:tag name="KSO_WM_UNIT_NOCLEAR" val="1"/>
  <p:tag name="KSO_WM_UNIT_VALUE" val="91"/>
  <p:tag name="KSO_WM_UNIT_HIGHLIGHT" val="0"/>
  <p:tag name="KSO_WM_UNIT_COMPATIBLE" val="0"/>
  <p:tag name="KSO_WM_UNIT_DIAGRAM_ISNUMVISUAL" val="0"/>
  <p:tag name="KSO_WM_UNIT_DIAGRAM_ISREFERUNIT" val="0"/>
  <p:tag name="KSO_WM_UNIT_TYPE" val="f"/>
  <p:tag name="KSO_WM_UNIT_INDEX" val="1"/>
  <p:tag name="KSO_WM_UNIT_ID" val="diagram20194602_1*f*1"/>
  <p:tag name="KSO_WM_TEMPLATE_CATEGORY" val="diagram"/>
  <p:tag name="KSO_WM_TEMPLATE_INDEX" val="20194602"/>
  <p:tag name="KSO_WM_UNIT_LAYERLEVEL" val="1"/>
  <p:tag name="KSO_WM_TAG_VERSION" val="1.0"/>
  <p:tag name="KSO_WM_BEAUTIFY_FLAG" val="#wm#"/>
</p:tagLst>
</file>

<file path=ppt/tags/tag698.xml><?xml version="1.0" encoding="utf-8"?>
<p:tagLst xmlns:a="http://schemas.openxmlformats.org/drawingml/2006/main" xmlns:r="http://schemas.openxmlformats.org/officeDocument/2006/relationships" xmlns:p="http://schemas.openxmlformats.org/presentationml/2006/main">
  <p:tag name="KSO_WM_UNIT_TEXT_PART_ID_V2" val="a-1-2"/>
  <p:tag name="KSO_WM_UNIT_COLOR_SCHEME_SHAPE_ID" val="16"/>
  <p:tag name="KSO_WM_UNIT_COLOR_SCHEME_PARENT_PAGE" val="0_1"/>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194602_1*a*1"/>
  <p:tag name="KSO_WM_TEMPLATE_CATEGORY" val="diagram"/>
  <p:tag name="KSO_WM_TEMPLATE_INDEX" val="20194602"/>
  <p:tag name="KSO_WM_UNIT_LAYERLEVEL" val="1"/>
  <p:tag name="KSO_WM_TAG_VERSION" val="1.0"/>
  <p:tag name="KSO_WM_BEAUTIFY_FLAG" val="#wm#"/>
  <p:tag name="KSO_WM_UNIT_PRESET_TEXT" val="单击此处可自行添加大标题"/>
</p:tagLst>
</file>

<file path=ppt/tags/tag6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7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2"/>
  <p:tag name="KSO_WM_UNIT_ID" val="diagram20194602_1*i*2"/>
  <p:tag name="KSO_WM_TEMPLATE_CATEGORY" val="diagram"/>
  <p:tag name="KSO_WM_TEMPLATE_INDEX" val="20194602"/>
  <p:tag name="KSO_WM_UNIT_LAYERLEVEL" val="1"/>
  <p:tag name="KSO_WM_TAG_VERSION" val="1.0"/>
  <p:tag name="KSO_WM_BEAUTIFY_FLAG" val="#wm#"/>
</p:tagLst>
</file>

<file path=ppt/tags/tag701.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460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3*540"/>
  <p:tag name="KSO_WM_SLIDE_POSITION" val="0*0"/>
  <p:tag name="KSO_WM_TAG_VERSION" val="1.0"/>
  <p:tag name="KSO_WM_BEAUTIFY_FLAG" val="#wm#"/>
  <p:tag name="KSO_WM_TEMPLATE_CATEGORY" val="diagram"/>
  <p:tag name="KSO_WM_TEMPLATE_INDEX" val="20194602"/>
  <p:tag name="KSO_WM_SLIDE_LAYOUT" val="a_f_i"/>
  <p:tag name="KSO_WM_SLIDE_LAYOUT_CNT" val="1_1_3"/>
</p:tagLst>
</file>

<file path=ppt/tags/tag702.xml><?xml version="1.0" encoding="utf-8"?>
<p:tagLst xmlns:a="http://schemas.openxmlformats.org/drawingml/2006/main" xmlns:r="http://schemas.openxmlformats.org/officeDocument/2006/relationships" xmlns:p="http://schemas.openxmlformats.org/presentationml/2006/main">
  <p:tag name="KSO_WM_UNIT_COLOR_SCHEME_SHAPE_ID" val="4"/>
  <p:tag name="KSO_WM_UNIT_COLOR_SCHEME_PARENT_PAGE" val="0_1"/>
  <p:tag name="KSO_WM_UNIT_HIGHLIGHT" val="0"/>
  <p:tag name="KSO_WM_UNIT_COMPATIBLE" val="0"/>
  <p:tag name="KSO_WM_UNIT_DIAGRAM_ISNUMVISUAL" val="0"/>
  <p:tag name="KSO_WM_UNIT_DIAGRAM_ISREFERUNIT" val="0"/>
  <p:tag name="KSO_WM_UNIT_SUBTYPE" val="h"/>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703.xml><?xml version="1.0" encoding="utf-8"?>
<p:tagLst xmlns:a="http://schemas.openxmlformats.org/drawingml/2006/main" xmlns:r="http://schemas.openxmlformats.org/officeDocument/2006/relationships" xmlns:p="http://schemas.openxmlformats.org/presentationml/2006/main">
  <p:tag name="KSO_WM_UNIT_COLOR_SCHEME_SHAPE_ID" val="5"/>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704.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02_1*i*4"/>
  <p:tag name="KSO_WM_TEMPLATE_CATEGORY" val="diagram"/>
  <p:tag name="KSO_WM_TEMPLATE_INDEX" val="20194602"/>
  <p:tag name="KSO_WM_UNIT_LAYERLEVEL" val="1"/>
  <p:tag name="KSO_WM_TAG_VERSION" val="1.0"/>
  <p:tag name="KSO_WM_BEAUTIFY_FLAG" val="#wm#"/>
</p:tagLst>
</file>

<file path=ppt/tags/tag705.xml><?xml version="1.0" encoding="utf-8"?>
<p:tagLst xmlns:a="http://schemas.openxmlformats.org/drawingml/2006/main" xmlns:r="http://schemas.openxmlformats.org/officeDocument/2006/relationships" xmlns:p="http://schemas.openxmlformats.org/presentationml/2006/main">
  <p:tag name="KSO_WM_UNIT_COLOR_SCHEME_SHAPE_ID" val="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602_1*i*5"/>
  <p:tag name="KSO_WM_TEMPLATE_CATEGORY" val="diagram"/>
  <p:tag name="KSO_WM_TEMPLATE_INDEX" val="20194602"/>
  <p:tag name="KSO_WM_UNIT_LAYERLEVEL" val="1"/>
  <p:tag name="KSO_WM_TAG_VERSION" val="1.0"/>
  <p:tag name="KSO_WM_BEAUTIFY_FLAG" val="#wm#"/>
</p:tagLst>
</file>

<file path=ppt/tags/tag706.xml><?xml version="1.0" encoding="utf-8"?>
<p:tagLst xmlns:a="http://schemas.openxmlformats.org/drawingml/2006/main" xmlns:r="http://schemas.openxmlformats.org/officeDocument/2006/relationships" xmlns:p="http://schemas.openxmlformats.org/presentationml/2006/main">
  <p:tag name="KSO_WM_UNIT_COLOR_SCHEME_SHAPE_ID" val="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602_1*i*6"/>
  <p:tag name="KSO_WM_TEMPLATE_CATEGORY" val="diagram"/>
  <p:tag name="KSO_WM_TEMPLATE_INDEX" val="20194602"/>
  <p:tag name="KSO_WM_UNIT_LAYERLEVEL" val="1"/>
  <p:tag name="KSO_WM_TAG_VERSION" val="1.0"/>
  <p:tag name="KSO_WM_BEAUTIFY_FLAG" val="#wm#"/>
</p:tagLst>
</file>

<file path=ppt/tags/tag707.xml><?xml version="1.0" encoding="utf-8"?>
<p:tagLst xmlns:a="http://schemas.openxmlformats.org/drawingml/2006/main" xmlns:r="http://schemas.openxmlformats.org/officeDocument/2006/relationships" xmlns:p="http://schemas.openxmlformats.org/presentationml/2006/main">
  <p:tag name="KSO_WM_UNIT_COLOR_SCHEME_SHAPE_ID" val="1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7"/>
  <p:tag name="KSO_WM_UNIT_ID" val="diagram20194602_1*i*7"/>
  <p:tag name="KSO_WM_TEMPLATE_CATEGORY" val="diagram"/>
  <p:tag name="KSO_WM_TEMPLATE_INDEX" val="20194602"/>
  <p:tag name="KSO_WM_UNIT_LAYERLEVEL" val="1"/>
  <p:tag name="KSO_WM_TAG_VERSION" val="1.0"/>
  <p:tag name="KSO_WM_BEAUTIFY_FLAG" val="#wm#"/>
</p:tagLst>
</file>

<file path=ppt/tags/tag708.xml><?xml version="1.0" encoding="utf-8"?>
<p:tagLst xmlns:a="http://schemas.openxmlformats.org/drawingml/2006/main" xmlns:r="http://schemas.openxmlformats.org/officeDocument/2006/relationships" xmlns:p="http://schemas.openxmlformats.org/presentationml/2006/main">
  <p:tag name="KSO_WM_UNIT_COLOR_SCHEME_SHAPE_ID" val="1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709.xml><?xml version="1.0" encoding="utf-8"?>
<p:tagLst xmlns:a="http://schemas.openxmlformats.org/drawingml/2006/main" xmlns:r="http://schemas.openxmlformats.org/officeDocument/2006/relationships" xmlns:p="http://schemas.openxmlformats.org/presentationml/2006/main">
  <p:tag name="KSO_WM_UNIT_TEXT_PART_ID_V2" val="d-1-2"/>
  <p:tag name="KSO_WM_UNIT_COLOR_SCHEME_SHAPE_ID" val="2"/>
  <p:tag name="KSO_WM_UNIT_COLOR_SCHEME_PARENT_PAGE" val="0_1"/>
  <p:tag name="KSO_WM_UNIT_PRESET_TEXT" val="点击此处添加正文。&#10;请尽量言简意赅的阐述。&#10;您的观点。&#10;恰如其分的表达观点。&#10;往往事半功倍。"/>
  <p:tag name="KSO_WM_UNIT_NOCLEAR" val="1"/>
  <p:tag name="KSO_WM_UNIT_VALUE" val="91"/>
  <p:tag name="KSO_WM_UNIT_HIGHLIGHT" val="0"/>
  <p:tag name="KSO_WM_UNIT_COMPATIBLE" val="0"/>
  <p:tag name="KSO_WM_UNIT_DIAGRAM_ISNUMVISUAL" val="0"/>
  <p:tag name="KSO_WM_UNIT_DIAGRAM_ISREFERUNIT" val="0"/>
  <p:tag name="KSO_WM_UNIT_TYPE" val="f"/>
  <p:tag name="KSO_WM_UNIT_INDEX" val="1"/>
  <p:tag name="KSO_WM_UNIT_ID" val="diagram20194602_1*f*1"/>
  <p:tag name="KSO_WM_TEMPLATE_CATEGORY" val="diagram"/>
  <p:tag name="KSO_WM_TEMPLATE_INDEX" val="20194602"/>
  <p:tag name="KSO_WM_UNIT_LAYERLEVEL" val="1"/>
  <p:tag name="KSO_WM_TAG_VERSION" val="1.0"/>
  <p:tag name="KSO_WM_BEAUTIFY_FLAG" val="#wm#"/>
</p:tagLst>
</file>

<file path=ppt/tags/tag710.xml><?xml version="1.0" encoding="utf-8"?>
<p:tagLst xmlns:a="http://schemas.openxmlformats.org/drawingml/2006/main" xmlns:r="http://schemas.openxmlformats.org/officeDocument/2006/relationships" xmlns:p="http://schemas.openxmlformats.org/presentationml/2006/main">
  <p:tag name="KSO_WM_UNIT_TEXT_PART_ID_V2" val="a-1-2"/>
  <p:tag name="KSO_WM_UNIT_COLOR_SCHEME_SHAPE_ID" val="16"/>
  <p:tag name="KSO_WM_UNIT_COLOR_SCHEME_PARENT_PAGE" val="0_1"/>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194602_1*a*1"/>
  <p:tag name="KSO_WM_TEMPLATE_CATEGORY" val="diagram"/>
  <p:tag name="KSO_WM_TEMPLATE_INDEX" val="20194602"/>
  <p:tag name="KSO_WM_UNIT_LAYERLEVEL" val="1"/>
  <p:tag name="KSO_WM_TAG_VERSION" val="1.0"/>
  <p:tag name="KSO_WM_BEAUTIFY_FLAG" val="#wm#"/>
  <p:tag name="KSO_WM_UNIT_PRESET_TEXT" val="单击此处可自行添加大标题"/>
</p:tagLst>
</file>

<file path=ppt/tags/tag7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7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2"/>
  <p:tag name="KSO_WM_UNIT_ID" val="diagram20194602_1*i*2"/>
  <p:tag name="KSO_WM_TEMPLATE_CATEGORY" val="diagram"/>
  <p:tag name="KSO_WM_TEMPLATE_INDEX" val="20194602"/>
  <p:tag name="KSO_WM_UNIT_LAYERLEVEL" val="1"/>
  <p:tag name="KSO_WM_TAG_VERSION" val="1.0"/>
  <p:tag name="KSO_WM_BEAUTIFY_FLAG" val="#wm#"/>
</p:tagLst>
</file>

<file path=ppt/tags/tag713.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460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3*540"/>
  <p:tag name="KSO_WM_SLIDE_POSITION" val="0*0"/>
  <p:tag name="KSO_WM_TAG_VERSION" val="1.0"/>
  <p:tag name="KSO_WM_BEAUTIFY_FLAG" val="#wm#"/>
  <p:tag name="KSO_WM_TEMPLATE_CATEGORY" val="diagram"/>
  <p:tag name="KSO_WM_TEMPLATE_INDEX" val="20194602"/>
  <p:tag name="KSO_WM_SLIDE_LAYOUT" val="a_f_i"/>
  <p:tag name="KSO_WM_SLIDE_LAYOUT_CNT" val="1_1_3"/>
</p:tagLst>
</file>

<file path=ppt/tags/tag714.xml><?xml version="1.0" encoding="utf-8"?>
<p:tagLst xmlns:a="http://schemas.openxmlformats.org/drawingml/2006/main" xmlns:r="http://schemas.openxmlformats.org/officeDocument/2006/relationships" xmlns:p="http://schemas.openxmlformats.org/presentationml/2006/main">
  <p:tag name="KSO_WM_UNIT_COLOR_SCHEME_SHAPE_ID" val="4"/>
  <p:tag name="KSO_WM_UNIT_COLOR_SCHEME_PARENT_PAGE" val="0_1"/>
  <p:tag name="KSO_WM_UNIT_HIGHLIGHT" val="0"/>
  <p:tag name="KSO_WM_UNIT_COMPATIBLE" val="0"/>
  <p:tag name="KSO_WM_UNIT_DIAGRAM_ISNUMVISUAL" val="0"/>
  <p:tag name="KSO_WM_UNIT_DIAGRAM_ISREFERUNIT" val="0"/>
  <p:tag name="KSO_WM_UNIT_SUBTYPE" val="h"/>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715.xml><?xml version="1.0" encoding="utf-8"?>
<p:tagLst xmlns:a="http://schemas.openxmlformats.org/drawingml/2006/main" xmlns:r="http://schemas.openxmlformats.org/officeDocument/2006/relationships" xmlns:p="http://schemas.openxmlformats.org/presentationml/2006/main">
  <p:tag name="KSO_WM_UNIT_COLOR_SCHEME_SHAPE_ID" val="5"/>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716.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02_1*i*4"/>
  <p:tag name="KSO_WM_TEMPLATE_CATEGORY" val="diagram"/>
  <p:tag name="KSO_WM_TEMPLATE_INDEX" val="20194602"/>
  <p:tag name="KSO_WM_UNIT_LAYERLEVEL" val="1"/>
  <p:tag name="KSO_WM_TAG_VERSION" val="1.0"/>
  <p:tag name="KSO_WM_BEAUTIFY_FLAG" val="#wm#"/>
</p:tagLst>
</file>

<file path=ppt/tags/tag717.xml><?xml version="1.0" encoding="utf-8"?>
<p:tagLst xmlns:a="http://schemas.openxmlformats.org/drawingml/2006/main" xmlns:r="http://schemas.openxmlformats.org/officeDocument/2006/relationships" xmlns:p="http://schemas.openxmlformats.org/presentationml/2006/main">
  <p:tag name="KSO_WM_UNIT_COLOR_SCHEME_SHAPE_ID" val="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602_1*i*5"/>
  <p:tag name="KSO_WM_TEMPLATE_CATEGORY" val="diagram"/>
  <p:tag name="KSO_WM_TEMPLATE_INDEX" val="20194602"/>
  <p:tag name="KSO_WM_UNIT_LAYERLEVEL" val="1"/>
  <p:tag name="KSO_WM_TAG_VERSION" val="1.0"/>
  <p:tag name="KSO_WM_BEAUTIFY_FLAG" val="#wm#"/>
</p:tagLst>
</file>

<file path=ppt/tags/tag718.xml><?xml version="1.0" encoding="utf-8"?>
<p:tagLst xmlns:a="http://schemas.openxmlformats.org/drawingml/2006/main" xmlns:r="http://schemas.openxmlformats.org/officeDocument/2006/relationships" xmlns:p="http://schemas.openxmlformats.org/presentationml/2006/main">
  <p:tag name="KSO_WM_UNIT_COLOR_SCHEME_SHAPE_ID" val="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602_1*i*6"/>
  <p:tag name="KSO_WM_TEMPLATE_CATEGORY" val="diagram"/>
  <p:tag name="KSO_WM_TEMPLATE_INDEX" val="20194602"/>
  <p:tag name="KSO_WM_UNIT_LAYERLEVEL" val="1"/>
  <p:tag name="KSO_WM_TAG_VERSION" val="1.0"/>
  <p:tag name="KSO_WM_BEAUTIFY_FLAG" val="#wm#"/>
</p:tagLst>
</file>

<file path=ppt/tags/tag719.xml><?xml version="1.0" encoding="utf-8"?>
<p:tagLst xmlns:a="http://schemas.openxmlformats.org/drawingml/2006/main" xmlns:r="http://schemas.openxmlformats.org/officeDocument/2006/relationships" xmlns:p="http://schemas.openxmlformats.org/presentationml/2006/main">
  <p:tag name="KSO_WM_UNIT_COLOR_SCHEME_SHAPE_ID" val="1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7"/>
  <p:tag name="KSO_WM_UNIT_ID" val="diagram20194602_1*i*7"/>
  <p:tag name="KSO_WM_TEMPLATE_CATEGORY" val="diagram"/>
  <p:tag name="KSO_WM_TEMPLATE_INDEX" val="20194602"/>
  <p:tag name="KSO_WM_UNIT_LAYERLEVEL" val="1"/>
  <p:tag name="KSO_WM_TAG_VERSION" val="1.0"/>
  <p:tag name="KSO_WM_BEAUTIFY_FLAG" val="#wm#"/>
</p:tagLst>
</file>

<file path=ppt/tags/tag720.xml><?xml version="1.0" encoding="utf-8"?>
<p:tagLst xmlns:a="http://schemas.openxmlformats.org/drawingml/2006/main" xmlns:r="http://schemas.openxmlformats.org/officeDocument/2006/relationships" xmlns:p="http://schemas.openxmlformats.org/presentationml/2006/main">
  <p:tag name="KSO_WM_UNIT_COLOR_SCHEME_SHAPE_ID" val="1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721.xml><?xml version="1.0" encoding="utf-8"?>
<p:tagLst xmlns:a="http://schemas.openxmlformats.org/drawingml/2006/main" xmlns:r="http://schemas.openxmlformats.org/officeDocument/2006/relationships" xmlns:p="http://schemas.openxmlformats.org/presentationml/2006/main">
  <p:tag name="KSO_WM_UNIT_TEXT_PART_ID_V2" val="d-1-2"/>
  <p:tag name="KSO_WM_UNIT_COLOR_SCHEME_SHAPE_ID" val="2"/>
  <p:tag name="KSO_WM_UNIT_COLOR_SCHEME_PARENT_PAGE" val="0_1"/>
  <p:tag name="KSO_WM_UNIT_PRESET_TEXT" val="点击此处添加正文。&#10;请尽量言简意赅的阐述。&#10;您的观点。&#10;恰如其分的表达观点。&#10;往往事半功倍。"/>
  <p:tag name="KSO_WM_UNIT_NOCLEAR" val="1"/>
  <p:tag name="KSO_WM_UNIT_VALUE" val="91"/>
  <p:tag name="KSO_WM_UNIT_HIGHLIGHT" val="0"/>
  <p:tag name="KSO_WM_UNIT_COMPATIBLE" val="0"/>
  <p:tag name="KSO_WM_UNIT_DIAGRAM_ISNUMVISUAL" val="0"/>
  <p:tag name="KSO_WM_UNIT_DIAGRAM_ISREFERUNIT" val="0"/>
  <p:tag name="KSO_WM_UNIT_TYPE" val="f"/>
  <p:tag name="KSO_WM_UNIT_INDEX" val="1"/>
  <p:tag name="KSO_WM_UNIT_ID" val="diagram20194602_1*f*1"/>
  <p:tag name="KSO_WM_TEMPLATE_CATEGORY" val="diagram"/>
  <p:tag name="KSO_WM_TEMPLATE_INDEX" val="20194602"/>
  <p:tag name="KSO_WM_UNIT_LAYERLEVEL" val="1"/>
  <p:tag name="KSO_WM_TAG_VERSION" val="1.0"/>
  <p:tag name="KSO_WM_BEAUTIFY_FLAG" val="#wm#"/>
</p:tagLst>
</file>

<file path=ppt/tags/tag722.xml><?xml version="1.0" encoding="utf-8"?>
<p:tagLst xmlns:a="http://schemas.openxmlformats.org/drawingml/2006/main" xmlns:r="http://schemas.openxmlformats.org/officeDocument/2006/relationships" xmlns:p="http://schemas.openxmlformats.org/presentationml/2006/main">
  <p:tag name="KSO_WM_UNIT_TEXT_PART_ID_V2" val="a-1-2"/>
  <p:tag name="KSO_WM_UNIT_COLOR_SCHEME_SHAPE_ID" val="16"/>
  <p:tag name="KSO_WM_UNIT_COLOR_SCHEME_PARENT_PAGE" val="0_1"/>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194602_1*a*1"/>
  <p:tag name="KSO_WM_TEMPLATE_CATEGORY" val="diagram"/>
  <p:tag name="KSO_WM_TEMPLATE_INDEX" val="20194602"/>
  <p:tag name="KSO_WM_UNIT_LAYERLEVEL" val="1"/>
  <p:tag name="KSO_WM_TAG_VERSION" val="1.0"/>
  <p:tag name="KSO_WM_BEAUTIFY_FLAG" val="#wm#"/>
  <p:tag name="KSO_WM_UNIT_PRESET_TEXT" val="单击此处可自行添加大标题"/>
</p:tagLst>
</file>

<file path=ppt/tags/tag7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7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2"/>
  <p:tag name="KSO_WM_UNIT_ID" val="diagram20194602_1*i*2"/>
  <p:tag name="KSO_WM_TEMPLATE_CATEGORY" val="diagram"/>
  <p:tag name="KSO_WM_TEMPLATE_INDEX" val="20194602"/>
  <p:tag name="KSO_WM_UNIT_LAYERLEVEL" val="1"/>
  <p:tag name="KSO_WM_TAG_VERSION" val="1.0"/>
  <p:tag name="KSO_WM_BEAUTIFY_FLAG" val="#wm#"/>
</p:tagLst>
</file>

<file path=ppt/tags/tag725.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460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3*540"/>
  <p:tag name="KSO_WM_SLIDE_POSITION" val="0*0"/>
  <p:tag name="KSO_WM_TAG_VERSION" val="1.0"/>
  <p:tag name="KSO_WM_BEAUTIFY_FLAG" val="#wm#"/>
  <p:tag name="KSO_WM_TEMPLATE_CATEGORY" val="diagram"/>
  <p:tag name="KSO_WM_TEMPLATE_INDEX" val="20194602"/>
  <p:tag name="KSO_WM_SLIDE_LAYOUT" val="a_f_i"/>
  <p:tag name="KSO_WM_SLIDE_LAYOUT_CNT" val="1_1_3"/>
</p:tagLst>
</file>

<file path=ppt/tags/tag726.xml><?xml version="1.0" encoding="utf-8"?>
<p:tagLst xmlns:a="http://schemas.openxmlformats.org/drawingml/2006/main" xmlns:r="http://schemas.openxmlformats.org/officeDocument/2006/relationships" xmlns:p="http://schemas.openxmlformats.org/presentationml/2006/main">
  <p:tag name="KSO_WM_UNIT_COLOR_SCHEME_SHAPE_ID" val="4"/>
  <p:tag name="KSO_WM_UNIT_COLOR_SCHEME_PARENT_PAGE" val="0_1"/>
  <p:tag name="KSO_WM_UNIT_HIGHLIGHT" val="0"/>
  <p:tag name="KSO_WM_UNIT_COMPATIBLE" val="0"/>
  <p:tag name="KSO_WM_UNIT_DIAGRAM_ISNUMVISUAL" val="0"/>
  <p:tag name="KSO_WM_UNIT_DIAGRAM_ISREFERUNIT" val="0"/>
  <p:tag name="KSO_WM_UNIT_SUBTYPE" val="h"/>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727.xml><?xml version="1.0" encoding="utf-8"?>
<p:tagLst xmlns:a="http://schemas.openxmlformats.org/drawingml/2006/main" xmlns:r="http://schemas.openxmlformats.org/officeDocument/2006/relationships" xmlns:p="http://schemas.openxmlformats.org/presentationml/2006/main">
  <p:tag name="KSO_WM_UNIT_COLOR_SCHEME_SHAPE_ID" val="5"/>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3"/>
  <p:tag name="KSO_WM_UNIT_ID" val="diagram20194602_1*i*3"/>
  <p:tag name="KSO_WM_TEMPLATE_CATEGORY" val="diagram"/>
  <p:tag name="KSO_WM_TEMPLATE_INDEX" val="20194602"/>
  <p:tag name="KSO_WM_UNIT_LAYERLEVEL" val="1"/>
  <p:tag name="KSO_WM_TAG_VERSION" val="1.0"/>
  <p:tag name="KSO_WM_BEAUTIFY_FLAG" val="#wm#"/>
</p:tagLst>
</file>

<file path=ppt/tags/tag728.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02_1*i*4"/>
  <p:tag name="KSO_WM_TEMPLATE_CATEGORY" val="diagram"/>
  <p:tag name="KSO_WM_TEMPLATE_INDEX" val="20194602"/>
  <p:tag name="KSO_WM_UNIT_LAYERLEVEL" val="1"/>
  <p:tag name="KSO_WM_TAG_VERSION" val="1.0"/>
  <p:tag name="KSO_WM_BEAUTIFY_FLAG" val="#wm#"/>
</p:tagLst>
</file>

<file path=ppt/tags/tag729.xml><?xml version="1.0" encoding="utf-8"?>
<p:tagLst xmlns:a="http://schemas.openxmlformats.org/drawingml/2006/main" xmlns:r="http://schemas.openxmlformats.org/officeDocument/2006/relationships" xmlns:p="http://schemas.openxmlformats.org/presentationml/2006/main">
  <p:tag name="KSO_WM_UNIT_COLOR_SCHEME_SHAPE_ID" val="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602_1*i*5"/>
  <p:tag name="KSO_WM_TEMPLATE_CATEGORY" val="diagram"/>
  <p:tag name="KSO_WM_TEMPLATE_INDEX" val="20194602"/>
  <p:tag name="KSO_WM_UNIT_LAYERLEVEL" val="1"/>
  <p:tag name="KSO_WM_TAG_VERSION" val="1.0"/>
  <p:tag name="KSO_WM_BEAUTIFY_FLAG" val="#wm#"/>
</p:tagLst>
</file>

<file path=ppt/tags/tag730.xml><?xml version="1.0" encoding="utf-8"?>
<p:tagLst xmlns:a="http://schemas.openxmlformats.org/drawingml/2006/main" xmlns:r="http://schemas.openxmlformats.org/officeDocument/2006/relationships" xmlns:p="http://schemas.openxmlformats.org/presentationml/2006/main">
  <p:tag name="KSO_WM_UNIT_COLOR_SCHEME_SHAPE_ID" val="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602_1*i*6"/>
  <p:tag name="KSO_WM_TEMPLATE_CATEGORY" val="diagram"/>
  <p:tag name="KSO_WM_TEMPLATE_INDEX" val="20194602"/>
  <p:tag name="KSO_WM_UNIT_LAYERLEVEL" val="1"/>
  <p:tag name="KSO_WM_TAG_VERSION" val="1.0"/>
  <p:tag name="KSO_WM_BEAUTIFY_FLAG" val="#wm#"/>
</p:tagLst>
</file>

<file path=ppt/tags/tag731.xml><?xml version="1.0" encoding="utf-8"?>
<p:tagLst xmlns:a="http://schemas.openxmlformats.org/drawingml/2006/main" xmlns:r="http://schemas.openxmlformats.org/officeDocument/2006/relationships" xmlns:p="http://schemas.openxmlformats.org/presentationml/2006/main">
  <p:tag name="KSO_WM_UNIT_COLOR_SCHEME_SHAPE_ID" val="1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7"/>
  <p:tag name="KSO_WM_UNIT_ID" val="diagram20194602_1*i*7"/>
  <p:tag name="KSO_WM_TEMPLATE_CATEGORY" val="diagram"/>
  <p:tag name="KSO_WM_TEMPLATE_INDEX" val="20194602"/>
  <p:tag name="KSO_WM_UNIT_LAYERLEVEL" val="1"/>
  <p:tag name="KSO_WM_TAG_VERSION" val="1.0"/>
  <p:tag name="KSO_WM_BEAUTIFY_FLAG" val="#wm#"/>
</p:tagLst>
</file>

<file path=ppt/tags/tag732.xml><?xml version="1.0" encoding="utf-8"?>
<p:tagLst xmlns:a="http://schemas.openxmlformats.org/drawingml/2006/main" xmlns:r="http://schemas.openxmlformats.org/officeDocument/2006/relationships" xmlns:p="http://schemas.openxmlformats.org/presentationml/2006/main">
  <p:tag name="KSO_WM_UNIT_COLOR_SCHEME_SHAPE_ID" val="1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733.xml><?xml version="1.0" encoding="utf-8"?>
<p:tagLst xmlns:a="http://schemas.openxmlformats.org/drawingml/2006/main" xmlns:r="http://schemas.openxmlformats.org/officeDocument/2006/relationships" xmlns:p="http://schemas.openxmlformats.org/presentationml/2006/main">
  <p:tag name="KSO_WM_UNIT_TEXT_PART_ID_V2" val="d-1-2"/>
  <p:tag name="KSO_WM_UNIT_COLOR_SCHEME_SHAPE_ID" val="2"/>
  <p:tag name="KSO_WM_UNIT_COLOR_SCHEME_PARENT_PAGE" val="0_1"/>
  <p:tag name="KSO_WM_UNIT_PRESET_TEXT" val="点击此处添加正文。&#10;请尽量言简意赅的阐述。&#10;您的观点。&#10;恰如其分的表达观点。&#10;往往事半功倍。"/>
  <p:tag name="KSO_WM_UNIT_NOCLEAR" val="1"/>
  <p:tag name="KSO_WM_UNIT_VALUE" val="91"/>
  <p:tag name="KSO_WM_UNIT_HIGHLIGHT" val="0"/>
  <p:tag name="KSO_WM_UNIT_COMPATIBLE" val="0"/>
  <p:tag name="KSO_WM_UNIT_DIAGRAM_ISNUMVISUAL" val="0"/>
  <p:tag name="KSO_WM_UNIT_DIAGRAM_ISREFERUNIT" val="0"/>
  <p:tag name="KSO_WM_UNIT_TYPE" val="f"/>
  <p:tag name="KSO_WM_UNIT_INDEX" val="1"/>
  <p:tag name="KSO_WM_UNIT_ID" val="diagram20194602_1*f*1"/>
  <p:tag name="KSO_WM_TEMPLATE_CATEGORY" val="diagram"/>
  <p:tag name="KSO_WM_TEMPLATE_INDEX" val="20194602"/>
  <p:tag name="KSO_WM_UNIT_LAYERLEVEL" val="1"/>
  <p:tag name="KSO_WM_TAG_VERSION" val="1.0"/>
  <p:tag name="KSO_WM_BEAUTIFY_FLAG" val="#wm#"/>
</p:tagLst>
</file>

<file path=ppt/tags/tag734.xml><?xml version="1.0" encoding="utf-8"?>
<p:tagLst xmlns:a="http://schemas.openxmlformats.org/drawingml/2006/main" xmlns:r="http://schemas.openxmlformats.org/officeDocument/2006/relationships" xmlns:p="http://schemas.openxmlformats.org/presentationml/2006/main">
  <p:tag name="KSO_WM_UNIT_TEXT_PART_ID_V2" val="a-1-2"/>
  <p:tag name="KSO_WM_UNIT_COLOR_SCHEME_SHAPE_ID" val="16"/>
  <p:tag name="KSO_WM_UNIT_COLOR_SCHEME_PARENT_PAGE" val="0_1"/>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194602_1*a*1"/>
  <p:tag name="KSO_WM_TEMPLATE_CATEGORY" val="diagram"/>
  <p:tag name="KSO_WM_TEMPLATE_INDEX" val="20194602"/>
  <p:tag name="KSO_WM_UNIT_LAYERLEVEL" val="1"/>
  <p:tag name="KSO_WM_TAG_VERSION" val="1.0"/>
  <p:tag name="KSO_WM_BEAUTIFY_FLAG" val="#wm#"/>
  <p:tag name="KSO_WM_UNIT_PRESET_TEXT" val="单击此处可自行添加大标题"/>
</p:tagLst>
</file>

<file path=ppt/tags/tag7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diagram20194602_1*i*1"/>
  <p:tag name="KSO_WM_TEMPLATE_CATEGORY" val="diagram"/>
  <p:tag name="KSO_WM_TEMPLATE_INDEX" val="20194602"/>
  <p:tag name="KSO_WM_UNIT_LAYERLEVEL" val="1"/>
  <p:tag name="KSO_WM_TAG_VERSION" val="1.0"/>
  <p:tag name="KSO_WM_BEAUTIFY_FLAG" val="#wm#"/>
</p:tagLst>
</file>

<file path=ppt/tags/tag7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2"/>
  <p:tag name="KSO_WM_UNIT_ID" val="diagram20194602_1*i*2"/>
  <p:tag name="KSO_WM_TEMPLATE_CATEGORY" val="diagram"/>
  <p:tag name="KSO_WM_TEMPLATE_INDEX" val="20194602"/>
  <p:tag name="KSO_WM_UNIT_LAYERLEVEL" val="1"/>
  <p:tag name="KSO_WM_TAG_VERSION" val="1.0"/>
  <p:tag name="KSO_WM_BEAUTIFY_FLAG" val="#wm#"/>
</p:tagLst>
</file>

<file path=ppt/tags/tag737.xml><?xml version="1.0" encoding="utf-8"?>
<p:tagLst xmlns:a="http://schemas.openxmlformats.org/drawingml/2006/main" xmlns:r="http://schemas.openxmlformats.org/officeDocument/2006/relationships" xmlns:p="http://schemas.openxmlformats.org/presentationml/2006/main">
  <p:tag name="KSO_WM_SLIDE_ID" val="diagram20198147_1"/>
  <p:tag name="KSO_WM_TEMPLATE_SUBCATEGORY" val="8"/>
  <p:tag name="KSO_WM_SLIDE_ITEM_CNT" val="0"/>
  <p:tag name="KSO_WM_SLIDE_INDEX" val="1"/>
  <p:tag name="KSO_WM_TAG_VERSION" val="1.0"/>
  <p:tag name="KSO_WM_BEAUTIFY_FLAG" val="#wm#"/>
  <p:tag name="KSO_WM_TEMPLATE_CATEGORY" val="diagram"/>
  <p:tag name="KSO_WM_TEMPLATE_INDEX" val="20198147"/>
  <p:tag name="KSO_WM_SLIDE_LAYOUT" val="a_d_f"/>
  <p:tag name="KSO_WM_SLIDE_LAYOUT_CNT" val="1_1_1"/>
  <p:tag name="KSO_WM_SLIDE_TYPE" val="text"/>
  <p:tag name="KSO_WM_SLIDE_SUBTYPE" val="picTxt"/>
  <p:tag name="KSO_WM_SLIDE_SIZE" val="978*542"/>
  <p:tag name="KSO_WM_SLIDE_POSITION" val="-19*-1"/>
  <p:tag name="KSO_WM_SLIDE_CONSTRAINT" val="%7b%22slideConstraint%22%3a%7b%22seriesAreas%22%3a%5b%5d%2c%22singleAreas%22%3a%5b%7b%22shapes%22%3a%5b11%5d%2c%22serialConstraintIndex%22%3a-1%2c%22areatextmark%22%3a0%2c%22pictureprocessmark%22%3a0%7d%5d%7d%7d"/>
</p:tagLst>
</file>

<file path=ppt/tags/tag7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
  <p:tag name="KSO_WM_TEMPLATE_CATEGORY" val="diagram"/>
  <p:tag name="KSO_WM_TEMPLATE_INDEX" val="20198147"/>
  <p:tag name="KSO_WM_UNIT_LAYERLEVEL" val="1"/>
  <p:tag name="KSO_WM_TAG_VERSION" val="1.0"/>
  <p:tag name="KSO_WM_BEAUTIFY_FLAG" val="#wm#"/>
  <p:tag name="KSO_WM_UNIT_TYPE" val="i"/>
  <p:tag name="KSO_WM_UNIT_INDEX" val="1"/>
</p:tagLst>
</file>

<file path=ppt/tags/tag7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5"/>
  <p:tag name="KSO_WM_TEMPLATE_CATEGORY" val="diagram"/>
  <p:tag name="KSO_WM_TEMPLATE_INDEX" val="20198147"/>
  <p:tag name="KSO_WM_UNIT_LAYERLEVEL" val="1"/>
  <p:tag name="KSO_WM_TAG_VERSION" val="1.0"/>
  <p:tag name="KSO_WM_BEAUTIFY_FLAG" val="#wm#"/>
  <p:tag name="KSO_WM_UNIT_TYPE" val="i"/>
  <p:tag name="KSO_WM_UNIT_INDEX" val="25"/>
</p:tagLst>
</file>

<file path=ppt/tags/tag7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7"/>
  <p:tag name="KSO_WM_TEMPLATE_CATEGORY" val="diagram"/>
  <p:tag name="KSO_WM_TEMPLATE_INDEX" val="20198147"/>
  <p:tag name="KSO_WM_UNIT_LAYERLEVEL" val="1"/>
  <p:tag name="KSO_WM_TAG_VERSION" val="1.0"/>
  <p:tag name="KSO_WM_BEAUTIFY_FLAG" val="#wm#"/>
  <p:tag name="KSO_WM_UNIT_TYPE" val="i"/>
  <p:tag name="KSO_WM_UNIT_INDEX" val="37"/>
</p:tagLst>
</file>

<file path=ppt/tags/tag7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9"/>
  <p:tag name="KSO_WM_TEMPLATE_CATEGORY" val="diagram"/>
  <p:tag name="KSO_WM_TEMPLATE_INDEX" val="20198147"/>
  <p:tag name="KSO_WM_UNIT_LAYERLEVEL" val="1"/>
  <p:tag name="KSO_WM_TAG_VERSION" val="1.0"/>
  <p:tag name="KSO_WM_BEAUTIFY_FLAG" val="#wm#"/>
  <p:tag name="KSO_WM_UNIT_TYPE" val="i"/>
  <p:tag name="KSO_WM_UNIT_INDEX" val="49"/>
</p:tagLst>
</file>

<file path=ppt/tags/tag7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1"/>
  <p:tag name="KSO_WM_TEMPLATE_CATEGORY" val="diagram"/>
  <p:tag name="KSO_WM_TEMPLATE_INDEX" val="20198147"/>
  <p:tag name="KSO_WM_UNIT_LAYERLEVEL" val="1"/>
  <p:tag name="KSO_WM_TAG_VERSION" val="1.0"/>
  <p:tag name="KSO_WM_BEAUTIFY_FLAG" val="#wm#"/>
  <p:tag name="KSO_WM_UNIT_TYPE" val="i"/>
  <p:tag name="KSO_WM_UNIT_INDEX" val="61"/>
</p:tagLst>
</file>

<file path=ppt/tags/tag7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3"/>
  <p:tag name="KSO_WM_TEMPLATE_CATEGORY" val="diagram"/>
  <p:tag name="KSO_WM_TEMPLATE_INDEX" val="20198147"/>
  <p:tag name="KSO_WM_UNIT_LAYERLEVEL" val="1"/>
  <p:tag name="KSO_WM_TAG_VERSION" val="1.0"/>
  <p:tag name="KSO_WM_BEAUTIFY_FLAG" val="#wm#"/>
  <p:tag name="KSO_WM_UNIT_TYPE" val="i"/>
  <p:tag name="KSO_WM_UNIT_INDEX" val="73"/>
</p:tagLst>
</file>

<file path=ppt/tags/tag7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5"/>
  <p:tag name="KSO_WM_TEMPLATE_CATEGORY" val="diagram"/>
  <p:tag name="KSO_WM_TEMPLATE_INDEX" val="20198147"/>
  <p:tag name="KSO_WM_UNIT_LAYERLEVEL" val="1"/>
  <p:tag name="KSO_WM_TAG_VERSION" val="1.0"/>
  <p:tag name="KSO_WM_BEAUTIFY_FLAG" val="#wm#"/>
  <p:tag name="KSO_WM_UNIT_TYPE" val="i"/>
  <p:tag name="KSO_WM_UNIT_INDEX" val="85"/>
</p:tagLst>
</file>

<file path=ppt/tags/tag7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7"/>
  <p:tag name="KSO_WM_TEMPLATE_CATEGORY" val="diagram"/>
  <p:tag name="KSO_WM_TEMPLATE_INDEX" val="20198147"/>
  <p:tag name="KSO_WM_UNIT_LAYERLEVEL" val="1"/>
  <p:tag name="KSO_WM_TAG_VERSION" val="1.0"/>
  <p:tag name="KSO_WM_BEAUTIFY_FLAG" val="#wm#"/>
  <p:tag name="KSO_WM_UNIT_TYPE" val="i"/>
  <p:tag name="KSO_WM_UNIT_INDEX" val="97"/>
</p:tagLst>
</file>

<file path=ppt/tags/tag7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9"/>
  <p:tag name="KSO_WM_TEMPLATE_CATEGORY" val="diagram"/>
  <p:tag name="KSO_WM_TEMPLATE_INDEX" val="20198147"/>
  <p:tag name="KSO_WM_UNIT_LAYERLEVEL" val="1"/>
  <p:tag name="KSO_WM_TAG_VERSION" val="1.0"/>
  <p:tag name="KSO_WM_BEAUTIFY_FLAG" val="#wm#"/>
  <p:tag name="KSO_WM_UNIT_TYPE" val="i"/>
  <p:tag name="KSO_WM_UNIT_INDEX" val="109"/>
</p:tagLst>
</file>

<file path=ppt/tags/tag7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2"/>
  <p:tag name="KSO_WM_TEMPLATE_CATEGORY" val="diagram"/>
  <p:tag name="KSO_WM_TEMPLATE_INDEX" val="20198147"/>
  <p:tag name="KSO_WM_UNIT_LAYERLEVEL" val="1"/>
  <p:tag name="KSO_WM_TAG_VERSION" val="1.0"/>
  <p:tag name="KSO_WM_BEAUTIFY_FLAG" val="#wm#"/>
  <p:tag name="KSO_WM_UNIT_TYPE" val="i"/>
  <p:tag name="KSO_WM_UNIT_INDEX" val="22"/>
</p:tagLst>
</file>

<file path=ppt/tags/tag7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4"/>
  <p:tag name="KSO_WM_TEMPLATE_CATEGORY" val="diagram"/>
  <p:tag name="KSO_WM_TEMPLATE_INDEX" val="20198147"/>
  <p:tag name="KSO_WM_UNIT_LAYERLEVEL" val="1"/>
  <p:tag name="KSO_WM_TAG_VERSION" val="1.0"/>
  <p:tag name="KSO_WM_BEAUTIFY_FLAG" val="#wm#"/>
  <p:tag name="KSO_WM_UNIT_TYPE" val="i"/>
  <p:tag name="KSO_WM_UNIT_INDEX" val="14"/>
</p:tagLst>
</file>

<file path=ppt/tags/tag7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6"/>
  <p:tag name="KSO_WM_TEMPLATE_CATEGORY" val="diagram"/>
  <p:tag name="KSO_WM_TEMPLATE_INDEX" val="20198147"/>
  <p:tag name="KSO_WM_UNIT_LAYERLEVEL" val="1"/>
  <p:tag name="KSO_WM_TAG_VERSION" val="1.0"/>
  <p:tag name="KSO_WM_BEAUTIFY_FLAG" val="#wm#"/>
  <p:tag name="KSO_WM_UNIT_TYPE" val="i"/>
  <p:tag name="KSO_WM_UNIT_INDEX" val="16"/>
</p:tagLst>
</file>

<file path=ppt/tags/tag7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7"/>
  <p:tag name="KSO_WM_TEMPLATE_CATEGORY" val="diagram"/>
  <p:tag name="KSO_WM_TEMPLATE_INDEX" val="20198147"/>
  <p:tag name="KSO_WM_UNIT_LAYERLEVEL" val="1"/>
  <p:tag name="KSO_WM_TAG_VERSION" val="1.0"/>
  <p:tag name="KSO_WM_BEAUTIFY_FLAG" val="#wm#"/>
  <p:tag name="KSO_WM_UNIT_TYPE" val="i"/>
  <p:tag name="KSO_WM_UNIT_INDEX" val="17"/>
</p:tagLst>
</file>

<file path=ppt/tags/tag7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8"/>
  <p:tag name="KSO_WM_TEMPLATE_CATEGORY" val="diagram"/>
  <p:tag name="KSO_WM_TEMPLATE_INDEX" val="20198147"/>
  <p:tag name="KSO_WM_UNIT_LAYERLEVEL" val="1"/>
  <p:tag name="KSO_WM_TAG_VERSION" val="1.0"/>
  <p:tag name="KSO_WM_BEAUTIFY_FLAG" val="#wm#"/>
  <p:tag name="KSO_WM_UNIT_TYPE" val="i"/>
  <p:tag name="KSO_WM_UNIT_INDEX" val="18"/>
</p:tagLst>
</file>

<file path=ppt/tags/tag7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9"/>
  <p:tag name="KSO_WM_TEMPLATE_CATEGORY" val="diagram"/>
  <p:tag name="KSO_WM_TEMPLATE_INDEX" val="20198147"/>
  <p:tag name="KSO_WM_UNIT_LAYERLEVEL" val="1"/>
  <p:tag name="KSO_WM_TAG_VERSION" val="1.0"/>
  <p:tag name="KSO_WM_BEAUTIFY_FLAG" val="#wm#"/>
  <p:tag name="KSO_WM_UNIT_TYPE" val="i"/>
  <p:tag name="KSO_WM_UNIT_INDEX" val="19"/>
</p:tagLst>
</file>

<file path=ppt/tags/tag7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0"/>
  <p:tag name="KSO_WM_TEMPLATE_CATEGORY" val="diagram"/>
  <p:tag name="KSO_WM_TEMPLATE_INDEX" val="20198147"/>
  <p:tag name="KSO_WM_UNIT_LAYERLEVEL" val="1"/>
  <p:tag name="KSO_WM_TAG_VERSION" val="1.0"/>
  <p:tag name="KSO_WM_BEAUTIFY_FLAG" val="#wm#"/>
  <p:tag name="KSO_WM_UNIT_TYPE" val="i"/>
  <p:tag name="KSO_WM_UNIT_INDEX" val="20"/>
</p:tagLst>
</file>

<file path=ppt/tags/tag7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1"/>
  <p:tag name="KSO_WM_TEMPLATE_CATEGORY" val="diagram"/>
  <p:tag name="KSO_WM_TEMPLATE_INDEX" val="20198147"/>
  <p:tag name="KSO_WM_UNIT_LAYERLEVEL" val="1"/>
  <p:tag name="KSO_WM_TAG_VERSION" val="1.0"/>
  <p:tag name="KSO_WM_BEAUTIFY_FLAG" val="#wm#"/>
  <p:tag name="KSO_WM_UNIT_TYPE" val="i"/>
  <p:tag name="KSO_WM_UNIT_INDEX" val="21"/>
</p:tagLst>
</file>

<file path=ppt/tags/tag7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3"/>
  <p:tag name="KSO_WM_TEMPLATE_CATEGORY" val="diagram"/>
  <p:tag name="KSO_WM_TEMPLATE_INDEX" val="20198147"/>
  <p:tag name="KSO_WM_UNIT_LAYERLEVEL" val="1"/>
  <p:tag name="KSO_WM_TAG_VERSION" val="1.0"/>
  <p:tag name="KSO_WM_BEAUTIFY_FLAG" val="#wm#"/>
  <p:tag name="KSO_WM_UNIT_TYPE" val="i"/>
  <p:tag name="KSO_WM_UNIT_INDEX" val="23"/>
</p:tagLst>
</file>

<file path=ppt/tags/tag7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4"/>
  <p:tag name="KSO_WM_TEMPLATE_CATEGORY" val="diagram"/>
  <p:tag name="KSO_WM_TEMPLATE_INDEX" val="20198147"/>
  <p:tag name="KSO_WM_UNIT_LAYERLEVEL" val="1"/>
  <p:tag name="KSO_WM_TAG_VERSION" val="1.0"/>
  <p:tag name="KSO_WM_BEAUTIFY_FLAG" val="#wm#"/>
  <p:tag name="KSO_WM_UNIT_TYPE" val="i"/>
  <p:tag name="KSO_WM_UNIT_INDEX" val="24"/>
</p:tagLst>
</file>

<file path=ppt/tags/tag7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6"/>
  <p:tag name="KSO_WM_TEMPLATE_CATEGORY" val="diagram"/>
  <p:tag name="KSO_WM_TEMPLATE_INDEX" val="20198147"/>
  <p:tag name="KSO_WM_UNIT_LAYERLEVEL" val="1"/>
  <p:tag name="KSO_WM_TAG_VERSION" val="1.0"/>
  <p:tag name="KSO_WM_BEAUTIFY_FLAG" val="#wm#"/>
  <p:tag name="KSO_WM_UNIT_TYPE" val="i"/>
  <p:tag name="KSO_WM_UNIT_INDEX" val="26"/>
</p:tagLst>
</file>

<file path=ppt/tags/tag7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7"/>
  <p:tag name="KSO_WM_TEMPLATE_CATEGORY" val="diagram"/>
  <p:tag name="KSO_WM_TEMPLATE_INDEX" val="20198147"/>
  <p:tag name="KSO_WM_UNIT_LAYERLEVEL" val="1"/>
  <p:tag name="KSO_WM_TAG_VERSION" val="1.0"/>
  <p:tag name="KSO_WM_BEAUTIFY_FLAG" val="#wm#"/>
  <p:tag name="KSO_WM_UNIT_TYPE" val="i"/>
  <p:tag name="KSO_WM_UNIT_INDEX" val="27"/>
</p:tagLst>
</file>

<file path=ppt/tags/tag7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8"/>
  <p:tag name="KSO_WM_TEMPLATE_CATEGORY" val="diagram"/>
  <p:tag name="KSO_WM_TEMPLATE_INDEX" val="20198147"/>
  <p:tag name="KSO_WM_UNIT_LAYERLEVEL" val="1"/>
  <p:tag name="KSO_WM_TAG_VERSION" val="1.0"/>
  <p:tag name="KSO_WM_BEAUTIFY_FLAG" val="#wm#"/>
  <p:tag name="KSO_WM_UNIT_TYPE" val="i"/>
  <p:tag name="KSO_WM_UNIT_INDEX" val="28"/>
</p:tagLst>
</file>

<file path=ppt/tags/tag7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9"/>
  <p:tag name="KSO_WM_TEMPLATE_CATEGORY" val="diagram"/>
  <p:tag name="KSO_WM_TEMPLATE_INDEX" val="20198147"/>
  <p:tag name="KSO_WM_UNIT_LAYERLEVEL" val="1"/>
  <p:tag name="KSO_WM_TAG_VERSION" val="1.0"/>
  <p:tag name="KSO_WM_BEAUTIFY_FLAG" val="#wm#"/>
  <p:tag name="KSO_WM_UNIT_TYPE" val="i"/>
  <p:tag name="KSO_WM_UNIT_INDEX" val="29"/>
</p:tagLst>
</file>

<file path=ppt/tags/tag7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0"/>
  <p:tag name="KSO_WM_TEMPLATE_CATEGORY" val="diagram"/>
  <p:tag name="KSO_WM_TEMPLATE_INDEX" val="20198147"/>
  <p:tag name="KSO_WM_UNIT_LAYERLEVEL" val="1"/>
  <p:tag name="KSO_WM_TAG_VERSION" val="1.0"/>
  <p:tag name="KSO_WM_BEAUTIFY_FLAG" val="#wm#"/>
  <p:tag name="KSO_WM_UNIT_TYPE" val="i"/>
  <p:tag name="KSO_WM_UNIT_INDEX" val="30"/>
</p:tagLst>
</file>

<file path=ppt/tags/tag7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1"/>
  <p:tag name="KSO_WM_TEMPLATE_CATEGORY" val="diagram"/>
  <p:tag name="KSO_WM_TEMPLATE_INDEX" val="20198147"/>
  <p:tag name="KSO_WM_UNIT_LAYERLEVEL" val="1"/>
  <p:tag name="KSO_WM_TAG_VERSION" val="1.0"/>
  <p:tag name="KSO_WM_BEAUTIFY_FLAG" val="#wm#"/>
  <p:tag name="KSO_WM_UNIT_TYPE" val="i"/>
  <p:tag name="KSO_WM_UNIT_INDEX" val="31"/>
</p:tagLst>
</file>

<file path=ppt/tags/tag7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2"/>
  <p:tag name="KSO_WM_TEMPLATE_CATEGORY" val="diagram"/>
  <p:tag name="KSO_WM_TEMPLATE_INDEX" val="20198147"/>
  <p:tag name="KSO_WM_UNIT_LAYERLEVEL" val="1"/>
  <p:tag name="KSO_WM_TAG_VERSION" val="1.0"/>
  <p:tag name="KSO_WM_BEAUTIFY_FLAG" val="#wm#"/>
  <p:tag name="KSO_WM_UNIT_TYPE" val="i"/>
  <p:tag name="KSO_WM_UNIT_INDEX" val="32"/>
</p:tagLst>
</file>

<file path=ppt/tags/tag7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4"/>
  <p:tag name="KSO_WM_TEMPLATE_CATEGORY" val="diagram"/>
  <p:tag name="KSO_WM_TEMPLATE_INDEX" val="20198147"/>
  <p:tag name="KSO_WM_UNIT_LAYERLEVEL" val="1"/>
  <p:tag name="KSO_WM_TAG_VERSION" val="1.0"/>
  <p:tag name="KSO_WM_BEAUTIFY_FLAG" val="#wm#"/>
  <p:tag name="KSO_WM_UNIT_TYPE" val="i"/>
  <p:tag name="KSO_WM_UNIT_INDEX" val="34"/>
</p:tagLst>
</file>

<file path=ppt/tags/tag7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5"/>
  <p:tag name="KSO_WM_TEMPLATE_CATEGORY" val="diagram"/>
  <p:tag name="KSO_WM_TEMPLATE_INDEX" val="20198147"/>
  <p:tag name="KSO_WM_UNIT_LAYERLEVEL" val="1"/>
  <p:tag name="KSO_WM_TAG_VERSION" val="1.0"/>
  <p:tag name="KSO_WM_BEAUTIFY_FLAG" val="#wm#"/>
  <p:tag name="KSO_WM_UNIT_TYPE" val="i"/>
  <p:tag name="KSO_WM_UNIT_INDEX" val="35"/>
</p:tagLst>
</file>

<file path=ppt/tags/tag7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6"/>
  <p:tag name="KSO_WM_TEMPLATE_CATEGORY" val="diagram"/>
  <p:tag name="KSO_WM_TEMPLATE_INDEX" val="20198147"/>
  <p:tag name="KSO_WM_UNIT_LAYERLEVEL" val="1"/>
  <p:tag name="KSO_WM_TAG_VERSION" val="1.0"/>
  <p:tag name="KSO_WM_BEAUTIFY_FLAG" val="#wm#"/>
  <p:tag name="KSO_WM_UNIT_TYPE" val="i"/>
  <p:tag name="KSO_WM_UNIT_INDEX" val="36"/>
</p:tagLst>
</file>

<file path=ppt/tags/tag7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8"/>
  <p:tag name="KSO_WM_TEMPLATE_CATEGORY" val="diagram"/>
  <p:tag name="KSO_WM_TEMPLATE_INDEX" val="20198147"/>
  <p:tag name="KSO_WM_UNIT_LAYERLEVEL" val="1"/>
  <p:tag name="KSO_WM_TAG_VERSION" val="1.0"/>
  <p:tag name="KSO_WM_BEAUTIFY_FLAG" val="#wm#"/>
  <p:tag name="KSO_WM_UNIT_TYPE" val="i"/>
  <p:tag name="KSO_WM_UNIT_INDEX" val="38"/>
</p:tagLst>
</file>

<file path=ppt/tags/tag7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9"/>
  <p:tag name="KSO_WM_TEMPLATE_CATEGORY" val="diagram"/>
  <p:tag name="KSO_WM_TEMPLATE_INDEX" val="20198147"/>
  <p:tag name="KSO_WM_UNIT_LAYERLEVEL" val="1"/>
  <p:tag name="KSO_WM_TAG_VERSION" val="1.0"/>
  <p:tag name="KSO_WM_BEAUTIFY_FLAG" val="#wm#"/>
  <p:tag name="KSO_WM_UNIT_TYPE" val="i"/>
  <p:tag name="KSO_WM_UNIT_INDEX" val="39"/>
</p:tagLst>
</file>

<file path=ppt/tags/tag7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0"/>
  <p:tag name="KSO_WM_TEMPLATE_CATEGORY" val="diagram"/>
  <p:tag name="KSO_WM_TEMPLATE_INDEX" val="20198147"/>
  <p:tag name="KSO_WM_UNIT_LAYERLEVEL" val="1"/>
  <p:tag name="KSO_WM_TAG_VERSION" val="1.0"/>
  <p:tag name="KSO_WM_BEAUTIFY_FLAG" val="#wm#"/>
  <p:tag name="KSO_WM_UNIT_TYPE" val="i"/>
  <p:tag name="KSO_WM_UNIT_INDEX" val="40"/>
</p:tagLst>
</file>

<file path=ppt/tags/tag7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1"/>
  <p:tag name="KSO_WM_TEMPLATE_CATEGORY" val="diagram"/>
  <p:tag name="KSO_WM_TEMPLATE_INDEX" val="20198147"/>
  <p:tag name="KSO_WM_UNIT_LAYERLEVEL" val="1"/>
  <p:tag name="KSO_WM_TAG_VERSION" val="1.0"/>
  <p:tag name="KSO_WM_BEAUTIFY_FLAG" val="#wm#"/>
  <p:tag name="KSO_WM_UNIT_TYPE" val="i"/>
  <p:tag name="KSO_WM_UNIT_INDEX" val="41"/>
</p:tagLst>
</file>

<file path=ppt/tags/tag7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2"/>
  <p:tag name="KSO_WM_TEMPLATE_CATEGORY" val="diagram"/>
  <p:tag name="KSO_WM_TEMPLATE_INDEX" val="20198147"/>
  <p:tag name="KSO_WM_UNIT_LAYERLEVEL" val="1"/>
  <p:tag name="KSO_WM_TAG_VERSION" val="1.0"/>
  <p:tag name="KSO_WM_BEAUTIFY_FLAG" val="#wm#"/>
  <p:tag name="KSO_WM_UNIT_TYPE" val="i"/>
  <p:tag name="KSO_WM_UNIT_INDEX" val="42"/>
</p:tagLst>
</file>

<file path=ppt/tags/tag7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3"/>
  <p:tag name="KSO_WM_TEMPLATE_CATEGORY" val="diagram"/>
  <p:tag name="KSO_WM_TEMPLATE_INDEX" val="20198147"/>
  <p:tag name="KSO_WM_UNIT_LAYERLEVEL" val="1"/>
  <p:tag name="KSO_WM_TAG_VERSION" val="1.0"/>
  <p:tag name="KSO_WM_BEAUTIFY_FLAG" val="#wm#"/>
  <p:tag name="KSO_WM_UNIT_TYPE" val="i"/>
  <p:tag name="KSO_WM_UNIT_INDEX" val="43"/>
</p:tagLst>
</file>

<file path=ppt/tags/tag7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5"/>
  <p:tag name="KSO_WM_TEMPLATE_CATEGORY" val="diagram"/>
  <p:tag name="KSO_WM_TEMPLATE_INDEX" val="20198147"/>
  <p:tag name="KSO_WM_UNIT_LAYERLEVEL" val="1"/>
  <p:tag name="KSO_WM_TAG_VERSION" val="1.0"/>
  <p:tag name="KSO_WM_BEAUTIFY_FLAG" val="#wm#"/>
  <p:tag name="KSO_WM_UNIT_TYPE" val="i"/>
  <p:tag name="KSO_WM_UNIT_INDEX" val="45"/>
</p:tagLst>
</file>

<file path=ppt/tags/tag7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6"/>
  <p:tag name="KSO_WM_TEMPLATE_CATEGORY" val="diagram"/>
  <p:tag name="KSO_WM_TEMPLATE_INDEX" val="20198147"/>
  <p:tag name="KSO_WM_UNIT_LAYERLEVEL" val="1"/>
  <p:tag name="KSO_WM_TAG_VERSION" val="1.0"/>
  <p:tag name="KSO_WM_BEAUTIFY_FLAG" val="#wm#"/>
  <p:tag name="KSO_WM_UNIT_TYPE" val="i"/>
  <p:tag name="KSO_WM_UNIT_INDEX" val="46"/>
</p:tagLst>
</file>

<file path=ppt/tags/tag7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7"/>
  <p:tag name="KSO_WM_TEMPLATE_CATEGORY" val="diagram"/>
  <p:tag name="KSO_WM_TEMPLATE_INDEX" val="20198147"/>
  <p:tag name="KSO_WM_UNIT_LAYERLEVEL" val="1"/>
  <p:tag name="KSO_WM_TAG_VERSION" val="1.0"/>
  <p:tag name="KSO_WM_BEAUTIFY_FLAG" val="#wm#"/>
  <p:tag name="KSO_WM_UNIT_TYPE" val="i"/>
  <p:tag name="KSO_WM_UNIT_INDEX" val="47"/>
</p:tagLst>
</file>

<file path=ppt/tags/tag7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8"/>
  <p:tag name="KSO_WM_TEMPLATE_CATEGORY" val="diagram"/>
  <p:tag name="KSO_WM_TEMPLATE_INDEX" val="20198147"/>
  <p:tag name="KSO_WM_UNIT_LAYERLEVEL" val="1"/>
  <p:tag name="KSO_WM_TAG_VERSION" val="1.0"/>
  <p:tag name="KSO_WM_BEAUTIFY_FLAG" val="#wm#"/>
  <p:tag name="KSO_WM_UNIT_TYPE" val="i"/>
  <p:tag name="KSO_WM_UNIT_INDEX" val="48"/>
</p:tagLst>
</file>

<file path=ppt/tags/tag7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0"/>
  <p:tag name="KSO_WM_TEMPLATE_CATEGORY" val="diagram"/>
  <p:tag name="KSO_WM_TEMPLATE_INDEX" val="20198147"/>
  <p:tag name="KSO_WM_UNIT_LAYERLEVEL" val="1"/>
  <p:tag name="KSO_WM_TAG_VERSION" val="1.0"/>
  <p:tag name="KSO_WM_BEAUTIFY_FLAG" val="#wm#"/>
  <p:tag name="KSO_WM_UNIT_TYPE" val="i"/>
  <p:tag name="KSO_WM_UNIT_INDEX" val="50"/>
</p:tagLst>
</file>

<file path=ppt/tags/tag7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1"/>
  <p:tag name="KSO_WM_TEMPLATE_CATEGORY" val="diagram"/>
  <p:tag name="KSO_WM_TEMPLATE_INDEX" val="20198147"/>
  <p:tag name="KSO_WM_UNIT_LAYERLEVEL" val="1"/>
  <p:tag name="KSO_WM_TAG_VERSION" val="1.0"/>
  <p:tag name="KSO_WM_BEAUTIFY_FLAG" val="#wm#"/>
  <p:tag name="KSO_WM_UNIT_TYPE" val="i"/>
  <p:tag name="KSO_WM_UNIT_INDEX" val="51"/>
</p:tagLst>
</file>

<file path=ppt/tags/tag7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2"/>
  <p:tag name="KSO_WM_TEMPLATE_CATEGORY" val="diagram"/>
  <p:tag name="KSO_WM_TEMPLATE_INDEX" val="20198147"/>
  <p:tag name="KSO_WM_UNIT_LAYERLEVEL" val="1"/>
  <p:tag name="KSO_WM_TAG_VERSION" val="1.0"/>
  <p:tag name="KSO_WM_BEAUTIFY_FLAG" val="#wm#"/>
  <p:tag name="KSO_WM_UNIT_TYPE" val="i"/>
  <p:tag name="KSO_WM_UNIT_INDEX" val="52"/>
</p:tagLst>
</file>

<file path=ppt/tags/tag7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3"/>
  <p:tag name="KSO_WM_TEMPLATE_CATEGORY" val="diagram"/>
  <p:tag name="KSO_WM_TEMPLATE_INDEX" val="20198147"/>
  <p:tag name="KSO_WM_UNIT_LAYERLEVEL" val="1"/>
  <p:tag name="KSO_WM_TAG_VERSION" val="1.0"/>
  <p:tag name="KSO_WM_BEAUTIFY_FLAG" val="#wm#"/>
  <p:tag name="KSO_WM_UNIT_TYPE" val="i"/>
  <p:tag name="KSO_WM_UNIT_INDEX" val="53"/>
</p:tagLst>
</file>

<file path=ppt/tags/tag7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4"/>
  <p:tag name="KSO_WM_TEMPLATE_CATEGORY" val="diagram"/>
  <p:tag name="KSO_WM_TEMPLATE_INDEX" val="20198147"/>
  <p:tag name="KSO_WM_UNIT_LAYERLEVEL" val="1"/>
  <p:tag name="KSO_WM_TAG_VERSION" val="1.0"/>
  <p:tag name="KSO_WM_BEAUTIFY_FLAG" val="#wm#"/>
  <p:tag name="KSO_WM_UNIT_TYPE" val="i"/>
  <p:tag name="KSO_WM_UNIT_INDEX" val="54"/>
</p:tagLst>
</file>

<file path=ppt/tags/tag7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6"/>
  <p:tag name="KSO_WM_TEMPLATE_CATEGORY" val="diagram"/>
  <p:tag name="KSO_WM_TEMPLATE_INDEX" val="20198147"/>
  <p:tag name="KSO_WM_UNIT_LAYERLEVEL" val="1"/>
  <p:tag name="KSO_WM_TAG_VERSION" val="1.0"/>
  <p:tag name="KSO_WM_BEAUTIFY_FLAG" val="#wm#"/>
  <p:tag name="KSO_WM_UNIT_TYPE" val="i"/>
  <p:tag name="KSO_WM_UNIT_INDEX" val="56"/>
</p:tagLst>
</file>

<file path=ppt/tags/tag7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7"/>
  <p:tag name="KSO_WM_TEMPLATE_CATEGORY" val="diagram"/>
  <p:tag name="KSO_WM_TEMPLATE_INDEX" val="20198147"/>
  <p:tag name="KSO_WM_UNIT_LAYERLEVEL" val="1"/>
  <p:tag name="KSO_WM_TAG_VERSION" val="1.0"/>
  <p:tag name="KSO_WM_BEAUTIFY_FLAG" val="#wm#"/>
  <p:tag name="KSO_WM_UNIT_TYPE" val="i"/>
  <p:tag name="KSO_WM_UNIT_INDEX" val="57"/>
</p:tagLst>
</file>

<file path=ppt/tags/tag7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8"/>
  <p:tag name="KSO_WM_TEMPLATE_CATEGORY" val="diagram"/>
  <p:tag name="KSO_WM_TEMPLATE_INDEX" val="20198147"/>
  <p:tag name="KSO_WM_UNIT_LAYERLEVEL" val="1"/>
  <p:tag name="KSO_WM_TAG_VERSION" val="1.0"/>
  <p:tag name="KSO_WM_BEAUTIFY_FLAG" val="#wm#"/>
  <p:tag name="KSO_WM_UNIT_TYPE" val="i"/>
  <p:tag name="KSO_WM_UNIT_INDEX" val="58"/>
</p:tagLst>
</file>

<file path=ppt/tags/tag7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9"/>
  <p:tag name="KSO_WM_TEMPLATE_CATEGORY" val="diagram"/>
  <p:tag name="KSO_WM_TEMPLATE_INDEX" val="20198147"/>
  <p:tag name="KSO_WM_UNIT_LAYERLEVEL" val="1"/>
  <p:tag name="KSO_WM_TAG_VERSION" val="1.0"/>
  <p:tag name="KSO_WM_BEAUTIFY_FLAG" val="#wm#"/>
  <p:tag name="KSO_WM_UNIT_TYPE" val="i"/>
  <p:tag name="KSO_WM_UNIT_INDEX" val="59"/>
</p:tagLst>
</file>

<file path=ppt/tags/tag7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0"/>
  <p:tag name="KSO_WM_TEMPLATE_CATEGORY" val="diagram"/>
  <p:tag name="KSO_WM_TEMPLATE_INDEX" val="20198147"/>
  <p:tag name="KSO_WM_UNIT_LAYERLEVEL" val="1"/>
  <p:tag name="KSO_WM_TAG_VERSION" val="1.0"/>
  <p:tag name="KSO_WM_BEAUTIFY_FLAG" val="#wm#"/>
  <p:tag name="KSO_WM_UNIT_TYPE" val="i"/>
  <p:tag name="KSO_WM_UNIT_INDEX" val="60"/>
</p:tagLst>
</file>

<file path=ppt/tags/tag7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2"/>
  <p:tag name="KSO_WM_TEMPLATE_CATEGORY" val="diagram"/>
  <p:tag name="KSO_WM_TEMPLATE_INDEX" val="20198147"/>
  <p:tag name="KSO_WM_UNIT_LAYERLEVEL" val="1"/>
  <p:tag name="KSO_WM_TAG_VERSION" val="1.0"/>
  <p:tag name="KSO_WM_BEAUTIFY_FLAG" val="#wm#"/>
  <p:tag name="KSO_WM_UNIT_TYPE" val="i"/>
  <p:tag name="KSO_WM_UNIT_INDEX" val="62"/>
</p:tagLst>
</file>

<file path=ppt/tags/tag7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3"/>
  <p:tag name="KSO_WM_TEMPLATE_CATEGORY" val="diagram"/>
  <p:tag name="KSO_WM_TEMPLATE_INDEX" val="20198147"/>
  <p:tag name="KSO_WM_UNIT_LAYERLEVEL" val="1"/>
  <p:tag name="KSO_WM_TAG_VERSION" val="1.0"/>
  <p:tag name="KSO_WM_BEAUTIFY_FLAG" val="#wm#"/>
  <p:tag name="KSO_WM_UNIT_TYPE" val="i"/>
  <p:tag name="KSO_WM_UNIT_INDEX" val="63"/>
</p:tagLst>
</file>

<file path=ppt/tags/tag7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4"/>
  <p:tag name="KSO_WM_TEMPLATE_CATEGORY" val="diagram"/>
  <p:tag name="KSO_WM_TEMPLATE_INDEX" val="20198147"/>
  <p:tag name="KSO_WM_UNIT_LAYERLEVEL" val="1"/>
  <p:tag name="KSO_WM_TAG_VERSION" val="1.0"/>
  <p:tag name="KSO_WM_BEAUTIFY_FLAG" val="#wm#"/>
  <p:tag name="KSO_WM_UNIT_TYPE" val="i"/>
  <p:tag name="KSO_WM_UNIT_INDEX" val="64"/>
</p:tagLst>
</file>

<file path=ppt/tags/tag7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5"/>
  <p:tag name="KSO_WM_TEMPLATE_CATEGORY" val="diagram"/>
  <p:tag name="KSO_WM_TEMPLATE_INDEX" val="20198147"/>
  <p:tag name="KSO_WM_UNIT_LAYERLEVEL" val="1"/>
  <p:tag name="KSO_WM_TAG_VERSION" val="1.0"/>
  <p:tag name="KSO_WM_BEAUTIFY_FLAG" val="#wm#"/>
  <p:tag name="KSO_WM_UNIT_TYPE" val="i"/>
  <p:tag name="KSO_WM_UNIT_INDEX" val="65"/>
</p:tagLst>
</file>

<file path=ppt/tags/tag7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7"/>
  <p:tag name="KSO_WM_TEMPLATE_CATEGORY" val="diagram"/>
  <p:tag name="KSO_WM_TEMPLATE_INDEX" val="20198147"/>
  <p:tag name="KSO_WM_UNIT_LAYERLEVEL" val="1"/>
  <p:tag name="KSO_WM_TAG_VERSION" val="1.0"/>
  <p:tag name="KSO_WM_BEAUTIFY_FLAG" val="#wm#"/>
  <p:tag name="KSO_WM_UNIT_TYPE" val="i"/>
  <p:tag name="KSO_WM_UNIT_INDEX" val="67"/>
</p:tagLst>
</file>

<file path=ppt/tags/tag7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8"/>
  <p:tag name="KSO_WM_TEMPLATE_CATEGORY" val="diagram"/>
  <p:tag name="KSO_WM_TEMPLATE_INDEX" val="20198147"/>
  <p:tag name="KSO_WM_UNIT_LAYERLEVEL" val="1"/>
  <p:tag name="KSO_WM_TAG_VERSION" val="1.0"/>
  <p:tag name="KSO_WM_BEAUTIFY_FLAG" val="#wm#"/>
  <p:tag name="KSO_WM_UNIT_TYPE" val="i"/>
  <p:tag name="KSO_WM_UNIT_INDEX" val="68"/>
</p:tagLst>
</file>

<file path=ppt/tags/tag7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9"/>
  <p:tag name="KSO_WM_TEMPLATE_CATEGORY" val="diagram"/>
  <p:tag name="KSO_WM_TEMPLATE_INDEX" val="20198147"/>
  <p:tag name="KSO_WM_UNIT_LAYERLEVEL" val="1"/>
  <p:tag name="KSO_WM_TAG_VERSION" val="1.0"/>
  <p:tag name="KSO_WM_BEAUTIFY_FLAG" val="#wm#"/>
  <p:tag name="KSO_WM_UNIT_TYPE" val="i"/>
  <p:tag name="KSO_WM_UNIT_INDEX" val="69"/>
</p:tagLst>
</file>

<file path=ppt/tags/tag7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0"/>
  <p:tag name="KSO_WM_TEMPLATE_CATEGORY" val="diagram"/>
  <p:tag name="KSO_WM_TEMPLATE_INDEX" val="20198147"/>
  <p:tag name="KSO_WM_UNIT_LAYERLEVEL" val="1"/>
  <p:tag name="KSO_WM_TAG_VERSION" val="1.0"/>
  <p:tag name="KSO_WM_BEAUTIFY_FLAG" val="#wm#"/>
  <p:tag name="KSO_WM_UNIT_TYPE" val="i"/>
  <p:tag name="KSO_WM_UNIT_INDEX" val="70"/>
</p:tagLst>
</file>

<file path=ppt/tags/tag7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1"/>
  <p:tag name="KSO_WM_TEMPLATE_CATEGORY" val="diagram"/>
  <p:tag name="KSO_WM_TEMPLATE_INDEX" val="20198147"/>
  <p:tag name="KSO_WM_UNIT_LAYERLEVEL" val="1"/>
  <p:tag name="KSO_WM_TAG_VERSION" val="1.0"/>
  <p:tag name="KSO_WM_BEAUTIFY_FLAG" val="#wm#"/>
  <p:tag name="KSO_WM_UNIT_TYPE" val="i"/>
  <p:tag name="KSO_WM_UNIT_INDEX" val="71"/>
</p:tagLst>
</file>

<file path=ppt/tags/tag7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2"/>
  <p:tag name="KSO_WM_TEMPLATE_CATEGORY" val="diagram"/>
  <p:tag name="KSO_WM_TEMPLATE_INDEX" val="20198147"/>
  <p:tag name="KSO_WM_UNIT_LAYERLEVEL" val="1"/>
  <p:tag name="KSO_WM_TAG_VERSION" val="1.0"/>
  <p:tag name="KSO_WM_BEAUTIFY_FLAG" val="#wm#"/>
  <p:tag name="KSO_WM_UNIT_TYPE" val="i"/>
  <p:tag name="KSO_WM_UNIT_INDEX" val="72"/>
</p:tagLst>
</file>

<file path=ppt/tags/tag7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4"/>
  <p:tag name="KSO_WM_TEMPLATE_CATEGORY" val="diagram"/>
  <p:tag name="KSO_WM_TEMPLATE_INDEX" val="20198147"/>
  <p:tag name="KSO_WM_UNIT_LAYERLEVEL" val="1"/>
  <p:tag name="KSO_WM_TAG_VERSION" val="1.0"/>
  <p:tag name="KSO_WM_BEAUTIFY_FLAG" val="#wm#"/>
  <p:tag name="KSO_WM_UNIT_TYPE" val="i"/>
  <p:tag name="KSO_WM_UNIT_INDEX" val="74"/>
</p:tagLst>
</file>

<file path=ppt/tags/tag7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5"/>
  <p:tag name="KSO_WM_TEMPLATE_CATEGORY" val="diagram"/>
  <p:tag name="KSO_WM_TEMPLATE_INDEX" val="20198147"/>
  <p:tag name="KSO_WM_UNIT_LAYERLEVEL" val="1"/>
  <p:tag name="KSO_WM_TAG_VERSION" val="1.0"/>
  <p:tag name="KSO_WM_BEAUTIFY_FLAG" val="#wm#"/>
  <p:tag name="KSO_WM_UNIT_TYPE" val="i"/>
  <p:tag name="KSO_WM_UNIT_INDEX" val="75"/>
</p:tagLst>
</file>

<file path=ppt/tags/tag7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6"/>
  <p:tag name="KSO_WM_TEMPLATE_CATEGORY" val="diagram"/>
  <p:tag name="KSO_WM_TEMPLATE_INDEX" val="20198147"/>
  <p:tag name="KSO_WM_UNIT_LAYERLEVEL" val="1"/>
  <p:tag name="KSO_WM_TAG_VERSION" val="1.0"/>
  <p:tag name="KSO_WM_BEAUTIFY_FLAG" val="#wm#"/>
  <p:tag name="KSO_WM_UNIT_TYPE" val="i"/>
  <p:tag name="KSO_WM_UNIT_INDEX" val="76"/>
</p:tagLst>
</file>

<file path=ppt/tags/tag8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8"/>
  <p:tag name="KSO_WM_TEMPLATE_CATEGORY" val="diagram"/>
  <p:tag name="KSO_WM_TEMPLATE_INDEX" val="20198147"/>
  <p:tag name="KSO_WM_UNIT_LAYERLEVEL" val="1"/>
  <p:tag name="KSO_WM_TAG_VERSION" val="1.0"/>
  <p:tag name="KSO_WM_BEAUTIFY_FLAG" val="#wm#"/>
  <p:tag name="KSO_WM_UNIT_TYPE" val="i"/>
  <p:tag name="KSO_WM_UNIT_INDEX" val="78"/>
</p:tagLst>
</file>

<file path=ppt/tags/tag8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9"/>
  <p:tag name="KSO_WM_TEMPLATE_CATEGORY" val="diagram"/>
  <p:tag name="KSO_WM_TEMPLATE_INDEX" val="20198147"/>
  <p:tag name="KSO_WM_UNIT_LAYERLEVEL" val="1"/>
  <p:tag name="KSO_WM_TAG_VERSION" val="1.0"/>
  <p:tag name="KSO_WM_BEAUTIFY_FLAG" val="#wm#"/>
  <p:tag name="KSO_WM_UNIT_TYPE" val="i"/>
  <p:tag name="KSO_WM_UNIT_INDEX" val="79"/>
</p:tagLst>
</file>

<file path=ppt/tags/tag8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0"/>
  <p:tag name="KSO_WM_TEMPLATE_CATEGORY" val="diagram"/>
  <p:tag name="KSO_WM_TEMPLATE_INDEX" val="20198147"/>
  <p:tag name="KSO_WM_UNIT_LAYERLEVEL" val="1"/>
  <p:tag name="KSO_WM_TAG_VERSION" val="1.0"/>
  <p:tag name="KSO_WM_BEAUTIFY_FLAG" val="#wm#"/>
  <p:tag name="KSO_WM_UNIT_TYPE" val="i"/>
  <p:tag name="KSO_WM_UNIT_INDEX" val="80"/>
</p:tagLst>
</file>

<file path=ppt/tags/tag8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1"/>
  <p:tag name="KSO_WM_TEMPLATE_CATEGORY" val="diagram"/>
  <p:tag name="KSO_WM_TEMPLATE_INDEX" val="20198147"/>
  <p:tag name="KSO_WM_UNIT_LAYERLEVEL" val="1"/>
  <p:tag name="KSO_WM_TAG_VERSION" val="1.0"/>
  <p:tag name="KSO_WM_BEAUTIFY_FLAG" val="#wm#"/>
  <p:tag name="KSO_WM_UNIT_TYPE" val="i"/>
  <p:tag name="KSO_WM_UNIT_INDEX" val="81"/>
</p:tagLst>
</file>

<file path=ppt/tags/tag8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2"/>
  <p:tag name="KSO_WM_TEMPLATE_CATEGORY" val="diagram"/>
  <p:tag name="KSO_WM_TEMPLATE_INDEX" val="20198147"/>
  <p:tag name="KSO_WM_UNIT_LAYERLEVEL" val="1"/>
  <p:tag name="KSO_WM_TAG_VERSION" val="1.0"/>
  <p:tag name="KSO_WM_BEAUTIFY_FLAG" val="#wm#"/>
  <p:tag name="KSO_WM_UNIT_TYPE" val="i"/>
  <p:tag name="KSO_WM_UNIT_INDEX" val="82"/>
</p:tagLst>
</file>

<file path=ppt/tags/tag8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3"/>
  <p:tag name="KSO_WM_TEMPLATE_CATEGORY" val="diagram"/>
  <p:tag name="KSO_WM_TEMPLATE_INDEX" val="20198147"/>
  <p:tag name="KSO_WM_UNIT_LAYERLEVEL" val="1"/>
  <p:tag name="KSO_WM_TAG_VERSION" val="1.0"/>
  <p:tag name="KSO_WM_BEAUTIFY_FLAG" val="#wm#"/>
  <p:tag name="KSO_WM_UNIT_TYPE" val="i"/>
  <p:tag name="KSO_WM_UNIT_INDEX" val="83"/>
</p:tagLst>
</file>

<file path=ppt/tags/tag8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4"/>
  <p:tag name="KSO_WM_TEMPLATE_CATEGORY" val="diagram"/>
  <p:tag name="KSO_WM_TEMPLATE_INDEX" val="20198147"/>
  <p:tag name="KSO_WM_UNIT_LAYERLEVEL" val="1"/>
  <p:tag name="KSO_WM_TAG_VERSION" val="1.0"/>
  <p:tag name="KSO_WM_BEAUTIFY_FLAG" val="#wm#"/>
  <p:tag name="KSO_WM_UNIT_TYPE" val="i"/>
  <p:tag name="KSO_WM_UNIT_INDEX" val="84"/>
</p:tagLst>
</file>

<file path=ppt/tags/tag8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6"/>
  <p:tag name="KSO_WM_TEMPLATE_CATEGORY" val="diagram"/>
  <p:tag name="KSO_WM_TEMPLATE_INDEX" val="20198147"/>
  <p:tag name="KSO_WM_UNIT_LAYERLEVEL" val="1"/>
  <p:tag name="KSO_WM_TAG_VERSION" val="1.0"/>
  <p:tag name="KSO_WM_BEAUTIFY_FLAG" val="#wm#"/>
  <p:tag name="KSO_WM_UNIT_TYPE" val="i"/>
  <p:tag name="KSO_WM_UNIT_INDEX" val="86"/>
</p:tagLst>
</file>

<file path=ppt/tags/tag8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7"/>
  <p:tag name="KSO_WM_TEMPLATE_CATEGORY" val="diagram"/>
  <p:tag name="KSO_WM_TEMPLATE_INDEX" val="20198147"/>
  <p:tag name="KSO_WM_UNIT_LAYERLEVEL" val="1"/>
  <p:tag name="KSO_WM_TAG_VERSION" val="1.0"/>
  <p:tag name="KSO_WM_BEAUTIFY_FLAG" val="#wm#"/>
  <p:tag name="KSO_WM_UNIT_TYPE" val="i"/>
  <p:tag name="KSO_WM_UNIT_INDEX" val="87"/>
</p:tagLst>
</file>

<file path=ppt/tags/tag8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9"/>
  <p:tag name="KSO_WM_TEMPLATE_CATEGORY" val="diagram"/>
  <p:tag name="KSO_WM_TEMPLATE_INDEX" val="20198147"/>
  <p:tag name="KSO_WM_UNIT_LAYERLEVEL" val="1"/>
  <p:tag name="KSO_WM_TAG_VERSION" val="1.0"/>
  <p:tag name="KSO_WM_BEAUTIFY_FLAG" val="#wm#"/>
  <p:tag name="KSO_WM_UNIT_TYPE" val="i"/>
  <p:tag name="KSO_WM_UNIT_INDEX" val="89"/>
</p:tagLst>
</file>

<file path=ppt/tags/tag8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0"/>
  <p:tag name="KSO_WM_TEMPLATE_CATEGORY" val="diagram"/>
  <p:tag name="KSO_WM_TEMPLATE_INDEX" val="20198147"/>
  <p:tag name="KSO_WM_UNIT_LAYERLEVEL" val="1"/>
  <p:tag name="KSO_WM_TAG_VERSION" val="1.0"/>
  <p:tag name="KSO_WM_BEAUTIFY_FLAG" val="#wm#"/>
  <p:tag name="KSO_WM_UNIT_TYPE" val="i"/>
  <p:tag name="KSO_WM_UNIT_INDEX" val="90"/>
</p:tagLst>
</file>

<file path=ppt/tags/tag8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1"/>
  <p:tag name="KSO_WM_TEMPLATE_CATEGORY" val="diagram"/>
  <p:tag name="KSO_WM_TEMPLATE_INDEX" val="20198147"/>
  <p:tag name="KSO_WM_UNIT_LAYERLEVEL" val="1"/>
  <p:tag name="KSO_WM_TAG_VERSION" val="1.0"/>
  <p:tag name="KSO_WM_BEAUTIFY_FLAG" val="#wm#"/>
  <p:tag name="KSO_WM_UNIT_TYPE" val="i"/>
  <p:tag name="KSO_WM_UNIT_INDEX" val="91"/>
</p:tagLst>
</file>

<file path=ppt/tags/tag8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2"/>
  <p:tag name="KSO_WM_TEMPLATE_CATEGORY" val="diagram"/>
  <p:tag name="KSO_WM_TEMPLATE_INDEX" val="20198147"/>
  <p:tag name="KSO_WM_UNIT_LAYERLEVEL" val="1"/>
  <p:tag name="KSO_WM_TAG_VERSION" val="1.0"/>
  <p:tag name="KSO_WM_BEAUTIFY_FLAG" val="#wm#"/>
  <p:tag name="KSO_WM_UNIT_TYPE" val="i"/>
  <p:tag name="KSO_WM_UNIT_INDEX" val="92"/>
</p:tagLst>
</file>

<file path=ppt/tags/tag8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3"/>
  <p:tag name="KSO_WM_TEMPLATE_CATEGORY" val="diagram"/>
  <p:tag name="KSO_WM_TEMPLATE_INDEX" val="20198147"/>
  <p:tag name="KSO_WM_UNIT_LAYERLEVEL" val="1"/>
  <p:tag name="KSO_WM_TAG_VERSION" val="1.0"/>
  <p:tag name="KSO_WM_BEAUTIFY_FLAG" val="#wm#"/>
  <p:tag name="KSO_WM_UNIT_TYPE" val="i"/>
  <p:tag name="KSO_WM_UNIT_INDEX" val="93"/>
</p:tagLst>
</file>

<file path=ppt/tags/tag8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4"/>
  <p:tag name="KSO_WM_TEMPLATE_CATEGORY" val="diagram"/>
  <p:tag name="KSO_WM_TEMPLATE_INDEX" val="20198147"/>
  <p:tag name="KSO_WM_UNIT_LAYERLEVEL" val="1"/>
  <p:tag name="KSO_WM_TAG_VERSION" val="1.0"/>
  <p:tag name="KSO_WM_BEAUTIFY_FLAG" val="#wm#"/>
  <p:tag name="KSO_WM_UNIT_TYPE" val="i"/>
  <p:tag name="KSO_WM_UNIT_INDEX" val="94"/>
</p:tagLst>
</file>

<file path=ppt/tags/tag8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5"/>
  <p:tag name="KSO_WM_TEMPLATE_CATEGORY" val="diagram"/>
  <p:tag name="KSO_WM_TEMPLATE_INDEX" val="20198147"/>
  <p:tag name="KSO_WM_UNIT_LAYERLEVEL" val="1"/>
  <p:tag name="KSO_WM_TAG_VERSION" val="1.0"/>
  <p:tag name="KSO_WM_BEAUTIFY_FLAG" val="#wm#"/>
  <p:tag name="KSO_WM_UNIT_TYPE" val="i"/>
  <p:tag name="KSO_WM_UNIT_INDEX" val="95"/>
</p:tagLst>
</file>

<file path=ppt/tags/tag8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6"/>
  <p:tag name="KSO_WM_TEMPLATE_CATEGORY" val="diagram"/>
  <p:tag name="KSO_WM_TEMPLATE_INDEX" val="20198147"/>
  <p:tag name="KSO_WM_UNIT_LAYERLEVEL" val="1"/>
  <p:tag name="KSO_WM_TAG_VERSION" val="1.0"/>
  <p:tag name="KSO_WM_BEAUTIFY_FLAG" val="#wm#"/>
  <p:tag name="KSO_WM_UNIT_TYPE" val="i"/>
  <p:tag name="KSO_WM_UNIT_INDEX" val="96"/>
</p:tagLst>
</file>

<file path=ppt/tags/tag8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8"/>
  <p:tag name="KSO_WM_TEMPLATE_CATEGORY" val="diagram"/>
  <p:tag name="KSO_WM_TEMPLATE_INDEX" val="20198147"/>
  <p:tag name="KSO_WM_UNIT_LAYERLEVEL" val="1"/>
  <p:tag name="KSO_WM_TAG_VERSION" val="1.0"/>
  <p:tag name="KSO_WM_BEAUTIFY_FLAG" val="#wm#"/>
  <p:tag name="KSO_WM_UNIT_TYPE" val="i"/>
  <p:tag name="KSO_WM_UNIT_INDEX" val="98"/>
</p:tagLst>
</file>

<file path=ppt/tags/tag8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0"/>
  <p:tag name="KSO_WM_TEMPLATE_CATEGORY" val="diagram"/>
  <p:tag name="KSO_WM_TEMPLATE_INDEX" val="20198147"/>
  <p:tag name="KSO_WM_UNIT_LAYERLEVEL" val="1"/>
  <p:tag name="KSO_WM_TAG_VERSION" val="1.0"/>
  <p:tag name="KSO_WM_BEAUTIFY_FLAG" val="#wm#"/>
  <p:tag name="KSO_WM_UNIT_TYPE" val="i"/>
  <p:tag name="KSO_WM_UNIT_INDEX" val="100"/>
</p:tagLst>
</file>

<file path=ppt/tags/tag8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1"/>
  <p:tag name="KSO_WM_TEMPLATE_CATEGORY" val="diagram"/>
  <p:tag name="KSO_WM_TEMPLATE_INDEX" val="20198147"/>
  <p:tag name="KSO_WM_UNIT_LAYERLEVEL" val="1"/>
  <p:tag name="KSO_WM_TAG_VERSION" val="1.0"/>
  <p:tag name="KSO_WM_BEAUTIFY_FLAG" val="#wm#"/>
  <p:tag name="KSO_WM_UNIT_TYPE" val="i"/>
  <p:tag name="KSO_WM_UNIT_INDEX" val="101"/>
</p:tagLst>
</file>

<file path=ppt/tags/tag8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2"/>
  <p:tag name="KSO_WM_TEMPLATE_CATEGORY" val="diagram"/>
  <p:tag name="KSO_WM_TEMPLATE_INDEX" val="20198147"/>
  <p:tag name="KSO_WM_UNIT_LAYERLEVEL" val="1"/>
  <p:tag name="KSO_WM_TAG_VERSION" val="1.0"/>
  <p:tag name="KSO_WM_BEAUTIFY_FLAG" val="#wm#"/>
  <p:tag name="KSO_WM_UNIT_TYPE" val="i"/>
  <p:tag name="KSO_WM_UNIT_INDEX" val="102"/>
</p:tagLst>
</file>

<file path=ppt/tags/tag8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3"/>
  <p:tag name="KSO_WM_TEMPLATE_CATEGORY" val="diagram"/>
  <p:tag name="KSO_WM_TEMPLATE_INDEX" val="20198147"/>
  <p:tag name="KSO_WM_UNIT_LAYERLEVEL" val="1"/>
  <p:tag name="KSO_WM_TAG_VERSION" val="1.0"/>
  <p:tag name="KSO_WM_BEAUTIFY_FLAG" val="#wm#"/>
  <p:tag name="KSO_WM_UNIT_TYPE" val="i"/>
  <p:tag name="KSO_WM_UNIT_INDEX" val="103"/>
</p:tagLst>
</file>

<file path=ppt/tags/tag8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4"/>
  <p:tag name="KSO_WM_TEMPLATE_CATEGORY" val="diagram"/>
  <p:tag name="KSO_WM_TEMPLATE_INDEX" val="20198147"/>
  <p:tag name="KSO_WM_UNIT_LAYERLEVEL" val="1"/>
  <p:tag name="KSO_WM_TAG_VERSION" val="1.0"/>
  <p:tag name="KSO_WM_BEAUTIFY_FLAG" val="#wm#"/>
  <p:tag name="KSO_WM_UNIT_TYPE" val="i"/>
  <p:tag name="KSO_WM_UNIT_INDEX" val="104"/>
</p:tagLst>
</file>

<file path=ppt/tags/tag8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5"/>
  <p:tag name="KSO_WM_TEMPLATE_CATEGORY" val="diagram"/>
  <p:tag name="KSO_WM_TEMPLATE_INDEX" val="20198147"/>
  <p:tag name="KSO_WM_UNIT_LAYERLEVEL" val="1"/>
  <p:tag name="KSO_WM_TAG_VERSION" val="1.0"/>
  <p:tag name="KSO_WM_BEAUTIFY_FLAG" val="#wm#"/>
  <p:tag name="KSO_WM_UNIT_TYPE" val="i"/>
  <p:tag name="KSO_WM_UNIT_INDEX" val="105"/>
</p:tagLst>
</file>

<file path=ppt/tags/tag8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6"/>
  <p:tag name="KSO_WM_TEMPLATE_CATEGORY" val="diagram"/>
  <p:tag name="KSO_WM_TEMPLATE_INDEX" val="20198147"/>
  <p:tag name="KSO_WM_UNIT_LAYERLEVEL" val="1"/>
  <p:tag name="KSO_WM_TAG_VERSION" val="1.0"/>
  <p:tag name="KSO_WM_BEAUTIFY_FLAG" val="#wm#"/>
  <p:tag name="KSO_WM_UNIT_TYPE" val="i"/>
  <p:tag name="KSO_WM_UNIT_INDEX" val="106"/>
</p:tagLst>
</file>

<file path=ppt/tags/tag8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7"/>
  <p:tag name="KSO_WM_TEMPLATE_CATEGORY" val="diagram"/>
  <p:tag name="KSO_WM_TEMPLATE_INDEX" val="20198147"/>
  <p:tag name="KSO_WM_UNIT_LAYERLEVEL" val="1"/>
  <p:tag name="KSO_WM_TAG_VERSION" val="1.0"/>
  <p:tag name="KSO_WM_BEAUTIFY_FLAG" val="#wm#"/>
  <p:tag name="KSO_WM_UNIT_TYPE" val="i"/>
  <p:tag name="KSO_WM_UNIT_INDEX" val="107"/>
</p:tagLst>
</file>

<file path=ppt/tags/tag8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8"/>
  <p:tag name="KSO_WM_TEMPLATE_CATEGORY" val="diagram"/>
  <p:tag name="KSO_WM_TEMPLATE_INDEX" val="20198147"/>
  <p:tag name="KSO_WM_UNIT_LAYERLEVEL" val="1"/>
  <p:tag name="KSO_WM_TAG_VERSION" val="1.0"/>
  <p:tag name="KSO_WM_BEAUTIFY_FLAG" val="#wm#"/>
  <p:tag name="KSO_WM_UNIT_TYPE" val="i"/>
  <p:tag name="KSO_WM_UNIT_INDEX" val="108"/>
</p:tagLst>
</file>

<file path=ppt/tags/tag8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
  <p:tag name="KSO_WM_TEMPLATE_CATEGORY" val="diagram"/>
  <p:tag name="KSO_WM_TEMPLATE_INDEX" val="20198147"/>
  <p:tag name="KSO_WM_UNIT_LAYERLEVEL" val="1"/>
  <p:tag name="KSO_WM_TAG_VERSION" val="1.0"/>
  <p:tag name="KSO_WM_BEAUTIFY_FLAG" val="#wm#"/>
  <p:tag name="KSO_WM_UNIT_TYPE" val="i"/>
  <p:tag name="KSO_WM_UNIT_INDEX" val="3"/>
</p:tagLst>
</file>

<file path=ppt/tags/tag8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
  <p:tag name="KSO_WM_TEMPLATE_CATEGORY" val="diagram"/>
  <p:tag name="KSO_WM_TEMPLATE_INDEX" val="20198147"/>
  <p:tag name="KSO_WM_UNIT_LAYERLEVEL" val="1"/>
  <p:tag name="KSO_WM_TAG_VERSION" val="1.0"/>
  <p:tag name="KSO_WM_BEAUTIFY_FLAG" val="#wm#"/>
  <p:tag name="KSO_WM_UNIT_TYPE" val="i"/>
  <p:tag name="KSO_WM_UNIT_INDEX" val="4"/>
</p:tagLst>
</file>

<file path=ppt/tags/tag8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
  <p:tag name="KSO_WM_TEMPLATE_CATEGORY" val="diagram"/>
  <p:tag name="KSO_WM_TEMPLATE_INDEX" val="20198147"/>
  <p:tag name="KSO_WM_UNIT_LAYERLEVEL" val="1"/>
  <p:tag name="KSO_WM_TAG_VERSION" val="1.0"/>
  <p:tag name="KSO_WM_BEAUTIFY_FLAG" val="#wm#"/>
  <p:tag name="KSO_WM_UNIT_TYPE" val="i"/>
  <p:tag name="KSO_WM_UNIT_INDEX" val="5"/>
</p:tagLst>
</file>

<file path=ppt/tags/tag8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
  <p:tag name="KSO_WM_TEMPLATE_CATEGORY" val="diagram"/>
  <p:tag name="KSO_WM_TEMPLATE_INDEX" val="20198147"/>
  <p:tag name="KSO_WM_UNIT_LAYERLEVEL" val="1"/>
  <p:tag name="KSO_WM_TAG_VERSION" val="1.0"/>
  <p:tag name="KSO_WM_BEAUTIFY_FLAG" val="#wm#"/>
  <p:tag name="KSO_WM_UNIT_TYPE" val="i"/>
  <p:tag name="KSO_WM_UNIT_INDEX" val="6"/>
</p:tagLst>
</file>

<file path=ppt/tags/tag8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
  <p:tag name="KSO_WM_TEMPLATE_CATEGORY" val="diagram"/>
  <p:tag name="KSO_WM_TEMPLATE_INDEX" val="20198147"/>
  <p:tag name="KSO_WM_UNIT_LAYERLEVEL" val="1"/>
  <p:tag name="KSO_WM_TAG_VERSION" val="1.0"/>
  <p:tag name="KSO_WM_BEAUTIFY_FLAG" val="#wm#"/>
  <p:tag name="KSO_WM_UNIT_TYPE" val="i"/>
  <p:tag name="KSO_WM_UNIT_INDEX" val="7"/>
</p:tagLst>
</file>

<file path=ppt/tags/tag8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
  <p:tag name="KSO_WM_TEMPLATE_CATEGORY" val="diagram"/>
  <p:tag name="KSO_WM_TEMPLATE_INDEX" val="20198147"/>
  <p:tag name="KSO_WM_UNIT_LAYERLEVEL" val="1"/>
  <p:tag name="KSO_WM_TAG_VERSION" val="1.0"/>
  <p:tag name="KSO_WM_BEAUTIFY_FLAG" val="#wm#"/>
  <p:tag name="KSO_WM_UNIT_TYPE" val="i"/>
  <p:tag name="KSO_WM_UNIT_INDEX" val="8"/>
</p:tagLst>
</file>

<file path=ppt/tags/tag8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
  <p:tag name="KSO_WM_TEMPLATE_CATEGORY" val="diagram"/>
  <p:tag name="KSO_WM_TEMPLATE_INDEX" val="20198147"/>
  <p:tag name="KSO_WM_UNIT_LAYERLEVEL" val="1"/>
  <p:tag name="KSO_WM_TAG_VERSION" val="1.0"/>
  <p:tag name="KSO_WM_BEAUTIFY_FLAG" val="#wm#"/>
  <p:tag name="KSO_WM_UNIT_TYPE" val="i"/>
  <p:tag name="KSO_WM_UNIT_INDEX" val="9"/>
</p:tagLst>
</file>

<file path=ppt/tags/tag8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0"/>
  <p:tag name="KSO_WM_TEMPLATE_CATEGORY" val="diagram"/>
  <p:tag name="KSO_WM_TEMPLATE_INDEX" val="20198147"/>
  <p:tag name="KSO_WM_UNIT_LAYERLEVEL" val="1"/>
  <p:tag name="KSO_WM_TAG_VERSION" val="1.0"/>
  <p:tag name="KSO_WM_BEAUTIFY_FLAG" val="#wm#"/>
  <p:tag name="KSO_WM_UNIT_TYPE" val="i"/>
  <p:tag name="KSO_WM_UNIT_INDEX" val="10"/>
</p:tagLst>
</file>

<file path=ppt/tags/tag8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1"/>
  <p:tag name="KSO_WM_TEMPLATE_CATEGORY" val="diagram"/>
  <p:tag name="KSO_WM_TEMPLATE_INDEX" val="20198147"/>
  <p:tag name="KSO_WM_UNIT_LAYERLEVEL" val="1"/>
  <p:tag name="KSO_WM_TAG_VERSION" val="1.0"/>
  <p:tag name="KSO_WM_BEAUTIFY_FLAG" val="#wm#"/>
  <p:tag name="KSO_WM_UNIT_TYPE" val="i"/>
  <p:tag name="KSO_WM_UNIT_INDEX" val="11"/>
</p:tagLst>
</file>

<file path=ppt/tags/tag8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2"/>
  <p:tag name="KSO_WM_TEMPLATE_CATEGORY" val="diagram"/>
  <p:tag name="KSO_WM_TEMPLATE_INDEX" val="20198147"/>
  <p:tag name="KSO_WM_UNIT_LAYERLEVEL" val="1"/>
  <p:tag name="KSO_WM_TAG_VERSION" val="1.0"/>
  <p:tag name="KSO_WM_BEAUTIFY_FLAG" val="#wm#"/>
  <p:tag name="KSO_WM_UNIT_TYPE" val="i"/>
  <p:tag name="KSO_WM_UNIT_INDEX" val="12"/>
</p:tagLst>
</file>

<file path=ppt/tags/tag8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33"/>
  <p:tag name="KSO_WM_TEMPLATE_CATEGORY" val="diagram"/>
  <p:tag name="KSO_WM_TEMPLATE_INDEX" val="20198147"/>
  <p:tag name="KSO_WM_UNIT_LAYERLEVEL" val="1"/>
  <p:tag name="KSO_WM_TAG_VERSION" val="1.0"/>
  <p:tag name="KSO_WM_BEAUTIFY_FLAG" val="#wm#"/>
  <p:tag name="KSO_WM_UNIT_TYPE" val="i"/>
  <p:tag name="KSO_WM_UNIT_INDEX" val="33"/>
</p:tagLst>
</file>

<file path=ppt/tags/tag8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44"/>
  <p:tag name="KSO_WM_TEMPLATE_CATEGORY" val="diagram"/>
  <p:tag name="KSO_WM_TEMPLATE_INDEX" val="20198147"/>
  <p:tag name="KSO_WM_UNIT_LAYERLEVEL" val="1"/>
  <p:tag name="KSO_WM_TAG_VERSION" val="1.0"/>
  <p:tag name="KSO_WM_BEAUTIFY_FLAG" val="#wm#"/>
  <p:tag name="KSO_WM_UNIT_TYPE" val="i"/>
  <p:tag name="KSO_WM_UNIT_INDEX" val="44"/>
</p:tagLst>
</file>

<file path=ppt/tags/tag8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55"/>
  <p:tag name="KSO_WM_TEMPLATE_CATEGORY" val="diagram"/>
  <p:tag name="KSO_WM_TEMPLATE_INDEX" val="20198147"/>
  <p:tag name="KSO_WM_UNIT_LAYERLEVEL" val="1"/>
  <p:tag name="KSO_WM_TAG_VERSION" val="1.0"/>
  <p:tag name="KSO_WM_BEAUTIFY_FLAG" val="#wm#"/>
  <p:tag name="KSO_WM_UNIT_TYPE" val="i"/>
  <p:tag name="KSO_WM_UNIT_INDEX" val="55"/>
</p:tagLst>
</file>

<file path=ppt/tags/tag8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66"/>
  <p:tag name="KSO_WM_TEMPLATE_CATEGORY" val="diagram"/>
  <p:tag name="KSO_WM_TEMPLATE_INDEX" val="20198147"/>
  <p:tag name="KSO_WM_UNIT_LAYERLEVEL" val="1"/>
  <p:tag name="KSO_WM_TAG_VERSION" val="1.0"/>
  <p:tag name="KSO_WM_BEAUTIFY_FLAG" val="#wm#"/>
  <p:tag name="KSO_WM_UNIT_TYPE" val="i"/>
  <p:tag name="KSO_WM_UNIT_INDEX" val="66"/>
</p:tagLst>
</file>

<file path=ppt/tags/tag8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77"/>
  <p:tag name="KSO_WM_TEMPLATE_CATEGORY" val="diagram"/>
  <p:tag name="KSO_WM_TEMPLATE_INDEX" val="20198147"/>
  <p:tag name="KSO_WM_UNIT_LAYERLEVEL" val="1"/>
  <p:tag name="KSO_WM_TAG_VERSION" val="1.0"/>
  <p:tag name="KSO_WM_BEAUTIFY_FLAG" val="#wm#"/>
  <p:tag name="KSO_WM_UNIT_TYPE" val="i"/>
  <p:tag name="KSO_WM_UNIT_INDEX" val="77"/>
</p:tagLst>
</file>

<file path=ppt/tags/tag8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88"/>
  <p:tag name="KSO_WM_TEMPLATE_CATEGORY" val="diagram"/>
  <p:tag name="KSO_WM_TEMPLATE_INDEX" val="20198147"/>
  <p:tag name="KSO_WM_UNIT_LAYERLEVEL" val="1"/>
  <p:tag name="KSO_WM_TAG_VERSION" val="1.0"/>
  <p:tag name="KSO_WM_BEAUTIFY_FLAG" val="#wm#"/>
  <p:tag name="KSO_WM_UNIT_TYPE" val="i"/>
  <p:tag name="KSO_WM_UNIT_INDEX" val="88"/>
</p:tagLst>
</file>

<file path=ppt/tags/tag8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10"/>
  <p:tag name="KSO_WM_TEMPLATE_CATEGORY" val="diagram"/>
  <p:tag name="KSO_WM_TEMPLATE_INDEX" val="20198147"/>
  <p:tag name="KSO_WM_UNIT_LAYERLEVEL" val="1"/>
  <p:tag name="KSO_WM_TAG_VERSION" val="1.0"/>
  <p:tag name="KSO_WM_BEAUTIFY_FLAG" val="#wm#"/>
  <p:tag name="KSO_WM_UNIT_TYPE" val="i"/>
  <p:tag name="KSO_WM_UNIT_INDEX" val="110"/>
</p:tagLst>
</file>

<file path=ppt/tags/tag8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99"/>
  <p:tag name="KSO_WM_TEMPLATE_CATEGORY" val="diagram"/>
  <p:tag name="KSO_WM_TEMPLATE_INDEX" val="20198147"/>
  <p:tag name="KSO_WM_UNIT_LAYERLEVEL" val="1"/>
  <p:tag name="KSO_WM_TAG_VERSION" val="1.0"/>
  <p:tag name="KSO_WM_BEAUTIFY_FLAG" val="#wm#"/>
  <p:tag name="KSO_WM_UNIT_TYPE" val="i"/>
  <p:tag name="KSO_WM_UNIT_INDEX" val="99"/>
</p:tagLst>
</file>

<file path=ppt/tags/tag845.xml><?xml version="1.0" encoding="utf-8"?>
<p:tagLst xmlns:a="http://schemas.openxmlformats.org/drawingml/2006/main" xmlns:r="http://schemas.openxmlformats.org/officeDocument/2006/relationships" xmlns:p="http://schemas.openxmlformats.org/presentationml/2006/main">
  <p:tag name="KSO_WM_UNIT_VALUE" val="1079*607"/>
  <p:tag name="KSO_WM_UNIT_HIGHLIGHT" val="0"/>
  <p:tag name="KSO_WM_UNIT_COMPATIBLE" val="0"/>
  <p:tag name="KSO_WM_UNIT_DIAGRAM_ISNUMVISUAL" val="0"/>
  <p:tag name="KSO_WM_UNIT_DIAGRAM_ISREFERUNIT" val="0"/>
  <p:tag name="KSO_WM_UNIT_TYPE" val="d"/>
  <p:tag name="KSO_WM_UNIT_INDEX" val="1"/>
  <p:tag name="KSO_WM_UNIT_ID" val="diagram20198147_1*d*1"/>
  <p:tag name="KSO_WM_TEMPLATE_CATEGORY" val="diagram"/>
  <p:tag name="KSO_WM_TEMPLATE_INDEX" val="20198147"/>
  <p:tag name="KSO_WM_UNIT_LAYERLEVEL" val="1"/>
  <p:tag name="KSO_WM_TAG_VERSION" val="1.0"/>
  <p:tag name="KSO_WM_BEAUTIFY_FLAG" val="#wm#"/>
  <p:tag name="KSO_WM_UNIT_PICTURE_CLIP_FLAG" val="1"/>
</p:tagLst>
</file>

<file path=ppt/tags/tag8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2"/>
  <p:tag name="KSO_WM_TEMPLATE_CATEGORY" val="diagram"/>
  <p:tag name="KSO_WM_TEMPLATE_INDEX" val="20198147"/>
  <p:tag name="KSO_WM_UNIT_LAYERLEVEL" val="1"/>
  <p:tag name="KSO_WM_TAG_VERSION" val="1.0"/>
  <p:tag name="KSO_WM_BEAUTIFY_FLAG" val="#wm#"/>
  <p:tag name="KSO_WM_UNIT_TYPE" val="i"/>
  <p:tag name="KSO_WM_UNIT_INDEX" val="2"/>
</p:tagLst>
</file>

<file path=ppt/tags/tag847.xml><?xml version="1.0" encoding="utf-8"?>
<p:tagLst xmlns:a="http://schemas.openxmlformats.org/drawingml/2006/main" xmlns:r="http://schemas.openxmlformats.org/officeDocument/2006/relationships" xmlns:p="http://schemas.openxmlformats.org/presentationml/2006/main">
  <p:tag name="KSO_WM_UNIT_TEXT_PART_ID_V2" val="d-1-1"/>
  <p:tag name="KSO_WM_UNIT_PRESET_TEXT" val="点击此处添加正文，文字是您思想的提炼，请言简意赅的阐述观点。"/>
  <p:tag name="KSO_WM_UNIT_NOCLEAR" val="0"/>
  <p:tag name="KSO_WM_UNIT_VALUE" val="36"/>
  <p:tag name="KSO_WM_UNIT_HIGHLIGHT" val="0"/>
  <p:tag name="KSO_WM_UNIT_COMPATIBLE" val="0"/>
  <p:tag name="KSO_WM_UNIT_DIAGRAM_ISNUMVISUAL" val="0"/>
  <p:tag name="KSO_WM_UNIT_DIAGRAM_ISREFERUNIT" val="0"/>
  <p:tag name="KSO_WM_UNIT_TYPE" val="f"/>
  <p:tag name="KSO_WM_UNIT_INDEX" val="1"/>
  <p:tag name="KSO_WM_UNIT_ID" val="diagram20198147_1*f*1"/>
  <p:tag name="KSO_WM_TEMPLATE_CATEGORY" val="diagram"/>
  <p:tag name="KSO_WM_TEMPLATE_INDEX" val="20198147"/>
  <p:tag name="KSO_WM_UNIT_LAYERLEVEL" val="1"/>
  <p:tag name="KSO_WM_TAG_VERSION" val="1.0"/>
  <p:tag name="KSO_WM_BEAUTIFY_FLAG" val="#wm#"/>
</p:tagLst>
</file>

<file path=ppt/tags/tag8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3"/>
  <p:tag name="KSO_WM_TEMPLATE_CATEGORY" val="diagram"/>
  <p:tag name="KSO_WM_TEMPLATE_INDEX" val="20198147"/>
  <p:tag name="KSO_WM_UNIT_LAYERLEVEL" val="1"/>
  <p:tag name="KSO_WM_TAG_VERSION" val="1.0"/>
  <p:tag name="KSO_WM_BEAUTIFY_FLAG" val="#wm#"/>
  <p:tag name="KSO_WM_UNIT_TYPE" val="i"/>
  <p:tag name="KSO_WM_UNIT_INDEX" val="13"/>
</p:tagLst>
</file>

<file path=ppt/tags/tag8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8147_1*i*15"/>
  <p:tag name="KSO_WM_TEMPLATE_CATEGORY" val="diagram"/>
  <p:tag name="KSO_WM_TEMPLATE_INDEX" val="20198147"/>
  <p:tag name="KSO_WM_UNIT_LAYERLEVEL" val="1"/>
  <p:tag name="KSO_WM_TAG_VERSION" val="1.0"/>
  <p:tag name="KSO_WM_BEAUTIFY_FLAG" val="#wm#"/>
  <p:tag name="KSO_WM_UNIT_TYPE" val="i"/>
  <p:tag name="KSO_WM_UNIT_INDEX" val="15"/>
</p:tagLst>
</file>

<file path=ppt/tags/tag850.xml><?xml version="1.0" encoding="utf-8"?>
<p:tagLst xmlns:a="http://schemas.openxmlformats.org/drawingml/2006/main" xmlns:r="http://schemas.openxmlformats.org/officeDocument/2006/relationships" xmlns:p="http://schemas.openxmlformats.org/presentationml/2006/main">
  <p:tag name="KSO_WM_UNIT_TEXT_PART_ID_V2" val="b-3-1"/>
  <p:tag name="KSO_WM_UNIT_ISCONTENTSTITLE" val="0"/>
  <p:tag name="KSO_WM_UNIT_PRESET_TEXT" val="单击此处添加您的大标题"/>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147_1*a*1"/>
  <p:tag name="KSO_WM_TEMPLATE_CATEGORY" val="diagram"/>
  <p:tag name="KSO_WM_TEMPLATE_INDEX" val="20198147"/>
  <p:tag name="KSO_WM_UNIT_LAYERLEVEL" val="1"/>
  <p:tag name="KSO_WM_TAG_VERSION" val="1.0"/>
  <p:tag name="KSO_WM_BEAUTIFY_FLAG" val="#wm#"/>
</p:tagLst>
</file>

<file path=ppt/tags/tag851.xml><?xml version="1.0" encoding="utf-8"?>
<p:tagLst xmlns:a="http://schemas.openxmlformats.org/drawingml/2006/main" xmlns:r="http://schemas.openxmlformats.org/officeDocument/2006/relationships" xmlns:p="http://schemas.openxmlformats.org/presentationml/2006/main">
  <p:tag name="KSO_WM_SLIDE_ID" val="diagram20194764_1"/>
  <p:tag name="KSO_WM_TEMPLATE_SUBCATEGORY" val="0"/>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764"/>
  <p:tag name="KSO_WM_SLIDE_LAYOUT" val="a_f"/>
  <p:tag name="KSO_WM_SLIDE_LAYOUT_CNT" val="1_1"/>
  <p:tag name="KSO_WM_TEMPLATE_MASTER_TYPE" val="0"/>
  <p:tag name="KSO_WM_TEMPLATE_COLOR_TYPE" val="1"/>
</p:tagLst>
</file>

<file path=ppt/tags/tag8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4764_1*i*1"/>
  <p:tag name="KSO_WM_TEMPLATE_CATEGORY" val="diagram"/>
  <p:tag name="KSO_WM_TEMPLATE_INDEX" val="20194764"/>
  <p:tag name="KSO_WM_UNIT_LAYERLEVEL" val="1"/>
  <p:tag name="KSO_WM_TAG_VERSION" val="1.0"/>
  <p:tag name="KSO_WM_BEAUTIFY_FLAG" val="#wm#"/>
  <p:tag name="KSO_WM_UNIT_TYPE" val="i"/>
  <p:tag name="KSO_WM_UNIT_INDEX" val="1"/>
</p:tagLst>
</file>

<file path=ppt/tags/tag8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4764_1*i*2"/>
  <p:tag name="KSO_WM_TEMPLATE_CATEGORY" val="diagram"/>
  <p:tag name="KSO_WM_TEMPLATE_INDEX" val="20194764"/>
  <p:tag name="KSO_WM_UNIT_LAYERLEVEL" val="1"/>
  <p:tag name="KSO_WM_TAG_VERSION" val="1.0"/>
  <p:tag name="KSO_WM_BEAUTIFY_FLAG" val="#wm#"/>
  <p:tag name="KSO_WM_UNIT_TYPE" val="i"/>
  <p:tag name="KSO_WM_UNIT_INDEX" val="2"/>
</p:tagLst>
</file>

<file path=ppt/tags/tag854.xml><?xml version="1.0" encoding="utf-8"?>
<p:tagLst xmlns:a="http://schemas.openxmlformats.org/drawingml/2006/main" xmlns:r="http://schemas.openxmlformats.org/officeDocument/2006/relationships" xmlns:p="http://schemas.openxmlformats.org/presentationml/2006/main">
  <p:tag name="KSO_WM_UNIT_TEXT_PART_ID_V2" val="d-4-1"/>
  <p:tag name="KSO_WM_UNIT_PRESET_TEXT" val="此处添加小标题：&#10;点击此处添加正文，文字是您思想的提炼，为了最终演示发布的良好效果，请尽量言简意赅的阐述观点。&#10;此处添加小标题：&#10;点击此处添加正文，文字是您思想的提炼，为了最终演示发布的良好效果，请尽量言简意赅的阐述观点；根据需要可酌情增减文字，以便观者可以准确理解您所传达的信息。&#10;此处添加小标题：&#10;您的正文已经简明扼要，字字珠玑，但信息却千丝万缕、错综复杂，需要用更多的文字来表述；但请您尽可能提炼思想的精髓，恰如其分的表达观点，往往可以事半功倍。&#10;为了能让您有更直观的字数感受，并进一步方便使用，我们为您标注了最适合的位置。您输入的文字到这里时，就是最佳视觉效果。&#10;此处添加小标题：&#10;点击此处添加正文，文字是您思想的提炼，为了最终演示发布的良好效果，请尽量言简意赅的阐述观点；根据需要可酌情增减文字，以便观者可以准确理解您所传达的信息。"/>
  <p:tag name="KSO_WM_UNIT_NOCLEAR" val="1"/>
  <p:tag name="KSO_WM_UNIT_VALUE" val="728"/>
  <p:tag name="KSO_WM_UNIT_HIGHLIGHT" val="0"/>
  <p:tag name="KSO_WM_UNIT_COMPATIBLE" val="0"/>
  <p:tag name="KSO_WM_UNIT_DIAGRAM_ISNUMVISUAL" val="0"/>
  <p:tag name="KSO_WM_UNIT_DIAGRAM_ISREFERUNIT" val="0"/>
  <p:tag name="KSO_WM_UNIT_TYPE" val="f"/>
  <p:tag name="KSO_WM_UNIT_INDEX" val="1"/>
  <p:tag name="KSO_WM_UNIT_ID" val="diagram20194764_1*f*1"/>
  <p:tag name="KSO_WM_TEMPLATE_CATEGORY" val="diagram"/>
  <p:tag name="KSO_WM_TEMPLATE_INDEX" val="20194764"/>
  <p:tag name="KSO_WM_UNIT_LAYERLEVEL" val="1"/>
  <p:tag name="KSO_WM_TAG_VERSION" val="1.0"/>
  <p:tag name="KSO_WM_BEAUTIFY_FLAG" val="#wm#"/>
</p:tagLst>
</file>

<file path=ppt/tags/tag85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此处可添加您的大标题内容"/>
  <p:tag name="KSO_WM_UNIT_TEXT_PART_ID" val="2-X"/>
  <p:tag name="KSO_WM_UNIT_TEXT_PART_SIZE" val="49.2*559"/>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4764_1*a*1"/>
  <p:tag name="KSO_WM_TEMPLATE_CATEGORY" val="diagram"/>
  <p:tag name="KSO_WM_TEMPLATE_INDEX" val="20194764"/>
  <p:tag name="KSO_WM_UNIT_LAYERLEVEL" val="1"/>
  <p:tag name="KSO_WM_TAG_VERSION" val="1.0"/>
  <p:tag name="KSO_WM_BEAUTIFY_FLAG" val="#wm#"/>
  <p:tag name="KSO_WM_UNIT_NOCLEAR" val="0"/>
  <p:tag name="KSO_WM_UNIT_TEXT_PART_ID_V2" val="a-3-1"/>
</p:tagLst>
</file>

<file path=ppt/tags/tag8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88024"/>
  <p:tag name="KSO_WM_SLIDE_COLORSCHEME_VERSION" val="3.2"/>
  <p:tag name="KSO_WM_SLIDE_ID" val="diagram20188024_5"/>
  <p:tag name="KSO_WM_TEMPLATE_SUBCATEGORY" val="0"/>
  <p:tag name="KSO_WM_TEMPLATE_MASTER_TYPE" val="0"/>
  <p:tag name="KSO_WM_TEMPLATE_COLOR_TYPE" val="1"/>
  <p:tag name="KSO_WM_SLIDE_TYPE" val="text"/>
  <p:tag name="KSO_WM_SLIDE_SUBTYPE" val="diag"/>
  <p:tag name="KSO_WM_SLIDE_ITEM_CNT" val="4"/>
  <p:tag name="KSO_WM_SLIDE_INDEX" val="5"/>
  <p:tag name="KSO_WM_SLIDE_SIZE" val="513.074*394.273"/>
  <p:tag name="KSO_WM_SLIDE_POSITION" val="0.61937*116.488"/>
  <p:tag name="KSO_WM_DIAGRAM_GROUP_CODE" val="l1-1"/>
  <p:tag name="KSO_WM_SLIDE_DIAGTYPE" val="l"/>
  <p:tag name="KSO_WM_TAG_VERSION" val="1.0"/>
  <p:tag name="KSO_WM_SLIDE_LAYOUT" val="a_f_l"/>
  <p:tag name="KSO_WM_SLIDE_LAYOUT_CNT" val="1_2_1"/>
</p:tagLst>
</file>

<file path=ppt/tags/tag857.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5"/>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88024_5*f*1"/>
  <p:tag name="KSO_WM_TEMPLATE_CATEGORY" val="diagram"/>
  <p:tag name="KSO_WM_TEMPLATE_INDEX" val="20188024"/>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858.xml><?xml version="1.0" encoding="utf-8"?>
<p:tagLst xmlns:a="http://schemas.openxmlformats.org/drawingml/2006/main" xmlns:r="http://schemas.openxmlformats.org/officeDocument/2006/relationships" xmlns:p="http://schemas.openxmlformats.org/presentationml/2006/main">
  <p:tag name="KSO_WM_UNIT_COLOR_SCHEME_SHAPE_ID" val="43"/>
  <p:tag name="KSO_WM_UNIT_COLOR_SCHEME_PARENT_PAGE" val="0_5"/>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8024_5*a*1"/>
  <p:tag name="KSO_WM_TEMPLATE_CATEGORY" val="diagram"/>
  <p:tag name="KSO_WM_TEMPLATE_INDEX" val="2018802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859.xml><?xml version="1.0" encoding="utf-8"?>
<p:tagLst xmlns:a="http://schemas.openxmlformats.org/drawingml/2006/main" xmlns:r="http://schemas.openxmlformats.org/officeDocument/2006/relationships" xmlns:p="http://schemas.openxmlformats.org/presentationml/2006/main">
  <p:tag name="KSO_WM_UNIT_COLOR_SCHEME_SHAPE_ID" val="4"/>
  <p:tag name="KSO_WM_UNIT_COLOR_SCHEME_PARENT_PAGE" val="0_4"/>
  <p:tag name="KSO_WM_UNIT_DECOLORIZATION" val="1"/>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188024_4*l_i*1_1"/>
  <p:tag name="KSO_WM_TEMPLATE_CATEGORY" val="diagram"/>
  <p:tag name="KSO_WM_TEMPLATE_INDEX" val="20188024"/>
  <p:tag name="KSO_WM_UNIT_LAYERLEVEL" val="1_1"/>
  <p:tag name="KSO_WM_TAG_VERSION" val="1.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 name="KSO_WM_UNIT_DIAGRAM_SCHEMECOLOR_ID" val="0"/>
</p:tagLst>
</file>

<file path=ppt/tags/tag860.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88024_4*l_h_i*1_1_1"/>
  <p:tag name="KSO_WM_TEMPLATE_CATEGORY" val="diagram"/>
  <p:tag name="KSO_WM_TEMPLATE_INDEX" val="20188024"/>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 name="KSO_WM_UNIT_DIAGRAM_SCHEMECOLOR_ID" val="0"/>
</p:tagLst>
</file>

<file path=ppt/tags/tag861.xml><?xml version="1.0" encoding="utf-8"?>
<p:tagLst xmlns:a="http://schemas.openxmlformats.org/drawingml/2006/main" xmlns:r="http://schemas.openxmlformats.org/officeDocument/2006/relationships" xmlns:p="http://schemas.openxmlformats.org/presentationml/2006/main">
  <p:tag name="KSO_WM_UNIT_COLOR_SCHEME_SHAPE_ID" val="23"/>
  <p:tag name="KSO_WM_UNIT_COLOR_SCHEME_PARENT_PAGE" val="0_4"/>
  <p:tag name="KSO_WM_UNIT_VALUE" val="61*7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188024_4*l_h_x*1_1_1"/>
  <p:tag name="KSO_WM_TEMPLATE_CATEGORY" val="diagram"/>
  <p:tag name="KSO_WM_TEMPLATE_INDEX" val="20188024"/>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862.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88024_4*l_h_i*1_3_1"/>
  <p:tag name="KSO_WM_TEMPLATE_CATEGORY" val="diagram"/>
  <p:tag name="KSO_WM_TEMPLATE_INDEX" val="20188024"/>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UNIT_USESOURCEFORMAT_APPLY" val="1"/>
  <p:tag name="KSO_WM_UNIT_DIAGRAM_SCHEMECOLOR_ID" val="0"/>
</p:tagLst>
</file>

<file path=ppt/tags/tag863.xml><?xml version="1.0" encoding="utf-8"?>
<p:tagLst xmlns:a="http://schemas.openxmlformats.org/drawingml/2006/main" xmlns:r="http://schemas.openxmlformats.org/officeDocument/2006/relationships" xmlns:p="http://schemas.openxmlformats.org/presentationml/2006/main">
  <p:tag name="KSO_WM_UNIT_COLOR_SCHEME_SHAPE_ID" val="21"/>
  <p:tag name="KSO_WM_UNIT_COLOR_SCHEME_PARENT_PAGE" val="0_4"/>
  <p:tag name="KSO_WM_UNIT_VALUE" val="69*70"/>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188024_4*l_h_x*1_3_1"/>
  <p:tag name="KSO_WM_TEMPLATE_CATEGORY" val="diagram"/>
  <p:tag name="KSO_WM_TEMPLATE_INDEX" val="20188024"/>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864.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4"/>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8024_4*l_h_f*1_1_1"/>
  <p:tag name="KSO_WM_TEMPLATE_CATEGORY" val="diagram"/>
  <p:tag name="KSO_WM_TEMPLATE_INDEX" val="20188024"/>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 name="KSO_WM_UNIT_DIAGRAM_SCHEMECOLOR_ID" val="0"/>
</p:tagLst>
</file>

<file path=ppt/tags/tag865.xml><?xml version="1.0" encoding="utf-8"?>
<p:tagLst xmlns:a="http://schemas.openxmlformats.org/drawingml/2006/main" xmlns:r="http://schemas.openxmlformats.org/officeDocument/2006/relationships" xmlns:p="http://schemas.openxmlformats.org/presentationml/2006/main">
  <p:tag name="KSO_WM_UNIT_COLOR_SCHEME_SHAPE_ID" val="1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88024_4*l_h_i*1_2_1"/>
  <p:tag name="KSO_WM_TEMPLATE_CATEGORY" val="diagram"/>
  <p:tag name="KSO_WM_TEMPLATE_INDEX" val="20188024"/>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UNIT_USESOURCEFORMAT_APPLY" val="1"/>
  <p:tag name="KSO_WM_UNIT_DIAGRAM_SCHEMECOLOR_ID" val="0"/>
</p:tagLst>
</file>

<file path=ppt/tags/tag866.xml><?xml version="1.0" encoding="utf-8"?>
<p:tagLst xmlns:a="http://schemas.openxmlformats.org/drawingml/2006/main" xmlns:r="http://schemas.openxmlformats.org/officeDocument/2006/relationships" xmlns:p="http://schemas.openxmlformats.org/presentationml/2006/main">
  <p:tag name="KSO_WM_UNIT_COLOR_SCHEME_SHAPE_ID" val="13"/>
  <p:tag name="KSO_WM_UNIT_COLOR_SCHEME_PARENT_PAGE" val="0_4"/>
  <p:tag name="KSO_WM_UNIT_VALUE" val="66*53"/>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188024_4*l_h_x*1_2_1"/>
  <p:tag name="KSO_WM_TEMPLATE_CATEGORY" val="diagram"/>
  <p:tag name="KSO_WM_TEMPLATE_INDEX" val="20188024"/>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867.xml><?xml version="1.0" encoding="utf-8"?>
<p:tagLst xmlns:a="http://schemas.openxmlformats.org/drawingml/2006/main" xmlns:r="http://schemas.openxmlformats.org/officeDocument/2006/relationships" xmlns:p="http://schemas.openxmlformats.org/presentationml/2006/main">
  <p:tag name="KSO_WM_UNIT_COLOR_SCHEME_SHAPE_ID" val="11"/>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188024_4*l_i*1_2"/>
  <p:tag name="KSO_WM_TEMPLATE_CATEGORY" val="diagram"/>
  <p:tag name="KSO_WM_TEMPLATE_INDEX" val="20188024"/>
  <p:tag name="KSO_WM_UNIT_LAYERLEVEL" val="1_1"/>
  <p:tag name="KSO_WM_TAG_VERSION" val="1.0"/>
  <p:tag name="KSO_WM_BEAUTIFY_FLAG" val="#wm#"/>
  <p:tag name="KSO_WM_UNIT_TEXT_FILL_FORE_SCHEMECOLOR_INDEX" val="2"/>
  <p:tag name="KSO_WM_UNIT_TEXT_FILL_TYPE" val="1"/>
  <p:tag name="KSO_WM_UNIT_USESOURCEFORMAT_APPLY" val="1"/>
  <p:tag name="KSO_WM_UNIT_DIAGRAM_SCHEMECOLOR_ID" val="0"/>
</p:tagLst>
</file>

<file path=ppt/tags/tag868.xml><?xml version="1.0" encoding="utf-8"?>
<p:tagLst xmlns:a="http://schemas.openxmlformats.org/drawingml/2006/main" xmlns:r="http://schemas.openxmlformats.org/officeDocument/2006/relationships" xmlns:p="http://schemas.openxmlformats.org/presentationml/2006/main">
  <p:tag name="KSO_WM_UNIT_COLOR_SCHEME_SHAPE_ID" val="28"/>
  <p:tag name="KSO_WM_UNIT_COLOR_SCHEME_PARENT_PAGE" val="0_4"/>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88024_4*l_h_f*1_2_1"/>
  <p:tag name="KSO_WM_TEMPLATE_CATEGORY" val="diagram"/>
  <p:tag name="KSO_WM_TEMPLATE_INDEX" val="20188024"/>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 name="KSO_WM_UNIT_DIAGRAM_SCHEMECOLOR_ID" val="0"/>
</p:tagLst>
</file>

<file path=ppt/tags/tag869.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4"/>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88024_4*l_h_f*1_3_1"/>
  <p:tag name="KSO_WM_TEMPLATE_CATEGORY" val="diagram"/>
  <p:tag name="KSO_WM_TEMPLATE_INDEX" val="20188024"/>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 name="KSO_WM_UNIT_DIAGRAM_SCHEMECOLOR_ID" val="0"/>
</p:tagLst>
</file>

<file path=ppt/tags/tag870.xml><?xml version="1.0" encoding="utf-8"?>
<p:tagLst xmlns:a="http://schemas.openxmlformats.org/drawingml/2006/main" xmlns:r="http://schemas.openxmlformats.org/officeDocument/2006/relationships" xmlns:p="http://schemas.openxmlformats.org/presentationml/2006/main">
  <p:tag name="KSO_WM_UNIT_COLOR_SCHEME_SHAPE_ID" val="31"/>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88024_4*l_h_i*1_4_1"/>
  <p:tag name="KSO_WM_TEMPLATE_CATEGORY" val="diagram"/>
  <p:tag name="KSO_WM_TEMPLATE_INDEX" val="20188024"/>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 name="KSO_WM_UNIT_USESOURCEFORMAT_APPLY" val="1"/>
  <p:tag name="KSO_WM_UNIT_DIAGRAM_SCHEMECOLOR_ID" val="0"/>
</p:tagLst>
</file>

<file path=ppt/tags/tag871.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4"/>
  <p:tag name="KSO_WM_UNIT_VALUE" val="70*70"/>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188024_4*l_h_x*1_4_1"/>
  <p:tag name="KSO_WM_TEMPLATE_CATEGORY" val="diagram"/>
  <p:tag name="KSO_WM_TEMPLATE_INDEX" val="20188024"/>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 name="KSO_WM_UNIT_DIAGRAM_SCHEMECOLOR_ID" val="0"/>
</p:tagLst>
</file>

<file path=ppt/tags/tag872.xml><?xml version="1.0" encoding="utf-8"?>
<p:tagLst xmlns:a="http://schemas.openxmlformats.org/drawingml/2006/main" xmlns:r="http://schemas.openxmlformats.org/officeDocument/2006/relationships" xmlns:p="http://schemas.openxmlformats.org/presentationml/2006/main">
  <p:tag name="KSO_WM_UNIT_COLOR_SCHEME_SHAPE_ID" val="36"/>
  <p:tag name="KSO_WM_UNIT_COLOR_SCHEME_PARENT_PAGE" val="0_4"/>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88024_4*l_h_f*1_4_1"/>
  <p:tag name="KSO_WM_TEMPLATE_CATEGORY" val="diagram"/>
  <p:tag name="KSO_WM_TEMPLATE_INDEX" val="20188024"/>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 name="KSO_WM_UNIT_DIAGRAM_SCHEMECOLOR_ID" val="0"/>
</p:tagLst>
</file>

<file path=ppt/tags/tag873.xml><?xml version="1.0" encoding="utf-8"?>
<p:tagLst xmlns:a="http://schemas.openxmlformats.org/drawingml/2006/main" xmlns:r="http://schemas.openxmlformats.org/officeDocument/2006/relationships" xmlns:p="http://schemas.openxmlformats.org/presentationml/2006/main">
  <p:tag name="KSO_WM_SLIDE_ID" val="diagram20191327_1"/>
  <p:tag name="KSO_WM_SLIDE_ITEM_CNT" val="0"/>
  <p:tag name="KSO_WM_SLIDE_INDEX" val="1"/>
  <p:tag name="KSO_WM_TAG_VERSION" val="1.0"/>
  <p:tag name="KSO_WM_BEAUTIFY_FLAG" val="#wm#"/>
  <p:tag name="KSO_WM_TEMPLATE_CATEGORY" val="diagram"/>
  <p:tag name="KSO_WM_TEMPLATE_INDEX" val="20191327"/>
  <p:tag name="KSO_WM_SLIDE_LAYOUT" val="a_d_f"/>
  <p:tag name="KSO_WM_SLIDE_LAYOUT_CNT" val="1_1_1"/>
  <p:tag name="KSO_WM_SLIDE_TYPE" val="text"/>
  <p:tag name="KSO_WM_SLIDE_SUBTYPE" val="picTxt"/>
  <p:tag name="KSO_WM_SLIDE_SIZE" val="960*375"/>
  <p:tag name="KSO_WM_SLIDE_POSITION" val="0*82"/>
  <p:tag name="KSO_WM_SLIDE_CONSTRAINT" val="%7b%22slideConstraint%22%3a%7b%22seriesAreas%22%3a%5b%5d%2c%22singleAreas%22%3a%5b%7b%22shapes%22%3a%5b8%5d%2c%22serialConstraintIndex%22%3a-1%2c%22areatextmark%22%3a0%2c%22pictureprocessmark%22%3a0%7d%5d%7d%7d"/>
  <p:tag name="KSO_WM_SLIDE_COLORSCHEME_VERSION" val="3.2"/>
</p:tagLst>
</file>

<file path=ppt/tags/tag8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1327_1*i*1"/>
  <p:tag name="KSO_WM_TEMPLATE_CATEGORY" val="diagram"/>
  <p:tag name="KSO_WM_TEMPLATE_INDEX" val="20191327"/>
  <p:tag name="KSO_WM_UNIT_LAYERLEVEL" val="1"/>
  <p:tag name="KSO_WM_TAG_VERSION" val="1.0"/>
  <p:tag name="KSO_WM_BEAUTIFY_FLAG" val="#wm#"/>
  <p:tag name="KSO_WM_UNIT_ADJUSTLAYOUT_ID" val="15"/>
  <p:tag name="KSO_WM_UNIT_COLOR_SCHEME_SHAPE_ID" val="15"/>
  <p:tag name="KSO_WM_UNIT_COLOR_SCHEME_PARENT_PAGE" val="0_1"/>
</p:tagLst>
</file>

<file path=ppt/tags/tag8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1327_1*i*2"/>
  <p:tag name="KSO_WM_TEMPLATE_CATEGORY" val="diagram"/>
  <p:tag name="KSO_WM_TEMPLATE_INDEX" val="20191327"/>
  <p:tag name="KSO_WM_UNIT_LAYERLEVEL" val="1"/>
  <p:tag name="KSO_WM_TAG_VERSION" val="1.0"/>
  <p:tag name="KSO_WM_BEAUTIFY_FLAG" val="#wm#"/>
  <p:tag name="KSO_WM_UNIT_ADJUSTLAYOUT_ID" val="38"/>
  <p:tag name="KSO_WM_UNIT_COLOR_SCHEME_SHAPE_ID" val="38"/>
  <p:tag name="KSO_WM_UNIT_COLOR_SCHEME_PARENT_PAGE" val="0_1"/>
  <p:tag name="KSO_WM_UNIT_FOIL_COLOR" val="1"/>
</p:tagLst>
</file>

<file path=ppt/tags/tag876.xml><?xml version="1.0" encoding="utf-8"?>
<p:tagLst xmlns:a="http://schemas.openxmlformats.org/drawingml/2006/main" xmlns:r="http://schemas.openxmlformats.org/officeDocument/2006/relationships" xmlns:p="http://schemas.openxmlformats.org/presentationml/2006/main">
  <p:tag name="KSO_WM_UNIT_TEXT_PART_ID" val="2-c"/>
  <p:tag name="KSO_WM_UNIT_TEXT_PART_SIZE" val="169.76*434.5"/>
  <p:tag name="KSO_WM_UNIT_VALUE" val="182"/>
  <p:tag name="KSO_WM_UNIT_HIGHLIGHT" val="0"/>
  <p:tag name="KSO_WM_UNIT_COMPATIBLE" val="0"/>
  <p:tag name="KSO_WM_UNIT_DIAGRAM_ISNUMVISUAL" val="0"/>
  <p:tag name="KSO_WM_UNIT_DIAGRAM_ISREFERUNIT" val="0"/>
  <p:tag name="KSO_WM_UNIT_ID" val="diagram20191327_1*f*1"/>
  <p:tag name="KSO_WM_TEMPLATE_CATEGORY" val="diagram"/>
  <p:tag name="KSO_WM_TEMPLATE_INDEX" val="20191327"/>
  <p:tag name="KSO_WM_UNIT_LAYERLEVEL" val="1"/>
  <p:tag name="KSO_WM_TAG_VERSION" val="1.0"/>
  <p:tag name="KSO_WM_BEAUTIFY_FLAG" val="#wm#"/>
  <p:tag name="KSO_WM_UNIT_PRESET_TEXT" val="点击此处添加正文，文字是您思想的提炼，为了最终呈现发布的良好效果，请言简意赅的阐述您的观点，并根据需要酌情增减文字。&#10;即便信息错综复杂，需要用更多的文字来表述，也请您尽可能提炼思想的精髓，恰如其分的表达观点，往往事半功倍。"/>
  <p:tag name="KSO_WM_UNIT_TYPE" val="f"/>
  <p:tag name="KSO_WM_UNIT_INDEX" val="1"/>
  <p:tag name="KSO_WM_UNIT_ADJUSTLAYOUT_ID" val="10"/>
  <p:tag name="KSO_WM_UNIT_COLOR_SCHEME_SHAPE_ID" val="10"/>
  <p:tag name="KSO_WM_UNIT_COLOR_SCHEME_PARENT_PAGE" val="0_1"/>
  <p:tag name="KSO_WM_UNIT_TEXT_PART_ID_V2" val="d-2-1"/>
</p:tagLst>
</file>

<file path=ppt/tags/tag87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添加大标题"/>
  <p:tag name="KSO_WM_UNIT_TEXT_PART_ID" val="1-X"/>
  <p:tag name="KSO_WM_UNIT_TEXT_PART_SIZE" val="49.2*286"/>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1327_1*a*1"/>
  <p:tag name="KSO_WM_TEMPLATE_CATEGORY" val="diagram"/>
  <p:tag name="KSO_WM_TEMPLATE_INDEX" val="20191327"/>
  <p:tag name="KSO_WM_UNIT_LAYERLEVEL" val="1"/>
  <p:tag name="KSO_WM_TAG_VERSION" val="1.0"/>
  <p:tag name="KSO_WM_BEAUTIFY_FLAG" val="#wm#"/>
  <p:tag name="KSO_WM_UNIT_ADJUSTLAYOUT_ID" val="11"/>
  <p:tag name="KSO_WM_UNIT_COLOR_SCHEME_SHAPE_ID" val="11"/>
  <p:tag name="KSO_WM_UNIT_COLOR_SCHEME_PARENT_PAGE" val="0_1"/>
</p:tagLst>
</file>

<file path=ppt/tags/tag878.xml><?xml version="1.0" encoding="utf-8"?>
<p:tagLst xmlns:a="http://schemas.openxmlformats.org/drawingml/2006/main" xmlns:r="http://schemas.openxmlformats.org/officeDocument/2006/relationships" xmlns:p="http://schemas.openxmlformats.org/presentationml/2006/main">
  <p:tag name="KSO_WM_UNIT_VALUE" val="792*1584"/>
  <p:tag name="KSO_WM_UNIT_HIGHLIGHT" val="0"/>
  <p:tag name="KSO_WM_UNIT_COMPATIBLE" val="0"/>
  <p:tag name="KSO_WM_UNIT_DIAGRAM_ISNUMVISUAL" val="0"/>
  <p:tag name="KSO_WM_UNIT_DIAGRAM_ISREFERUNIT" val="0"/>
  <p:tag name="KSO_WM_UNIT_TYPE" val="d"/>
  <p:tag name="KSO_WM_UNIT_INDEX" val="1"/>
  <p:tag name="KSO_WM_UNIT_ID" val="diagram20191327_1*d*1"/>
  <p:tag name="KSO_WM_TEMPLATE_CATEGORY" val="diagram"/>
  <p:tag name="KSO_WM_TEMPLATE_INDEX" val="20191327"/>
  <p:tag name="KSO_WM_UNIT_LAYERLEVEL" val="1"/>
  <p:tag name="KSO_WM_TAG_VERSION" val="1.0"/>
  <p:tag name="KSO_WM_BEAUTIFY_FLAG" val="#wm#"/>
  <p:tag name="KSO_WM_UNIT_ADJUSTLAYOUT_ID" val="8"/>
  <p:tag name="KSO_WM_UNIT_PICTURE_CLIP_FLAG" val="1"/>
  <p:tag name="KSO_WM_UNIT_COLOR_SCHEME_SHAPE_ID" val="8"/>
  <p:tag name="KSO_WM_UNIT_COLOR_SCHEME_PARENT_PAGE" val="0_1"/>
</p:tagLst>
</file>

<file path=ppt/tags/tag879.xml><?xml version="1.0" encoding="utf-8"?>
<p:tagLst xmlns:a="http://schemas.openxmlformats.org/drawingml/2006/main" xmlns:r="http://schemas.openxmlformats.org/officeDocument/2006/relationships" xmlns:p="http://schemas.openxmlformats.org/presentationml/2006/main">
  <p:tag name="KSO_WM_SLIDE_ID" val="diagram20198150_1"/>
  <p:tag name="KSO_WM_TEMPLATE_SUBCATEGORY" val="8"/>
  <p:tag name="KSO_WM_SLIDE_ITEM_CNT" val="0"/>
  <p:tag name="KSO_WM_SLIDE_INDEX" val="1"/>
  <p:tag name="KSO_WM_TAG_VERSION" val="1.0"/>
  <p:tag name="KSO_WM_BEAUTIFY_FLAG" val="#wm#"/>
  <p:tag name="KSO_WM_TEMPLATE_CATEGORY" val="diagram"/>
  <p:tag name="KSO_WM_TEMPLATE_INDEX" val="20198150"/>
  <p:tag name="KSO_WM_SLIDE_LAYOUT" val="a_d_f"/>
  <p:tag name="KSO_WM_SLIDE_LAYOUT_CNT" val="1_1_1"/>
  <p:tag name="KSO_WM_SLIDE_TYPE" val="text"/>
  <p:tag name="KSO_WM_SLIDE_SUBTYPE" val="picTxt"/>
  <p:tag name="KSO_WM_SLIDE_SIZE" val="964*540"/>
  <p:tag name="KSO_WM_SLIDE_POSITION" val="-19*0"/>
  <p:tag name="KSO_WM_SLIDE_CONSTRAINT" val="%7b%22slideConstraint%22%3a%7b%22seriesAreas%22%3a%5b%5d%2c%22singleAreas%22%3a%5b%7b%22shapes%22%3a%5b10%5d%2c%22serialConstraintIndex%22%3a-1%2c%22areatextmark%22%3a0%2c%22pictureprocessmark%22%3a0%7d%5d%7d%7d"/>
</p:tagLst>
</file>

<file path=ppt/tags/tag8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150_1*i*1"/>
  <p:tag name="KSO_WM_TEMPLATE_CATEGORY" val="diagram"/>
  <p:tag name="KSO_WM_TEMPLATE_INDEX" val="20198150"/>
  <p:tag name="KSO_WM_UNIT_LAYERLEVEL" val="1"/>
  <p:tag name="KSO_WM_TAG_VERSION" val="1.0"/>
  <p:tag name="KSO_WM_BEAUTIFY_FLAG" val="#wm#"/>
  <p:tag name="KSO_WM_UNIT_ADJUSTLAYOUT_ID" val="258"/>
</p:tagLst>
</file>

<file path=ppt/tags/tag8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diagram20198150_1*i*23"/>
  <p:tag name="KSO_WM_TEMPLATE_CATEGORY" val="diagram"/>
  <p:tag name="KSO_WM_TEMPLATE_INDEX" val="20198150"/>
  <p:tag name="KSO_WM_UNIT_LAYERLEVEL" val="1"/>
  <p:tag name="KSO_WM_TAG_VERSION" val="1.0"/>
  <p:tag name="KSO_WM_BEAUTIFY_FLAG" val="#wm#"/>
  <p:tag name="KSO_WM_UNIT_ADJUSTLAYOUT_ID" val="621"/>
</p:tagLst>
</file>

<file path=ppt/tags/tag8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diagram20198150_1*i*35"/>
  <p:tag name="KSO_WM_TEMPLATE_CATEGORY" val="diagram"/>
  <p:tag name="KSO_WM_TEMPLATE_INDEX" val="20198150"/>
  <p:tag name="KSO_WM_UNIT_LAYERLEVEL" val="1"/>
  <p:tag name="KSO_WM_TAG_VERSION" val="1.0"/>
  <p:tag name="KSO_WM_BEAUTIFY_FLAG" val="#wm#"/>
  <p:tag name="KSO_WM_UNIT_ADJUSTLAYOUT_ID" val="622"/>
</p:tagLst>
</file>

<file path=ppt/tags/tag8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7"/>
  <p:tag name="KSO_WM_UNIT_ID" val="diagram20198150_1*i*47"/>
  <p:tag name="KSO_WM_TEMPLATE_CATEGORY" val="diagram"/>
  <p:tag name="KSO_WM_TEMPLATE_INDEX" val="20198150"/>
  <p:tag name="KSO_WM_UNIT_LAYERLEVEL" val="1"/>
  <p:tag name="KSO_WM_TAG_VERSION" val="1.0"/>
  <p:tag name="KSO_WM_BEAUTIFY_FLAG" val="#wm#"/>
  <p:tag name="KSO_WM_UNIT_ADJUSTLAYOUT_ID" val="623"/>
</p:tagLst>
</file>

<file path=ppt/tags/tag8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9"/>
  <p:tag name="KSO_WM_UNIT_ID" val="diagram20198150_1*i*59"/>
  <p:tag name="KSO_WM_TEMPLATE_CATEGORY" val="diagram"/>
  <p:tag name="KSO_WM_TEMPLATE_INDEX" val="20198150"/>
  <p:tag name="KSO_WM_UNIT_LAYERLEVEL" val="1"/>
  <p:tag name="KSO_WM_TAG_VERSION" val="1.0"/>
  <p:tag name="KSO_WM_BEAUTIFY_FLAG" val="#wm#"/>
  <p:tag name="KSO_WM_UNIT_ADJUSTLAYOUT_ID" val="611"/>
</p:tagLst>
</file>

<file path=ppt/tags/tag8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1"/>
  <p:tag name="KSO_WM_UNIT_ID" val="diagram20198150_1*i*71"/>
  <p:tag name="KSO_WM_TEMPLATE_CATEGORY" val="diagram"/>
  <p:tag name="KSO_WM_TEMPLATE_INDEX" val="20198150"/>
  <p:tag name="KSO_WM_UNIT_LAYERLEVEL" val="1"/>
  <p:tag name="KSO_WM_TAG_VERSION" val="1.0"/>
  <p:tag name="KSO_WM_BEAUTIFY_FLAG" val="#wm#"/>
  <p:tag name="KSO_WM_UNIT_ADJUSTLAYOUT_ID" val="612"/>
</p:tagLst>
</file>

<file path=ppt/tags/tag8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3"/>
  <p:tag name="KSO_WM_UNIT_ID" val="diagram20198150_1*i*83"/>
  <p:tag name="KSO_WM_TEMPLATE_CATEGORY" val="diagram"/>
  <p:tag name="KSO_WM_TEMPLATE_INDEX" val="20198150"/>
  <p:tag name="KSO_WM_UNIT_LAYERLEVEL" val="1"/>
  <p:tag name="KSO_WM_TAG_VERSION" val="1.0"/>
  <p:tag name="KSO_WM_BEAUTIFY_FLAG" val="#wm#"/>
  <p:tag name="KSO_WM_UNIT_ADJUSTLAYOUT_ID" val="613"/>
</p:tagLst>
</file>

<file path=ppt/tags/tag8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5"/>
  <p:tag name="KSO_WM_UNIT_ID" val="diagram20198150_1*i*95"/>
  <p:tag name="KSO_WM_TEMPLATE_CATEGORY" val="diagram"/>
  <p:tag name="KSO_WM_TEMPLATE_INDEX" val="20198150"/>
  <p:tag name="KSO_WM_UNIT_LAYERLEVEL" val="1"/>
  <p:tag name="KSO_WM_TAG_VERSION" val="1.0"/>
  <p:tag name="KSO_WM_BEAUTIFY_FLAG" val="#wm#"/>
  <p:tag name="KSO_WM_UNIT_ADJUSTLAYOUT_ID" val="614"/>
</p:tagLst>
</file>

<file path=ppt/tags/tag8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7"/>
  <p:tag name="KSO_WM_UNIT_ID" val="diagram20198150_1*i*107"/>
  <p:tag name="KSO_WM_TEMPLATE_CATEGORY" val="diagram"/>
  <p:tag name="KSO_WM_TEMPLATE_INDEX" val="20198150"/>
  <p:tag name="KSO_WM_UNIT_LAYERLEVEL" val="1"/>
  <p:tag name="KSO_WM_TAG_VERSION" val="1.0"/>
  <p:tag name="KSO_WM_BEAUTIFY_FLAG" val="#wm#"/>
  <p:tag name="KSO_WM_UNIT_ADJUSTLAYOUT_ID" val="615"/>
</p:tagLst>
</file>

<file path=ppt/tags/tag8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diagram20198150_1*i*21"/>
  <p:tag name="KSO_WM_TEMPLATE_CATEGORY" val="diagram"/>
  <p:tag name="KSO_WM_TEMPLATE_INDEX" val="20198150"/>
  <p:tag name="KSO_WM_UNIT_LAYERLEVEL" val="1"/>
  <p:tag name="KSO_WM_TAG_VERSION" val="1.0"/>
  <p:tag name="KSO_WM_BEAUTIFY_FLAG" val="#wm#"/>
  <p:tag name="KSO_WM_UNIT_ADJUSTLAYOUT_ID" val="616"/>
</p:tagLst>
</file>

<file path=ppt/tags/tag8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150_1*i*13"/>
  <p:tag name="KSO_WM_TEMPLATE_CATEGORY" val="diagram"/>
  <p:tag name="KSO_WM_TEMPLATE_INDEX" val="20198150"/>
  <p:tag name="KSO_WM_UNIT_LAYERLEVEL" val="1"/>
  <p:tag name="KSO_WM_TAG_VERSION" val="1.0"/>
  <p:tag name="KSO_WM_BEAUTIFY_FLAG" val="#wm#"/>
  <p:tag name="KSO_WM_UNIT_ADJUSTLAYOUT_ID" val="617"/>
</p:tagLst>
</file>

<file path=ppt/tags/tag8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diagram20198150_1*i*14"/>
  <p:tag name="KSO_WM_TEMPLATE_CATEGORY" val="diagram"/>
  <p:tag name="KSO_WM_TEMPLATE_INDEX" val="20198150"/>
  <p:tag name="KSO_WM_UNIT_LAYERLEVEL" val="1"/>
  <p:tag name="KSO_WM_TAG_VERSION" val="1.0"/>
  <p:tag name="KSO_WM_BEAUTIFY_FLAG" val="#wm#"/>
  <p:tag name="KSO_WM_UNIT_ADJUSTLAYOUT_ID" val="618"/>
</p:tagLst>
</file>

<file path=ppt/tags/tag8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diagram20198150_1*i*15"/>
  <p:tag name="KSO_WM_TEMPLATE_CATEGORY" val="diagram"/>
  <p:tag name="KSO_WM_TEMPLATE_INDEX" val="20198150"/>
  <p:tag name="KSO_WM_UNIT_LAYERLEVEL" val="1"/>
  <p:tag name="KSO_WM_TAG_VERSION" val="1.0"/>
  <p:tag name="KSO_WM_BEAUTIFY_FLAG" val="#wm#"/>
  <p:tag name="KSO_WM_UNIT_ADJUSTLAYOUT_ID" val="619"/>
</p:tagLst>
</file>

<file path=ppt/tags/tag8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198150_1*i*16"/>
  <p:tag name="KSO_WM_TEMPLATE_CATEGORY" val="diagram"/>
  <p:tag name="KSO_WM_TEMPLATE_INDEX" val="20198150"/>
  <p:tag name="KSO_WM_UNIT_LAYERLEVEL" val="1"/>
  <p:tag name="KSO_WM_TAG_VERSION" val="1.0"/>
  <p:tag name="KSO_WM_BEAUTIFY_FLAG" val="#wm#"/>
  <p:tag name="KSO_WM_UNIT_ADJUSTLAYOUT_ID" val="620"/>
</p:tagLst>
</file>

<file path=ppt/tags/tag8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198150_1*i*17"/>
  <p:tag name="KSO_WM_TEMPLATE_CATEGORY" val="diagram"/>
  <p:tag name="KSO_WM_TEMPLATE_INDEX" val="20198150"/>
  <p:tag name="KSO_WM_UNIT_LAYERLEVEL" val="1"/>
  <p:tag name="KSO_WM_TAG_VERSION" val="1.0"/>
  <p:tag name="KSO_WM_BEAUTIFY_FLAG" val="#wm#"/>
  <p:tag name="KSO_WM_UNIT_ADJUSTLAYOUT_ID" val="601"/>
</p:tagLst>
</file>

<file path=ppt/tags/tag8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diagram20198150_1*i*18"/>
  <p:tag name="KSO_WM_TEMPLATE_CATEGORY" val="diagram"/>
  <p:tag name="KSO_WM_TEMPLATE_INDEX" val="20198150"/>
  <p:tag name="KSO_WM_UNIT_LAYERLEVEL" val="1"/>
  <p:tag name="KSO_WM_TAG_VERSION" val="1.0"/>
  <p:tag name="KSO_WM_BEAUTIFY_FLAG" val="#wm#"/>
  <p:tag name="KSO_WM_UNIT_ADJUSTLAYOUT_ID" val="602"/>
</p:tagLst>
</file>

<file path=ppt/tags/tag8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diagram20198150_1*i*19"/>
  <p:tag name="KSO_WM_TEMPLATE_CATEGORY" val="diagram"/>
  <p:tag name="KSO_WM_TEMPLATE_INDEX" val="20198150"/>
  <p:tag name="KSO_WM_UNIT_LAYERLEVEL" val="1"/>
  <p:tag name="KSO_WM_TAG_VERSION" val="1.0"/>
  <p:tag name="KSO_WM_BEAUTIFY_FLAG" val="#wm#"/>
  <p:tag name="KSO_WM_UNIT_ADJUSTLAYOUT_ID" val="603"/>
</p:tagLst>
</file>

<file path=ppt/tags/tag8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diagram20198150_1*i*20"/>
  <p:tag name="KSO_WM_TEMPLATE_CATEGORY" val="diagram"/>
  <p:tag name="KSO_WM_TEMPLATE_INDEX" val="20198150"/>
  <p:tag name="KSO_WM_UNIT_LAYERLEVEL" val="1"/>
  <p:tag name="KSO_WM_TAG_VERSION" val="1.0"/>
  <p:tag name="KSO_WM_BEAUTIFY_FLAG" val="#wm#"/>
  <p:tag name="KSO_WM_UNIT_ADJUSTLAYOUT_ID" val="604"/>
</p:tagLst>
</file>

<file path=ppt/tags/tag8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diagram20198150_1*i*22"/>
  <p:tag name="KSO_WM_TEMPLATE_CATEGORY" val="diagram"/>
  <p:tag name="KSO_WM_TEMPLATE_INDEX" val="20198150"/>
  <p:tag name="KSO_WM_UNIT_LAYERLEVEL" val="1"/>
  <p:tag name="KSO_WM_TAG_VERSION" val="1.0"/>
  <p:tag name="KSO_WM_BEAUTIFY_FLAG" val="#wm#"/>
  <p:tag name="KSO_WM_UNIT_ADJUSTLAYOUT_ID" val="605"/>
</p:tagLst>
</file>

<file path=ppt/tags/tag8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diagram20198150_1*i*24"/>
  <p:tag name="KSO_WM_TEMPLATE_CATEGORY" val="diagram"/>
  <p:tag name="KSO_WM_TEMPLATE_INDEX" val="20198150"/>
  <p:tag name="KSO_WM_UNIT_LAYERLEVEL" val="1"/>
  <p:tag name="KSO_WM_TAG_VERSION" val="1.0"/>
  <p:tag name="KSO_WM_BEAUTIFY_FLAG" val="#wm#"/>
  <p:tag name="KSO_WM_UNIT_ADJUSTLAYOUT_ID" val="606"/>
</p:tagLst>
</file>

<file path=ppt/tags/tag9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diagram20198150_1*i*25"/>
  <p:tag name="KSO_WM_TEMPLATE_CATEGORY" val="diagram"/>
  <p:tag name="KSO_WM_TEMPLATE_INDEX" val="20198150"/>
  <p:tag name="KSO_WM_UNIT_LAYERLEVEL" val="1"/>
  <p:tag name="KSO_WM_TAG_VERSION" val="1.0"/>
  <p:tag name="KSO_WM_BEAUTIFY_FLAG" val="#wm#"/>
  <p:tag name="KSO_WM_UNIT_ADJUSTLAYOUT_ID" val="607"/>
</p:tagLst>
</file>

<file path=ppt/tags/tag9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diagram20198150_1*i*26"/>
  <p:tag name="KSO_WM_TEMPLATE_CATEGORY" val="diagram"/>
  <p:tag name="KSO_WM_TEMPLATE_INDEX" val="20198150"/>
  <p:tag name="KSO_WM_UNIT_LAYERLEVEL" val="1"/>
  <p:tag name="KSO_WM_TAG_VERSION" val="1.0"/>
  <p:tag name="KSO_WM_BEAUTIFY_FLAG" val="#wm#"/>
  <p:tag name="KSO_WM_UNIT_ADJUSTLAYOUT_ID" val="608"/>
</p:tagLst>
</file>

<file path=ppt/tags/tag9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diagram20198150_1*i*27"/>
  <p:tag name="KSO_WM_TEMPLATE_CATEGORY" val="diagram"/>
  <p:tag name="KSO_WM_TEMPLATE_INDEX" val="20198150"/>
  <p:tag name="KSO_WM_UNIT_LAYERLEVEL" val="1"/>
  <p:tag name="KSO_WM_TAG_VERSION" val="1.0"/>
  <p:tag name="KSO_WM_BEAUTIFY_FLAG" val="#wm#"/>
  <p:tag name="KSO_WM_UNIT_ADJUSTLAYOUT_ID" val="609"/>
</p:tagLst>
</file>

<file path=ppt/tags/tag9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diagram20198150_1*i*28"/>
  <p:tag name="KSO_WM_TEMPLATE_CATEGORY" val="diagram"/>
  <p:tag name="KSO_WM_TEMPLATE_INDEX" val="20198150"/>
  <p:tag name="KSO_WM_UNIT_LAYERLEVEL" val="1"/>
  <p:tag name="KSO_WM_TAG_VERSION" val="1.0"/>
  <p:tag name="KSO_WM_BEAUTIFY_FLAG" val="#wm#"/>
  <p:tag name="KSO_WM_UNIT_ADJUSTLAYOUT_ID" val="610"/>
</p:tagLst>
</file>

<file path=ppt/tags/tag9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diagram20198150_1*i*29"/>
  <p:tag name="KSO_WM_TEMPLATE_CATEGORY" val="diagram"/>
  <p:tag name="KSO_WM_TEMPLATE_INDEX" val="20198150"/>
  <p:tag name="KSO_WM_UNIT_LAYERLEVEL" val="1"/>
  <p:tag name="KSO_WM_TAG_VERSION" val="1.0"/>
  <p:tag name="KSO_WM_BEAUTIFY_FLAG" val="#wm#"/>
  <p:tag name="KSO_WM_UNIT_ADJUSTLAYOUT_ID" val="591"/>
</p:tagLst>
</file>

<file path=ppt/tags/tag9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diagram20198150_1*i*30"/>
  <p:tag name="KSO_WM_TEMPLATE_CATEGORY" val="diagram"/>
  <p:tag name="KSO_WM_TEMPLATE_INDEX" val="20198150"/>
  <p:tag name="KSO_WM_UNIT_LAYERLEVEL" val="1"/>
  <p:tag name="KSO_WM_TAG_VERSION" val="1.0"/>
  <p:tag name="KSO_WM_BEAUTIFY_FLAG" val="#wm#"/>
  <p:tag name="KSO_WM_UNIT_ADJUSTLAYOUT_ID" val="592"/>
</p:tagLst>
</file>

<file path=ppt/tags/tag9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diagram20198150_1*i*31"/>
  <p:tag name="KSO_WM_TEMPLATE_CATEGORY" val="diagram"/>
  <p:tag name="KSO_WM_TEMPLATE_INDEX" val="20198150"/>
  <p:tag name="KSO_WM_UNIT_LAYERLEVEL" val="1"/>
  <p:tag name="KSO_WM_TAG_VERSION" val="1.0"/>
  <p:tag name="KSO_WM_BEAUTIFY_FLAG" val="#wm#"/>
  <p:tag name="KSO_WM_UNIT_ADJUSTLAYOUT_ID" val="593"/>
</p:tagLst>
</file>

<file path=ppt/tags/tag9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diagram20198150_1*i*33"/>
  <p:tag name="KSO_WM_TEMPLATE_CATEGORY" val="diagram"/>
  <p:tag name="KSO_WM_TEMPLATE_INDEX" val="20198150"/>
  <p:tag name="KSO_WM_UNIT_LAYERLEVEL" val="1"/>
  <p:tag name="KSO_WM_TAG_VERSION" val="1.0"/>
  <p:tag name="KSO_WM_BEAUTIFY_FLAG" val="#wm#"/>
  <p:tag name="KSO_WM_UNIT_ADJUSTLAYOUT_ID" val="594"/>
</p:tagLst>
</file>

<file path=ppt/tags/tag9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diagram20198150_1*i*34"/>
  <p:tag name="KSO_WM_TEMPLATE_CATEGORY" val="diagram"/>
  <p:tag name="KSO_WM_TEMPLATE_INDEX" val="20198150"/>
  <p:tag name="KSO_WM_UNIT_LAYERLEVEL" val="1"/>
  <p:tag name="KSO_WM_TAG_VERSION" val="1.0"/>
  <p:tag name="KSO_WM_BEAUTIFY_FLAG" val="#wm#"/>
  <p:tag name="KSO_WM_UNIT_ADJUSTLAYOUT_ID" val="595"/>
</p:tagLst>
</file>

<file path=ppt/tags/tag9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diagram20198150_1*i*36"/>
  <p:tag name="KSO_WM_TEMPLATE_CATEGORY" val="diagram"/>
  <p:tag name="KSO_WM_TEMPLATE_INDEX" val="20198150"/>
  <p:tag name="KSO_WM_UNIT_LAYERLEVEL" val="1"/>
  <p:tag name="KSO_WM_TAG_VERSION" val="1.0"/>
  <p:tag name="KSO_WM_BEAUTIFY_FLAG" val="#wm#"/>
  <p:tag name="KSO_WM_UNIT_ADJUSTLAYOUT_ID" val="596"/>
</p:tagLst>
</file>

<file path=ppt/tags/tag9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diagram20198150_1*i*37"/>
  <p:tag name="KSO_WM_TEMPLATE_CATEGORY" val="diagram"/>
  <p:tag name="KSO_WM_TEMPLATE_INDEX" val="20198150"/>
  <p:tag name="KSO_WM_UNIT_LAYERLEVEL" val="1"/>
  <p:tag name="KSO_WM_TAG_VERSION" val="1.0"/>
  <p:tag name="KSO_WM_BEAUTIFY_FLAG" val="#wm#"/>
  <p:tag name="KSO_WM_UNIT_ADJUSTLAYOUT_ID" val="597"/>
</p:tagLst>
</file>

<file path=ppt/tags/tag9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diagram20198150_1*i*38"/>
  <p:tag name="KSO_WM_TEMPLATE_CATEGORY" val="diagram"/>
  <p:tag name="KSO_WM_TEMPLATE_INDEX" val="20198150"/>
  <p:tag name="KSO_WM_UNIT_LAYERLEVEL" val="1"/>
  <p:tag name="KSO_WM_TAG_VERSION" val="1.0"/>
  <p:tag name="KSO_WM_BEAUTIFY_FLAG" val="#wm#"/>
  <p:tag name="KSO_WM_UNIT_ADJUSTLAYOUT_ID" val="598"/>
</p:tagLst>
</file>

<file path=ppt/tags/tag9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diagram20198150_1*i*39"/>
  <p:tag name="KSO_WM_TEMPLATE_CATEGORY" val="diagram"/>
  <p:tag name="KSO_WM_TEMPLATE_INDEX" val="20198150"/>
  <p:tag name="KSO_WM_UNIT_LAYERLEVEL" val="1"/>
  <p:tag name="KSO_WM_TAG_VERSION" val="1.0"/>
  <p:tag name="KSO_WM_BEAUTIFY_FLAG" val="#wm#"/>
  <p:tag name="KSO_WM_UNIT_ADJUSTLAYOUT_ID" val="599"/>
</p:tagLst>
</file>

<file path=ppt/tags/tag9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diagram20198150_1*i*40"/>
  <p:tag name="KSO_WM_TEMPLATE_CATEGORY" val="diagram"/>
  <p:tag name="KSO_WM_TEMPLATE_INDEX" val="20198150"/>
  <p:tag name="KSO_WM_UNIT_LAYERLEVEL" val="1"/>
  <p:tag name="KSO_WM_TAG_VERSION" val="1.0"/>
  <p:tag name="KSO_WM_BEAUTIFY_FLAG" val="#wm#"/>
  <p:tag name="KSO_WM_UNIT_ADJUSTLAYOUT_ID" val="600"/>
</p:tagLst>
</file>

<file path=ppt/tags/tag9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diagram20198150_1*i*41"/>
  <p:tag name="KSO_WM_TEMPLATE_CATEGORY" val="diagram"/>
  <p:tag name="KSO_WM_TEMPLATE_INDEX" val="20198150"/>
  <p:tag name="KSO_WM_UNIT_LAYERLEVEL" val="1"/>
  <p:tag name="KSO_WM_TAG_VERSION" val="1.0"/>
  <p:tag name="KSO_WM_BEAUTIFY_FLAG" val="#wm#"/>
  <p:tag name="KSO_WM_UNIT_ADJUSTLAYOUT_ID" val="581"/>
</p:tagLst>
</file>

<file path=ppt/tags/tag9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diagram20198150_1*i*42"/>
  <p:tag name="KSO_WM_TEMPLATE_CATEGORY" val="diagram"/>
  <p:tag name="KSO_WM_TEMPLATE_INDEX" val="20198150"/>
  <p:tag name="KSO_WM_UNIT_LAYERLEVEL" val="1"/>
  <p:tag name="KSO_WM_TAG_VERSION" val="1.0"/>
  <p:tag name="KSO_WM_BEAUTIFY_FLAG" val="#wm#"/>
  <p:tag name="KSO_WM_UNIT_ADJUSTLAYOUT_ID" val="582"/>
</p:tagLst>
</file>

<file path=ppt/tags/tag9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4"/>
  <p:tag name="KSO_WM_UNIT_ID" val="diagram20198150_1*i*44"/>
  <p:tag name="KSO_WM_TEMPLATE_CATEGORY" val="diagram"/>
  <p:tag name="KSO_WM_TEMPLATE_INDEX" val="20198150"/>
  <p:tag name="KSO_WM_UNIT_LAYERLEVEL" val="1"/>
  <p:tag name="KSO_WM_TAG_VERSION" val="1.0"/>
  <p:tag name="KSO_WM_BEAUTIFY_FLAG" val="#wm#"/>
  <p:tag name="KSO_WM_UNIT_ADJUSTLAYOUT_ID" val="583"/>
</p:tagLst>
</file>

<file path=ppt/tags/tag9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5"/>
  <p:tag name="KSO_WM_UNIT_ID" val="diagram20198150_1*i*45"/>
  <p:tag name="KSO_WM_TEMPLATE_CATEGORY" val="diagram"/>
  <p:tag name="KSO_WM_TEMPLATE_INDEX" val="20198150"/>
  <p:tag name="KSO_WM_UNIT_LAYERLEVEL" val="1"/>
  <p:tag name="KSO_WM_TAG_VERSION" val="1.0"/>
  <p:tag name="KSO_WM_BEAUTIFY_FLAG" val="#wm#"/>
  <p:tag name="KSO_WM_UNIT_ADJUSTLAYOUT_ID" val="584"/>
</p:tagLst>
</file>

<file path=ppt/tags/tag9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6"/>
  <p:tag name="KSO_WM_UNIT_ID" val="diagram20198150_1*i*46"/>
  <p:tag name="KSO_WM_TEMPLATE_CATEGORY" val="diagram"/>
  <p:tag name="KSO_WM_TEMPLATE_INDEX" val="20198150"/>
  <p:tag name="KSO_WM_UNIT_LAYERLEVEL" val="1"/>
  <p:tag name="KSO_WM_TAG_VERSION" val="1.0"/>
  <p:tag name="KSO_WM_BEAUTIFY_FLAG" val="#wm#"/>
  <p:tag name="KSO_WM_UNIT_ADJUSTLAYOUT_ID" val="585"/>
</p:tagLst>
</file>

<file path=ppt/tags/tag9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8"/>
  <p:tag name="KSO_WM_UNIT_ID" val="diagram20198150_1*i*48"/>
  <p:tag name="KSO_WM_TEMPLATE_CATEGORY" val="diagram"/>
  <p:tag name="KSO_WM_TEMPLATE_INDEX" val="20198150"/>
  <p:tag name="KSO_WM_UNIT_LAYERLEVEL" val="1"/>
  <p:tag name="KSO_WM_TAG_VERSION" val="1.0"/>
  <p:tag name="KSO_WM_BEAUTIFY_FLAG" val="#wm#"/>
  <p:tag name="KSO_WM_UNIT_ADJUSTLAYOUT_ID" val="586"/>
</p:tagLst>
</file>

<file path=ppt/tags/tag9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9"/>
  <p:tag name="KSO_WM_UNIT_ID" val="diagram20198150_1*i*49"/>
  <p:tag name="KSO_WM_TEMPLATE_CATEGORY" val="diagram"/>
  <p:tag name="KSO_WM_TEMPLATE_INDEX" val="20198150"/>
  <p:tag name="KSO_WM_UNIT_LAYERLEVEL" val="1"/>
  <p:tag name="KSO_WM_TAG_VERSION" val="1.0"/>
  <p:tag name="KSO_WM_BEAUTIFY_FLAG" val="#wm#"/>
  <p:tag name="KSO_WM_UNIT_ADJUSTLAYOUT_ID" val="587"/>
</p:tagLst>
</file>

<file path=ppt/tags/tag9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0"/>
  <p:tag name="KSO_WM_UNIT_ID" val="diagram20198150_1*i*50"/>
  <p:tag name="KSO_WM_TEMPLATE_CATEGORY" val="diagram"/>
  <p:tag name="KSO_WM_TEMPLATE_INDEX" val="20198150"/>
  <p:tag name="KSO_WM_UNIT_LAYERLEVEL" val="1"/>
  <p:tag name="KSO_WM_TAG_VERSION" val="1.0"/>
  <p:tag name="KSO_WM_BEAUTIFY_FLAG" val="#wm#"/>
  <p:tag name="KSO_WM_UNIT_ADJUSTLAYOUT_ID" val="588"/>
</p:tagLst>
</file>

<file path=ppt/tags/tag9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1"/>
  <p:tag name="KSO_WM_UNIT_ID" val="diagram20198150_1*i*51"/>
  <p:tag name="KSO_WM_TEMPLATE_CATEGORY" val="diagram"/>
  <p:tag name="KSO_WM_TEMPLATE_INDEX" val="20198150"/>
  <p:tag name="KSO_WM_UNIT_LAYERLEVEL" val="1"/>
  <p:tag name="KSO_WM_TAG_VERSION" val="1.0"/>
  <p:tag name="KSO_WM_BEAUTIFY_FLAG" val="#wm#"/>
  <p:tag name="KSO_WM_UNIT_ADJUSTLAYOUT_ID" val="589"/>
</p:tagLst>
</file>

<file path=ppt/tags/tag9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2"/>
  <p:tag name="KSO_WM_UNIT_ID" val="diagram20198150_1*i*52"/>
  <p:tag name="KSO_WM_TEMPLATE_CATEGORY" val="diagram"/>
  <p:tag name="KSO_WM_TEMPLATE_INDEX" val="20198150"/>
  <p:tag name="KSO_WM_UNIT_LAYERLEVEL" val="1"/>
  <p:tag name="KSO_WM_TAG_VERSION" val="1.0"/>
  <p:tag name="KSO_WM_BEAUTIFY_FLAG" val="#wm#"/>
  <p:tag name="KSO_WM_UNIT_ADJUSTLAYOUT_ID" val="590"/>
</p:tagLst>
</file>

<file path=ppt/tags/tag9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3"/>
  <p:tag name="KSO_WM_UNIT_ID" val="diagram20198150_1*i*53"/>
  <p:tag name="KSO_WM_TEMPLATE_CATEGORY" val="diagram"/>
  <p:tag name="KSO_WM_TEMPLATE_INDEX" val="20198150"/>
  <p:tag name="KSO_WM_UNIT_LAYERLEVEL" val="1"/>
  <p:tag name="KSO_WM_TAG_VERSION" val="1.0"/>
  <p:tag name="KSO_WM_BEAUTIFY_FLAG" val="#wm#"/>
  <p:tag name="KSO_WM_UNIT_ADJUSTLAYOUT_ID" val="571"/>
</p:tagLst>
</file>

<file path=ppt/tags/tag9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5"/>
  <p:tag name="KSO_WM_UNIT_ID" val="diagram20198150_1*i*55"/>
  <p:tag name="KSO_WM_TEMPLATE_CATEGORY" val="diagram"/>
  <p:tag name="KSO_WM_TEMPLATE_INDEX" val="20198150"/>
  <p:tag name="KSO_WM_UNIT_LAYERLEVEL" val="1"/>
  <p:tag name="KSO_WM_TAG_VERSION" val="1.0"/>
  <p:tag name="KSO_WM_BEAUTIFY_FLAG" val="#wm#"/>
  <p:tag name="KSO_WM_UNIT_ADJUSTLAYOUT_ID" val="572"/>
</p:tagLst>
</file>

<file path=ppt/tags/tag9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6"/>
  <p:tag name="KSO_WM_UNIT_ID" val="diagram20198150_1*i*56"/>
  <p:tag name="KSO_WM_TEMPLATE_CATEGORY" val="diagram"/>
  <p:tag name="KSO_WM_TEMPLATE_INDEX" val="20198150"/>
  <p:tag name="KSO_WM_UNIT_LAYERLEVEL" val="1"/>
  <p:tag name="KSO_WM_TAG_VERSION" val="1.0"/>
  <p:tag name="KSO_WM_BEAUTIFY_FLAG" val="#wm#"/>
  <p:tag name="KSO_WM_UNIT_ADJUSTLAYOUT_ID" val="573"/>
</p:tagLst>
</file>

<file path=ppt/tags/tag9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7"/>
  <p:tag name="KSO_WM_UNIT_ID" val="diagram20198150_1*i*57"/>
  <p:tag name="KSO_WM_TEMPLATE_CATEGORY" val="diagram"/>
  <p:tag name="KSO_WM_TEMPLATE_INDEX" val="20198150"/>
  <p:tag name="KSO_WM_UNIT_LAYERLEVEL" val="1"/>
  <p:tag name="KSO_WM_TAG_VERSION" val="1.0"/>
  <p:tag name="KSO_WM_BEAUTIFY_FLAG" val="#wm#"/>
  <p:tag name="KSO_WM_UNIT_ADJUSTLAYOUT_ID" val="574"/>
</p:tagLst>
</file>

<file path=ppt/tags/tag9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8"/>
  <p:tag name="KSO_WM_UNIT_ID" val="diagram20198150_1*i*58"/>
  <p:tag name="KSO_WM_TEMPLATE_CATEGORY" val="diagram"/>
  <p:tag name="KSO_WM_TEMPLATE_INDEX" val="20198150"/>
  <p:tag name="KSO_WM_UNIT_LAYERLEVEL" val="1"/>
  <p:tag name="KSO_WM_TAG_VERSION" val="1.0"/>
  <p:tag name="KSO_WM_BEAUTIFY_FLAG" val="#wm#"/>
  <p:tag name="KSO_WM_UNIT_ADJUSTLAYOUT_ID" val="575"/>
</p:tagLst>
</file>

<file path=ppt/tags/tag9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0"/>
  <p:tag name="KSO_WM_UNIT_ID" val="diagram20198150_1*i*60"/>
  <p:tag name="KSO_WM_TEMPLATE_CATEGORY" val="diagram"/>
  <p:tag name="KSO_WM_TEMPLATE_INDEX" val="20198150"/>
  <p:tag name="KSO_WM_UNIT_LAYERLEVEL" val="1"/>
  <p:tag name="KSO_WM_TAG_VERSION" val="1.0"/>
  <p:tag name="KSO_WM_BEAUTIFY_FLAG" val="#wm#"/>
  <p:tag name="KSO_WM_UNIT_ADJUSTLAYOUT_ID" val="576"/>
</p:tagLst>
</file>

<file path=ppt/tags/tag9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1"/>
  <p:tag name="KSO_WM_UNIT_ID" val="diagram20198150_1*i*61"/>
  <p:tag name="KSO_WM_TEMPLATE_CATEGORY" val="diagram"/>
  <p:tag name="KSO_WM_TEMPLATE_INDEX" val="20198150"/>
  <p:tag name="KSO_WM_UNIT_LAYERLEVEL" val="1"/>
  <p:tag name="KSO_WM_TAG_VERSION" val="1.0"/>
  <p:tag name="KSO_WM_BEAUTIFY_FLAG" val="#wm#"/>
  <p:tag name="KSO_WM_UNIT_ADJUSTLAYOUT_ID" val="577"/>
</p:tagLst>
</file>

<file path=ppt/tags/tag9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2"/>
  <p:tag name="KSO_WM_UNIT_ID" val="diagram20198150_1*i*62"/>
  <p:tag name="KSO_WM_TEMPLATE_CATEGORY" val="diagram"/>
  <p:tag name="KSO_WM_TEMPLATE_INDEX" val="20198150"/>
  <p:tag name="KSO_WM_UNIT_LAYERLEVEL" val="1"/>
  <p:tag name="KSO_WM_TAG_VERSION" val="1.0"/>
  <p:tag name="KSO_WM_BEAUTIFY_FLAG" val="#wm#"/>
  <p:tag name="KSO_WM_UNIT_ADJUSTLAYOUT_ID" val="578"/>
</p:tagLst>
</file>

<file path=ppt/tags/tag9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3"/>
  <p:tag name="KSO_WM_UNIT_ID" val="diagram20198150_1*i*63"/>
  <p:tag name="KSO_WM_TEMPLATE_CATEGORY" val="diagram"/>
  <p:tag name="KSO_WM_TEMPLATE_INDEX" val="20198150"/>
  <p:tag name="KSO_WM_UNIT_LAYERLEVEL" val="1"/>
  <p:tag name="KSO_WM_TAG_VERSION" val="1.0"/>
  <p:tag name="KSO_WM_BEAUTIFY_FLAG" val="#wm#"/>
  <p:tag name="KSO_WM_UNIT_ADJUSTLAYOUT_ID" val="579"/>
</p:tagLst>
</file>

<file path=ppt/tags/tag9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4"/>
  <p:tag name="KSO_WM_UNIT_ID" val="diagram20198150_1*i*64"/>
  <p:tag name="KSO_WM_TEMPLATE_CATEGORY" val="diagram"/>
  <p:tag name="KSO_WM_TEMPLATE_INDEX" val="20198150"/>
  <p:tag name="KSO_WM_UNIT_LAYERLEVEL" val="1"/>
  <p:tag name="KSO_WM_TAG_VERSION" val="1.0"/>
  <p:tag name="KSO_WM_BEAUTIFY_FLAG" val="#wm#"/>
  <p:tag name="KSO_WM_UNIT_ADJUSTLAYOUT_ID" val="580"/>
</p:tagLst>
</file>

<file path=ppt/tags/tag9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6"/>
  <p:tag name="KSO_WM_UNIT_ID" val="diagram20198150_1*i*66"/>
  <p:tag name="KSO_WM_TEMPLATE_CATEGORY" val="diagram"/>
  <p:tag name="KSO_WM_TEMPLATE_INDEX" val="20198150"/>
  <p:tag name="KSO_WM_UNIT_LAYERLEVEL" val="1"/>
  <p:tag name="KSO_WM_TAG_VERSION" val="1.0"/>
  <p:tag name="KSO_WM_BEAUTIFY_FLAG" val="#wm#"/>
  <p:tag name="KSO_WM_UNIT_ADJUSTLAYOUT_ID" val="561"/>
</p:tagLst>
</file>

<file path=ppt/tags/tag9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7"/>
  <p:tag name="KSO_WM_UNIT_ID" val="diagram20198150_1*i*67"/>
  <p:tag name="KSO_WM_TEMPLATE_CATEGORY" val="diagram"/>
  <p:tag name="KSO_WM_TEMPLATE_INDEX" val="20198150"/>
  <p:tag name="KSO_WM_UNIT_LAYERLEVEL" val="1"/>
  <p:tag name="KSO_WM_TAG_VERSION" val="1.0"/>
  <p:tag name="KSO_WM_BEAUTIFY_FLAG" val="#wm#"/>
  <p:tag name="KSO_WM_UNIT_ADJUSTLAYOUT_ID" val="562"/>
</p:tagLst>
</file>

<file path=ppt/tags/tag9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8"/>
  <p:tag name="KSO_WM_UNIT_ID" val="diagram20198150_1*i*68"/>
  <p:tag name="KSO_WM_TEMPLATE_CATEGORY" val="diagram"/>
  <p:tag name="KSO_WM_TEMPLATE_INDEX" val="20198150"/>
  <p:tag name="KSO_WM_UNIT_LAYERLEVEL" val="1"/>
  <p:tag name="KSO_WM_TAG_VERSION" val="1.0"/>
  <p:tag name="KSO_WM_BEAUTIFY_FLAG" val="#wm#"/>
  <p:tag name="KSO_WM_UNIT_ADJUSTLAYOUT_ID" val="563"/>
</p:tagLst>
</file>

<file path=ppt/tags/tag9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9"/>
  <p:tag name="KSO_WM_UNIT_ID" val="diagram20198150_1*i*69"/>
  <p:tag name="KSO_WM_TEMPLATE_CATEGORY" val="diagram"/>
  <p:tag name="KSO_WM_TEMPLATE_INDEX" val="20198150"/>
  <p:tag name="KSO_WM_UNIT_LAYERLEVEL" val="1"/>
  <p:tag name="KSO_WM_TAG_VERSION" val="1.0"/>
  <p:tag name="KSO_WM_BEAUTIFY_FLAG" val="#wm#"/>
  <p:tag name="KSO_WM_UNIT_ADJUSTLAYOUT_ID" val="564"/>
</p:tagLst>
</file>

<file path=ppt/tags/tag9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0"/>
  <p:tag name="KSO_WM_UNIT_ID" val="diagram20198150_1*i*70"/>
  <p:tag name="KSO_WM_TEMPLATE_CATEGORY" val="diagram"/>
  <p:tag name="KSO_WM_TEMPLATE_INDEX" val="20198150"/>
  <p:tag name="KSO_WM_UNIT_LAYERLEVEL" val="1"/>
  <p:tag name="KSO_WM_TAG_VERSION" val="1.0"/>
  <p:tag name="KSO_WM_BEAUTIFY_FLAG" val="#wm#"/>
  <p:tag name="KSO_WM_UNIT_ADJUSTLAYOUT_ID" val="565"/>
</p:tagLst>
</file>

<file path=ppt/tags/tag9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2"/>
  <p:tag name="KSO_WM_UNIT_ID" val="diagram20198150_1*i*72"/>
  <p:tag name="KSO_WM_TEMPLATE_CATEGORY" val="diagram"/>
  <p:tag name="KSO_WM_TEMPLATE_INDEX" val="20198150"/>
  <p:tag name="KSO_WM_UNIT_LAYERLEVEL" val="1"/>
  <p:tag name="KSO_WM_TAG_VERSION" val="1.0"/>
  <p:tag name="KSO_WM_BEAUTIFY_FLAG" val="#wm#"/>
  <p:tag name="KSO_WM_UNIT_ADJUSTLAYOUT_ID" val="566"/>
</p:tagLst>
</file>

<file path=ppt/tags/tag9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3"/>
  <p:tag name="KSO_WM_UNIT_ID" val="diagram20198150_1*i*73"/>
  <p:tag name="KSO_WM_TEMPLATE_CATEGORY" val="diagram"/>
  <p:tag name="KSO_WM_TEMPLATE_INDEX" val="20198150"/>
  <p:tag name="KSO_WM_UNIT_LAYERLEVEL" val="1"/>
  <p:tag name="KSO_WM_TAG_VERSION" val="1.0"/>
  <p:tag name="KSO_WM_BEAUTIFY_FLAG" val="#wm#"/>
  <p:tag name="KSO_WM_UNIT_ADJUSTLAYOUT_ID" val="567"/>
</p:tagLst>
</file>

<file path=ppt/tags/tag9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4"/>
  <p:tag name="KSO_WM_UNIT_ID" val="diagram20198150_1*i*74"/>
  <p:tag name="KSO_WM_TEMPLATE_CATEGORY" val="diagram"/>
  <p:tag name="KSO_WM_TEMPLATE_INDEX" val="20198150"/>
  <p:tag name="KSO_WM_UNIT_LAYERLEVEL" val="1"/>
  <p:tag name="KSO_WM_TAG_VERSION" val="1.0"/>
  <p:tag name="KSO_WM_BEAUTIFY_FLAG" val="#wm#"/>
  <p:tag name="KSO_WM_UNIT_ADJUSTLAYOUT_ID" val="568"/>
</p:tagLst>
</file>

<file path=ppt/tags/tag9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5"/>
  <p:tag name="KSO_WM_UNIT_ID" val="diagram20198150_1*i*75"/>
  <p:tag name="KSO_WM_TEMPLATE_CATEGORY" val="diagram"/>
  <p:tag name="KSO_WM_TEMPLATE_INDEX" val="20198150"/>
  <p:tag name="KSO_WM_UNIT_LAYERLEVEL" val="1"/>
  <p:tag name="KSO_WM_TAG_VERSION" val="1.0"/>
  <p:tag name="KSO_WM_BEAUTIFY_FLAG" val="#wm#"/>
  <p:tag name="KSO_WM_UNIT_ADJUSTLAYOUT_ID" val="569"/>
</p:tagLst>
</file>

<file path=ppt/tags/tag9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7"/>
  <p:tag name="KSO_WM_UNIT_ID" val="diagram20198150_1*i*77"/>
  <p:tag name="KSO_WM_TEMPLATE_CATEGORY" val="diagram"/>
  <p:tag name="KSO_WM_TEMPLATE_INDEX" val="20198150"/>
  <p:tag name="KSO_WM_UNIT_LAYERLEVEL" val="1"/>
  <p:tag name="KSO_WM_TAG_VERSION" val="1.0"/>
  <p:tag name="KSO_WM_BEAUTIFY_FLAG" val="#wm#"/>
  <p:tag name="KSO_WM_UNIT_ADJUSTLAYOUT_ID" val="570"/>
</p:tagLst>
</file>

<file path=ppt/tags/tag9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8"/>
  <p:tag name="KSO_WM_UNIT_ID" val="diagram20198150_1*i*78"/>
  <p:tag name="KSO_WM_TEMPLATE_CATEGORY" val="diagram"/>
  <p:tag name="KSO_WM_TEMPLATE_INDEX" val="20198150"/>
  <p:tag name="KSO_WM_UNIT_LAYERLEVEL" val="1"/>
  <p:tag name="KSO_WM_TAG_VERSION" val="1.0"/>
  <p:tag name="KSO_WM_BEAUTIFY_FLAG" val="#wm#"/>
  <p:tag name="KSO_WM_UNIT_ADJUSTLAYOUT_ID" val="551"/>
</p:tagLst>
</file>

<file path=ppt/tags/tag9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9"/>
  <p:tag name="KSO_WM_UNIT_ID" val="diagram20198150_1*i*79"/>
  <p:tag name="KSO_WM_TEMPLATE_CATEGORY" val="diagram"/>
  <p:tag name="KSO_WM_TEMPLATE_INDEX" val="20198150"/>
  <p:tag name="KSO_WM_UNIT_LAYERLEVEL" val="1"/>
  <p:tag name="KSO_WM_TAG_VERSION" val="1.0"/>
  <p:tag name="KSO_WM_BEAUTIFY_FLAG" val="#wm#"/>
  <p:tag name="KSO_WM_UNIT_ADJUSTLAYOUT_ID" val="552"/>
</p:tagLst>
</file>

<file path=ppt/tags/tag9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0"/>
  <p:tag name="KSO_WM_UNIT_ID" val="diagram20198150_1*i*80"/>
  <p:tag name="KSO_WM_TEMPLATE_CATEGORY" val="diagram"/>
  <p:tag name="KSO_WM_TEMPLATE_INDEX" val="20198150"/>
  <p:tag name="KSO_WM_UNIT_LAYERLEVEL" val="1"/>
  <p:tag name="KSO_WM_TAG_VERSION" val="1.0"/>
  <p:tag name="KSO_WM_BEAUTIFY_FLAG" val="#wm#"/>
  <p:tag name="KSO_WM_UNIT_ADJUSTLAYOUT_ID" val="553"/>
</p:tagLst>
</file>

<file path=ppt/tags/tag9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1"/>
  <p:tag name="KSO_WM_UNIT_ID" val="diagram20198150_1*i*81"/>
  <p:tag name="KSO_WM_TEMPLATE_CATEGORY" val="diagram"/>
  <p:tag name="KSO_WM_TEMPLATE_INDEX" val="20198150"/>
  <p:tag name="KSO_WM_UNIT_LAYERLEVEL" val="1"/>
  <p:tag name="KSO_WM_TAG_VERSION" val="1.0"/>
  <p:tag name="KSO_WM_BEAUTIFY_FLAG" val="#wm#"/>
  <p:tag name="KSO_WM_UNIT_ADJUSTLAYOUT_ID" val="554"/>
</p:tagLst>
</file>

<file path=ppt/tags/tag9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2"/>
  <p:tag name="KSO_WM_UNIT_ID" val="diagram20198150_1*i*82"/>
  <p:tag name="KSO_WM_TEMPLATE_CATEGORY" val="diagram"/>
  <p:tag name="KSO_WM_TEMPLATE_INDEX" val="20198150"/>
  <p:tag name="KSO_WM_UNIT_LAYERLEVEL" val="1"/>
  <p:tag name="KSO_WM_TAG_VERSION" val="1.0"/>
  <p:tag name="KSO_WM_BEAUTIFY_FLAG" val="#wm#"/>
  <p:tag name="KSO_WM_UNIT_ADJUSTLAYOUT_ID" val="555"/>
</p:tagLst>
</file>

<file path=ppt/tags/tag9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4"/>
  <p:tag name="KSO_WM_UNIT_ID" val="diagram20198150_1*i*84"/>
  <p:tag name="KSO_WM_TEMPLATE_CATEGORY" val="diagram"/>
  <p:tag name="KSO_WM_TEMPLATE_INDEX" val="20198150"/>
  <p:tag name="KSO_WM_UNIT_LAYERLEVEL" val="1"/>
  <p:tag name="KSO_WM_TAG_VERSION" val="1.0"/>
  <p:tag name="KSO_WM_BEAUTIFY_FLAG" val="#wm#"/>
  <p:tag name="KSO_WM_UNIT_ADJUSTLAYOUT_ID" val="556"/>
</p:tagLst>
</file>

<file path=ppt/tags/tag9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5"/>
  <p:tag name="KSO_WM_UNIT_ID" val="diagram20198150_1*i*85"/>
  <p:tag name="KSO_WM_TEMPLATE_CATEGORY" val="diagram"/>
  <p:tag name="KSO_WM_TEMPLATE_INDEX" val="20198150"/>
  <p:tag name="KSO_WM_UNIT_LAYERLEVEL" val="1"/>
  <p:tag name="KSO_WM_TAG_VERSION" val="1.0"/>
  <p:tag name="KSO_WM_BEAUTIFY_FLAG" val="#wm#"/>
  <p:tag name="KSO_WM_UNIT_ADJUSTLAYOUT_ID" val="557"/>
</p:tagLst>
</file>

<file path=ppt/tags/tag9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6"/>
  <p:tag name="KSO_WM_UNIT_ID" val="diagram20198150_1*i*86"/>
  <p:tag name="KSO_WM_TEMPLATE_CATEGORY" val="diagram"/>
  <p:tag name="KSO_WM_TEMPLATE_INDEX" val="20198150"/>
  <p:tag name="KSO_WM_UNIT_LAYERLEVEL" val="1"/>
  <p:tag name="KSO_WM_TAG_VERSION" val="1.0"/>
  <p:tag name="KSO_WM_BEAUTIFY_FLAG" val="#wm#"/>
  <p:tag name="KSO_WM_UNIT_ADJUSTLAYOUT_ID" val="558"/>
</p:tagLst>
</file>

<file path=ppt/tags/tag9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8"/>
  <p:tag name="KSO_WM_UNIT_ID" val="diagram20198150_1*i*88"/>
  <p:tag name="KSO_WM_TEMPLATE_CATEGORY" val="diagram"/>
  <p:tag name="KSO_WM_TEMPLATE_INDEX" val="20198150"/>
  <p:tag name="KSO_WM_UNIT_LAYERLEVEL" val="1"/>
  <p:tag name="KSO_WM_TAG_VERSION" val="1.0"/>
  <p:tag name="KSO_WM_BEAUTIFY_FLAG" val="#wm#"/>
  <p:tag name="KSO_WM_UNIT_ADJUSTLAYOUT_ID" val="559"/>
</p:tagLst>
</file>

<file path=ppt/tags/tag9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9"/>
  <p:tag name="KSO_WM_UNIT_ID" val="diagram20198150_1*i*89"/>
  <p:tag name="KSO_WM_TEMPLATE_CATEGORY" val="diagram"/>
  <p:tag name="KSO_WM_TEMPLATE_INDEX" val="20198150"/>
  <p:tag name="KSO_WM_UNIT_LAYERLEVEL" val="1"/>
  <p:tag name="KSO_WM_TAG_VERSION" val="1.0"/>
  <p:tag name="KSO_WM_BEAUTIFY_FLAG" val="#wm#"/>
  <p:tag name="KSO_WM_UNIT_ADJUSTLAYOUT_ID" val="560"/>
</p:tagLst>
</file>

<file path=ppt/tags/tag9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0"/>
  <p:tag name="KSO_WM_UNIT_ID" val="diagram20198150_1*i*90"/>
  <p:tag name="KSO_WM_TEMPLATE_CATEGORY" val="diagram"/>
  <p:tag name="KSO_WM_TEMPLATE_INDEX" val="20198150"/>
  <p:tag name="KSO_WM_UNIT_LAYERLEVEL" val="1"/>
  <p:tag name="KSO_WM_TAG_VERSION" val="1.0"/>
  <p:tag name="KSO_WM_BEAUTIFY_FLAG" val="#wm#"/>
  <p:tag name="KSO_WM_UNIT_ADJUSTLAYOUT_ID" val="541"/>
</p:tagLst>
</file>

<file path=ppt/tags/tag9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1"/>
  <p:tag name="KSO_WM_UNIT_ID" val="diagram20198150_1*i*91"/>
  <p:tag name="KSO_WM_TEMPLATE_CATEGORY" val="diagram"/>
  <p:tag name="KSO_WM_TEMPLATE_INDEX" val="20198150"/>
  <p:tag name="KSO_WM_UNIT_LAYERLEVEL" val="1"/>
  <p:tag name="KSO_WM_TAG_VERSION" val="1.0"/>
  <p:tag name="KSO_WM_BEAUTIFY_FLAG" val="#wm#"/>
  <p:tag name="KSO_WM_UNIT_ADJUSTLAYOUT_ID" val="542"/>
</p:tagLst>
</file>

<file path=ppt/tags/tag9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2"/>
  <p:tag name="KSO_WM_UNIT_ID" val="diagram20198150_1*i*92"/>
  <p:tag name="KSO_WM_TEMPLATE_CATEGORY" val="diagram"/>
  <p:tag name="KSO_WM_TEMPLATE_INDEX" val="20198150"/>
  <p:tag name="KSO_WM_UNIT_LAYERLEVEL" val="1"/>
  <p:tag name="KSO_WM_TAG_VERSION" val="1.0"/>
  <p:tag name="KSO_WM_BEAUTIFY_FLAG" val="#wm#"/>
  <p:tag name="KSO_WM_UNIT_ADJUSTLAYOUT_ID" val="543"/>
</p:tagLst>
</file>

<file path=ppt/tags/tag9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3"/>
  <p:tag name="KSO_WM_UNIT_ID" val="diagram20198150_1*i*93"/>
  <p:tag name="KSO_WM_TEMPLATE_CATEGORY" val="diagram"/>
  <p:tag name="KSO_WM_TEMPLATE_INDEX" val="20198150"/>
  <p:tag name="KSO_WM_UNIT_LAYERLEVEL" val="1"/>
  <p:tag name="KSO_WM_TAG_VERSION" val="1.0"/>
  <p:tag name="KSO_WM_BEAUTIFY_FLAG" val="#wm#"/>
  <p:tag name="KSO_WM_UNIT_ADJUSTLAYOUT_ID" val="544"/>
</p:tagLst>
</file>

<file path=ppt/tags/tag9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4"/>
  <p:tag name="KSO_WM_UNIT_ID" val="diagram20198150_1*i*94"/>
  <p:tag name="KSO_WM_TEMPLATE_CATEGORY" val="diagram"/>
  <p:tag name="KSO_WM_TEMPLATE_INDEX" val="20198150"/>
  <p:tag name="KSO_WM_UNIT_LAYERLEVEL" val="1"/>
  <p:tag name="KSO_WM_TAG_VERSION" val="1.0"/>
  <p:tag name="KSO_WM_BEAUTIFY_FLAG" val="#wm#"/>
  <p:tag name="KSO_WM_UNIT_ADJUSTLAYOUT_ID" val="545"/>
</p:tagLst>
</file>

<file path=ppt/tags/tag9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6"/>
  <p:tag name="KSO_WM_UNIT_ID" val="diagram20198150_1*i*96"/>
  <p:tag name="KSO_WM_TEMPLATE_CATEGORY" val="diagram"/>
  <p:tag name="KSO_WM_TEMPLATE_INDEX" val="20198150"/>
  <p:tag name="KSO_WM_UNIT_LAYERLEVEL" val="1"/>
  <p:tag name="KSO_WM_TAG_VERSION" val="1.0"/>
  <p:tag name="KSO_WM_BEAUTIFY_FLAG" val="#wm#"/>
  <p:tag name="KSO_WM_UNIT_ADJUSTLAYOUT_ID" val="546"/>
</p:tagLst>
</file>

<file path=ppt/tags/tag9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7"/>
  <p:tag name="KSO_WM_UNIT_ID" val="diagram20198150_1*i*97"/>
  <p:tag name="KSO_WM_TEMPLATE_CATEGORY" val="diagram"/>
  <p:tag name="KSO_WM_TEMPLATE_INDEX" val="20198150"/>
  <p:tag name="KSO_WM_UNIT_LAYERLEVEL" val="1"/>
  <p:tag name="KSO_WM_TAG_VERSION" val="1.0"/>
  <p:tag name="KSO_WM_BEAUTIFY_FLAG" val="#wm#"/>
  <p:tag name="KSO_WM_UNIT_ADJUSTLAYOUT_ID" val="547"/>
</p:tagLst>
</file>

<file path=ppt/tags/tag9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9"/>
  <p:tag name="KSO_WM_UNIT_ID" val="diagram20198150_1*i*99"/>
  <p:tag name="KSO_WM_TEMPLATE_CATEGORY" val="diagram"/>
  <p:tag name="KSO_WM_TEMPLATE_INDEX" val="20198150"/>
  <p:tag name="KSO_WM_UNIT_LAYERLEVEL" val="1"/>
  <p:tag name="KSO_WM_TAG_VERSION" val="1.0"/>
  <p:tag name="KSO_WM_BEAUTIFY_FLAG" val="#wm#"/>
  <p:tag name="KSO_WM_UNIT_ADJUSTLAYOUT_ID" val="548"/>
</p:tagLst>
</file>

<file path=ppt/tags/tag9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0"/>
  <p:tag name="KSO_WM_UNIT_ID" val="diagram20198150_1*i*100"/>
  <p:tag name="KSO_WM_TEMPLATE_CATEGORY" val="diagram"/>
  <p:tag name="KSO_WM_TEMPLATE_INDEX" val="20198150"/>
  <p:tag name="KSO_WM_UNIT_LAYERLEVEL" val="1"/>
  <p:tag name="KSO_WM_TAG_VERSION" val="1.0"/>
  <p:tag name="KSO_WM_BEAUTIFY_FLAG" val="#wm#"/>
  <p:tag name="KSO_WM_UNIT_ADJUSTLAYOUT_ID" val="549"/>
</p:tagLst>
</file>

<file path=ppt/tags/tag9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1"/>
  <p:tag name="KSO_WM_UNIT_ID" val="diagram20198150_1*i*101"/>
  <p:tag name="KSO_WM_TEMPLATE_CATEGORY" val="diagram"/>
  <p:tag name="KSO_WM_TEMPLATE_INDEX" val="20198150"/>
  <p:tag name="KSO_WM_UNIT_LAYERLEVEL" val="1"/>
  <p:tag name="KSO_WM_TAG_VERSION" val="1.0"/>
  <p:tag name="KSO_WM_BEAUTIFY_FLAG" val="#wm#"/>
  <p:tag name="KSO_WM_UNIT_ADJUSTLAYOUT_ID" val="550"/>
</p:tagLst>
</file>

<file path=ppt/tags/tag9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2"/>
  <p:tag name="KSO_WM_UNIT_ID" val="diagram20198150_1*i*102"/>
  <p:tag name="KSO_WM_TEMPLATE_CATEGORY" val="diagram"/>
  <p:tag name="KSO_WM_TEMPLATE_INDEX" val="20198150"/>
  <p:tag name="KSO_WM_UNIT_LAYERLEVEL" val="1"/>
  <p:tag name="KSO_WM_TAG_VERSION" val="1.0"/>
  <p:tag name="KSO_WM_BEAUTIFY_FLAG" val="#wm#"/>
  <p:tag name="KSO_WM_UNIT_ADJUSTLAYOUT_ID" val="531"/>
</p:tagLst>
</file>

<file path=ppt/tags/tag9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3"/>
  <p:tag name="KSO_WM_UNIT_ID" val="diagram20198150_1*i*103"/>
  <p:tag name="KSO_WM_TEMPLATE_CATEGORY" val="diagram"/>
  <p:tag name="KSO_WM_TEMPLATE_INDEX" val="20198150"/>
  <p:tag name="KSO_WM_UNIT_LAYERLEVEL" val="1"/>
  <p:tag name="KSO_WM_TAG_VERSION" val="1.0"/>
  <p:tag name="KSO_WM_BEAUTIFY_FLAG" val="#wm#"/>
  <p:tag name="KSO_WM_UNIT_ADJUSTLAYOUT_ID" val="532"/>
</p:tagLst>
</file>

<file path=ppt/tags/tag9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4"/>
  <p:tag name="KSO_WM_UNIT_ID" val="diagram20198150_1*i*104"/>
  <p:tag name="KSO_WM_TEMPLATE_CATEGORY" val="diagram"/>
  <p:tag name="KSO_WM_TEMPLATE_INDEX" val="20198150"/>
  <p:tag name="KSO_WM_UNIT_LAYERLEVEL" val="1"/>
  <p:tag name="KSO_WM_TAG_VERSION" val="1.0"/>
  <p:tag name="KSO_WM_BEAUTIFY_FLAG" val="#wm#"/>
  <p:tag name="KSO_WM_UNIT_ADJUSTLAYOUT_ID" val="533"/>
</p:tagLst>
</file>

<file path=ppt/tags/tag9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5"/>
  <p:tag name="KSO_WM_UNIT_ID" val="diagram20198150_1*i*105"/>
  <p:tag name="KSO_WM_TEMPLATE_CATEGORY" val="diagram"/>
  <p:tag name="KSO_WM_TEMPLATE_INDEX" val="20198150"/>
  <p:tag name="KSO_WM_UNIT_LAYERLEVEL" val="1"/>
  <p:tag name="KSO_WM_TAG_VERSION" val="1.0"/>
  <p:tag name="KSO_WM_BEAUTIFY_FLAG" val="#wm#"/>
  <p:tag name="KSO_WM_UNIT_ADJUSTLAYOUT_ID" val="534"/>
</p:tagLst>
</file>

<file path=ppt/tags/tag9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6"/>
  <p:tag name="KSO_WM_UNIT_ID" val="diagram20198150_1*i*106"/>
  <p:tag name="KSO_WM_TEMPLATE_CATEGORY" val="diagram"/>
  <p:tag name="KSO_WM_TEMPLATE_INDEX" val="20198150"/>
  <p:tag name="KSO_WM_UNIT_LAYERLEVEL" val="1"/>
  <p:tag name="KSO_WM_TAG_VERSION" val="1.0"/>
  <p:tag name="KSO_WM_BEAUTIFY_FLAG" val="#wm#"/>
  <p:tag name="KSO_WM_UNIT_ADJUSTLAYOUT_ID" val="535"/>
</p:tagLst>
</file>

<file path=ppt/tags/tag9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8"/>
  <p:tag name="KSO_WM_UNIT_ID" val="diagram20198150_1*i*108"/>
  <p:tag name="KSO_WM_TEMPLATE_CATEGORY" val="diagram"/>
  <p:tag name="KSO_WM_TEMPLATE_INDEX" val="20198150"/>
  <p:tag name="KSO_WM_UNIT_LAYERLEVEL" val="1"/>
  <p:tag name="KSO_WM_TAG_VERSION" val="1.0"/>
  <p:tag name="KSO_WM_BEAUTIFY_FLAG" val="#wm#"/>
  <p:tag name="KSO_WM_UNIT_ADJUSTLAYOUT_ID" val="536"/>
</p:tagLst>
</file>

<file path=ppt/tags/tag9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150_1*i*3"/>
  <p:tag name="KSO_WM_TEMPLATE_CATEGORY" val="diagram"/>
  <p:tag name="KSO_WM_TEMPLATE_INDEX" val="20198150"/>
  <p:tag name="KSO_WM_UNIT_LAYERLEVEL" val="1"/>
  <p:tag name="KSO_WM_TAG_VERSION" val="1.0"/>
  <p:tag name="KSO_WM_BEAUTIFY_FLAG" val="#wm#"/>
  <p:tag name="KSO_WM_UNIT_ADJUSTLAYOUT_ID" val="537"/>
</p:tagLst>
</file>

<file path=ppt/tags/tag9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8150_1*i*4"/>
  <p:tag name="KSO_WM_TEMPLATE_CATEGORY" val="diagram"/>
  <p:tag name="KSO_WM_TEMPLATE_INDEX" val="20198150"/>
  <p:tag name="KSO_WM_UNIT_LAYERLEVEL" val="1"/>
  <p:tag name="KSO_WM_TAG_VERSION" val="1.0"/>
  <p:tag name="KSO_WM_BEAUTIFY_FLAG" val="#wm#"/>
  <p:tag name="KSO_WM_UNIT_ADJUSTLAYOUT_ID" val="538"/>
</p:tagLst>
</file>

<file path=ppt/tags/tag9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8150_1*i*5"/>
  <p:tag name="KSO_WM_TEMPLATE_CATEGORY" val="diagram"/>
  <p:tag name="KSO_WM_TEMPLATE_INDEX" val="20198150"/>
  <p:tag name="KSO_WM_UNIT_LAYERLEVEL" val="1"/>
  <p:tag name="KSO_WM_TAG_VERSION" val="1.0"/>
  <p:tag name="KSO_WM_BEAUTIFY_FLAG" val="#wm#"/>
  <p:tag name="KSO_WM_UNIT_ADJUSTLAYOUT_ID" val="539"/>
</p:tagLst>
</file>

<file path=ppt/tags/tag9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8150_1*i*6"/>
  <p:tag name="KSO_WM_TEMPLATE_CATEGORY" val="diagram"/>
  <p:tag name="KSO_WM_TEMPLATE_INDEX" val="20198150"/>
  <p:tag name="KSO_WM_UNIT_LAYERLEVEL" val="1"/>
  <p:tag name="KSO_WM_TAG_VERSION" val="1.0"/>
  <p:tag name="KSO_WM_BEAUTIFY_FLAG" val="#wm#"/>
  <p:tag name="KSO_WM_UNIT_ADJUSTLAYOUT_ID" val="540"/>
</p:tagLst>
</file>

<file path=ppt/tags/tag9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8150_1*i*7"/>
  <p:tag name="KSO_WM_TEMPLATE_CATEGORY" val="diagram"/>
  <p:tag name="KSO_WM_TEMPLATE_INDEX" val="20198150"/>
  <p:tag name="KSO_WM_UNIT_LAYERLEVEL" val="1"/>
  <p:tag name="KSO_WM_TAG_VERSION" val="1.0"/>
  <p:tag name="KSO_WM_BEAUTIFY_FLAG" val="#wm#"/>
  <p:tag name="KSO_WM_UNIT_ADJUSTLAYOUT_ID" val="521"/>
</p:tagLst>
</file>

<file path=ppt/tags/tag9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8150_1*i*8"/>
  <p:tag name="KSO_WM_TEMPLATE_CATEGORY" val="diagram"/>
  <p:tag name="KSO_WM_TEMPLATE_INDEX" val="20198150"/>
  <p:tag name="KSO_WM_UNIT_LAYERLEVEL" val="1"/>
  <p:tag name="KSO_WM_TAG_VERSION" val="1.0"/>
  <p:tag name="KSO_WM_BEAUTIFY_FLAG" val="#wm#"/>
  <p:tag name="KSO_WM_UNIT_ADJUSTLAYOUT_ID" val="522"/>
</p:tagLst>
</file>

<file path=ppt/tags/tag9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150_1*i*9"/>
  <p:tag name="KSO_WM_TEMPLATE_CATEGORY" val="diagram"/>
  <p:tag name="KSO_WM_TEMPLATE_INDEX" val="20198150"/>
  <p:tag name="KSO_WM_UNIT_LAYERLEVEL" val="1"/>
  <p:tag name="KSO_WM_TAG_VERSION" val="1.0"/>
  <p:tag name="KSO_WM_BEAUTIFY_FLAG" val="#wm#"/>
  <p:tag name="KSO_WM_UNIT_ADJUSTLAYOUT_ID" val="523"/>
</p:tagLst>
</file>

<file path=ppt/tags/tag9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8150_1*i*10"/>
  <p:tag name="KSO_WM_TEMPLATE_CATEGORY" val="diagram"/>
  <p:tag name="KSO_WM_TEMPLATE_INDEX" val="20198150"/>
  <p:tag name="KSO_WM_UNIT_LAYERLEVEL" val="1"/>
  <p:tag name="KSO_WM_TAG_VERSION" val="1.0"/>
  <p:tag name="KSO_WM_BEAUTIFY_FLAG" val="#wm#"/>
  <p:tag name="KSO_WM_UNIT_ADJUSTLAYOUT_ID" val="524"/>
</p:tagLst>
</file>

<file path=ppt/tags/tag9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150_1*i*11"/>
  <p:tag name="KSO_WM_TEMPLATE_CATEGORY" val="diagram"/>
  <p:tag name="KSO_WM_TEMPLATE_INDEX" val="20198150"/>
  <p:tag name="KSO_WM_UNIT_LAYERLEVEL" val="1"/>
  <p:tag name="KSO_WM_TAG_VERSION" val="1.0"/>
  <p:tag name="KSO_WM_BEAUTIFY_FLAG" val="#wm#"/>
  <p:tag name="KSO_WM_UNIT_ADJUSTLAYOUT_ID" val="525"/>
</p:tagLst>
</file>

<file path=ppt/tags/tag9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diagram20198150_1*i*32"/>
  <p:tag name="KSO_WM_TEMPLATE_CATEGORY" val="diagram"/>
  <p:tag name="KSO_WM_TEMPLATE_INDEX" val="20198150"/>
  <p:tag name="KSO_WM_UNIT_LAYERLEVEL" val="1"/>
  <p:tag name="KSO_WM_TAG_VERSION" val="1.0"/>
  <p:tag name="KSO_WM_BEAUTIFY_FLAG" val="#wm#"/>
  <p:tag name="KSO_WM_UNIT_ADJUSTLAYOUT_ID" val="526"/>
</p:tagLst>
</file>

<file path=ppt/tags/tag9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3"/>
  <p:tag name="KSO_WM_UNIT_ID" val="diagram20198150_1*i*43"/>
  <p:tag name="KSO_WM_TEMPLATE_CATEGORY" val="diagram"/>
  <p:tag name="KSO_WM_TEMPLATE_INDEX" val="20198150"/>
  <p:tag name="KSO_WM_UNIT_LAYERLEVEL" val="1"/>
  <p:tag name="KSO_WM_TAG_VERSION" val="1.0"/>
  <p:tag name="KSO_WM_BEAUTIFY_FLAG" val="#wm#"/>
  <p:tag name="KSO_WM_UNIT_ADJUSTLAYOUT_ID" val="527"/>
</p:tagLst>
</file>

<file path=ppt/tags/tag9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4"/>
  <p:tag name="KSO_WM_UNIT_ID" val="diagram20198150_1*i*54"/>
  <p:tag name="KSO_WM_TEMPLATE_CATEGORY" val="diagram"/>
  <p:tag name="KSO_WM_TEMPLATE_INDEX" val="20198150"/>
  <p:tag name="KSO_WM_UNIT_LAYERLEVEL" val="1"/>
  <p:tag name="KSO_WM_TAG_VERSION" val="1.0"/>
  <p:tag name="KSO_WM_BEAUTIFY_FLAG" val="#wm#"/>
  <p:tag name="KSO_WM_UNIT_ADJUSTLAYOUT_ID" val="528"/>
</p:tagLst>
</file>

<file path=ppt/tags/tag9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5"/>
  <p:tag name="KSO_WM_UNIT_ID" val="diagram20198150_1*i*65"/>
  <p:tag name="KSO_WM_TEMPLATE_CATEGORY" val="diagram"/>
  <p:tag name="KSO_WM_TEMPLATE_INDEX" val="20198150"/>
  <p:tag name="KSO_WM_UNIT_LAYERLEVEL" val="1"/>
  <p:tag name="KSO_WM_TAG_VERSION" val="1.0"/>
  <p:tag name="KSO_WM_BEAUTIFY_FLAG" val="#wm#"/>
  <p:tag name="KSO_WM_UNIT_ADJUSTLAYOUT_ID" val="529"/>
</p:tagLst>
</file>

<file path=ppt/tags/tag9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6"/>
  <p:tag name="KSO_WM_UNIT_ID" val="diagram20198150_1*i*76"/>
  <p:tag name="KSO_WM_TEMPLATE_CATEGORY" val="diagram"/>
  <p:tag name="KSO_WM_TEMPLATE_INDEX" val="20198150"/>
  <p:tag name="KSO_WM_UNIT_LAYERLEVEL" val="1"/>
  <p:tag name="KSO_WM_TAG_VERSION" val="1.0"/>
  <p:tag name="KSO_WM_BEAUTIFY_FLAG" val="#wm#"/>
  <p:tag name="KSO_WM_UNIT_ADJUSTLAYOUT_ID" val="530"/>
</p:tagLst>
</file>

<file path=ppt/tags/tag9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9"/>
  <p:tag name="KSO_WM_UNIT_ID" val="diagram20198150_1*i*109"/>
  <p:tag name="KSO_WM_TEMPLATE_CATEGORY" val="diagram"/>
  <p:tag name="KSO_WM_TEMPLATE_INDEX" val="20198150"/>
  <p:tag name="KSO_WM_UNIT_LAYERLEVEL" val="1"/>
  <p:tag name="KSO_WM_TAG_VERSION" val="1.0"/>
  <p:tag name="KSO_WM_BEAUTIFY_FLAG" val="#wm#"/>
  <p:tag name="KSO_WM_UNIT_ADJUSTLAYOUT_ID" val="510"/>
</p:tagLst>
</file>

<file path=ppt/tags/tag9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7"/>
  <p:tag name="KSO_WM_UNIT_ID" val="diagram20198150_1*i*87"/>
  <p:tag name="KSO_WM_TEMPLATE_CATEGORY" val="diagram"/>
  <p:tag name="KSO_WM_TEMPLATE_INDEX" val="20198150"/>
  <p:tag name="KSO_WM_UNIT_LAYERLEVEL" val="1"/>
  <p:tag name="KSO_WM_TAG_VERSION" val="1.0"/>
  <p:tag name="KSO_WM_BEAUTIFY_FLAG" val="#wm#"/>
  <p:tag name="KSO_WM_UNIT_ADJUSTLAYOUT_ID" val="511"/>
</p:tagLst>
</file>

<file path=ppt/tags/tag986.xml><?xml version="1.0" encoding="utf-8"?>
<p:tagLst xmlns:a="http://schemas.openxmlformats.org/drawingml/2006/main" xmlns:r="http://schemas.openxmlformats.org/officeDocument/2006/relationships" xmlns:p="http://schemas.openxmlformats.org/presentationml/2006/main">
  <p:tag name="KSO_WM_UNIT_VALUE" val="1080*607"/>
  <p:tag name="KSO_WM_UNIT_HIGHLIGHT" val="0"/>
  <p:tag name="KSO_WM_UNIT_COMPATIBLE" val="0"/>
  <p:tag name="KSO_WM_UNIT_DIAGRAM_ISNUMVISUAL" val="0"/>
  <p:tag name="KSO_WM_UNIT_DIAGRAM_ISREFERUNIT" val="0"/>
  <p:tag name="KSO_WM_UNIT_TYPE" val="d"/>
  <p:tag name="KSO_WM_UNIT_INDEX" val="1"/>
  <p:tag name="KSO_WM_UNIT_ID" val="diagram20198150_1*d*1"/>
  <p:tag name="KSO_WM_TEMPLATE_CATEGORY" val="diagram"/>
  <p:tag name="KSO_WM_TEMPLATE_INDEX" val="20198150"/>
  <p:tag name="KSO_WM_UNIT_LAYERLEVEL" val="1"/>
  <p:tag name="KSO_WM_TAG_VERSION" val="1.0"/>
  <p:tag name="KSO_WM_BEAUTIFY_FLAG" val="#wm#"/>
  <p:tag name="KSO_WM_UNIT_ADJUSTLAYOUT_ID" val="10"/>
  <p:tag name="KSO_WM_UNIT_PICTURE_CLIP_FLAG" val="1"/>
</p:tagLst>
</file>

<file path=ppt/tags/tag9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8"/>
  <p:tag name="KSO_WM_UNIT_ID" val="diagram20198150_1*i*98"/>
  <p:tag name="KSO_WM_TEMPLATE_CATEGORY" val="diagram"/>
  <p:tag name="KSO_WM_TEMPLATE_INDEX" val="20198150"/>
  <p:tag name="KSO_WM_UNIT_LAYERLEVEL" val="1"/>
  <p:tag name="KSO_WM_TAG_VERSION" val="1.0"/>
  <p:tag name="KSO_WM_BEAUTIFY_FLAG" val="#wm#"/>
  <p:tag name="KSO_WM_UNIT_ADJUSTLAYOUT_ID" val="515"/>
</p:tagLst>
</file>

<file path=ppt/tags/tag9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8150_1*i*2"/>
  <p:tag name="KSO_WM_TEMPLATE_CATEGORY" val="diagram"/>
  <p:tag name="KSO_WM_TEMPLATE_INDEX" val="20198150"/>
  <p:tag name="KSO_WM_UNIT_LAYERLEVEL" val="1"/>
  <p:tag name="KSO_WM_TAG_VERSION" val="1.0"/>
  <p:tag name="KSO_WM_BEAUTIFY_FLAG" val="#wm#"/>
  <p:tag name="KSO_WM_UNIT_ADJUSTLAYOUT_ID" val="11"/>
</p:tagLst>
</file>

<file path=ppt/tags/tag989.xml><?xml version="1.0" encoding="utf-8"?>
<p:tagLst xmlns:a="http://schemas.openxmlformats.org/drawingml/2006/main" xmlns:r="http://schemas.openxmlformats.org/officeDocument/2006/relationships" xmlns:p="http://schemas.openxmlformats.org/presentationml/2006/main">
  <p:tag name="KSO_WM_UNIT_TEXT_PART_ID_V2" val="d-1-1"/>
  <p:tag name="KSO_WM_UNIT_PRESET_TEXT" val="点击此处添加正文，文字是您思想的提炼，请言简意赅的阐述观点。"/>
  <p:tag name="KSO_WM_UNIT_NOCLEAR" val="0"/>
  <p:tag name="KSO_WM_UNIT_VALUE" val="36"/>
  <p:tag name="KSO_WM_UNIT_HIGHLIGHT" val="0"/>
  <p:tag name="KSO_WM_UNIT_COMPATIBLE" val="0"/>
  <p:tag name="KSO_WM_UNIT_DIAGRAM_ISNUMVISUAL" val="0"/>
  <p:tag name="KSO_WM_UNIT_DIAGRAM_ISREFERUNIT" val="0"/>
  <p:tag name="KSO_WM_UNIT_TYPE" val="f"/>
  <p:tag name="KSO_WM_UNIT_INDEX" val="1"/>
  <p:tag name="KSO_WM_UNIT_ID" val="diagram20198150_1*f*1"/>
  <p:tag name="KSO_WM_TEMPLATE_CATEGORY" val="diagram"/>
  <p:tag name="KSO_WM_TEMPLATE_INDEX" val="20198150"/>
  <p:tag name="KSO_WM_UNIT_LAYERLEVEL" val="1"/>
  <p:tag name="KSO_WM_TAG_VERSION" val="1.0"/>
  <p:tag name="KSO_WM_BEAUTIFY_FLAG" val="#wm#"/>
  <p:tag name="KSO_WM_UNIT_ADJUSTLAYOUT_ID" val="12"/>
</p:tagLst>
</file>

<file path=ppt/tags/tag9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8150_1*i*12"/>
  <p:tag name="KSO_WM_TEMPLATE_CATEGORY" val="diagram"/>
  <p:tag name="KSO_WM_TEMPLATE_INDEX" val="20198150"/>
  <p:tag name="KSO_WM_UNIT_LAYERLEVEL" val="1"/>
  <p:tag name="KSO_WM_TAG_VERSION" val="1.0"/>
  <p:tag name="KSO_WM_BEAUTIFY_FLAG" val="#wm#"/>
  <p:tag name="KSO_WM_UNIT_ADJUSTLAYOUT_ID" val="4"/>
</p:tagLst>
</file>

<file path=ppt/tags/tag991.xml><?xml version="1.0" encoding="utf-8"?>
<p:tagLst xmlns:a="http://schemas.openxmlformats.org/drawingml/2006/main" xmlns:r="http://schemas.openxmlformats.org/officeDocument/2006/relationships" xmlns:p="http://schemas.openxmlformats.org/presentationml/2006/main">
  <p:tag name="KSO_WM_UNIT_TEXT_PART_ID_V2" val="b-3-1"/>
  <p:tag name="KSO_WM_UNIT_ISCONTENTSTITLE" val="0"/>
  <p:tag name="KSO_WM_UNIT_PRESET_TEXT" val="单击此处添加您的大标题"/>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150_1*a*1"/>
  <p:tag name="KSO_WM_TEMPLATE_CATEGORY" val="diagram"/>
  <p:tag name="KSO_WM_TEMPLATE_INDEX" val="20198150"/>
  <p:tag name="KSO_WM_UNIT_LAYERLEVEL" val="1"/>
  <p:tag name="KSO_WM_TAG_VERSION" val="1.0"/>
  <p:tag name="KSO_WM_BEAUTIFY_FLAG" val="#wm#"/>
  <p:tag name="KSO_WM_UNIT_ADJUSTLAYOUT_ID" val="5"/>
</p:tagLst>
</file>

<file path=ppt/tags/tag992.xml><?xml version="1.0" encoding="utf-8"?>
<p:tagLst xmlns:a="http://schemas.openxmlformats.org/drawingml/2006/main" xmlns:r="http://schemas.openxmlformats.org/officeDocument/2006/relationships" xmlns:p="http://schemas.openxmlformats.org/presentationml/2006/main">
  <p:tag name="KSO_WM_SLIDE_ID" val="diagram20191372_1"/>
  <p:tag name="KSO_WM_SLIDE_ITEM_CNT" val="0"/>
  <p:tag name="KSO_WM_SLIDE_INDEX" val="1"/>
  <p:tag name="KSO_WM_TAG_VERSION" val="1.0"/>
  <p:tag name="KSO_WM_BEAUTIFY_FLAG" val="#wm#"/>
  <p:tag name="KSO_WM_TEMPLATE_CATEGORY" val="diagram"/>
  <p:tag name="KSO_WM_TEMPLATE_INDEX" val="20191372"/>
  <p:tag name="KSO_WM_SLIDE_LAYOUT" val="a_d_f"/>
  <p:tag name="KSO_WM_SLIDE_LAYOUT_CNT" val="1_1_1"/>
  <p:tag name="KSO_WM_SLIDE_TYPE" val="text"/>
  <p:tag name="KSO_WM_SLIDE_SUBTYPE" val="picTxt"/>
  <p:tag name="KSO_WM_SLIDE_SIZE" val="915*447"/>
  <p:tag name="KSO_WM_SLIDE_POSITION" val="20*51"/>
  <p:tag name="KSO_WM_SLIDE_CONSTRAINT" val="%7b%22slideConstraint%22%3a%7b%22seriesAreas%22%3a%5b%5d%2c%22singleAreas%22%3a%5b%7b%22shapes%22%3a%5b13%5d%2c%22serialConstraintIndex%22%3a-1%2c%22areatextmark%22%3a0%2c%22pictureprocessmark%22%3a0%7d%5d%7d%7d"/>
  <p:tag name="KSO_WM_SLIDE_COLORSCHEME_VERSION" val="3.2"/>
</p:tagLst>
</file>

<file path=ppt/tags/tag9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1372_1*i*1"/>
  <p:tag name="KSO_WM_TEMPLATE_CATEGORY" val="diagram"/>
  <p:tag name="KSO_WM_TEMPLATE_INDEX" val="20191372"/>
  <p:tag name="KSO_WM_UNIT_LAYERLEVEL" val="1"/>
  <p:tag name="KSO_WM_TAG_VERSION" val="1.0"/>
  <p:tag name="KSO_WM_BEAUTIFY_FLAG" val="#wm#"/>
  <p:tag name="KSO_WM_UNIT_ADJUSTLAYOUT_ID" val="9"/>
  <p:tag name="KSO_WM_UNIT_COLOR_SCHEME_SHAPE_ID" val="9"/>
  <p:tag name="KSO_WM_UNIT_COLOR_SCHEME_PARENT_PAGE" val="0_1"/>
  <p:tag name="KSO_WM_UNIT_FOIL_COLOR" val="1"/>
</p:tagLst>
</file>

<file path=ppt/tags/tag9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1372_1*i*2"/>
  <p:tag name="KSO_WM_TEMPLATE_CATEGORY" val="diagram"/>
  <p:tag name="KSO_WM_TEMPLATE_INDEX" val="20191372"/>
  <p:tag name="KSO_WM_UNIT_LAYERLEVEL" val="1"/>
  <p:tag name="KSO_WM_TAG_VERSION" val="1.0"/>
  <p:tag name="KSO_WM_BEAUTIFY_FLAG" val="#wm#"/>
  <p:tag name="KSO_WM_UNIT_ADJUSTLAYOUT_ID" val="160"/>
  <p:tag name="KSO_WM_UNIT_COLOR_SCHEME_SHAPE_ID" val="160"/>
  <p:tag name="KSO_WM_UNIT_COLOR_SCHEME_PARENT_PAGE" val="0_1"/>
</p:tagLst>
</file>

<file path=ppt/tags/tag9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1372_1*i*3"/>
  <p:tag name="KSO_WM_TEMPLATE_CATEGORY" val="diagram"/>
  <p:tag name="KSO_WM_TEMPLATE_INDEX" val="20191372"/>
  <p:tag name="KSO_WM_UNIT_LAYERLEVEL" val="1"/>
  <p:tag name="KSO_WM_TAG_VERSION" val="1.0"/>
  <p:tag name="KSO_WM_BEAUTIFY_FLAG" val="#wm#"/>
  <p:tag name="KSO_WM_UNIT_ADJUSTLAYOUT_ID" val="8"/>
  <p:tag name="KSO_WM_UNIT_COLOR_SCHEME_SHAPE_ID" val="8"/>
  <p:tag name="KSO_WM_UNIT_COLOR_SCHEME_PARENT_PAGE" val="0_1"/>
</p:tagLst>
</file>

<file path=ppt/tags/tag996.xml><?xml version="1.0" encoding="utf-8"?>
<p:tagLst xmlns:a="http://schemas.openxmlformats.org/drawingml/2006/main" xmlns:r="http://schemas.openxmlformats.org/officeDocument/2006/relationships" xmlns:p="http://schemas.openxmlformats.org/presentationml/2006/main">
  <p:tag name="KSO_WM_UNIT_TEXT_PART_ID" val="2-c"/>
  <p:tag name="KSO_WM_UNIT_TEXT_PART_SIZE" val="169.76*434.5"/>
  <p:tag name="KSO_WM_UNIT_VALUE" val="182"/>
  <p:tag name="KSO_WM_UNIT_HIGHLIGHT" val="0"/>
  <p:tag name="KSO_WM_UNIT_COMPATIBLE" val="0"/>
  <p:tag name="KSO_WM_UNIT_DIAGRAM_ISNUMVISUAL" val="0"/>
  <p:tag name="KSO_WM_UNIT_DIAGRAM_ISREFERUNIT" val="0"/>
  <p:tag name="KSO_WM_UNIT_ID" val="diagram20191372_1*f*1"/>
  <p:tag name="KSO_WM_TEMPLATE_CATEGORY" val="diagram"/>
  <p:tag name="KSO_WM_TEMPLATE_INDEX" val="20191372"/>
  <p:tag name="KSO_WM_UNIT_LAYERLEVEL" val="1"/>
  <p:tag name="KSO_WM_TAG_VERSION" val="1.0"/>
  <p:tag name="KSO_WM_BEAUTIFY_FLAG" val="#wm#"/>
  <p:tag name="KSO_WM_UNIT_PRESET_TEXT" val="点击此处添加正文，文字是您思想的提炼，为了最终呈现发布的良好效果，请言简意赅的阐述您的观点，并根据需要酌情增减文字。&#10;即便信息错综复杂，需要用更多的文字来表述，也请您尽可能提炼思想的精髓，恰如其分的表达观点，往往事半功倍。"/>
  <p:tag name="KSO_WM_UNIT_TYPE" val="f"/>
  <p:tag name="KSO_WM_UNIT_INDEX" val="1"/>
  <p:tag name="KSO_WM_UNIT_ADJUSTLAYOUT_ID" val="11"/>
  <p:tag name="KSO_WM_UNIT_COLOR_SCHEME_SHAPE_ID" val="11"/>
  <p:tag name="KSO_WM_UNIT_COLOR_SCHEME_PARENT_PAGE" val="0_1"/>
  <p:tag name="KSO_WM_UNIT_TEXT_PART_ID_V2" val="d-2-1"/>
</p:tagLst>
</file>

<file path=ppt/tags/tag99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添加大标题"/>
  <p:tag name="KSO_WM_UNIT_TEXT_PART_ID" val="1-X"/>
  <p:tag name="KSO_WM_UNIT_TEXT_PART_SIZE" val="49.2*286"/>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1372_1*a*1"/>
  <p:tag name="KSO_WM_TEMPLATE_CATEGORY" val="diagram"/>
  <p:tag name="KSO_WM_TEMPLATE_INDEX" val="20191372"/>
  <p:tag name="KSO_WM_UNIT_LAYERLEVEL" val="1"/>
  <p:tag name="KSO_WM_TAG_VERSION" val="1.0"/>
  <p:tag name="KSO_WM_BEAUTIFY_FLAG" val="#wm#"/>
  <p:tag name="KSO_WM_UNIT_ADJUSTLAYOUT_ID" val="12"/>
  <p:tag name="KSO_WM_UNIT_COLOR_SCHEME_SHAPE_ID" val="12"/>
  <p:tag name="KSO_WM_UNIT_COLOR_SCHEME_PARENT_PAGE" val="0_1"/>
  <p:tag name="KSO_WM_UNIT_TEXT_PART_ID_V2" val="a-1-1"/>
</p:tagLst>
</file>

<file path=ppt/tags/tag9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1372_1*i*5"/>
  <p:tag name="KSO_WM_TEMPLATE_CATEGORY" val="diagram"/>
  <p:tag name="KSO_WM_TEMPLATE_INDEX" val="20191372"/>
  <p:tag name="KSO_WM_UNIT_LAYERLEVEL" val="1"/>
  <p:tag name="KSO_WM_TAG_VERSION" val="1.0"/>
  <p:tag name="KSO_WM_BEAUTIFY_FLAG" val="#wm#"/>
  <p:tag name="KSO_WM_UNIT_ADJUSTLAYOUT_ID" val="5"/>
  <p:tag name="KSO_WM_UNIT_COLOR_SCHEME_SHAPE_ID" val="5"/>
  <p:tag name="KSO_WM_UNIT_COLOR_SCHEME_PARENT_PAGE" val="0_1"/>
</p:tagLst>
</file>

<file path=ppt/tags/tag999.xml><?xml version="1.0" encoding="utf-8"?>
<p:tagLst xmlns:a="http://schemas.openxmlformats.org/drawingml/2006/main" xmlns:r="http://schemas.openxmlformats.org/officeDocument/2006/relationships" xmlns:p="http://schemas.openxmlformats.org/presentationml/2006/main">
  <p:tag name="KSO_WM_UNIT_VALUE" val="1006*1341"/>
  <p:tag name="KSO_WM_UNIT_HIGHLIGHT" val="0"/>
  <p:tag name="KSO_WM_UNIT_COMPATIBLE" val="0"/>
  <p:tag name="KSO_WM_UNIT_DIAGRAM_ISNUMVISUAL" val="0"/>
  <p:tag name="KSO_WM_UNIT_DIAGRAM_ISREFERUNIT" val="0"/>
  <p:tag name="KSO_WM_UNIT_TYPE" val="d"/>
  <p:tag name="KSO_WM_UNIT_INDEX" val="1"/>
  <p:tag name="KSO_WM_UNIT_ID" val="diagram20191372_1*d*1"/>
  <p:tag name="KSO_WM_TEMPLATE_CATEGORY" val="diagram"/>
  <p:tag name="KSO_WM_TEMPLATE_INDEX" val="20191372"/>
  <p:tag name="KSO_WM_UNIT_LAYERLEVEL" val="1"/>
  <p:tag name="KSO_WM_TAG_VERSION" val="1.0"/>
  <p:tag name="KSO_WM_BEAUTIFY_FLAG" val="#wm#"/>
  <p:tag name="KSO_WM_UNIT_ADJUSTLAYOUT_ID" val="13"/>
  <p:tag name="KSO_WM_UNIT_PICTURE_CLIP_FLAG" val="1"/>
  <p:tag name="KSO_WM_UNIT_COLOR_SCHEME_SHAPE_ID" val="13"/>
  <p:tag name="KSO_WM_UNIT_COLOR_SCHEME_PARENT_PAGE" val="0_1"/>
</p:tagLst>
</file>

<file path=ppt/tags/tag1000.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6587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06*414"/>
  <p:tag name="KSO_WM_SLIDE_POSITION" val="153*0"/>
  <p:tag name="KSO_WM_TAG_VERSION" val="1.0"/>
  <p:tag name="KSO_WM_BEAUTIFY_FLAG" val="#wm#"/>
  <p:tag name="KSO_WM_TEMPLATE_CATEGORY" val="diagram"/>
  <p:tag name="KSO_WM_TEMPLATE_INDEX" val="20196587"/>
  <p:tag name="KSO_WM_SLIDE_LAYOUT" val="a_f"/>
  <p:tag name="KSO_WM_SLIDE_LAYOUT_CNT" val="1_1"/>
</p:tagLst>
</file>

<file path=ppt/tags/tag1001.xml><?xml version="1.0" encoding="utf-8"?>
<p:tagLst xmlns:a="http://schemas.openxmlformats.org/drawingml/2006/main" xmlns:r="http://schemas.openxmlformats.org/officeDocument/2006/relationships" xmlns:p="http://schemas.openxmlformats.org/presentationml/2006/main">
  <p:tag name="KSO_WM_UNIT_TEXT_PART_ID_V2" val="a-4-2"/>
  <p:tag name="KSO_WM_UNIT_COLOR_SCHEME_SHAPE_ID" val="3"/>
  <p:tag name="KSO_WM_UNIT_COLOR_SCHEME_PARENT_PAGE" val="0_1"/>
  <p:tag name="KSO_WM_UNIT_ISCONTENTSTITLE" val="0"/>
  <p:tag name="KSO_WM_UNIT_NOCLEAR" val="0"/>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196587_1*a*1"/>
  <p:tag name="KSO_WM_TEMPLATE_CATEGORY" val="diagram"/>
  <p:tag name="KSO_WM_TEMPLATE_INDEX" val="20196587"/>
  <p:tag name="KSO_WM_UNIT_LAYERLEVEL" val="1"/>
  <p:tag name="KSO_WM_TAG_VERSION" val="1.0"/>
  <p:tag name="KSO_WM_BEAUTIFY_FLAG" val="#wm#"/>
  <p:tag name="KSO_WM_UNIT_PRESET_TEXT" val="户外&#10;拓展训练目的"/>
</p:tagLst>
</file>

<file path=ppt/tags/tag10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6587_1*i*3"/>
  <p:tag name="KSO_WM_TEMPLATE_CATEGORY" val="diagram"/>
  <p:tag name="KSO_WM_TEMPLATE_INDEX" val="20196587"/>
  <p:tag name="KSO_WM_UNIT_LAYERLEVEL" val="1"/>
  <p:tag name="KSO_WM_TAG_VERSION" val="1.0"/>
  <p:tag name="KSO_WM_BEAUTIFY_FLAG" val="#wm#"/>
</p:tagLst>
</file>

<file path=ppt/tags/tag10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6587_1*i*5"/>
  <p:tag name="KSO_WM_TEMPLATE_CATEGORY" val="diagram"/>
  <p:tag name="KSO_WM_TEMPLATE_INDEX" val="20196587"/>
  <p:tag name="KSO_WM_UNIT_LAYERLEVEL" val="1"/>
  <p:tag name="KSO_WM_TAG_VERSION" val="1.0"/>
  <p:tag name="KSO_WM_BEAUTIFY_FLAG" val="#wm#"/>
</p:tagLst>
</file>

<file path=ppt/tags/tag10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6587_1*i*6"/>
  <p:tag name="KSO_WM_TEMPLATE_CATEGORY" val="diagram"/>
  <p:tag name="KSO_WM_TEMPLATE_INDEX" val="20196587"/>
  <p:tag name="KSO_WM_UNIT_LAYERLEVEL" val="1"/>
  <p:tag name="KSO_WM_TAG_VERSION" val="1.0"/>
  <p:tag name="KSO_WM_BEAUTIFY_FLAG" val="#wm#"/>
</p:tagLst>
</file>

<file path=ppt/tags/tag10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6587_1*i*7"/>
  <p:tag name="KSO_WM_TEMPLATE_CATEGORY" val="diagram"/>
  <p:tag name="KSO_WM_TEMPLATE_INDEX" val="20196587"/>
  <p:tag name="KSO_WM_UNIT_LAYERLEVEL" val="1"/>
  <p:tag name="KSO_WM_TAG_VERSION" val="1.0"/>
  <p:tag name="KSO_WM_BEAUTIFY_FLAG" val="#wm#"/>
</p:tagLst>
</file>

<file path=ppt/tags/tag1006.xml><?xml version="1.0" encoding="utf-8"?>
<p:tagLst xmlns:a="http://schemas.openxmlformats.org/drawingml/2006/main" xmlns:r="http://schemas.openxmlformats.org/officeDocument/2006/relationships" xmlns:p="http://schemas.openxmlformats.org/presentationml/2006/main">
  <p:tag name="KSO_WM_UNIT_TEXT_PART_ID_V2" val="d-4-2"/>
  <p:tag name="KSO_WM_UNIT_COLOR_SCHEME_SHAPE_ID" val="14"/>
  <p:tag name="KSO_WM_UNIT_COLOR_SCHEME_PARENT_PAGE" val="0_1"/>
  <p:tag name="KSO_WM_UNIT_PRESET_TEXT" val="户外拓展训练通常利用崇山峻岭、翰海大川等自然环境，通过精心设计的活动达到&quot;磨练意志、陶冶情操、完善人格、熔炼团队&quot;的拓展培训目的。"/>
  <p:tag name="KSO_WM_UNIT_NOCLEAR" val="1"/>
  <p:tag name="KSO_WM_UNIT_VALUE" val="416"/>
  <p:tag name="KSO_WM_UNIT_HIGHLIGHT" val="0"/>
  <p:tag name="KSO_WM_UNIT_COMPATIBLE" val="0"/>
  <p:tag name="KSO_WM_UNIT_DIAGRAM_ISNUMVISUAL" val="0"/>
  <p:tag name="KSO_WM_UNIT_DIAGRAM_ISREFERUNIT" val="0"/>
  <p:tag name="KSO_WM_UNIT_TYPE" val="f"/>
  <p:tag name="KSO_WM_UNIT_INDEX" val="2"/>
  <p:tag name="KSO_WM_UNIT_ID" val="diagram20196587_1*f*2"/>
  <p:tag name="KSO_WM_TEMPLATE_CATEGORY" val="diagram"/>
  <p:tag name="KSO_WM_TEMPLATE_INDEX" val="20196587"/>
  <p:tag name="KSO_WM_UNIT_LAYERLEVEL" val="1"/>
  <p:tag name="KSO_WM_TAG_VERSION" val="1.0"/>
  <p:tag name="KSO_WM_BEAUTIFY_FLAG" val="#wm#"/>
</p:tagLst>
</file>

<file path=ppt/tags/tag10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6587_1*i*8"/>
  <p:tag name="KSO_WM_TEMPLATE_CATEGORY" val="diagram"/>
  <p:tag name="KSO_WM_TEMPLATE_INDEX" val="20196587"/>
  <p:tag name="KSO_WM_UNIT_LAYERLEVEL" val="1"/>
  <p:tag name="KSO_WM_TAG_VERSION" val="1.0"/>
  <p:tag name="KSO_WM_BEAUTIFY_FLAG" val="#wm#"/>
</p:tagLst>
</file>

<file path=ppt/tags/tag10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6587_1*i*1"/>
  <p:tag name="KSO_WM_TEMPLATE_CATEGORY" val="diagram"/>
  <p:tag name="KSO_WM_TEMPLATE_INDEX" val="20196587"/>
  <p:tag name="KSO_WM_UNIT_LAYERLEVEL" val="1"/>
  <p:tag name="KSO_WM_TAG_VERSION" val="1.0"/>
  <p:tag name="KSO_WM_BEAUTIFY_FLAG" val="#wm#"/>
</p:tagLst>
</file>

<file path=ppt/tags/tag10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6587_1*i*2"/>
  <p:tag name="KSO_WM_TEMPLATE_CATEGORY" val="diagram"/>
  <p:tag name="KSO_WM_TEMPLATE_INDEX" val="20196587"/>
  <p:tag name="KSO_WM_UNIT_LAYERLEVEL" val="1"/>
  <p:tag name="KSO_WM_TAG_VERSION" val="1.0"/>
  <p:tag name="KSO_WM_BEAUTIFY_FLAG" val="#wm#"/>
</p:tagLst>
</file>

<file path=ppt/tags/tag1010.xml><?xml version="1.0" encoding="utf-8"?>
<p:tagLst xmlns:a="http://schemas.openxmlformats.org/drawingml/2006/main" xmlns:r="http://schemas.openxmlformats.org/officeDocument/2006/relationships" xmlns:p="http://schemas.openxmlformats.org/presentationml/2006/main">
  <p:tag name="KSO_WM_SLIDE_ID" val="diagram20198172_1"/>
  <p:tag name="KSO_WM_TEMPLATE_SUBCATEGORY" val="8"/>
  <p:tag name="KSO_WM_TEMPLATE_MASTER_TYPE" val="0"/>
  <p:tag name="KSO_WM_TEMPLATE_COLOR_TYPE" val="1"/>
  <p:tag name="KSO_WM_SLIDE_TYPE" val="text"/>
  <p:tag name="KSO_WM_SLIDE_SUBTYPE" val="picTxt"/>
  <p:tag name="KSO_WM_SLIDE_ITEM_CNT" val="0"/>
  <p:tag name="KSO_WM_SLIDE_INDEX" val="1"/>
  <p:tag name="KSO_WM_SLIDE_SIZE" val="978*541"/>
  <p:tag name="KSO_WM_SLIDE_POSITION" val="-19*-1"/>
  <p:tag name="KSO_WM_TAG_VERSION" val="1.0"/>
  <p:tag name="KSO_WM_BEAUTIFY_FLAG" val="#wm#"/>
  <p:tag name="KSO_WM_TEMPLATE_CATEGORY" val="diagram"/>
  <p:tag name="KSO_WM_TEMPLATE_INDEX" val="20198172"/>
  <p:tag name="KSO_WM_SLIDE_LAYOUT" val="a_d_f"/>
  <p:tag name="KSO_WM_SLIDE_LAYOUT_CNT" val="1_1_1"/>
</p:tagLst>
</file>

<file path=ppt/tags/tag1011.xml><?xml version="1.0" encoding="utf-8"?>
<p:tagLst xmlns:a="http://schemas.openxmlformats.org/drawingml/2006/main" xmlns:r="http://schemas.openxmlformats.org/officeDocument/2006/relationships" xmlns:p="http://schemas.openxmlformats.org/presentationml/2006/main">
  <p:tag name="KSO_WM_UNIT_ADJUSTLAYOUT_ID" val="257"/>
  <p:tag name="KSO_WM_UNIT_HIGHLIGHT" val="0"/>
  <p:tag name="KSO_WM_UNIT_COMPATIBLE" val="0"/>
  <p:tag name="KSO_WM_UNIT_DIAGRAM_ISNUMVISUAL" val="0"/>
  <p:tag name="KSO_WM_UNIT_DIAGRAM_ISREFERUNIT" val="0"/>
  <p:tag name="KSO_WM_UNIT_TYPE" val="i"/>
  <p:tag name="KSO_WM_UNIT_INDEX" val="1"/>
  <p:tag name="KSO_WM_UNIT_ID" val="diagram20198172_1*i*1"/>
  <p:tag name="KSO_WM_TEMPLATE_CATEGORY" val="diagram"/>
  <p:tag name="KSO_WM_TEMPLATE_INDEX" val="20198172"/>
  <p:tag name="KSO_WM_UNIT_LAYERLEVEL" val="1"/>
  <p:tag name="KSO_WM_TAG_VERSION" val="1.0"/>
  <p:tag name="KSO_WM_BEAUTIFY_FLAG" val="#wm#"/>
</p:tagLst>
</file>

<file path=ppt/tags/tag1012.xml><?xml version="1.0" encoding="utf-8"?>
<p:tagLst xmlns:a="http://schemas.openxmlformats.org/drawingml/2006/main" xmlns:r="http://schemas.openxmlformats.org/officeDocument/2006/relationships" xmlns:p="http://schemas.openxmlformats.org/presentationml/2006/main">
  <p:tag name="KSO_WM_UNIT_ADJUSTLAYOUT_ID" val="258"/>
  <p:tag name="KSO_WM_UNIT_HIGHLIGHT" val="0"/>
  <p:tag name="KSO_WM_UNIT_COMPATIBLE" val="0"/>
  <p:tag name="KSO_WM_UNIT_DIAGRAM_ISNUMVISUAL" val="0"/>
  <p:tag name="KSO_WM_UNIT_DIAGRAM_ISREFERUNIT" val="0"/>
  <p:tag name="KSO_WM_UNIT_TYPE" val="i"/>
  <p:tag name="KSO_WM_UNIT_INDEX" val="23"/>
  <p:tag name="KSO_WM_UNIT_ID" val="diagram20198172_1*i*23"/>
  <p:tag name="KSO_WM_TEMPLATE_CATEGORY" val="diagram"/>
  <p:tag name="KSO_WM_TEMPLATE_INDEX" val="20198172"/>
  <p:tag name="KSO_WM_UNIT_LAYERLEVEL" val="1"/>
  <p:tag name="KSO_WM_TAG_VERSION" val="1.0"/>
  <p:tag name="KSO_WM_BEAUTIFY_FLAG" val="#wm#"/>
</p:tagLst>
</file>

<file path=ppt/tags/tag1013.xml><?xml version="1.0" encoding="utf-8"?>
<p:tagLst xmlns:a="http://schemas.openxmlformats.org/drawingml/2006/main" xmlns:r="http://schemas.openxmlformats.org/officeDocument/2006/relationships" xmlns:p="http://schemas.openxmlformats.org/presentationml/2006/main">
  <p:tag name="KSO_WM_UNIT_ADJUSTLAYOUT_ID" val="260"/>
  <p:tag name="KSO_WM_UNIT_HIGHLIGHT" val="0"/>
  <p:tag name="KSO_WM_UNIT_COMPATIBLE" val="0"/>
  <p:tag name="KSO_WM_UNIT_DIAGRAM_ISNUMVISUAL" val="0"/>
  <p:tag name="KSO_WM_UNIT_DIAGRAM_ISREFERUNIT" val="0"/>
  <p:tag name="KSO_WM_UNIT_TYPE" val="i"/>
  <p:tag name="KSO_WM_UNIT_INDEX" val="34"/>
  <p:tag name="KSO_WM_UNIT_ID" val="diagram20198172_1*i*34"/>
  <p:tag name="KSO_WM_TEMPLATE_CATEGORY" val="diagram"/>
  <p:tag name="KSO_WM_TEMPLATE_INDEX" val="20198172"/>
  <p:tag name="KSO_WM_UNIT_LAYERLEVEL" val="1"/>
  <p:tag name="KSO_WM_TAG_VERSION" val="1.0"/>
  <p:tag name="KSO_WM_BEAUTIFY_FLAG" val="#wm#"/>
</p:tagLst>
</file>

<file path=ppt/tags/tag1014.xml><?xml version="1.0" encoding="utf-8"?>
<p:tagLst xmlns:a="http://schemas.openxmlformats.org/drawingml/2006/main" xmlns:r="http://schemas.openxmlformats.org/officeDocument/2006/relationships" xmlns:p="http://schemas.openxmlformats.org/presentationml/2006/main">
  <p:tag name="KSO_WM_UNIT_ADJUSTLAYOUT_ID" val="261"/>
  <p:tag name="KSO_WM_UNIT_HIGHLIGHT" val="0"/>
  <p:tag name="KSO_WM_UNIT_COMPATIBLE" val="0"/>
  <p:tag name="KSO_WM_UNIT_DIAGRAM_ISNUMVISUAL" val="0"/>
  <p:tag name="KSO_WM_UNIT_DIAGRAM_ISREFERUNIT" val="0"/>
  <p:tag name="KSO_WM_UNIT_TYPE" val="i"/>
  <p:tag name="KSO_WM_UNIT_INDEX" val="45"/>
  <p:tag name="KSO_WM_UNIT_ID" val="diagram20198172_1*i*45"/>
  <p:tag name="KSO_WM_TEMPLATE_CATEGORY" val="diagram"/>
  <p:tag name="KSO_WM_TEMPLATE_INDEX" val="20198172"/>
  <p:tag name="KSO_WM_UNIT_LAYERLEVEL" val="1"/>
  <p:tag name="KSO_WM_TAG_VERSION" val="1.0"/>
  <p:tag name="KSO_WM_BEAUTIFY_FLAG" val="#wm#"/>
</p:tagLst>
</file>

<file path=ppt/tags/tag1015.xml><?xml version="1.0" encoding="utf-8"?>
<p:tagLst xmlns:a="http://schemas.openxmlformats.org/drawingml/2006/main" xmlns:r="http://schemas.openxmlformats.org/officeDocument/2006/relationships" xmlns:p="http://schemas.openxmlformats.org/presentationml/2006/main">
  <p:tag name="KSO_WM_UNIT_ADJUSTLAYOUT_ID" val="262"/>
  <p:tag name="KSO_WM_UNIT_HIGHLIGHT" val="0"/>
  <p:tag name="KSO_WM_UNIT_COMPATIBLE" val="0"/>
  <p:tag name="KSO_WM_UNIT_DIAGRAM_ISNUMVISUAL" val="0"/>
  <p:tag name="KSO_WM_UNIT_DIAGRAM_ISREFERUNIT" val="0"/>
  <p:tag name="KSO_WM_UNIT_TYPE" val="i"/>
  <p:tag name="KSO_WM_UNIT_INDEX" val="56"/>
  <p:tag name="KSO_WM_UNIT_ID" val="diagram20198172_1*i*56"/>
  <p:tag name="KSO_WM_TEMPLATE_CATEGORY" val="diagram"/>
  <p:tag name="KSO_WM_TEMPLATE_INDEX" val="20198172"/>
  <p:tag name="KSO_WM_UNIT_LAYERLEVEL" val="1"/>
  <p:tag name="KSO_WM_TAG_VERSION" val="1.0"/>
  <p:tag name="KSO_WM_BEAUTIFY_FLAG" val="#wm#"/>
</p:tagLst>
</file>

<file path=ppt/tags/tag1016.xml><?xml version="1.0" encoding="utf-8"?>
<p:tagLst xmlns:a="http://schemas.openxmlformats.org/drawingml/2006/main" xmlns:r="http://schemas.openxmlformats.org/officeDocument/2006/relationships" xmlns:p="http://schemas.openxmlformats.org/presentationml/2006/main">
  <p:tag name="KSO_WM_UNIT_ADJUSTLAYOUT_ID" val="612"/>
  <p:tag name="KSO_WM_UNIT_HIGHLIGHT" val="0"/>
  <p:tag name="KSO_WM_UNIT_COMPATIBLE" val="0"/>
  <p:tag name="KSO_WM_UNIT_DIAGRAM_ISNUMVISUAL" val="0"/>
  <p:tag name="KSO_WM_UNIT_DIAGRAM_ISREFERUNIT" val="0"/>
  <p:tag name="KSO_WM_UNIT_TYPE" val="i"/>
  <p:tag name="KSO_WM_UNIT_INDEX" val="67"/>
  <p:tag name="KSO_WM_UNIT_ID" val="diagram20198172_1*i*67"/>
  <p:tag name="KSO_WM_TEMPLATE_CATEGORY" val="diagram"/>
  <p:tag name="KSO_WM_TEMPLATE_INDEX" val="20198172"/>
  <p:tag name="KSO_WM_UNIT_LAYERLEVEL" val="1"/>
  <p:tag name="KSO_WM_TAG_VERSION" val="1.0"/>
  <p:tag name="KSO_WM_BEAUTIFY_FLAG" val="#wm#"/>
</p:tagLst>
</file>

<file path=ppt/tags/tag1017.xml><?xml version="1.0" encoding="utf-8"?>
<p:tagLst xmlns:a="http://schemas.openxmlformats.org/drawingml/2006/main" xmlns:r="http://schemas.openxmlformats.org/officeDocument/2006/relationships" xmlns:p="http://schemas.openxmlformats.org/presentationml/2006/main">
  <p:tag name="KSO_WM_UNIT_ADJUSTLAYOUT_ID" val="613"/>
  <p:tag name="KSO_WM_UNIT_HIGHLIGHT" val="0"/>
  <p:tag name="KSO_WM_UNIT_COMPATIBLE" val="0"/>
  <p:tag name="KSO_WM_UNIT_DIAGRAM_ISNUMVISUAL" val="0"/>
  <p:tag name="KSO_WM_UNIT_DIAGRAM_ISREFERUNIT" val="0"/>
  <p:tag name="KSO_WM_UNIT_TYPE" val="i"/>
  <p:tag name="KSO_WM_UNIT_INDEX" val="78"/>
  <p:tag name="KSO_WM_UNIT_ID" val="diagram20198172_1*i*78"/>
  <p:tag name="KSO_WM_TEMPLATE_CATEGORY" val="diagram"/>
  <p:tag name="KSO_WM_TEMPLATE_INDEX" val="20198172"/>
  <p:tag name="KSO_WM_UNIT_LAYERLEVEL" val="1"/>
  <p:tag name="KSO_WM_TAG_VERSION" val="1.0"/>
  <p:tag name="KSO_WM_BEAUTIFY_FLAG" val="#wm#"/>
</p:tagLst>
</file>

<file path=ppt/tags/tag1018.xml><?xml version="1.0" encoding="utf-8"?>
<p:tagLst xmlns:a="http://schemas.openxmlformats.org/drawingml/2006/main" xmlns:r="http://schemas.openxmlformats.org/officeDocument/2006/relationships" xmlns:p="http://schemas.openxmlformats.org/presentationml/2006/main">
  <p:tag name="KSO_WM_UNIT_ADJUSTLAYOUT_ID" val="614"/>
  <p:tag name="KSO_WM_UNIT_HIGHLIGHT" val="0"/>
  <p:tag name="KSO_WM_UNIT_COMPATIBLE" val="0"/>
  <p:tag name="KSO_WM_UNIT_DIAGRAM_ISNUMVISUAL" val="0"/>
  <p:tag name="KSO_WM_UNIT_DIAGRAM_ISREFERUNIT" val="0"/>
  <p:tag name="KSO_WM_UNIT_TYPE" val="i"/>
  <p:tag name="KSO_WM_UNIT_INDEX" val="89"/>
  <p:tag name="KSO_WM_UNIT_ID" val="diagram20198172_1*i*89"/>
  <p:tag name="KSO_WM_TEMPLATE_CATEGORY" val="diagram"/>
  <p:tag name="KSO_WM_TEMPLATE_INDEX" val="20198172"/>
  <p:tag name="KSO_WM_UNIT_LAYERLEVEL" val="1"/>
  <p:tag name="KSO_WM_TAG_VERSION" val="1.0"/>
  <p:tag name="KSO_WM_BEAUTIFY_FLAG" val="#wm#"/>
</p:tagLst>
</file>

<file path=ppt/tags/tag1019.xml><?xml version="1.0" encoding="utf-8"?>
<p:tagLst xmlns:a="http://schemas.openxmlformats.org/drawingml/2006/main" xmlns:r="http://schemas.openxmlformats.org/officeDocument/2006/relationships" xmlns:p="http://schemas.openxmlformats.org/presentationml/2006/main">
  <p:tag name="KSO_WM_UNIT_ADJUSTLAYOUT_ID" val="615"/>
  <p:tag name="KSO_WM_UNIT_HIGHLIGHT" val="0"/>
  <p:tag name="KSO_WM_UNIT_COMPATIBLE" val="0"/>
  <p:tag name="KSO_WM_UNIT_DIAGRAM_ISNUMVISUAL" val="0"/>
  <p:tag name="KSO_WM_UNIT_DIAGRAM_ISREFERUNIT" val="0"/>
  <p:tag name="KSO_WM_UNIT_TYPE" val="i"/>
  <p:tag name="KSO_WM_UNIT_INDEX" val="100"/>
  <p:tag name="KSO_WM_UNIT_ID" val="diagram20198172_1*i*100"/>
  <p:tag name="KSO_WM_TEMPLATE_CATEGORY" val="diagram"/>
  <p:tag name="KSO_WM_TEMPLATE_INDEX" val="20198172"/>
  <p:tag name="KSO_WM_UNIT_LAYERLEVEL" val="1"/>
  <p:tag name="KSO_WM_TAG_VERSION" val="1.0"/>
  <p:tag name="KSO_WM_BEAUTIFY_FLAG" val="#wm#"/>
</p:tagLst>
</file>

<file path=ppt/tags/tag1020.xml><?xml version="1.0" encoding="utf-8"?>
<p:tagLst xmlns:a="http://schemas.openxmlformats.org/drawingml/2006/main" xmlns:r="http://schemas.openxmlformats.org/officeDocument/2006/relationships" xmlns:p="http://schemas.openxmlformats.org/presentationml/2006/main">
  <p:tag name="KSO_WM_UNIT_ADJUSTLAYOUT_ID" val="616"/>
  <p:tag name="KSO_WM_UNIT_HIGHLIGHT" val="0"/>
  <p:tag name="KSO_WM_UNIT_COMPATIBLE" val="0"/>
  <p:tag name="KSO_WM_UNIT_DIAGRAM_ISNUMVISUAL" val="0"/>
  <p:tag name="KSO_WM_UNIT_DIAGRAM_ISREFERUNIT" val="0"/>
  <p:tag name="KSO_WM_UNIT_TYPE" val="i"/>
  <p:tag name="KSO_WM_UNIT_INDEX" val="2"/>
  <p:tag name="KSO_WM_UNIT_ID" val="diagram20198172_1*i*2"/>
  <p:tag name="KSO_WM_TEMPLATE_CATEGORY" val="diagram"/>
  <p:tag name="KSO_WM_TEMPLATE_INDEX" val="20198172"/>
  <p:tag name="KSO_WM_UNIT_LAYERLEVEL" val="1"/>
  <p:tag name="KSO_WM_TAG_VERSION" val="1.0"/>
  <p:tag name="KSO_WM_BEAUTIFY_FLAG" val="#wm#"/>
</p:tagLst>
</file>

<file path=ppt/tags/tag1021.xml><?xml version="1.0" encoding="utf-8"?>
<p:tagLst xmlns:a="http://schemas.openxmlformats.org/drawingml/2006/main" xmlns:r="http://schemas.openxmlformats.org/officeDocument/2006/relationships" xmlns:p="http://schemas.openxmlformats.org/presentationml/2006/main">
  <p:tag name="KSO_WM_UNIT_ADJUSTLAYOUT_ID" val="617"/>
  <p:tag name="KSO_WM_UNIT_HIGHLIGHT" val="0"/>
  <p:tag name="KSO_WM_UNIT_COMPATIBLE" val="0"/>
  <p:tag name="KSO_WM_UNIT_DIAGRAM_ISNUMVISUAL" val="0"/>
  <p:tag name="KSO_WM_UNIT_DIAGRAM_ISREFERUNIT" val="0"/>
  <p:tag name="KSO_WM_UNIT_TYPE" val="i"/>
  <p:tag name="KSO_WM_UNIT_INDEX" val="13"/>
  <p:tag name="KSO_WM_UNIT_ID" val="diagram20198172_1*i*13"/>
  <p:tag name="KSO_WM_TEMPLATE_CATEGORY" val="diagram"/>
  <p:tag name="KSO_WM_TEMPLATE_INDEX" val="20198172"/>
  <p:tag name="KSO_WM_UNIT_LAYERLEVEL" val="1"/>
  <p:tag name="KSO_WM_TAG_VERSION" val="1.0"/>
  <p:tag name="KSO_WM_BEAUTIFY_FLAG" val="#wm#"/>
</p:tagLst>
</file>

<file path=ppt/tags/tag1022.xml><?xml version="1.0" encoding="utf-8"?>
<p:tagLst xmlns:a="http://schemas.openxmlformats.org/drawingml/2006/main" xmlns:r="http://schemas.openxmlformats.org/officeDocument/2006/relationships" xmlns:p="http://schemas.openxmlformats.org/presentationml/2006/main">
  <p:tag name="KSO_WM_UNIT_ADJUSTLAYOUT_ID" val="618"/>
  <p:tag name="KSO_WM_UNIT_HIGHLIGHT" val="0"/>
  <p:tag name="KSO_WM_UNIT_COMPATIBLE" val="0"/>
  <p:tag name="KSO_WM_UNIT_DIAGRAM_ISNUMVISUAL" val="0"/>
  <p:tag name="KSO_WM_UNIT_DIAGRAM_ISREFERUNIT" val="0"/>
  <p:tag name="KSO_WM_UNIT_TYPE" val="i"/>
  <p:tag name="KSO_WM_UNIT_INDEX" val="15"/>
  <p:tag name="KSO_WM_UNIT_ID" val="diagram20198172_1*i*15"/>
  <p:tag name="KSO_WM_TEMPLATE_CATEGORY" val="diagram"/>
  <p:tag name="KSO_WM_TEMPLATE_INDEX" val="20198172"/>
  <p:tag name="KSO_WM_UNIT_LAYERLEVEL" val="1"/>
  <p:tag name="KSO_WM_TAG_VERSION" val="1.0"/>
  <p:tag name="KSO_WM_BEAUTIFY_FLAG" val="#wm#"/>
</p:tagLst>
</file>

<file path=ppt/tags/tag1023.xml><?xml version="1.0" encoding="utf-8"?>
<p:tagLst xmlns:a="http://schemas.openxmlformats.org/drawingml/2006/main" xmlns:r="http://schemas.openxmlformats.org/officeDocument/2006/relationships" xmlns:p="http://schemas.openxmlformats.org/presentationml/2006/main">
  <p:tag name="KSO_WM_UNIT_ADJUSTLAYOUT_ID" val="619"/>
  <p:tag name="KSO_WM_UNIT_HIGHLIGHT" val="0"/>
  <p:tag name="KSO_WM_UNIT_COMPATIBLE" val="0"/>
  <p:tag name="KSO_WM_UNIT_DIAGRAM_ISNUMVISUAL" val="0"/>
  <p:tag name="KSO_WM_UNIT_DIAGRAM_ISREFERUNIT" val="0"/>
  <p:tag name="KSO_WM_UNIT_TYPE" val="i"/>
  <p:tag name="KSO_WM_UNIT_INDEX" val="16"/>
  <p:tag name="KSO_WM_UNIT_ID" val="diagram20198172_1*i*16"/>
  <p:tag name="KSO_WM_TEMPLATE_CATEGORY" val="diagram"/>
  <p:tag name="KSO_WM_TEMPLATE_INDEX" val="20198172"/>
  <p:tag name="KSO_WM_UNIT_LAYERLEVEL" val="1"/>
  <p:tag name="KSO_WM_TAG_VERSION" val="1.0"/>
  <p:tag name="KSO_WM_BEAUTIFY_FLAG" val="#wm#"/>
</p:tagLst>
</file>

<file path=ppt/tags/tag1024.xml><?xml version="1.0" encoding="utf-8"?>
<p:tagLst xmlns:a="http://schemas.openxmlformats.org/drawingml/2006/main" xmlns:r="http://schemas.openxmlformats.org/officeDocument/2006/relationships" xmlns:p="http://schemas.openxmlformats.org/presentationml/2006/main">
  <p:tag name="KSO_WM_UNIT_ADJUSTLAYOUT_ID" val="620"/>
  <p:tag name="KSO_WM_UNIT_HIGHLIGHT" val="0"/>
  <p:tag name="KSO_WM_UNIT_COMPATIBLE" val="0"/>
  <p:tag name="KSO_WM_UNIT_DIAGRAM_ISNUMVISUAL" val="0"/>
  <p:tag name="KSO_WM_UNIT_DIAGRAM_ISREFERUNIT" val="0"/>
  <p:tag name="KSO_WM_UNIT_TYPE" val="i"/>
  <p:tag name="KSO_WM_UNIT_INDEX" val="17"/>
  <p:tag name="KSO_WM_UNIT_ID" val="diagram20198172_1*i*17"/>
  <p:tag name="KSO_WM_TEMPLATE_CATEGORY" val="diagram"/>
  <p:tag name="KSO_WM_TEMPLATE_INDEX" val="20198172"/>
  <p:tag name="KSO_WM_UNIT_LAYERLEVEL" val="1"/>
  <p:tag name="KSO_WM_TAG_VERSION" val="1.0"/>
  <p:tag name="KSO_WM_BEAUTIFY_FLAG" val="#wm#"/>
</p:tagLst>
</file>

<file path=ppt/tags/tag1025.xml><?xml version="1.0" encoding="utf-8"?>
<p:tagLst xmlns:a="http://schemas.openxmlformats.org/drawingml/2006/main" xmlns:r="http://schemas.openxmlformats.org/officeDocument/2006/relationships" xmlns:p="http://schemas.openxmlformats.org/presentationml/2006/main">
  <p:tag name="KSO_WM_UNIT_ADJUSTLAYOUT_ID" val="621"/>
  <p:tag name="KSO_WM_UNIT_HIGHLIGHT" val="0"/>
  <p:tag name="KSO_WM_UNIT_COMPATIBLE" val="0"/>
  <p:tag name="KSO_WM_UNIT_DIAGRAM_ISNUMVISUAL" val="0"/>
  <p:tag name="KSO_WM_UNIT_DIAGRAM_ISREFERUNIT" val="0"/>
  <p:tag name="KSO_WM_UNIT_TYPE" val="i"/>
  <p:tag name="KSO_WM_UNIT_INDEX" val="18"/>
  <p:tag name="KSO_WM_UNIT_ID" val="diagram20198172_1*i*18"/>
  <p:tag name="KSO_WM_TEMPLATE_CATEGORY" val="diagram"/>
  <p:tag name="KSO_WM_TEMPLATE_INDEX" val="20198172"/>
  <p:tag name="KSO_WM_UNIT_LAYERLEVEL" val="1"/>
  <p:tag name="KSO_WM_TAG_VERSION" val="1.0"/>
  <p:tag name="KSO_WM_BEAUTIFY_FLAG" val="#wm#"/>
</p:tagLst>
</file>

<file path=ppt/tags/tag1026.xml><?xml version="1.0" encoding="utf-8"?>
<p:tagLst xmlns:a="http://schemas.openxmlformats.org/drawingml/2006/main" xmlns:r="http://schemas.openxmlformats.org/officeDocument/2006/relationships" xmlns:p="http://schemas.openxmlformats.org/presentationml/2006/main">
  <p:tag name="KSO_WM_UNIT_ADJUSTLAYOUT_ID" val="602"/>
  <p:tag name="KSO_WM_UNIT_HIGHLIGHT" val="0"/>
  <p:tag name="KSO_WM_UNIT_COMPATIBLE" val="0"/>
  <p:tag name="KSO_WM_UNIT_DIAGRAM_ISNUMVISUAL" val="0"/>
  <p:tag name="KSO_WM_UNIT_DIAGRAM_ISREFERUNIT" val="0"/>
  <p:tag name="KSO_WM_UNIT_TYPE" val="i"/>
  <p:tag name="KSO_WM_UNIT_INDEX" val="19"/>
  <p:tag name="KSO_WM_UNIT_ID" val="diagram20198172_1*i*19"/>
  <p:tag name="KSO_WM_TEMPLATE_CATEGORY" val="diagram"/>
  <p:tag name="KSO_WM_TEMPLATE_INDEX" val="20198172"/>
  <p:tag name="KSO_WM_UNIT_LAYERLEVEL" val="1"/>
  <p:tag name="KSO_WM_TAG_VERSION" val="1.0"/>
  <p:tag name="KSO_WM_BEAUTIFY_FLAG" val="#wm#"/>
</p:tagLst>
</file>

<file path=ppt/tags/tag1027.xml><?xml version="1.0" encoding="utf-8"?>
<p:tagLst xmlns:a="http://schemas.openxmlformats.org/drawingml/2006/main" xmlns:r="http://schemas.openxmlformats.org/officeDocument/2006/relationships" xmlns:p="http://schemas.openxmlformats.org/presentationml/2006/main">
  <p:tag name="KSO_WM_UNIT_ADJUSTLAYOUT_ID" val="603"/>
  <p:tag name="KSO_WM_UNIT_HIGHLIGHT" val="0"/>
  <p:tag name="KSO_WM_UNIT_COMPATIBLE" val="0"/>
  <p:tag name="KSO_WM_UNIT_DIAGRAM_ISNUMVISUAL" val="0"/>
  <p:tag name="KSO_WM_UNIT_DIAGRAM_ISREFERUNIT" val="0"/>
  <p:tag name="KSO_WM_UNIT_TYPE" val="i"/>
  <p:tag name="KSO_WM_UNIT_INDEX" val="20"/>
  <p:tag name="KSO_WM_UNIT_ID" val="diagram20198172_1*i*20"/>
  <p:tag name="KSO_WM_TEMPLATE_CATEGORY" val="diagram"/>
  <p:tag name="KSO_WM_TEMPLATE_INDEX" val="20198172"/>
  <p:tag name="KSO_WM_UNIT_LAYERLEVEL" val="1"/>
  <p:tag name="KSO_WM_TAG_VERSION" val="1.0"/>
  <p:tag name="KSO_WM_BEAUTIFY_FLAG" val="#wm#"/>
</p:tagLst>
</file>

<file path=ppt/tags/tag1028.xml><?xml version="1.0" encoding="utf-8"?>
<p:tagLst xmlns:a="http://schemas.openxmlformats.org/drawingml/2006/main" xmlns:r="http://schemas.openxmlformats.org/officeDocument/2006/relationships" xmlns:p="http://schemas.openxmlformats.org/presentationml/2006/main">
  <p:tag name="KSO_WM_UNIT_ADJUSTLAYOUT_ID" val="604"/>
  <p:tag name="KSO_WM_UNIT_HIGHLIGHT" val="0"/>
  <p:tag name="KSO_WM_UNIT_COMPATIBLE" val="0"/>
  <p:tag name="KSO_WM_UNIT_DIAGRAM_ISNUMVISUAL" val="0"/>
  <p:tag name="KSO_WM_UNIT_DIAGRAM_ISREFERUNIT" val="0"/>
  <p:tag name="KSO_WM_UNIT_TYPE" val="i"/>
  <p:tag name="KSO_WM_UNIT_INDEX" val="21"/>
  <p:tag name="KSO_WM_UNIT_ID" val="diagram20198172_1*i*21"/>
  <p:tag name="KSO_WM_TEMPLATE_CATEGORY" val="diagram"/>
  <p:tag name="KSO_WM_TEMPLATE_INDEX" val="20198172"/>
  <p:tag name="KSO_WM_UNIT_LAYERLEVEL" val="1"/>
  <p:tag name="KSO_WM_TAG_VERSION" val="1.0"/>
  <p:tag name="KSO_WM_BEAUTIFY_FLAG" val="#wm#"/>
</p:tagLst>
</file>

<file path=ppt/tags/tag1029.xml><?xml version="1.0" encoding="utf-8"?>
<p:tagLst xmlns:a="http://schemas.openxmlformats.org/drawingml/2006/main" xmlns:r="http://schemas.openxmlformats.org/officeDocument/2006/relationships" xmlns:p="http://schemas.openxmlformats.org/presentationml/2006/main">
  <p:tag name="KSO_WM_UNIT_ADJUSTLAYOUT_ID" val="605"/>
  <p:tag name="KSO_WM_UNIT_HIGHLIGHT" val="0"/>
  <p:tag name="KSO_WM_UNIT_COMPATIBLE" val="0"/>
  <p:tag name="KSO_WM_UNIT_DIAGRAM_ISNUMVISUAL" val="0"/>
  <p:tag name="KSO_WM_UNIT_DIAGRAM_ISREFERUNIT" val="0"/>
  <p:tag name="KSO_WM_UNIT_TYPE" val="i"/>
  <p:tag name="KSO_WM_UNIT_INDEX" val="22"/>
  <p:tag name="KSO_WM_UNIT_ID" val="diagram20198172_1*i*22"/>
  <p:tag name="KSO_WM_TEMPLATE_CATEGORY" val="diagram"/>
  <p:tag name="KSO_WM_TEMPLATE_INDEX" val="20198172"/>
  <p:tag name="KSO_WM_UNIT_LAYERLEVEL" val="1"/>
  <p:tag name="KSO_WM_TAG_VERSION" val="1.0"/>
  <p:tag name="KSO_WM_BEAUTIFY_FLAG" val="#wm#"/>
</p:tagLst>
</file>

<file path=ppt/tags/tag1030.xml><?xml version="1.0" encoding="utf-8"?>
<p:tagLst xmlns:a="http://schemas.openxmlformats.org/drawingml/2006/main" xmlns:r="http://schemas.openxmlformats.org/officeDocument/2006/relationships" xmlns:p="http://schemas.openxmlformats.org/presentationml/2006/main">
  <p:tag name="KSO_WM_UNIT_ADJUSTLAYOUT_ID" val="606"/>
  <p:tag name="KSO_WM_UNIT_HIGHLIGHT" val="0"/>
  <p:tag name="KSO_WM_UNIT_COMPATIBLE" val="0"/>
  <p:tag name="KSO_WM_UNIT_DIAGRAM_ISNUMVISUAL" val="0"/>
  <p:tag name="KSO_WM_UNIT_DIAGRAM_ISREFERUNIT" val="0"/>
  <p:tag name="KSO_WM_UNIT_TYPE" val="i"/>
  <p:tag name="KSO_WM_UNIT_INDEX" val="24"/>
  <p:tag name="KSO_WM_UNIT_ID" val="diagram20198172_1*i*24"/>
  <p:tag name="KSO_WM_TEMPLATE_CATEGORY" val="diagram"/>
  <p:tag name="KSO_WM_TEMPLATE_INDEX" val="20198172"/>
  <p:tag name="KSO_WM_UNIT_LAYERLEVEL" val="1"/>
  <p:tag name="KSO_WM_TAG_VERSION" val="1.0"/>
  <p:tag name="KSO_WM_BEAUTIFY_FLAG" val="#wm#"/>
</p:tagLst>
</file>

<file path=ppt/tags/tag1031.xml><?xml version="1.0" encoding="utf-8"?>
<p:tagLst xmlns:a="http://schemas.openxmlformats.org/drawingml/2006/main" xmlns:r="http://schemas.openxmlformats.org/officeDocument/2006/relationships" xmlns:p="http://schemas.openxmlformats.org/presentationml/2006/main">
  <p:tag name="KSO_WM_UNIT_ADJUSTLAYOUT_ID" val="607"/>
  <p:tag name="KSO_WM_UNIT_HIGHLIGHT" val="0"/>
  <p:tag name="KSO_WM_UNIT_COMPATIBLE" val="0"/>
  <p:tag name="KSO_WM_UNIT_DIAGRAM_ISNUMVISUAL" val="0"/>
  <p:tag name="KSO_WM_UNIT_DIAGRAM_ISREFERUNIT" val="0"/>
  <p:tag name="KSO_WM_UNIT_TYPE" val="i"/>
  <p:tag name="KSO_WM_UNIT_INDEX" val="25"/>
  <p:tag name="KSO_WM_UNIT_ID" val="diagram20198172_1*i*25"/>
  <p:tag name="KSO_WM_TEMPLATE_CATEGORY" val="diagram"/>
  <p:tag name="KSO_WM_TEMPLATE_INDEX" val="20198172"/>
  <p:tag name="KSO_WM_UNIT_LAYERLEVEL" val="1"/>
  <p:tag name="KSO_WM_TAG_VERSION" val="1.0"/>
  <p:tag name="KSO_WM_BEAUTIFY_FLAG" val="#wm#"/>
</p:tagLst>
</file>

<file path=ppt/tags/tag1032.xml><?xml version="1.0" encoding="utf-8"?>
<p:tagLst xmlns:a="http://schemas.openxmlformats.org/drawingml/2006/main" xmlns:r="http://schemas.openxmlformats.org/officeDocument/2006/relationships" xmlns:p="http://schemas.openxmlformats.org/presentationml/2006/main">
  <p:tag name="KSO_WM_UNIT_ADJUSTLAYOUT_ID" val="608"/>
  <p:tag name="KSO_WM_UNIT_HIGHLIGHT" val="0"/>
  <p:tag name="KSO_WM_UNIT_COMPATIBLE" val="0"/>
  <p:tag name="KSO_WM_UNIT_DIAGRAM_ISNUMVISUAL" val="0"/>
  <p:tag name="KSO_WM_UNIT_DIAGRAM_ISREFERUNIT" val="0"/>
  <p:tag name="KSO_WM_UNIT_TYPE" val="i"/>
  <p:tag name="KSO_WM_UNIT_INDEX" val="26"/>
  <p:tag name="KSO_WM_UNIT_ID" val="diagram20198172_1*i*26"/>
  <p:tag name="KSO_WM_TEMPLATE_CATEGORY" val="diagram"/>
  <p:tag name="KSO_WM_TEMPLATE_INDEX" val="20198172"/>
  <p:tag name="KSO_WM_UNIT_LAYERLEVEL" val="1"/>
  <p:tag name="KSO_WM_TAG_VERSION" val="1.0"/>
  <p:tag name="KSO_WM_BEAUTIFY_FLAG" val="#wm#"/>
</p:tagLst>
</file>

<file path=ppt/tags/tag1033.xml><?xml version="1.0" encoding="utf-8"?>
<p:tagLst xmlns:a="http://schemas.openxmlformats.org/drawingml/2006/main" xmlns:r="http://schemas.openxmlformats.org/officeDocument/2006/relationships" xmlns:p="http://schemas.openxmlformats.org/presentationml/2006/main">
  <p:tag name="KSO_WM_UNIT_ADJUSTLAYOUT_ID" val="609"/>
  <p:tag name="KSO_WM_UNIT_HIGHLIGHT" val="0"/>
  <p:tag name="KSO_WM_UNIT_COMPATIBLE" val="0"/>
  <p:tag name="KSO_WM_UNIT_DIAGRAM_ISNUMVISUAL" val="0"/>
  <p:tag name="KSO_WM_UNIT_DIAGRAM_ISREFERUNIT" val="0"/>
  <p:tag name="KSO_WM_UNIT_TYPE" val="i"/>
  <p:tag name="KSO_WM_UNIT_INDEX" val="27"/>
  <p:tag name="KSO_WM_UNIT_ID" val="diagram20198172_1*i*27"/>
  <p:tag name="KSO_WM_TEMPLATE_CATEGORY" val="diagram"/>
  <p:tag name="KSO_WM_TEMPLATE_INDEX" val="20198172"/>
  <p:tag name="KSO_WM_UNIT_LAYERLEVEL" val="1"/>
  <p:tag name="KSO_WM_TAG_VERSION" val="1.0"/>
  <p:tag name="KSO_WM_BEAUTIFY_FLAG" val="#wm#"/>
</p:tagLst>
</file>

<file path=ppt/tags/tag1034.xml><?xml version="1.0" encoding="utf-8"?>
<p:tagLst xmlns:a="http://schemas.openxmlformats.org/drawingml/2006/main" xmlns:r="http://schemas.openxmlformats.org/officeDocument/2006/relationships" xmlns:p="http://schemas.openxmlformats.org/presentationml/2006/main">
  <p:tag name="KSO_WM_UNIT_ADJUSTLAYOUT_ID" val="610"/>
  <p:tag name="KSO_WM_UNIT_HIGHLIGHT" val="0"/>
  <p:tag name="KSO_WM_UNIT_COMPATIBLE" val="0"/>
  <p:tag name="KSO_WM_UNIT_DIAGRAM_ISNUMVISUAL" val="0"/>
  <p:tag name="KSO_WM_UNIT_DIAGRAM_ISREFERUNIT" val="0"/>
  <p:tag name="KSO_WM_UNIT_TYPE" val="i"/>
  <p:tag name="KSO_WM_UNIT_INDEX" val="28"/>
  <p:tag name="KSO_WM_UNIT_ID" val="diagram20198172_1*i*28"/>
  <p:tag name="KSO_WM_TEMPLATE_CATEGORY" val="diagram"/>
  <p:tag name="KSO_WM_TEMPLATE_INDEX" val="20198172"/>
  <p:tag name="KSO_WM_UNIT_LAYERLEVEL" val="1"/>
  <p:tag name="KSO_WM_TAG_VERSION" val="1.0"/>
  <p:tag name="KSO_WM_BEAUTIFY_FLAG" val="#wm#"/>
</p:tagLst>
</file>

<file path=ppt/tags/tag1035.xml><?xml version="1.0" encoding="utf-8"?>
<p:tagLst xmlns:a="http://schemas.openxmlformats.org/drawingml/2006/main" xmlns:r="http://schemas.openxmlformats.org/officeDocument/2006/relationships" xmlns:p="http://schemas.openxmlformats.org/presentationml/2006/main">
  <p:tag name="KSO_WM_UNIT_ADJUSTLAYOUT_ID" val="611"/>
  <p:tag name="KSO_WM_UNIT_HIGHLIGHT" val="0"/>
  <p:tag name="KSO_WM_UNIT_COMPATIBLE" val="0"/>
  <p:tag name="KSO_WM_UNIT_DIAGRAM_ISNUMVISUAL" val="0"/>
  <p:tag name="KSO_WM_UNIT_DIAGRAM_ISREFERUNIT" val="0"/>
  <p:tag name="KSO_WM_UNIT_TYPE" val="i"/>
  <p:tag name="KSO_WM_UNIT_INDEX" val="29"/>
  <p:tag name="KSO_WM_UNIT_ID" val="diagram20198172_1*i*29"/>
  <p:tag name="KSO_WM_TEMPLATE_CATEGORY" val="diagram"/>
  <p:tag name="KSO_WM_TEMPLATE_INDEX" val="20198172"/>
  <p:tag name="KSO_WM_UNIT_LAYERLEVEL" val="1"/>
  <p:tag name="KSO_WM_TAG_VERSION" val="1.0"/>
  <p:tag name="KSO_WM_BEAUTIFY_FLAG" val="#wm#"/>
</p:tagLst>
</file>

<file path=ppt/tags/tag1036.xml><?xml version="1.0" encoding="utf-8"?>
<p:tagLst xmlns:a="http://schemas.openxmlformats.org/drawingml/2006/main" xmlns:r="http://schemas.openxmlformats.org/officeDocument/2006/relationships" xmlns:p="http://schemas.openxmlformats.org/presentationml/2006/main">
  <p:tag name="KSO_WM_UNIT_ADJUSTLAYOUT_ID" val="592"/>
  <p:tag name="KSO_WM_UNIT_HIGHLIGHT" val="0"/>
  <p:tag name="KSO_WM_UNIT_COMPATIBLE" val="0"/>
  <p:tag name="KSO_WM_UNIT_DIAGRAM_ISNUMVISUAL" val="0"/>
  <p:tag name="KSO_WM_UNIT_DIAGRAM_ISREFERUNIT" val="0"/>
  <p:tag name="KSO_WM_UNIT_TYPE" val="i"/>
  <p:tag name="KSO_WM_UNIT_INDEX" val="30"/>
  <p:tag name="KSO_WM_UNIT_ID" val="diagram20198172_1*i*30"/>
  <p:tag name="KSO_WM_TEMPLATE_CATEGORY" val="diagram"/>
  <p:tag name="KSO_WM_TEMPLATE_INDEX" val="20198172"/>
  <p:tag name="KSO_WM_UNIT_LAYERLEVEL" val="1"/>
  <p:tag name="KSO_WM_TAG_VERSION" val="1.0"/>
  <p:tag name="KSO_WM_BEAUTIFY_FLAG" val="#wm#"/>
</p:tagLst>
</file>

<file path=ppt/tags/tag1037.xml><?xml version="1.0" encoding="utf-8"?>
<p:tagLst xmlns:a="http://schemas.openxmlformats.org/drawingml/2006/main" xmlns:r="http://schemas.openxmlformats.org/officeDocument/2006/relationships" xmlns:p="http://schemas.openxmlformats.org/presentationml/2006/main">
  <p:tag name="KSO_WM_UNIT_ADJUSTLAYOUT_ID" val="593"/>
  <p:tag name="KSO_WM_UNIT_HIGHLIGHT" val="0"/>
  <p:tag name="KSO_WM_UNIT_COMPATIBLE" val="0"/>
  <p:tag name="KSO_WM_UNIT_DIAGRAM_ISNUMVISUAL" val="0"/>
  <p:tag name="KSO_WM_UNIT_DIAGRAM_ISREFERUNIT" val="0"/>
  <p:tag name="KSO_WM_UNIT_TYPE" val="i"/>
  <p:tag name="KSO_WM_UNIT_INDEX" val="31"/>
  <p:tag name="KSO_WM_UNIT_ID" val="diagram20198172_1*i*31"/>
  <p:tag name="KSO_WM_TEMPLATE_CATEGORY" val="diagram"/>
  <p:tag name="KSO_WM_TEMPLATE_INDEX" val="20198172"/>
  <p:tag name="KSO_WM_UNIT_LAYERLEVEL" val="1"/>
  <p:tag name="KSO_WM_TAG_VERSION" val="1.0"/>
  <p:tag name="KSO_WM_BEAUTIFY_FLAG" val="#wm#"/>
</p:tagLst>
</file>

<file path=ppt/tags/tag1038.xml><?xml version="1.0" encoding="utf-8"?>
<p:tagLst xmlns:a="http://schemas.openxmlformats.org/drawingml/2006/main" xmlns:r="http://schemas.openxmlformats.org/officeDocument/2006/relationships" xmlns:p="http://schemas.openxmlformats.org/presentationml/2006/main">
  <p:tag name="KSO_WM_UNIT_ADJUSTLAYOUT_ID" val="594"/>
  <p:tag name="KSO_WM_UNIT_HIGHLIGHT" val="0"/>
  <p:tag name="KSO_WM_UNIT_COMPATIBLE" val="0"/>
  <p:tag name="KSO_WM_UNIT_DIAGRAM_ISNUMVISUAL" val="0"/>
  <p:tag name="KSO_WM_UNIT_DIAGRAM_ISREFERUNIT" val="0"/>
  <p:tag name="KSO_WM_UNIT_TYPE" val="i"/>
  <p:tag name="KSO_WM_UNIT_INDEX" val="32"/>
  <p:tag name="KSO_WM_UNIT_ID" val="diagram20198172_1*i*32"/>
  <p:tag name="KSO_WM_TEMPLATE_CATEGORY" val="diagram"/>
  <p:tag name="KSO_WM_TEMPLATE_INDEX" val="20198172"/>
  <p:tag name="KSO_WM_UNIT_LAYERLEVEL" val="1"/>
  <p:tag name="KSO_WM_TAG_VERSION" val="1.0"/>
  <p:tag name="KSO_WM_BEAUTIFY_FLAG" val="#wm#"/>
</p:tagLst>
</file>

<file path=ppt/tags/tag1039.xml><?xml version="1.0" encoding="utf-8"?>
<p:tagLst xmlns:a="http://schemas.openxmlformats.org/drawingml/2006/main" xmlns:r="http://schemas.openxmlformats.org/officeDocument/2006/relationships" xmlns:p="http://schemas.openxmlformats.org/presentationml/2006/main">
  <p:tag name="KSO_WM_UNIT_ADJUSTLAYOUT_ID" val="595"/>
  <p:tag name="KSO_WM_UNIT_HIGHLIGHT" val="0"/>
  <p:tag name="KSO_WM_UNIT_COMPATIBLE" val="0"/>
  <p:tag name="KSO_WM_UNIT_DIAGRAM_ISNUMVISUAL" val="0"/>
  <p:tag name="KSO_WM_UNIT_DIAGRAM_ISREFERUNIT" val="0"/>
  <p:tag name="KSO_WM_UNIT_TYPE" val="i"/>
  <p:tag name="KSO_WM_UNIT_INDEX" val="33"/>
  <p:tag name="KSO_WM_UNIT_ID" val="diagram20198172_1*i*33"/>
  <p:tag name="KSO_WM_TEMPLATE_CATEGORY" val="diagram"/>
  <p:tag name="KSO_WM_TEMPLATE_INDEX" val="20198172"/>
  <p:tag name="KSO_WM_UNIT_LAYERLEVEL" val="1"/>
  <p:tag name="KSO_WM_TAG_VERSION" val="1.0"/>
  <p:tag name="KSO_WM_BEAUTIFY_FLAG" val="#wm#"/>
</p:tagLst>
</file>

<file path=ppt/tags/tag1040.xml><?xml version="1.0" encoding="utf-8"?>
<p:tagLst xmlns:a="http://schemas.openxmlformats.org/drawingml/2006/main" xmlns:r="http://schemas.openxmlformats.org/officeDocument/2006/relationships" xmlns:p="http://schemas.openxmlformats.org/presentationml/2006/main">
  <p:tag name="KSO_WM_UNIT_ADJUSTLAYOUT_ID" val="596"/>
  <p:tag name="KSO_WM_UNIT_HIGHLIGHT" val="0"/>
  <p:tag name="KSO_WM_UNIT_COMPATIBLE" val="0"/>
  <p:tag name="KSO_WM_UNIT_DIAGRAM_ISNUMVISUAL" val="0"/>
  <p:tag name="KSO_WM_UNIT_DIAGRAM_ISREFERUNIT" val="0"/>
  <p:tag name="KSO_WM_UNIT_TYPE" val="i"/>
  <p:tag name="KSO_WM_UNIT_INDEX" val="35"/>
  <p:tag name="KSO_WM_UNIT_ID" val="diagram20198172_1*i*35"/>
  <p:tag name="KSO_WM_TEMPLATE_CATEGORY" val="diagram"/>
  <p:tag name="KSO_WM_TEMPLATE_INDEX" val="20198172"/>
  <p:tag name="KSO_WM_UNIT_LAYERLEVEL" val="1"/>
  <p:tag name="KSO_WM_TAG_VERSION" val="1.0"/>
  <p:tag name="KSO_WM_BEAUTIFY_FLAG" val="#wm#"/>
</p:tagLst>
</file>

<file path=ppt/tags/tag1041.xml><?xml version="1.0" encoding="utf-8"?>
<p:tagLst xmlns:a="http://schemas.openxmlformats.org/drawingml/2006/main" xmlns:r="http://schemas.openxmlformats.org/officeDocument/2006/relationships" xmlns:p="http://schemas.openxmlformats.org/presentationml/2006/main">
  <p:tag name="KSO_WM_UNIT_ADJUSTLAYOUT_ID" val="597"/>
  <p:tag name="KSO_WM_UNIT_HIGHLIGHT" val="0"/>
  <p:tag name="KSO_WM_UNIT_COMPATIBLE" val="0"/>
  <p:tag name="KSO_WM_UNIT_DIAGRAM_ISNUMVISUAL" val="0"/>
  <p:tag name="KSO_WM_UNIT_DIAGRAM_ISREFERUNIT" val="0"/>
  <p:tag name="KSO_WM_UNIT_TYPE" val="i"/>
  <p:tag name="KSO_WM_UNIT_INDEX" val="36"/>
  <p:tag name="KSO_WM_UNIT_ID" val="diagram20198172_1*i*36"/>
  <p:tag name="KSO_WM_TEMPLATE_CATEGORY" val="diagram"/>
  <p:tag name="KSO_WM_TEMPLATE_INDEX" val="20198172"/>
  <p:tag name="KSO_WM_UNIT_LAYERLEVEL" val="1"/>
  <p:tag name="KSO_WM_TAG_VERSION" val="1.0"/>
  <p:tag name="KSO_WM_BEAUTIFY_FLAG" val="#wm#"/>
</p:tagLst>
</file>

<file path=ppt/tags/tag1042.xml><?xml version="1.0" encoding="utf-8"?>
<p:tagLst xmlns:a="http://schemas.openxmlformats.org/drawingml/2006/main" xmlns:r="http://schemas.openxmlformats.org/officeDocument/2006/relationships" xmlns:p="http://schemas.openxmlformats.org/presentationml/2006/main">
  <p:tag name="KSO_WM_UNIT_ADJUSTLAYOUT_ID" val="598"/>
  <p:tag name="KSO_WM_UNIT_HIGHLIGHT" val="0"/>
  <p:tag name="KSO_WM_UNIT_COMPATIBLE" val="0"/>
  <p:tag name="KSO_WM_UNIT_DIAGRAM_ISNUMVISUAL" val="0"/>
  <p:tag name="KSO_WM_UNIT_DIAGRAM_ISREFERUNIT" val="0"/>
  <p:tag name="KSO_WM_UNIT_TYPE" val="i"/>
  <p:tag name="KSO_WM_UNIT_INDEX" val="37"/>
  <p:tag name="KSO_WM_UNIT_ID" val="diagram20198172_1*i*37"/>
  <p:tag name="KSO_WM_TEMPLATE_CATEGORY" val="diagram"/>
  <p:tag name="KSO_WM_TEMPLATE_INDEX" val="20198172"/>
  <p:tag name="KSO_WM_UNIT_LAYERLEVEL" val="1"/>
  <p:tag name="KSO_WM_TAG_VERSION" val="1.0"/>
  <p:tag name="KSO_WM_BEAUTIFY_FLAG" val="#wm#"/>
</p:tagLst>
</file>

<file path=ppt/tags/tag1043.xml><?xml version="1.0" encoding="utf-8"?>
<p:tagLst xmlns:a="http://schemas.openxmlformats.org/drawingml/2006/main" xmlns:r="http://schemas.openxmlformats.org/officeDocument/2006/relationships" xmlns:p="http://schemas.openxmlformats.org/presentationml/2006/main">
  <p:tag name="KSO_WM_UNIT_ADJUSTLAYOUT_ID" val="599"/>
  <p:tag name="KSO_WM_UNIT_HIGHLIGHT" val="0"/>
  <p:tag name="KSO_WM_UNIT_COMPATIBLE" val="0"/>
  <p:tag name="KSO_WM_UNIT_DIAGRAM_ISNUMVISUAL" val="0"/>
  <p:tag name="KSO_WM_UNIT_DIAGRAM_ISREFERUNIT" val="0"/>
  <p:tag name="KSO_WM_UNIT_TYPE" val="i"/>
  <p:tag name="KSO_WM_UNIT_INDEX" val="38"/>
  <p:tag name="KSO_WM_UNIT_ID" val="diagram20198172_1*i*38"/>
  <p:tag name="KSO_WM_TEMPLATE_CATEGORY" val="diagram"/>
  <p:tag name="KSO_WM_TEMPLATE_INDEX" val="20198172"/>
  <p:tag name="KSO_WM_UNIT_LAYERLEVEL" val="1"/>
  <p:tag name="KSO_WM_TAG_VERSION" val="1.0"/>
  <p:tag name="KSO_WM_BEAUTIFY_FLAG" val="#wm#"/>
</p:tagLst>
</file>

<file path=ppt/tags/tag1044.xml><?xml version="1.0" encoding="utf-8"?>
<p:tagLst xmlns:a="http://schemas.openxmlformats.org/drawingml/2006/main" xmlns:r="http://schemas.openxmlformats.org/officeDocument/2006/relationships" xmlns:p="http://schemas.openxmlformats.org/presentationml/2006/main">
  <p:tag name="KSO_WM_UNIT_ADJUSTLAYOUT_ID" val="600"/>
  <p:tag name="KSO_WM_UNIT_HIGHLIGHT" val="0"/>
  <p:tag name="KSO_WM_UNIT_COMPATIBLE" val="0"/>
  <p:tag name="KSO_WM_UNIT_DIAGRAM_ISNUMVISUAL" val="0"/>
  <p:tag name="KSO_WM_UNIT_DIAGRAM_ISREFERUNIT" val="0"/>
  <p:tag name="KSO_WM_UNIT_TYPE" val="i"/>
  <p:tag name="KSO_WM_UNIT_INDEX" val="39"/>
  <p:tag name="KSO_WM_UNIT_ID" val="diagram20198172_1*i*39"/>
  <p:tag name="KSO_WM_TEMPLATE_CATEGORY" val="diagram"/>
  <p:tag name="KSO_WM_TEMPLATE_INDEX" val="20198172"/>
  <p:tag name="KSO_WM_UNIT_LAYERLEVEL" val="1"/>
  <p:tag name="KSO_WM_TAG_VERSION" val="1.0"/>
  <p:tag name="KSO_WM_BEAUTIFY_FLAG" val="#wm#"/>
</p:tagLst>
</file>

<file path=ppt/tags/tag1045.xml><?xml version="1.0" encoding="utf-8"?>
<p:tagLst xmlns:a="http://schemas.openxmlformats.org/drawingml/2006/main" xmlns:r="http://schemas.openxmlformats.org/officeDocument/2006/relationships" xmlns:p="http://schemas.openxmlformats.org/presentationml/2006/main">
  <p:tag name="KSO_WM_UNIT_ADJUSTLAYOUT_ID" val="601"/>
  <p:tag name="KSO_WM_UNIT_HIGHLIGHT" val="0"/>
  <p:tag name="KSO_WM_UNIT_COMPATIBLE" val="0"/>
  <p:tag name="KSO_WM_UNIT_DIAGRAM_ISNUMVISUAL" val="0"/>
  <p:tag name="KSO_WM_UNIT_DIAGRAM_ISREFERUNIT" val="0"/>
  <p:tag name="KSO_WM_UNIT_TYPE" val="i"/>
  <p:tag name="KSO_WM_UNIT_INDEX" val="40"/>
  <p:tag name="KSO_WM_UNIT_ID" val="diagram20198172_1*i*40"/>
  <p:tag name="KSO_WM_TEMPLATE_CATEGORY" val="diagram"/>
  <p:tag name="KSO_WM_TEMPLATE_INDEX" val="20198172"/>
  <p:tag name="KSO_WM_UNIT_LAYERLEVEL" val="1"/>
  <p:tag name="KSO_WM_TAG_VERSION" val="1.0"/>
  <p:tag name="KSO_WM_BEAUTIFY_FLAG" val="#wm#"/>
</p:tagLst>
</file>

<file path=ppt/tags/tag1046.xml><?xml version="1.0" encoding="utf-8"?>
<p:tagLst xmlns:a="http://schemas.openxmlformats.org/drawingml/2006/main" xmlns:r="http://schemas.openxmlformats.org/officeDocument/2006/relationships" xmlns:p="http://schemas.openxmlformats.org/presentationml/2006/main">
  <p:tag name="KSO_WM_UNIT_ADJUSTLAYOUT_ID" val="582"/>
  <p:tag name="KSO_WM_UNIT_HIGHLIGHT" val="0"/>
  <p:tag name="KSO_WM_UNIT_COMPATIBLE" val="0"/>
  <p:tag name="KSO_WM_UNIT_DIAGRAM_ISNUMVISUAL" val="0"/>
  <p:tag name="KSO_WM_UNIT_DIAGRAM_ISREFERUNIT" val="0"/>
  <p:tag name="KSO_WM_UNIT_TYPE" val="i"/>
  <p:tag name="KSO_WM_UNIT_INDEX" val="41"/>
  <p:tag name="KSO_WM_UNIT_ID" val="diagram20198172_1*i*41"/>
  <p:tag name="KSO_WM_TEMPLATE_CATEGORY" val="diagram"/>
  <p:tag name="KSO_WM_TEMPLATE_INDEX" val="20198172"/>
  <p:tag name="KSO_WM_UNIT_LAYERLEVEL" val="1"/>
  <p:tag name="KSO_WM_TAG_VERSION" val="1.0"/>
  <p:tag name="KSO_WM_BEAUTIFY_FLAG" val="#wm#"/>
</p:tagLst>
</file>

<file path=ppt/tags/tag1047.xml><?xml version="1.0" encoding="utf-8"?>
<p:tagLst xmlns:a="http://schemas.openxmlformats.org/drawingml/2006/main" xmlns:r="http://schemas.openxmlformats.org/officeDocument/2006/relationships" xmlns:p="http://schemas.openxmlformats.org/presentationml/2006/main">
  <p:tag name="KSO_WM_UNIT_ADJUSTLAYOUT_ID" val="583"/>
  <p:tag name="KSO_WM_UNIT_HIGHLIGHT" val="0"/>
  <p:tag name="KSO_WM_UNIT_COMPATIBLE" val="0"/>
  <p:tag name="KSO_WM_UNIT_DIAGRAM_ISNUMVISUAL" val="0"/>
  <p:tag name="KSO_WM_UNIT_DIAGRAM_ISREFERUNIT" val="0"/>
  <p:tag name="KSO_WM_UNIT_TYPE" val="i"/>
  <p:tag name="KSO_WM_UNIT_INDEX" val="42"/>
  <p:tag name="KSO_WM_UNIT_ID" val="diagram20198172_1*i*42"/>
  <p:tag name="KSO_WM_TEMPLATE_CATEGORY" val="diagram"/>
  <p:tag name="KSO_WM_TEMPLATE_INDEX" val="20198172"/>
  <p:tag name="KSO_WM_UNIT_LAYERLEVEL" val="1"/>
  <p:tag name="KSO_WM_TAG_VERSION" val="1.0"/>
  <p:tag name="KSO_WM_BEAUTIFY_FLAG" val="#wm#"/>
</p:tagLst>
</file>

<file path=ppt/tags/tag1048.xml><?xml version="1.0" encoding="utf-8"?>
<p:tagLst xmlns:a="http://schemas.openxmlformats.org/drawingml/2006/main" xmlns:r="http://schemas.openxmlformats.org/officeDocument/2006/relationships" xmlns:p="http://schemas.openxmlformats.org/presentationml/2006/main">
  <p:tag name="KSO_WM_UNIT_ADJUSTLAYOUT_ID" val="584"/>
  <p:tag name="KSO_WM_UNIT_HIGHLIGHT" val="0"/>
  <p:tag name="KSO_WM_UNIT_COMPATIBLE" val="0"/>
  <p:tag name="KSO_WM_UNIT_DIAGRAM_ISNUMVISUAL" val="0"/>
  <p:tag name="KSO_WM_UNIT_DIAGRAM_ISREFERUNIT" val="0"/>
  <p:tag name="KSO_WM_UNIT_TYPE" val="i"/>
  <p:tag name="KSO_WM_UNIT_INDEX" val="43"/>
  <p:tag name="KSO_WM_UNIT_ID" val="diagram20198172_1*i*43"/>
  <p:tag name="KSO_WM_TEMPLATE_CATEGORY" val="diagram"/>
  <p:tag name="KSO_WM_TEMPLATE_INDEX" val="20198172"/>
  <p:tag name="KSO_WM_UNIT_LAYERLEVEL" val="1"/>
  <p:tag name="KSO_WM_TAG_VERSION" val="1.0"/>
  <p:tag name="KSO_WM_BEAUTIFY_FLAG" val="#wm#"/>
</p:tagLst>
</file>

<file path=ppt/tags/tag1049.xml><?xml version="1.0" encoding="utf-8"?>
<p:tagLst xmlns:a="http://schemas.openxmlformats.org/drawingml/2006/main" xmlns:r="http://schemas.openxmlformats.org/officeDocument/2006/relationships" xmlns:p="http://schemas.openxmlformats.org/presentationml/2006/main">
  <p:tag name="KSO_WM_UNIT_ADJUSTLAYOUT_ID" val="585"/>
  <p:tag name="KSO_WM_UNIT_HIGHLIGHT" val="0"/>
  <p:tag name="KSO_WM_UNIT_COMPATIBLE" val="0"/>
  <p:tag name="KSO_WM_UNIT_DIAGRAM_ISNUMVISUAL" val="0"/>
  <p:tag name="KSO_WM_UNIT_DIAGRAM_ISREFERUNIT" val="0"/>
  <p:tag name="KSO_WM_UNIT_TYPE" val="i"/>
  <p:tag name="KSO_WM_UNIT_INDEX" val="44"/>
  <p:tag name="KSO_WM_UNIT_ID" val="diagram20198172_1*i*44"/>
  <p:tag name="KSO_WM_TEMPLATE_CATEGORY" val="diagram"/>
  <p:tag name="KSO_WM_TEMPLATE_INDEX" val="20198172"/>
  <p:tag name="KSO_WM_UNIT_LAYERLEVEL" val="1"/>
  <p:tag name="KSO_WM_TAG_VERSION" val="1.0"/>
  <p:tag name="KSO_WM_BEAUTIFY_FLAG" val="#wm#"/>
</p:tagLst>
</file>

<file path=ppt/tags/tag1050.xml><?xml version="1.0" encoding="utf-8"?>
<p:tagLst xmlns:a="http://schemas.openxmlformats.org/drawingml/2006/main" xmlns:r="http://schemas.openxmlformats.org/officeDocument/2006/relationships" xmlns:p="http://schemas.openxmlformats.org/presentationml/2006/main">
  <p:tag name="KSO_WM_UNIT_ADJUSTLAYOUT_ID" val="586"/>
  <p:tag name="KSO_WM_UNIT_HIGHLIGHT" val="0"/>
  <p:tag name="KSO_WM_UNIT_COMPATIBLE" val="0"/>
  <p:tag name="KSO_WM_UNIT_DIAGRAM_ISNUMVISUAL" val="0"/>
  <p:tag name="KSO_WM_UNIT_DIAGRAM_ISREFERUNIT" val="0"/>
  <p:tag name="KSO_WM_UNIT_TYPE" val="i"/>
  <p:tag name="KSO_WM_UNIT_INDEX" val="46"/>
  <p:tag name="KSO_WM_UNIT_ID" val="diagram20198172_1*i*46"/>
  <p:tag name="KSO_WM_TEMPLATE_CATEGORY" val="diagram"/>
  <p:tag name="KSO_WM_TEMPLATE_INDEX" val="20198172"/>
  <p:tag name="KSO_WM_UNIT_LAYERLEVEL" val="1"/>
  <p:tag name="KSO_WM_TAG_VERSION" val="1.0"/>
  <p:tag name="KSO_WM_BEAUTIFY_FLAG" val="#wm#"/>
</p:tagLst>
</file>

<file path=ppt/tags/tag1051.xml><?xml version="1.0" encoding="utf-8"?>
<p:tagLst xmlns:a="http://schemas.openxmlformats.org/drawingml/2006/main" xmlns:r="http://schemas.openxmlformats.org/officeDocument/2006/relationships" xmlns:p="http://schemas.openxmlformats.org/presentationml/2006/main">
  <p:tag name="KSO_WM_UNIT_ADJUSTLAYOUT_ID" val="587"/>
  <p:tag name="KSO_WM_UNIT_HIGHLIGHT" val="0"/>
  <p:tag name="KSO_WM_UNIT_COMPATIBLE" val="0"/>
  <p:tag name="KSO_WM_UNIT_DIAGRAM_ISNUMVISUAL" val="0"/>
  <p:tag name="KSO_WM_UNIT_DIAGRAM_ISREFERUNIT" val="0"/>
  <p:tag name="KSO_WM_UNIT_TYPE" val="i"/>
  <p:tag name="KSO_WM_UNIT_INDEX" val="47"/>
  <p:tag name="KSO_WM_UNIT_ID" val="diagram20198172_1*i*47"/>
  <p:tag name="KSO_WM_TEMPLATE_CATEGORY" val="diagram"/>
  <p:tag name="KSO_WM_TEMPLATE_INDEX" val="20198172"/>
  <p:tag name="KSO_WM_UNIT_LAYERLEVEL" val="1"/>
  <p:tag name="KSO_WM_TAG_VERSION" val="1.0"/>
  <p:tag name="KSO_WM_BEAUTIFY_FLAG" val="#wm#"/>
</p:tagLst>
</file>

<file path=ppt/tags/tag1052.xml><?xml version="1.0" encoding="utf-8"?>
<p:tagLst xmlns:a="http://schemas.openxmlformats.org/drawingml/2006/main" xmlns:r="http://schemas.openxmlformats.org/officeDocument/2006/relationships" xmlns:p="http://schemas.openxmlformats.org/presentationml/2006/main">
  <p:tag name="KSO_WM_UNIT_ADJUSTLAYOUT_ID" val="588"/>
  <p:tag name="KSO_WM_UNIT_HIGHLIGHT" val="0"/>
  <p:tag name="KSO_WM_UNIT_COMPATIBLE" val="0"/>
  <p:tag name="KSO_WM_UNIT_DIAGRAM_ISNUMVISUAL" val="0"/>
  <p:tag name="KSO_WM_UNIT_DIAGRAM_ISREFERUNIT" val="0"/>
  <p:tag name="KSO_WM_UNIT_TYPE" val="i"/>
  <p:tag name="KSO_WM_UNIT_INDEX" val="48"/>
  <p:tag name="KSO_WM_UNIT_ID" val="diagram20198172_1*i*48"/>
  <p:tag name="KSO_WM_TEMPLATE_CATEGORY" val="diagram"/>
  <p:tag name="KSO_WM_TEMPLATE_INDEX" val="20198172"/>
  <p:tag name="KSO_WM_UNIT_LAYERLEVEL" val="1"/>
  <p:tag name="KSO_WM_TAG_VERSION" val="1.0"/>
  <p:tag name="KSO_WM_BEAUTIFY_FLAG" val="#wm#"/>
</p:tagLst>
</file>

<file path=ppt/tags/tag1053.xml><?xml version="1.0" encoding="utf-8"?>
<p:tagLst xmlns:a="http://schemas.openxmlformats.org/drawingml/2006/main" xmlns:r="http://schemas.openxmlformats.org/officeDocument/2006/relationships" xmlns:p="http://schemas.openxmlformats.org/presentationml/2006/main">
  <p:tag name="KSO_WM_UNIT_ADJUSTLAYOUT_ID" val="589"/>
  <p:tag name="KSO_WM_UNIT_HIGHLIGHT" val="0"/>
  <p:tag name="KSO_WM_UNIT_COMPATIBLE" val="0"/>
  <p:tag name="KSO_WM_UNIT_DIAGRAM_ISNUMVISUAL" val="0"/>
  <p:tag name="KSO_WM_UNIT_DIAGRAM_ISREFERUNIT" val="0"/>
  <p:tag name="KSO_WM_UNIT_TYPE" val="i"/>
  <p:tag name="KSO_WM_UNIT_INDEX" val="49"/>
  <p:tag name="KSO_WM_UNIT_ID" val="diagram20198172_1*i*49"/>
  <p:tag name="KSO_WM_TEMPLATE_CATEGORY" val="diagram"/>
  <p:tag name="KSO_WM_TEMPLATE_INDEX" val="20198172"/>
  <p:tag name="KSO_WM_UNIT_LAYERLEVEL" val="1"/>
  <p:tag name="KSO_WM_TAG_VERSION" val="1.0"/>
  <p:tag name="KSO_WM_BEAUTIFY_FLAG" val="#wm#"/>
</p:tagLst>
</file>

<file path=ppt/tags/tag1054.xml><?xml version="1.0" encoding="utf-8"?>
<p:tagLst xmlns:a="http://schemas.openxmlformats.org/drawingml/2006/main" xmlns:r="http://schemas.openxmlformats.org/officeDocument/2006/relationships" xmlns:p="http://schemas.openxmlformats.org/presentationml/2006/main">
  <p:tag name="KSO_WM_UNIT_ADJUSTLAYOUT_ID" val="590"/>
  <p:tag name="KSO_WM_UNIT_HIGHLIGHT" val="0"/>
  <p:tag name="KSO_WM_UNIT_COMPATIBLE" val="0"/>
  <p:tag name="KSO_WM_UNIT_DIAGRAM_ISNUMVISUAL" val="0"/>
  <p:tag name="KSO_WM_UNIT_DIAGRAM_ISREFERUNIT" val="0"/>
  <p:tag name="KSO_WM_UNIT_TYPE" val="i"/>
  <p:tag name="KSO_WM_UNIT_INDEX" val="50"/>
  <p:tag name="KSO_WM_UNIT_ID" val="diagram20198172_1*i*50"/>
  <p:tag name="KSO_WM_TEMPLATE_CATEGORY" val="diagram"/>
  <p:tag name="KSO_WM_TEMPLATE_INDEX" val="20198172"/>
  <p:tag name="KSO_WM_UNIT_LAYERLEVEL" val="1"/>
  <p:tag name="KSO_WM_TAG_VERSION" val="1.0"/>
  <p:tag name="KSO_WM_BEAUTIFY_FLAG" val="#wm#"/>
</p:tagLst>
</file>

<file path=ppt/tags/tag1055.xml><?xml version="1.0" encoding="utf-8"?>
<p:tagLst xmlns:a="http://schemas.openxmlformats.org/drawingml/2006/main" xmlns:r="http://schemas.openxmlformats.org/officeDocument/2006/relationships" xmlns:p="http://schemas.openxmlformats.org/presentationml/2006/main">
  <p:tag name="KSO_WM_UNIT_ADJUSTLAYOUT_ID" val="591"/>
  <p:tag name="KSO_WM_UNIT_HIGHLIGHT" val="0"/>
  <p:tag name="KSO_WM_UNIT_COMPATIBLE" val="0"/>
  <p:tag name="KSO_WM_UNIT_DIAGRAM_ISNUMVISUAL" val="0"/>
  <p:tag name="KSO_WM_UNIT_DIAGRAM_ISREFERUNIT" val="0"/>
  <p:tag name="KSO_WM_UNIT_TYPE" val="i"/>
  <p:tag name="KSO_WM_UNIT_INDEX" val="51"/>
  <p:tag name="KSO_WM_UNIT_ID" val="diagram20198172_1*i*51"/>
  <p:tag name="KSO_WM_TEMPLATE_CATEGORY" val="diagram"/>
  <p:tag name="KSO_WM_TEMPLATE_INDEX" val="20198172"/>
  <p:tag name="KSO_WM_UNIT_LAYERLEVEL" val="1"/>
  <p:tag name="KSO_WM_TAG_VERSION" val="1.0"/>
  <p:tag name="KSO_WM_BEAUTIFY_FLAG" val="#wm#"/>
</p:tagLst>
</file>

<file path=ppt/tags/tag1056.xml><?xml version="1.0" encoding="utf-8"?>
<p:tagLst xmlns:a="http://schemas.openxmlformats.org/drawingml/2006/main" xmlns:r="http://schemas.openxmlformats.org/officeDocument/2006/relationships" xmlns:p="http://schemas.openxmlformats.org/presentationml/2006/main">
  <p:tag name="KSO_WM_UNIT_ADJUSTLAYOUT_ID" val="572"/>
  <p:tag name="KSO_WM_UNIT_HIGHLIGHT" val="0"/>
  <p:tag name="KSO_WM_UNIT_COMPATIBLE" val="0"/>
  <p:tag name="KSO_WM_UNIT_DIAGRAM_ISNUMVISUAL" val="0"/>
  <p:tag name="KSO_WM_UNIT_DIAGRAM_ISREFERUNIT" val="0"/>
  <p:tag name="KSO_WM_UNIT_TYPE" val="i"/>
  <p:tag name="KSO_WM_UNIT_INDEX" val="52"/>
  <p:tag name="KSO_WM_UNIT_ID" val="diagram20198172_1*i*52"/>
  <p:tag name="KSO_WM_TEMPLATE_CATEGORY" val="diagram"/>
  <p:tag name="KSO_WM_TEMPLATE_INDEX" val="20198172"/>
  <p:tag name="KSO_WM_UNIT_LAYERLEVEL" val="1"/>
  <p:tag name="KSO_WM_TAG_VERSION" val="1.0"/>
  <p:tag name="KSO_WM_BEAUTIFY_FLAG" val="#wm#"/>
</p:tagLst>
</file>

<file path=ppt/tags/tag1057.xml><?xml version="1.0" encoding="utf-8"?>
<p:tagLst xmlns:a="http://schemas.openxmlformats.org/drawingml/2006/main" xmlns:r="http://schemas.openxmlformats.org/officeDocument/2006/relationships" xmlns:p="http://schemas.openxmlformats.org/presentationml/2006/main">
  <p:tag name="KSO_WM_UNIT_ADJUSTLAYOUT_ID" val="573"/>
  <p:tag name="KSO_WM_UNIT_HIGHLIGHT" val="0"/>
  <p:tag name="KSO_WM_UNIT_COMPATIBLE" val="0"/>
  <p:tag name="KSO_WM_UNIT_DIAGRAM_ISNUMVISUAL" val="0"/>
  <p:tag name="KSO_WM_UNIT_DIAGRAM_ISREFERUNIT" val="0"/>
  <p:tag name="KSO_WM_UNIT_TYPE" val="i"/>
  <p:tag name="KSO_WM_UNIT_INDEX" val="53"/>
  <p:tag name="KSO_WM_UNIT_ID" val="diagram20198172_1*i*53"/>
  <p:tag name="KSO_WM_TEMPLATE_CATEGORY" val="diagram"/>
  <p:tag name="KSO_WM_TEMPLATE_INDEX" val="20198172"/>
  <p:tag name="KSO_WM_UNIT_LAYERLEVEL" val="1"/>
  <p:tag name="KSO_WM_TAG_VERSION" val="1.0"/>
  <p:tag name="KSO_WM_BEAUTIFY_FLAG" val="#wm#"/>
</p:tagLst>
</file>

<file path=ppt/tags/tag1058.xml><?xml version="1.0" encoding="utf-8"?>
<p:tagLst xmlns:a="http://schemas.openxmlformats.org/drawingml/2006/main" xmlns:r="http://schemas.openxmlformats.org/officeDocument/2006/relationships" xmlns:p="http://schemas.openxmlformats.org/presentationml/2006/main">
  <p:tag name="KSO_WM_UNIT_ADJUSTLAYOUT_ID" val="574"/>
  <p:tag name="KSO_WM_UNIT_HIGHLIGHT" val="0"/>
  <p:tag name="KSO_WM_UNIT_COMPATIBLE" val="0"/>
  <p:tag name="KSO_WM_UNIT_DIAGRAM_ISNUMVISUAL" val="0"/>
  <p:tag name="KSO_WM_UNIT_DIAGRAM_ISREFERUNIT" val="0"/>
  <p:tag name="KSO_WM_UNIT_TYPE" val="i"/>
  <p:tag name="KSO_WM_UNIT_INDEX" val="54"/>
  <p:tag name="KSO_WM_UNIT_ID" val="diagram20198172_1*i*54"/>
  <p:tag name="KSO_WM_TEMPLATE_CATEGORY" val="diagram"/>
  <p:tag name="KSO_WM_TEMPLATE_INDEX" val="20198172"/>
  <p:tag name="KSO_WM_UNIT_LAYERLEVEL" val="1"/>
  <p:tag name="KSO_WM_TAG_VERSION" val="1.0"/>
  <p:tag name="KSO_WM_BEAUTIFY_FLAG" val="#wm#"/>
</p:tagLst>
</file>

<file path=ppt/tags/tag1059.xml><?xml version="1.0" encoding="utf-8"?>
<p:tagLst xmlns:a="http://schemas.openxmlformats.org/drawingml/2006/main" xmlns:r="http://schemas.openxmlformats.org/officeDocument/2006/relationships" xmlns:p="http://schemas.openxmlformats.org/presentationml/2006/main">
  <p:tag name="KSO_WM_UNIT_ADJUSTLAYOUT_ID" val="575"/>
  <p:tag name="KSO_WM_UNIT_HIGHLIGHT" val="0"/>
  <p:tag name="KSO_WM_UNIT_COMPATIBLE" val="0"/>
  <p:tag name="KSO_WM_UNIT_DIAGRAM_ISNUMVISUAL" val="0"/>
  <p:tag name="KSO_WM_UNIT_DIAGRAM_ISREFERUNIT" val="0"/>
  <p:tag name="KSO_WM_UNIT_TYPE" val="i"/>
  <p:tag name="KSO_WM_UNIT_INDEX" val="55"/>
  <p:tag name="KSO_WM_UNIT_ID" val="diagram20198172_1*i*55"/>
  <p:tag name="KSO_WM_TEMPLATE_CATEGORY" val="diagram"/>
  <p:tag name="KSO_WM_TEMPLATE_INDEX" val="20198172"/>
  <p:tag name="KSO_WM_UNIT_LAYERLEVEL" val="1"/>
  <p:tag name="KSO_WM_TAG_VERSION" val="1.0"/>
  <p:tag name="KSO_WM_BEAUTIFY_FLAG" val="#wm#"/>
</p:tagLst>
</file>

<file path=ppt/tags/tag1060.xml><?xml version="1.0" encoding="utf-8"?>
<p:tagLst xmlns:a="http://schemas.openxmlformats.org/drawingml/2006/main" xmlns:r="http://schemas.openxmlformats.org/officeDocument/2006/relationships" xmlns:p="http://schemas.openxmlformats.org/presentationml/2006/main">
  <p:tag name="KSO_WM_UNIT_ADJUSTLAYOUT_ID" val="576"/>
  <p:tag name="KSO_WM_UNIT_HIGHLIGHT" val="0"/>
  <p:tag name="KSO_WM_UNIT_COMPATIBLE" val="0"/>
  <p:tag name="KSO_WM_UNIT_DIAGRAM_ISNUMVISUAL" val="0"/>
  <p:tag name="KSO_WM_UNIT_DIAGRAM_ISREFERUNIT" val="0"/>
  <p:tag name="KSO_WM_UNIT_TYPE" val="i"/>
  <p:tag name="KSO_WM_UNIT_INDEX" val="57"/>
  <p:tag name="KSO_WM_UNIT_ID" val="diagram20198172_1*i*57"/>
  <p:tag name="KSO_WM_TEMPLATE_CATEGORY" val="diagram"/>
  <p:tag name="KSO_WM_TEMPLATE_INDEX" val="20198172"/>
  <p:tag name="KSO_WM_UNIT_LAYERLEVEL" val="1"/>
  <p:tag name="KSO_WM_TAG_VERSION" val="1.0"/>
  <p:tag name="KSO_WM_BEAUTIFY_FLAG" val="#wm#"/>
</p:tagLst>
</file>

<file path=ppt/tags/tag1061.xml><?xml version="1.0" encoding="utf-8"?>
<p:tagLst xmlns:a="http://schemas.openxmlformats.org/drawingml/2006/main" xmlns:r="http://schemas.openxmlformats.org/officeDocument/2006/relationships" xmlns:p="http://schemas.openxmlformats.org/presentationml/2006/main">
  <p:tag name="KSO_WM_UNIT_ADJUSTLAYOUT_ID" val="577"/>
  <p:tag name="KSO_WM_UNIT_HIGHLIGHT" val="0"/>
  <p:tag name="KSO_WM_UNIT_COMPATIBLE" val="0"/>
  <p:tag name="KSO_WM_UNIT_DIAGRAM_ISNUMVISUAL" val="0"/>
  <p:tag name="KSO_WM_UNIT_DIAGRAM_ISREFERUNIT" val="0"/>
  <p:tag name="KSO_WM_UNIT_TYPE" val="i"/>
  <p:tag name="KSO_WM_UNIT_INDEX" val="58"/>
  <p:tag name="KSO_WM_UNIT_ID" val="diagram20198172_1*i*58"/>
  <p:tag name="KSO_WM_TEMPLATE_CATEGORY" val="diagram"/>
  <p:tag name="KSO_WM_TEMPLATE_INDEX" val="20198172"/>
  <p:tag name="KSO_WM_UNIT_LAYERLEVEL" val="1"/>
  <p:tag name="KSO_WM_TAG_VERSION" val="1.0"/>
  <p:tag name="KSO_WM_BEAUTIFY_FLAG" val="#wm#"/>
</p:tagLst>
</file>

<file path=ppt/tags/tag1062.xml><?xml version="1.0" encoding="utf-8"?>
<p:tagLst xmlns:a="http://schemas.openxmlformats.org/drawingml/2006/main" xmlns:r="http://schemas.openxmlformats.org/officeDocument/2006/relationships" xmlns:p="http://schemas.openxmlformats.org/presentationml/2006/main">
  <p:tag name="KSO_WM_UNIT_ADJUSTLAYOUT_ID" val="578"/>
  <p:tag name="KSO_WM_UNIT_HIGHLIGHT" val="0"/>
  <p:tag name="KSO_WM_UNIT_COMPATIBLE" val="0"/>
  <p:tag name="KSO_WM_UNIT_DIAGRAM_ISNUMVISUAL" val="0"/>
  <p:tag name="KSO_WM_UNIT_DIAGRAM_ISREFERUNIT" val="0"/>
  <p:tag name="KSO_WM_UNIT_TYPE" val="i"/>
  <p:tag name="KSO_WM_UNIT_INDEX" val="59"/>
  <p:tag name="KSO_WM_UNIT_ID" val="diagram20198172_1*i*59"/>
  <p:tag name="KSO_WM_TEMPLATE_CATEGORY" val="diagram"/>
  <p:tag name="KSO_WM_TEMPLATE_INDEX" val="20198172"/>
  <p:tag name="KSO_WM_UNIT_LAYERLEVEL" val="1"/>
  <p:tag name="KSO_WM_TAG_VERSION" val="1.0"/>
  <p:tag name="KSO_WM_BEAUTIFY_FLAG" val="#wm#"/>
</p:tagLst>
</file>

<file path=ppt/tags/tag1063.xml><?xml version="1.0" encoding="utf-8"?>
<p:tagLst xmlns:a="http://schemas.openxmlformats.org/drawingml/2006/main" xmlns:r="http://schemas.openxmlformats.org/officeDocument/2006/relationships" xmlns:p="http://schemas.openxmlformats.org/presentationml/2006/main">
  <p:tag name="KSO_WM_UNIT_ADJUSTLAYOUT_ID" val="579"/>
  <p:tag name="KSO_WM_UNIT_HIGHLIGHT" val="0"/>
  <p:tag name="KSO_WM_UNIT_COMPATIBLE" val="0"/>
  <p:tag name="KSO_WM_UNIT_DIAGRAM_ISNUMVISUAL" val="0"/>
  <p:tag name="KSO_WM_UNIT_DIAGRAM_ISREFERUNIT" val="0"/>
  <p:tag name="KSO_WM_UNIT_TYPE" val="i"/>
  <p:tag name="KSO_WM_UNIT_INDEX" val="60"/>
  <p:tag name="KSO_WM_UNIT_ID" val="diagram20198172_1*i*60"/>
  <p:tag name="KSO_WM_TEMPLATE_CATEGORY" val="diagram"/>
  <p:tag name="KSO_WM_TEMPLATE_INDEX" val="20198172"/>
  <p:tag name="KSO_WM_UNIT_LAYERLEVEL" val="1"/>
  <p:tag name="KSO_WM_TAG_VERSION" val="1.0"/>
  <p:tag name="KSO_WM_BEAUTIFY_FLAG" val="#wm#"/>
</p:tagLst>
</file>

<file path=ppt/tags/tag1064.xml><?xml version="1.0" encoding="utf-8"?>
<p:tagLst xmlns:a="http://schemas.openxmlformats.org/drawingml/2006/main" xmlns:r="http://schemas.openxmlformats.org/officeDocument/2006/relationships" xmlns:p="http://schemas.openxmlformats.org/presentationml/2006/main">
  <p:tag name="KSO_WM_UNIT_ADJUSTLAYOUT_ID" val="580"/>
  <p:tag name="KSO_WM_UNIT_HIGHLIGHT" val="0"/>
  <p:tag name="KSO_WM_UNIT_COMPATIBLE" val="0"/>
  <p:tag name="KSO_WM_UNIT_DIAGRAM_ISNUMVISUAL" val="0"/>
  <p:tag name="KSO_WM_UNIT_DIAGRAM_ISREFERUNIT" val="0"/>
  <p:tag name="KSO_WM_UNIT_TYPE" val="i"/>
  <p:tag name="KSO_WM_UNIT_INDEX" val="61"/>
  <p:tag name="KSO_WM_UNIT_ID" val="diagram20198172_1*i*61"/>
  <p:tag name="KSO_WM_TEMPLATE_CATEGORY" val="diagram"/>
  <p:tag name="KSO_WM_TEMPLATE_INDEX" val="20198172"/>
  <p:tag name="KSO_WM_UNIT_LAYERLEVEL" val="1"/>
  <p:tag name="KSO_WM_TAG_VERSION" val="1.0"/>
  <p:tag name="KSO_WM_BEAUTIFY_FLAG" val="#wm#"/>
</p:tagLst>
</file>

<file path=ppt/tags/tag1065.xml><?xml version="1.0" encoding="utf-8"?>
<p:tagLst xmlns:a="http://schemas.openxmlformats.org/drawingml/2006/main" xmlns:r="http://schemas.openxmlformats.org/officeDocument/2006/relationships" xmlns:p="http://schemas.openxmlformats.org/presentationml/2006/main">
  <p:tag name="KSO_WM_UNIT_ADJUSTLAYOUT_ID" val="581"/>
  <p:tag name="KSO_WM_UNIT_HIGHLIGHT" val="0"/>
  <p:tag name="KSO_WM_UNIT_COMPATIBLE" val="0"/>
  <p:tag name="KSO_WM_UNIT_DIAGRAM_ISNUMVISUAL" val="0"/>
  <p:tag name="KSO_WM_UNIT_DIAGRAM_ISREFERUNIT" val="0"/>
  <p:tag name="KSO_WM_UNIT_TYPE" val="i"/>
  <p:tag name="KSO_WM_UNIT_INDEX" val="62"/>
  <p:tag name="KSO_WM_UNIT_ID" val="diagram20198172_1*i*62"/>
  <p:tag name="KSO_WM_TEMPLATE_CATEGORY" val="diagram"/>
  <p:tag name="KSO_WM_TEMPLATE_INDEX" val="20198172"/>
  <p:tag name="KSO_WM_UNIT_LAYERLEVEL" val="1"/>
  <p:tag name="KSO_WM_TAG_VERSION" val="1.0"/>
  <p:tag name="KSO_WM_BEAUTIFY_FLAG" val="#wm#"/>
</p:tagLst>
</file>

<file path=ppt/tags/tag1066.xml><?xml version="1.0" encoding="utf-8"?>
<p:tagLst xmlns:a="http://schemas.openxmlformats.org/drawingml/2006/main" xmlns:r="http://schemas.openxmlformats.org/officeDocument/2006/relationships" xmlns:p="http://schemas.openxmlformats.org/presentationml/2006/main">
  <p:tag name="KSO_WM_UNIT_ADJUSTLAYOUT_ID" val="562"/>
  <p:tag name="KSO_WM_UNIT_HIGHLIGHT" val="0"/>
  <p:tag name="KSO_WM_UNIT_COMPATIBLE" val="0"/>
  <p:tag name="KSO_WM_UNIT_DIAGRAM_ISNUMVISUAL" val="0"/>
  <p:tag name="KSO_WM_UNIT_DIAGRAM_ISREFERUNIT" val="0"/>
  <p:tag name="KSO_WM_UNIT_TYPE" val="i"/>
  <p:tag name="KSO_WM_UNIT_INDEX" val="63"/>
  <p:tag name="KSO_WM_UNIT_ID" val="diagram20198172_1*i*63"/>
  <p:tag name="KSO_WM_TEMPLATE_CATEGORY" val="diagram"/>
  <p:tag name="KSO_WM_TEMPLATE_INDEX" val="20198172"/>
  <p:tag name="KSO_WM_UNIT_LAYERLEVEL" val="1"/>
  <p:tag name="KSO_WM_TAG_VERSION" val="1.0"/>
  <p:tag name="KSO_WM_BEAUTIFY_FLAG" val="#wm#"/>
</p:tagLst>
</file>

<file path=ppt/tags/tag1067.xml><?xml version="1.0" encoding="utf-8"?>
<p:tagLst xmlns:a="http://schemas.openxmlformats.org/drawingml/2006/main" xmlns:r="http://schemas.openxmlformats.org/officeDocument/2006/relationships" xmlns:p="http://schemas.openxmlformats.org/presentationml/2006/main">
  <p:tag name="KSO_WM_UNIT_ADJUSTLAYOUT_ID" val="563"/>
  <p:tag name="KSO_WM_UNIT_HIGHLIGHT" val="0"/>
  <p:tag name="KSO_WM_UNIT_COMPATIBLE" val="0"/>
  <p:tag name="KSO_WM_UNIT_DIAGRAM_ISNUMVISUAL" val="0"/>
  <p:tag name="KSO_WM_UNIT_DIAGRAM_ISREFERUNIT" val="0"/>
  <p:tag name="KSO_WM_UNIT_TYPE" val="i"/>
  <p:tag name="KSO_WM_UNIT_INDEX" val="64"/>
  <p:tag name="KSO_WM_UNIT_ID" val="diagram20198172_1*i*64"/>
  <p:tag name="KSO_WM_TEMPLATE_CATEGORY" val="diagram"/>
  <p:tag name="KSO_WM_TEMPLATE_INDEX" val="20198172"/>
  <p:tag name="KSO_WM_UNIT_LAYERLEVEL" val="1"/>
  <p:tag name="KSO_WM_TAG_VERSION" val="1.0"/>
  <p:tag name="KSO_WM_BEAUTIFY_FLAG" val="#wm#"/>
</p:tagLst>
</file>

<file path=ppt/tags/tag1068.xml><?xml version="1.0" encoding="utf-8"?>
<p:tagLst xmlns:a="http://schemas.openxmlformats.org/drawingml/2006/main" xmlns:r="http://schemas.openxmlformats.org/officeDocument/2006/relationships" xmlns:p="http://schemas.openxmlformats.org/presentationml/2006/main">
  <p:tag name="KSO_WM_UNIT_ADJUSTLAYOUT_ID" val="564"/>
  <p:tag name="KSO_WM_UNIT_HIGHLIGHT" val="0"/>
  <p:tag name="KSO_WM_UNIT_COMPATIBLE" val="0"/>
  <p:tag name="KSO_WM_UNIT_DIAGRAM_ISNUMVISUAL" val="0"/>
  <p:tag name="KSO_WM_UNIT_DIAGRAM_ISREFERUNIT" val="0"/>
  <p:tag name="KSO_WM_UNIT_TYPE" val="i"/>
  <p:tag name="KSO_WM_UNIT_INDEX" val="65"/>
  <p:tag name="KSO_WM_UNIT_ID" val="diagram20198172_1*i*65"/>
  <p:tag name="KSO_WM_TEMPLATE_CATEGORY" val="diagram"/>
  <p:tag name="KSO_WM_TEMPLATE_INDEX" val="20198172"/>
  <p:tag name="KSO_WM_UNIT_LAYERLEVEL" val="1"/>
  <p:tag name="KSO_WM_TAG_VERSION" val="1.0"/>
  <p:tag name="KSO_WM_BEAUTIFY_FLAG" val="#wm#"/>
</p:tagLst>
</file>

<file path=ppt/tags/tag1069.xml><?xml version="1.0" encoding="utf-8"?>
<p:tagLst xmlns:a="http://schemas.openxmlformats.org/drawingml/2006/main" xmlns:r="http://schemas.openxmlformats.org/officeDocument/2006/relationships" xmlns:p="http://schemas.openxmlformats.org/presentationml/2006/main">
  <p:tag name="KSO_WM_UNIT_ADJUSTLAYOUT_ID" val="565"/>
  <p:tag name="KSO_WM_UNIT_HIGHLIGHT" val="0"/>
  <p:tag name="KSO_WM_UNIT_COMPATIBLE" val="0"/>
  <p:tag name="KSO_WM_UNIT_DIAGRAM_ISNUMVISUAL" val="0"/>
  <p:tag name="KSO_WM_UNIT_DIAGRAM_ISREFERUNIT" val="0"/>
  <p:tag name="KSO_WM_UNIT_TYPE" val="i"/>
  <p:tag name="KSO_WM_UNIT_INDEX" val="66"/>
  <p:tag name="KSO_WM_UNIT_ID" val="diagram20198172_1*i*66"/>
  <p:tag name="KSO_WM_TEMPLATE_CATEGORY" val="diagram"/>
  <p:tag name="KSO_WM_TEMPLATE_INDEX" val="20198172"/>
  <p:tag name="KSO_WM_UNIT_LAYERLEVEL" val="1"/>
  <p:tag name="KSO_WM_TAG_VERSION" val="1.0"/>
  <p:tag name="KSO_WM_BEAUTIFY_FLAG" val="#wm#"/>
</p:tagLst>
</file>

<file path=ppt/tags/tag1070.xml><?xml version="1.0" encoding="utf-8"?>
<p:tagLst xmlns:a="http://schemas.openxmlformats.org/drawingml/2006/main" xmlns:r="http://schemas.openxmlformats.org/officeDocument/2006/relationships" xmlns:p="http://schemas.openxmlformats.org/presentationml/2006/main">
  <p:tag name="KSO_WM_UNIT_ADJUSTLAYOUT_ID" val="566"/>
  <p:tag name="KSO_WM_UNIT_HIGHLIGHT" val="0"/>
  <p:tag name="KSO_WM_UNIT_COMPATIBLE" val="0"/>
  <p:tag name="KSO_WM_UNIT_DIAGRAM_ISNUMVISUAL" val="0"/>
  <p:tag name="KSO_WM_UNIT_DIAGRAM_ISREFERUNIT" val="0"/>
  <p:tag name="KSO_WM_UNIT_TYPE" val="i"/>
  <p:tag name="KSO_WM_UNIT_INDEX" val="68"/>
  <p:tag name="KSO_WM_UNIT_ID" val="diagram20198172_1*i*68"/>
  <p:tag name="KSO_WM_TEMPLATE_CATEGORY" val="diagram"/>
  <p:tag name="KSO_WM_TEMPLATE_INDEX" val="20198172"/>
  <p:tag name="KSO_WM_UNIT_LAYERLEVEL" val="1"/>
  <p:tag name="KSO_WM_TAG_VERSION" val="1.0"/>
  <p:tag name="KSO_WM_BEAUTIFY_FLAG" val="#wm#"/>
</p:tagLst>
</file>

<file path=ppt/tags/tag1071.xml><?xml version="1.0" encoding="utf-8"?>
<p:tagLst xmlns:a="http://schemas.openxmlformats.org/drawingml/2006/main" xmlns:r="http://schemas.openxmlformats.org/officeDocument/2006/relationships" xmlns:p="http://schemas.openxmlformats.org/presentationml/2006/main">
  <p:tag name="KSO_WM_UNIT_ADJUSTLAYOUT_ID" val="567"/>
  <p:tag name="KSO_WM_UNIT_HIGHLIGHT" val="0"/>
  <p:tag name="KSO_WM_UNIT_COMPATIBLE" val="0"/>
  <p:tag name="KSO_WM_UNIT_DIAGRAM_ISNUMVISUAL" val="0"/>
  <p:tag name="KSO_WM_UNIT_DIAGRAM_ISREFERUNIT" val="0"/>
  <p:tag name="KSO_WM_UNIT_TYPE" val="i"/>
  <p:tag name="KSO_WM_UNIT_INDEX" val="69"/>
  <p:tag name="KSO_WM_UNIT_ID" val="diagram20198172_1*i*69"/>
  <p:tag name="KSO_WM_TEMPLATE_CATEGORY" val="diagram"/>
  <p:tag name="KSO_WM_TEMPLATE_INDEX" val="20198172"/>
  <p:tag name="KSO_WM_UNIT_LAYERLEVEL" val="1"/>
  <p:tag name="KSO_WM_TAG_VERSION" val="1.0"/>
  <p:tag name="KSO_WM_BEAUTIFY_FLAG" val="#wm#"/>
</p:tagLst>
</file>

<file path=ppt/tags/tag1072.xml><?xml version="1.0" encoding="utf-8"?>
<p:tagLst xmlns:a="http://schemas.openxmlformats.org/drawingml/2006/main" xmlns:r="http://schemas.openxmlformats.org/officeDocument/2006/relationships" xmlns:p="http://schemas.openxmlformats.org/presentationml/2006/main">
  <p:tag name="KSO_WM_UNIT_ADJUSTLAYOUT_ID" val="568"/>
  <p:tag name="KSO_WM_UNIT_HIGHLIGHT" val="0"/>
  <p:tag name="KSO_WM_UNIT_COMPATIBLE" val="0"/>
  <p:tag name="KSO_WM_UNIT_DIAGRAM_ISNUMVISUAL" val="0"/>
  <p:tag name="KSO_WM_UNIT_DIAGRAM_ISREFERUNIT" val="0"/>
  <p:tag name="KSO_WM_UNIT_TYPE" val="i"/>
  <p:tag name="KSO_WM_UNIT_INDEX" val="70"/>
  <p:tag name="KSO_WM_UNIT_ID" val="diagram20198172_1*i*70"/>
  <p:tag name="KSO_WM_TEMPLATE_CATEGORY" val="diagram"/>
  <p:tag name="KSO_WM_TEMPLATE_INDEX" val="20198172"/>
  <p:tag name="KSO_WM_UNIT_LAYERLEVEL" val="1"/>
  <p:tag name="KSO_WM_TAG_VERSION" val="1.0"/>
  <p:tag name="KSO_WM_BEAUTIFY_FLAG" val="#wm#"/>
</p:tagLst>
</file>

<file path=ppt/tags/tag1073.xml><?xml version="1.0" encoding="utf-8"?>
<p:tagLst xmlns:a="http://schemas.openxmlformats.org/drawingml/2006/main" xmlns:r="http://schemas.openxmlformats.org/officeDocument/2006/relationships" xmlns:p="http://schemas.openxmlformats.org/presentationml/2006/main">
  <p:tag name="KSO_WM_UNIT_ADJUSTLAYOUT_ID" val="569"/>
  <p:tag name="KSO_WM_UNIT_HIGHLIGHT" val="0"/>
  <p:tag name="KSO_WM_UNIT_COMPATIBLE" val="0"/>
  <p:tag name="KSO_WM_UNIT_DIAGRAM_ISNUMVISUAL" val="0"/>
  <p:tag name="KSO_WM_UNIT_DIAGRAM_ISREFERUNIT" val="0"/>
  <p:tag name="KSO_WM_UNIT_TYPE" val="i"/>
  <p:tag name="KSO_WM_UNIT_INDEX" val="71"/>
  <p:tag name="KSO_WM_UNIT_ID" val="diagram20198172_1*i*71"/>
  <p:tag name="KSO_WM_TEMPLATE_CATEGORY" val="diagram"/>
  <p:tag name="KSO_WM_TEMPLATE_INDEX" val="20198172"/>
  <p:tag name="KSO_WM_UNIT_LAYERLEVEL" val="1"/>
  <p:tag name="KSO_WM_TAG_VERSION" val="1.0"/>
  <p:tag name="KSO_WM_BEAUTIFY_FLAG" val="#wm#"/>
</p:tagLst>
</file>

<file path=ppt/tags/tag1074.xml><?xml version="1.0" encoding="utf-8"?>
<p:tagLst xmlns:a="http://schemas.openxmlformats.org/drawingml/2006/main" xmlns:r="http://schemas.openxmlformats.org/officeDocument/2006/relationships" xmlns:p="http://schemas.openxmlformats.org/presentationml/2006/main">
  <p:tag name="KSO_WM_UNIT_ADJUSTLAYOUT_ID" val="570"/>
  <p:tag name="KSO_WM_UNIT_HIGHLIGHT" val="0"/>
  <p:tag name="KSO_WM_UNIT_COMPATIBLE" val="0"/>
  <p:tag name="KSO_WM_UNIT_DIAGRAM_ISNUMVISUAL" val="0"/>
  <p:tag name="KSO_WM_UNIT_DIAGRAM_ISREFERUNIT" val="0"/>
  <p:tag name="KSO_WM_UNIT_TYPE" val="i"/>
  <p:tag name="KSO_WM_UNIT_INDEX" val="72"/>
  <p:tag name="KSO_WM_UNIT_ID" val="diagram20198172_1*i*72"/>
  <p:tag name="KSO_WM_TEMPLATE_CATEGORY" val="diagram"/>
  <p:tag name="KSO_WM_TEMPLATE_INDEX" val="20198172"/>
  <p:tag name="KSO_WM_UNIT_LAYERLEVEL" val="1"/>
  <p:tag name="KSO_WM_TAG_VERSION" val="1.0"/>
  <p:tag name="KSO_WM_BEAUTIFY_FLAG" val="#wm#"/>
</p:tagLst>
</file>

<file path=ppt/tags/tag1075.xml><?xml version="1.0" encoding="utf-8"?>
<p:tagLst xmlns:a="http://schemas.openxmlformats.org/drawingml/2006/main" xmlns:r="http://schemas.openxmlformats.org/officeDocument/2006/relationships" xmlns:p="http://schemas.openxmlformats.org/presentationml/2006/main">
  <p:tag name="KSO_WM_UNIT_ADJUSTLAYOUT_ID" val="571"/>
  <p:tag name="KSO_WM_UNIT_HIGHLIGHT" val="0"/>
  <p:tag name="KSO_WM_UNIT_COMPATIBLE" val="0"/>
  <p:tag name="KSO_WM_UNIT_DIAGRAM_ISNUMVISUAL" val="0"/>
  <p:tag name="KSO_WM_UNIT_DIAGRAM_ISREFERUNIT" val="0"/>
  <p:tag name="KSO_WM_UNIT_TYPE" val="i"/>
  <p:tag name="KSO_WM_UNIT_INDEX" val="73"/>
  <p:tag name="KSO_WM_UNIT_ID" val="diagram20198172_1*i*73"/>
  <p:tag name="KSO_WM_TEMPLATE_CATEGORY" val="diagram"/>
  <p:tag name="KSO_WM_TEMPLATE_INDEX" val="20198172"/>
  <p:tag name="KSO_WM_UNIT_LAYERLEVEL" val="1"/>
  <p:tag name="KSO_WM_TAG_VERSION" val="1.0"/>
  <p:tag name="KSO_WM_BEAUTIFY_FLAG" val="#wm#"/>
</p:tagLst>
</file>

<file path=ppt/tags/tag1076.xml><?xml version="1.0" encoding="utf-8"?>
<p:tagLst xmlns:a="http://schemas.openxmlformats.org/drawingml/2006/main" xmlns:r="http://schemas.openxmlformats.org/officeDocument/2006/relationships" xmlns:p="http://schemas.openxmlformats.org/presentationml/2006/main">
  <p:tag name="KSO_WM_UNIT_ADJUSTLAYOUT_ID" val="552"/>
  <p:tag name="KSO_WM_UNIT_HIGHLIGHT" val="0"/>
  <p:tag name="KSO_WM_UNIT_COMPATIBLE" val="0"/>
  <p:tag name="KSO_WM_UNIT_DIAGRAM_ISNUMVISUAL" val="0"/>
  <p:tag name="KSO_WM_UNIT_DIAGRAM_ISREFERUNIT" val="0"/>
  <p:tag name="KSO_WM_UNIT_TYPE" val="i"/>
  <p:tag name="KSO_WM_UNIT_INDEX" val="74"/>
  <p:tag name="KSO_WM_UNIT_ID" val="diagram20198172_1*i*74"/>
  <p:tag name="KSO_WM_TEMPLATE_CATEGORY" val="diagram"/>
  <p:tag name="KSO_WM_TEMPLATE_INDEX" val="20198172"/>
  <p:tag name="KSO_WM_UNIT_LAYERLEVEL" val="1"/>
  <p:tag name="KSO_WM_TAG_VERSION" val="1.0"/>
  <p:tag name="KSO_WM_BEAUTIFY_FLAG" val="#wm#"/>
</p:tagLst>
</file>

<file path=ppt/tags/tag1077.xml><?xml version="1.0" encoding="utf-8"?>
<p:tagLst xmlns:a="http://schemas.openxmlformats.org/drawingml/2006/main" xmlns:r="http://schemas.openxmlformats.org/officeDocument/2006/relationships" xmlns:p="http://schemas.openxmlformats.org/presentationml/2006/main">
  <p:tag name="KSO_WM_UNIT_ADJUSTLAYOUT_ID" val="553"/>
  <p:tag name="KSO_WM_UNIT_HIGHLIGHT" val="0"/>
  <p:tag name="KSO_WM_UNIT_COMPATIBLE" val="0"/>
  <p:tag name="KSO_WM_UNIT_DIAGRAM_ISNUMVISUAL" val="0"/>
  <p:tag name="KSO_WM_UNIT_DIAGRAM_ISREFERUNIT" val="0"/>
  <p:tag name="KSO_WM_UNIT_TYPE" val="i"/>
  <p:tag name="KSO_WM_UNIT_INDEX" val="75"/>
  <p:tag name="KSO_WM_UNIT_ID" val="diagram20198172_1*i*75"/>
  <p:tag name="KSO_WM_TEMPLATE_CATEGORY" val="diagram"/>
  <p:tag name="KSO_WM_TEMPLATE_INDEX" val="20198172"/>
  <p:tag name="KSO_WM_UNIT_LAYERLEVEL" val="1"/>
  <p:tag name="KSO_WM_TAG_VERSION" val="1.0"/>
  <p:tag name="KSO_WM_BEAUTIFY_FLAG" val="#wm#"/>
</p:tagLst>
</file>

<file path=ppt/tags/tag1078.xml><?xml version="1.0" encoding="utf-8"?>
<p:tagLst xmlns:a="http://schemas.openxmlformats.org/drawingml/2006/main" xmlns:r="http://schemas.openxmlformats.org/officeDocument/2006/relationships" xmlns:p="http://schemas.openxmlformats.org/presentationml/2006/main">
  <p:tag name="KSO_WM_UNIT_ADJUSTLAYOUT_ID" val="554"/>
  <p:tag name="KSO_WM_UNIT_HIGHLIGHT" val="0"/>
  <p:tag name="KSO_WM_UNIT_COMPATIBLE" val="0"/>
  <p:tag name="KSO_WM_UNIT_DIAGRAM_ISNUMVISUAL" val="0"/>
  <p:tag name="KSO_WM_UNIT_DIAGRAM_ISREFERUNIT" val="0"/>
  <p:tag name="KSO_WM_UNIT_TYPE" val="i"/>
  <p:tag name="KSO_WM_UNIT_INDEX" val="76"/>
  <p:tag name="KSO_WM_UNIT_ID" val="diagram20198172_1*i*76"/>
  <p:tag name="KSO_WM_TEMPLATE_CATEGORY" val="diagram"/>
  <p:tag name="KSO_WM_TEMPLATE_INDEX" val="20198172"/>
  <p:tag name="KSO_WM_UNIT_LAYERLEVEL" val="1"/>
  <p:tag name="KSO_WM_TAG_VERSION" val="1.0"/>
  <p:tag name="KSO_WM_BEAUTIFY_FLAG" val="#wm#"/>
</p:tagLst>
</file>

<file path=ppt/tags/tag1079.xml><?xml version="1.0" encoding="utf-8"?>
<p:tagLst xmlns:a="http://schemas.openxmlformats.org/drawingml/2006/main" xmlns:r="http://schemas.openxmlformats.org/officeDocument/2006/relationships" xmlns:p="http://schemas.openxmlformats.org/presentationml/2006/main">
  <p:tag name="KSO_WM_UNIT_ADJUSTLAYOUT_ID" val="555"/>
  <p:tag name="KSO_WM_UNIT_HIGHLIGHT" val="0"/>
  <p:tag name="KSO_WM_UNIT_COMPATIBLE" val="0"/>
  <p:tag name="KSO_WM_UNIT_DIAGRAM_ISNUMVISUAL" val="0"/>
  <p:tag name="KSO_WM_UNIT_DIAGRAM_ISREFERUNIT" val="0"/>
  <p:tag name="KSO_WM_UNIT_TYPE" val="i"/>
  <p:tag name="KSO_WM_UNIT_INDEX" val="77"/>
  <p:tag name="KSO_WM_UNIT_ID" val="diagram20198172_1*i*77"/>
  <p:tag name="KSO_WM_TEMPLATE_CATEGORY" val="diagram"/>
  <p:tag name="KSO_WM_TEMPLATE_INDEX" val="20198172"/>
  <p:tag name="KSO_WM_UNIT_LAYERLEVEL" val="1"/>
  <p:tag name="KSO_WM_TAG_VERSION" val="1.0"/>
  <p:tag name="KSO_WM_BEAUTIFY_FLAG" val="#wm#"/>
</p:tagLst>
</file>

<file path=ppt/tags/tag1080.xml><?xml version="1.0" encoding="utf-8"?>
<p:tagLst xmlns:a="http://schemas.openxmlformats.org/drawingml/2006/main" xmlns:r="http://schemas.openxmlformats.org/officeDocument/2006/relationships" xmlns:p="http://schemas.openxmlformats.org/presentationml/2006/main">
  <p:tag name="KSO_WM_UNIT_ADJUSTLAYOUT_ID" val="556"/>
  <p:tag name="KSO_WM_UNIT_HIGHLIGHT" val="0"/>
  <p:tag name="KSO_WM_UNIT_COMPATIBLE" val="0"/>
  <p:tag name="KSO_WM_UNIT_DIAGRAM_ISNUMVISUAL" val="0"/>
  <p:tag name="KSO_WM_UNIT_DIAGRAM_ISREFERUNIT" val="0"/>
  <p:tag name="KSO_WM_UNIT_TYPE" val="i"/>
  <p:tag name="KSO_WM_UNIT_INDEX" val="79"/>
  <p:tag name="KSO_WM_UNIT_ID" val="diagram20198172_1*i*79"/>
  <p:tag name="KSO_WM_TEMPLATE_CATEGORY" val="diagram"/>
  <p:tag name="KSO_WM_TEMPLATE_INDEX" val="20198172"/>
  <p:tag name="KSO_WM_UNIT_LAYERLEVEL" val="1"/>
  <p:tag name="KSO_WM_TAG_VERSION" val="1.0"/>
  <p:tag name="KSO_WM_BEAUTIFY_FLAG" val="#wm#"/>
</p:tagLst>
</file>

<file path=ppt/tags/tag1081.xml><?xml version="1.0" encoding="utf-8"?>
<p:tagLst xmlns:a="http://schemas.openxmlformats.org/drawingml/2006/main" xmlns:r="http://schemas.openxmlformats.org/officeDocument/2006/relationships" xmlns:p="http://schemas.openxmlformats.org/presentationml/2006/main">
  <p:tag name="KSO_WM_UNIT_ADJUSTLAYOUT_ID" val="557"/>
  <p:tag name="KSO_WM_UNIT_HIGHLIGHT" val="0"/>
  <p:tag name="KSO_WM_UNIT_COMPATIBLE" val="0"/>
  <p:tag name="KSO_WM_UNIT_DIAGRAM_ISNUMVISUAL" val="0"/>
  <p:tag name="KSO_WM_UNIT_DIAGRAM_ISREFERUNIT" val="0"/>
  <p:tag name="KSO_WM_UNIT_TYPE" val="i"/>
  <p:tag name="KSO_WM_UNIT_INDEX" val="80"/>
  <p:tag name="KSO_WM_UNIT_ID" val="diagram20198172_1*i*80"/>
  <p:tag name="KSO_WM_TEMPLATE_CATEGORY" val="diagram"/>
  <p:tag name="KSO_WM_TEMPLATE_INDEX" val="20198172"/>
  <p:tag name="KSO_WM_UNIT_LAYERLEVEL" val="1"/>
  <p:tag name="KSO_WM_TAG_VERSION" val="1.0"/>
  <p:tag name="KSO_WM_BEAUTIFY_FLAG" val="#wm#"/>
</p:tagLst>
</file>

<file path=ppt/tags/tag1082.xml><?xml version="1.0" encoding="utf-8"?>
<p:tagLst xmlns:a="http://schemas.openxmlformats.org/drawingml/2006/main" xmlns:r="http://schemas.openxmlformats.org/officeDocument/2006/relationships" xmlns:p="http://schemas.openxmlformats.org/presentationml/2006/main">
  <p:tag name="KSO_WM_UNIT_ADJUSTLAYOUT_ID" val="558"/>
  <p:tag name="KSO_WM_UNIT_HIGHLIGHT" val="0"/>
  <p:tag name="KSO_WM_UNIT_COMPATIBLE" val="0"/>
  <p:tag name="KSO_WM_UNIT_DIAGRAM_ISNUMVISUAL" val="0"/>
  <p:tag name="KSO_WM_UNIT_DIAGRAM_ISREFERUNIT" val="0"/>
  <p:tag name="KSO_WM_UNIT_TYPE" val="i"/>
  <p:tag name="KSO_WM_UNIT_INDEX" val="81"/>
  <p:tag name="KSO_WM_UNIT_ID" val="diagram20198172_1*i*81"/>
  <p:tag name="KSO_WM_TEMPLATE_CATEGORY" val="diagram"/>
  <p:tag name="KSO_WM_TEMPLATE_INDEX" val="20198172"/>
  <p:tag name="KSO_WM_UNIT_LAYERLEVEL" val="1"/>
  <p:tag name="KSO_WM_TAG_VERSION" val="1.0"/>
  <p:tag name="KSO_WM_BEAUTIFY_FLAG" val="#wm#"/>
</p:tagLst>
</file>

<file path=ppt/tags/tag1083.xml><?xml version="1.0" encoding="utf-8"?>
<p:tagLst xmlns:a="http://schemas.openxmlformats.org/drawingml/2006/main" xmlns:r="http://schemas.openxmlformats.org/officeDocument/2006/relationships" xmlns:p="http://schemas.openxmlformats.org/presentationml/2006/main">
  <p:tag name="KSO_WM_UNIT_ADJUSTLAYOUT_ID" val="559"/>
  <p:tag name="KSO_WM_UNIT_HIGHLIGHT" val="0"/>
  <p:tag name="KSO_WM_UNIT_COMPATIBLE" val="0"/>
  <p:tag name="KSO_WM_UNIT_DIAGRAM_ISNUMVISUAL" val="0"/>
  <p:tag name="KSO_WM_UNIT_DIAGRAM_ISREFERUNIT" val="0"/>
  <p:tag name="KSO_WM_UNIT_TYPE" val="i"/>
  <p:tag name="KSO_WM_UNIT_INDEX" val="82"/>
  <p:tag name="KSO_WM_UNIT_ID" val="diagram20198172_1*i*82"/>
  <p:tag name="KSO_WM_TEMPLATE_CATEGORY" val="diagram"/>
  <p:tag name="KSO_WM_TEMPLATE_INDEX" val="20198172"/>
  <p:tag name="KSO_WM_UNIT_LAYERLEVEL" val="1"/>
  <p:tag name="KSO_WM_TAG_VERSION" val="1.0"/>
  <p:tag name="KSO_WM_BEAUTIFY_FLAG" val="#wm#"/>
</p:tagLst>
</file>

<file path=ppt/tags/tag1084.xml><?xml version="1.0" encoding="utf-8"?>
<p:tagLst xmlns:a="http://schemas.openxmlformats.org/drawingml/2006/main" xmlns:r="http://schemas.openxmlformats.org/officeDocument/2006/relationships" xmlns:p="http://schemas.openxmlformats.org/presentationml/2006/main">
  <p:tag name="KSO_WM_UNIT_ADJUSTLAYOUT_ID" val="560"/>
  <p:tag name="KSO_WM_UNIT_HIGHLIGHT" val="0"/>
  <p:tag name="KSO_WM_UNIT_COMPATIBLE" val="0"/>
  <p:tag name="KSO_WM_UNIT_DIAGRAM_ISNUMVISUAL" val="0"/>
  <p:tag name="KSO_WM_UNIT_DIAGRAM_ISREFERUNIT" val="0"/>
  <p:tag name="KSO_WM_UNIT_TYPE" val="i"/>
  <p:tag name="KSO_WM_UNIT_INDEX" val="83"/>
  <p:tag name="KSO_WM_UNIT_ID" val="diagram20198172_1*i*83"/>
  <p:tag name="KSO_WM_TEMPLATE_CATEGORY" val="diagram"/>
  <p:tag name="KSO_WM_TEMPLATE_INDEX" val="20198172"/>
  <p:tag name="KSO_WM_UNIT_LAYERLEVEL" val="1"/>
  <p:tag name="KSO_WM_TAG_VERSION" val="1.0"/>
  <p:tag name="KSO_WM_BEAUTIFY_FLAG" val="#wm#"/>
</p:tagLst>
</file>

<file path=ppt/tags/tag1085.xml><?xml version="1.0" encoding="utf-8"?>
<p:tagLst xmlns:a="http://schemas.openxmlformats.org/drawingml/2006/main" xmlns:r="http://schemas.openxmlformats.org/officeDocument/2006/relationships" xmlns:p="http://schemas.openxmlformats.org/presentationml/2006/main">
  <p:tag name="KSO_WM_UNIT_ADJUSTLAYOUT_ID" val="561"/>
  <p:tag name="KSO_WM_UNIT_HIGHLIGHT" val="0"/>
  <p:tag name="KSO_WM_UNIT_COMPATIBLE" val="0"/>
  <p:tag name="KSO_WM_UNIT_DIAGRAM_ISNUMVISUAL" val="0"/>
  <p:tag name="KSO_WM_UNIT_DIAGRAM_ISREFERUNIT" val="0"/>
  <p:tag name="KSO_WM_UNIT_TYPE" val="i"/>
  <p:tag name="KSO_WM_UNIT_INDEX" val="84"/>
  <p:tag name="KSO_WM_UNIT_ID" val="diagram20198172_1*i*84"/>
  <p:tag name="KSO_WM_TEMPLATE_CATEGORY" val="diagram"/>
  <p:tag name="KSO_WM_TEMPLATE_INDEX" val="20198172"/>
  <p:tag name="KSO_WM_UNIT_LAYERLEVEL" val="1"/>
  <p:tag name="KSO_WM_TAG_VERSION" val="1.0"/>
  <p:tag name="KSO_WM_BEAUTIFY_FLAG" val="#wm#"/>
</p:tagLst>
</file>

<file path=ppt/tags/tag1086.xml><?xml version="1.0" encoding="utf-8"?>
<p:tagLst xmlns:a="http://schemas.openxmlformats.org/drawingml/2006/main" xmlns:r="http://schemas.openxmlformats.org/officeDocument/2006/relationships" xmlns:p="http://schemas.openxmlformats.org/presentationml/2006/main">
  <p:tag name="KSO_WM_UNIT_ADJUSTLAYOUT_ID" val="542"/>
  <p:tag name="KSO_WM_UNIT_HIGHLIGHT" val="0"/>
  <p:tag name="KSO_WM_UNIT_COMPATIBLE" val="0"/>
  <p:tag name="KSO_WM_UNIT_DIAGRAM_ISNUMVISUAL" val="0"/>
  <p:tag name="KSO_WM_UNIT_DIAGRAM_ISREFERUNIT" val="0"/>
  <p:tag name="KSO_WM_UNIT_TYPE" val="i"/>
  <p:tag name="KSO_WM_UNIT_INDEX" val="85"/>
  <p:tag name="KSO_WM_UNIT_ID" val="diagram20198172_1*i*85"/>
  <p:tag name="KSO_WM_TEMPLATE_CATEGORY" val="diagram"/>
  <p:tag name="KSO_WM_TEMPLATE_INDEX" val="20198172"/>
  <p:tag name="KSO_WM_UNIT_LAYERLEVEL" val="1"/>
  <p:tag name="KSO_WM_TAG_VERSION" val="1.0"/>
  <p:tag name="KSO_WM_BEAUTIFY_FLAG" val="#wm#"/>
</p:tagLst>
</file>

<file path=ppt/tags/tag1087.xml><?xml version="1.0" encoding="utf-8"?>
<p:tagLst xmlns:a="http://schemas.openxmlformats.org/drawingml/2006/main" xmlns:r="http://schemas.openxmlformats.org/officeDocument/2006/relationships" xmlns:p="http://schemas.openxmlformats.org/presentationml/2006/main">
  <p:tag name="KSO_WM_UNIT_ADJUSTLAYOUT_ID" val="543"/>
  <p:tag name="KSO_WM_UNIT_HIGHLIGHT" val="0"/>
  <p:tag name="KSO_WM_UNIT_COMPATIBLE" val="0"/>
  <p:tag name="KSO_WM_UNIT_DIAGRAM_ISNUMVISUAL" val="0"/>
  <p:tag name="KSO_WM_UNIT_DIAGRAM_ISREFERUNIT" val="0"/>
  <p:tag name="KSO_WM_UNIT_TYPE" val="i"/>
  <p:tag name="KSO_WM_UNIT_INDEX" val="86"/>
  <p:tag name="KSO_WM_UNIT_ID" val="diagram20198172_1*i*86"/>
  <p:tag name="KSO_WM_TEMPLATE_CATEGORY" val="diagram"/>
  <p:tag name="KSO_WM_TEMPLATE_INDEX" val="20198172"/>
  <p:tag name="KSO_WM_UNIT_LAYERLEVEL" val="1"/>
  <p:tag name="KSO_WM_TAG_VERSION" val="1.0"/>
  <p:tag name="KSO_WM_BEAUTIFY_FLAG" val="#wm#"/>
</p:tagLst>
</file>

<file path=ppt/tags/tag1088.xml><?xml version="1.0" encoding="utf-8"?>
<p:tagLst xmlns:a="http://schemas.openxmlformats.org/drawingml/2006/main" xmlns:r="http://schemas.openxmlformats.org/officeDocument/2006/relationships" xmlns:p="http://schemas.openxmlformats.org/presentationml/2006/main">
  <p:tag name="KSO_WM_UNIT_ADJUSTLAYOUT_ID" val="544"/>
  <p:tag name="KSO_WM_UNIT_HIGHLIGHT" val="0"/>
  <p:tag name="KSO_WM_UNIT_COMPATIBLE" val="0"/>
  <p:tag name="KSO_WM_UNIT_DIAGRAM_ISNUMVISUAL" val="0"/>
  <p:tag name="KSO_WM_UNIT_DIAGRAM_ISREFERUNIT" val="0"/>
  <p:tag name="KSO_WM_UNIT_TYPE" val="i"/>
  <p:tag name="KSO_WM_UNIT_INDEX" val="87"/>
  <p:tag name="KSO_WM_UNIT_ID" val="diagram20198172_1*i*87"/>
  <p:tag name="KSO_WM_TEMPLATE_CATEGORY" val="diagram"/>
  <p:tag name="KSO_WM_TEMPLATE_INDEX" val="20198172"/>
  <p:tag name="KSO_WM_UNIT_LAYERLEVEL" val="1"/>
  <p:tag name="KSO_WM_TAG_VERSION" val="1.0"/>
  <p:tag name="KSO_WM_BEAUTIFY_FLAG" val="#wm#"/>
</p:tagLst>
</file>

<file path=ppt/tags/tag1089.xml><?xml version="1.0" encoding="utf-8"?>
<p:tagLst xmlns:a="http://schemas.openxmlformats.org/drawingml/2006/main" xmlns:r="http://schemas.openxmlformats.org/officeDocument/2006/relationships" xmlns:p="http://schemas.openxmlformats.org/presentationml/2006/main">
  <p:tag name="KSO_WM_UNIT_ADJUSTLAYOUT_ID" val="545"/>
  <p:tag name="KSO_WM_UNIT_HIGHLIGHT" val="0"/>
  <p:tag name="KSO_WM_UNIT_COMPATIBLE" val="0"/>
  <p:tag name="KSO_WM_UNIT_DIAGRAM_ISNUMVISUAL" val="0"/>
  <p:tag name="KSO_WM_UNIT_DIAGRAM_ISREFERUNIT" val="0"/>
  <p:tag name="KSO_WM_UNIT_TYPE" val="i"/>
  <p:tag name="KSO_WM_UNIT_INDEX" val="88"/>
  <p:tag name="KSO_WM_UNIT_ID" val="diagram20198172_1*i*88"/>
  <p:tag name="KSO_WM_TEMPLATE_CATEGORY" val="diagram"/>
  <p:tag name="KSO_WM_TEMPLATE_INDEX" val="20198172"/>
  <p:tag name="KSO_WM_UNIT_LAYERLEVEL" val="1"/>
  <p:tag name="KSO_WM_TAG_VERSION" val="1.0"/>
  <p:tag name="KSO_WM_BEAUTIFY_FLAG" val="#wm#"/>
</p:tagLst>
</file>

<file path=ppt/tags/tag1090.xml><?xml version="1.0" encoding="utf-8"?>
<p:tagLst xmlns:a="http://schemas.openxmlformats.org/drawingml/2006/main" xmlns:r="http://schemas.openxmlformats.org/officeDocument/2006/relationships" xmlns:p="http://schemas.openxmlformats.org/presentationml/2006/main">
  <p:tag name="KSO_WM_UNIT_ADJUSTLAYOUT_ID" val="546"/>
  <p:tag name="KSO_WM_UNIT_HIGHLIGHT" val="0"/>
  <p:tag name="KSO_WM_UNIT_COMPATIBLE" val="0"/>
  <p:tag name="KSO_WM_UNIT_DIAGRAM_ISNUMVISUAL" val="0"/>
  <p:tag name="KSO_WM_UNIT_DIAGRAM_ISREFERUNIT" val="0"/>
  <p:tag name="KSO_WM_UNIT_TYPE" val="i"/>
  <p:tag name="KSO_WM_UNIT_INDEX" val="90"/>
  <p:tag name="KSO_WM_UNIT_ID" val="diagram20198172_1*i*90"/>
  <p:tag name="KSO_WM_TEMPLATE_CATEGORY" val="diagram"/>
  <p:tag name="KSO_WM_TEMPLATE_INDEX" val="20198172"/>
  <p:tag name="KSO_WM_UNIT_LAYERLEVEL" val="1"/>
  <p:tag name="KSO_WM_TAG_VERSION" val="1.0"/>
  <p:tag name="KSO_WM_BEAUTIFY_FLAG" val="#wm#"/>
</p:tagLst>
</file>

<file path=ppt/tags/tag1091.xml><?xml version="1.0" encoding="utf-8"?>
<p:tagLst xmlns:a="http://schemas.openxmlformats.org/drawingml/2006/main" xmlns:r="http://schemas.openxmlformats.org/officeDocument/2006/relationships" xmlns:p="http://schemas.openxmlformats.org/presentationml/2006/main">
  <p:tag name="KSO_WM_UNIT_ADJUSTLAYOUT_ID" val="547"/>
  <p:tag name="KSO_WM_UNIT_HIGHLIGHT" val="0"/>
  <p:tag name="KSO_WM_UNIT_COMPATIBLE" val="0"/>
  <p:tag name="KSO_WM_UNIT_DIAGRAM_ISNUMVISUAL" val="0"/>
  <p:tag name="KSO_WM_UNIT_DIAGRAM_ISREFERUNIT" val="0"/>
  <p:tag name="KSO_WM_UNIT_TYPE" val="i"/>
  <p:tag name="KSO_WM_UNIT_INDEX" val="91"/>
  <p:tag name="KSO_WM_UNIT_ID" val="diagram20198172_1*i*91"/>
  <p:tag name="KSO_WM_TEMPLATE_CATEGORY" val="diagram"/>
  <p:tag name="KSO_WM_TEMPLATE_INDEX" val="20198172"/>
  <p:tag name="KSO_WM_UNIT_LAYERLEVEL" val="1"/>
  <p:tag name="KSO_WM_TAG_VERSION" val="1.0"/>
  <p:tag name="KSO_WM_BEAUTIFY_FLAG" val="#wm#"/>
</p:tagLst>
</file>

<file path=ppt/tags/tag1092.xml><?xml version="1.0" encoding="utf-8"?>
<p:tagLst xmlns:a="http://schemas.openxmlformats.org/drawingml/2006/main" xmlns:r="http://schemas.openxmlformats.org/officeDocument/2006/relationships" xmlns:p="http://schemas.openxmlformats.org/presentationml/2006/main">
  <p:tag name="KSO_WM_UNIT_ADJUSTLAYOUT_ID" val="548"/>
  <p:tag name="KSO_WM_UNIT_HIGHLIGHT" val="0"/>
  <p:tag name="KSO_WM_UNIT_COMPATIBLE" val="0"/>
  <p:tag name="KSO_WM_UNIT_DIAGRAM_ISNUMVISUAL" val="0"/>
  <p:tag name="KSO_WM_UNIT_DIAGRAM_ISREFERUNIT" val="0"/>
  <p:tag name="KSO_WM_UNIT_TYPE" val="i"/>
  <p:tag name="KSO_WM_UNIT_INDEX" val="92"/>
  <p:tag name="KSO_WM_UNIT_ID" val="diagram20198172_1*i*92"/>
  <p:tag name="KSO_WM_TEMPLATE_CATEGORY" val="diagram"/>
  <p:tag name="KSO_WM_TEMPLATE_INDEX" val="20198172"/>
  <p:tag name="KSO_WM_UNIT_LAYERLEVEL" val="1"/>
  <p:tag name="KSO_WM_TAG_VERSION" val="1.0"/>
  <p:tag name="KSO_WM_BEAUTIFY_FLAG" val="#wm#"/>
</p:tagLst>
</file>

<file path=ppt/tags/tag1093.xml><?xml version="1.0" encoding="utf-8"?>
<p:tagLst xmlns:a="http://schemas.openxmlformats.org/drawingml/2006/main" xmlns:r="http://schemas.openxmlformats.org/officeDocument/2006/relationships" xmlns:p="http://schemas.openxmlformats.org/presentationml/2006/main">
  <p:tag name="KSO_WM_UNIT_ADJUSTLAYOUT_ID" val="549"/>
  <p:tag name="KSO_WM_UNIT_HIGHLIGHT" val="0"/>
  <p:tag name="KSO_WM_UNIT_COMPATIBLE" val="0"/>
  <p:tag name="KSO_WM_UNIT_DIAGRAM_ISNUMVISUAL" val="0"/>
  <p:tag name="KSO_WM_UNIT_DIAGRAM_ISREFERUNIT" val="0"/>
  <p:tag name="KSO_WM_UNIT_TYPE" val="i"/>
  <p:tag name="KSO_WM_UNIT_INDEX" val="93"/>
  <p:tag name="KSO_WM_UNIT_ID" val="diagram20198172_1*i*93"/>
  <p:tag name="KSO_WM_TEMPLATE_CATEGORY" val="diagram"/>
  <p:tag name="KSO_WM_TEMPLATE_INDEX" val="20198172"/>
  <p:tag name="KSO_WM_UNIT_LAYERLEVEL" val="1"/>
  <p:tag name="KSO_WM_TAG_VERSION" val="1.0"/>
  <p:tag name="KSO_WM_BEAUTIFY_FLAG" val="#wm#"/>
</p:tagLst>
</file>

<file path=ppt/tags/tag1094.xml><?xml version="1.0" encoding="utf-8"?>
<p:tagLst xmlns:a="http://schemas.openxmlformats.org/drawingml/2006/main" xmlns:r="http://schemas.openxmlformats.org/officeDocument/2006/relationships" xmlns:p="http://schemas.openxmlformats.org/presentationml/2006/main">
  <p:tag name="KSO_WM_UNIT_ADJUSTLAYOUT_ID" val="550"/>
  <p:tag name="KSO_WM_UNIT_HIGHLIGHT" val="0"/>
  <p:tag name="KSO_WM_UNIT_COMPATIBLE" val="0"/>
  <p:tag name="KSO_WM_UNIT_DIAGRAM_ISNUMVISUAL" val="0"/>
  <p:tag name="KSO_WM_UNIT_DIAGRAM_ISREFERUNIT" val="0"/>
  <p:tag name="KSO_WM_UNIT_TYPE" val="i"/>
  <p:tag name="KSO_WM_UNIT_INDEX" val="94"/>
  <p:tag name="KSO_WM_UNIT_ID" val="diagram20198172_1*i*94"/>
  <p:tag name="KSO_WM_TEMPLATE_CATEGORY" val="diagram"/>
  <p:tag name="KSO_WM_TEMPLATE_INDEX" val="20198172"/>
  <p:tag name="KSO_WM_UNIT_LAYERLEVEL" val="1"/>
  <p:tag name="KSO_WM_TAG_VERSION" val="1.0"/>
  <p:tag name="KSO_WM_BEAUTIFY_FLAG" val="#wm#"/>
</p:tagLst>
</file>

<file path=ppt/tags/tag1095.xml><?xml version="1.0" encoding="utf-8"?>
<p:tagLst xmlns:a="http://schemas.openxmlformats.org/drawingml/2006/main" xmlns:r="http://schemas.openxmlformats.org/officeDocument/2006/relationships" xmlns:p="http://schemas.openxmlformats.org/presentationml/2006/main">
  <p:tag name="KSO_WM_UNIT_ADJUSTLAYOUT_ID" val="551"/>
  <p:tag name="KSO_WM_UNIT_HIGHLIGHT" val="0"/>
  <p:tag name="KSO_WM_UNIT_COMPATIBLE" val="0"/>
  <p:tag name="KSO_WM_UNIT_DIAGRAM_ISNUMVISUAL" val="0"/>
  <p:tag name="KSO_WM_UNIT_DIAGRAM_ISREFERUNIT" val="0"/>
  <p:tag name="KSO_WM_UNIT_TYPE" val="i"/>
  <p:tag name="KSO_WM_UNIT_INDEX" val="95"/>
  <p:tag name="KSO_WM_UNIT_ID" val="diagram20198172_1*i*95"/>
  <p:tag name="KSO_WM_TEMPLATE_CATEGORY" val="diagram"/>
  <p:tag name="KSO_WM_TEMPLATE_INDEX" val="20198172"/>
  <p:tag name="KSO_WM_UNIT_LAYERLEVEL" val="1"/>
  <p:tag name="KSO_WM_TAG_VERSION" val="1.0"/>
  <p:tag name="KSO_WM_BEAUTIFY_FLAG" val="#wm#"/>
</p:tagLst>
</file>

<file path=ppt/tags/tag1096.xml><?xml version="1.0" encoding="utf-8"?>
<p:tagLst xmlns:a="http://schemas.openxmlformats.org/drawingml/2006/main" xmlns:r="http://schemas.openxmlformats.org/officeDocument/2006/relationships" xmlns:p="http://schemas.openxmlformats.org/presentationml/2006/main">
  <p:tag name="KSO_WM_UNIT_ADJUSTLAYOUT_ID" val="532"/>
  <p:tag name="KSO_WM_UNIT_HIGHLIGHT" val="0"/>
  <p:tag name="KSO_WM_UNIT_COMPATIBLE" val="0"/>
  <p:tag name="KSO_WM_UNIT_DIAGRAM_ISNUMVISUAL" val="0"/>
  <p:tag name="KSO_WM_UNIT_DIAGRAM_ISREFERUNIT" val="0"/>
  <p:tag name="KSO_WM_UNIT_TYPE" val="i"/>
  <p:tag name="KSO_WM_UNIT_INDEX" val="96"/>
  <p:tag name="KSO_WM_UNIT_ID" val="diagram20198172_1*i*96"/>
  <p:tag name="KSO_WM_TEMPLATE_CATEGORY" val="diagram"/>
  <p:tag name="KSO_WM_TEMPLATE_INDEX" val="20198172"/>
  <p:tag name="KSO_WM_UNIT_LAYERLEVEL" val="1"/>
  <p:tag name="KSO_WM_TAG_VERSION" val="1.0"/>
  <p:tag name="KSO_WM_BEAUTIFY_FLAG" val="#wm#"/>
</p:tagLst>
</file>

<file path=ppt/tags/tag1097.xml><?xml version="1.0" encoding="utf-8"?>
<p:tagLst xmlns:a="http://schemas.openxmlformats.org/drawingml/2006/main" xmlns:r="http://schemas.openxmlformats.org/officeDocument/2006/relationships" xmlns:p="http://schemas.openxmlformats.org/presentationml/2006/main">
  <p:tag name="KSO_WM_UNIT_ADJUSTLAYOUT_ID" val="533"/>
  <p:tag name="KSO_WM_UNIT_HIGHLIGHT" val="0"/>
  <p:tag name="KSO_WM_UNIT_COMPATIBLE" val="0"/>
  <p:tag name="KSO_WM_UNIT_DIAGRAM_ISNUMVISUAL" val="0"/>
  <p:tag name="KSO_WM_UNIT_DIAGRAM_ISREFERUNIT" val="0"/>
  <p:tag name="KSO_WM_UNIT_TYPE" val="i"/>
  <p:tag name="KSO_WM_UNIT_INDEX" val="97"/>
  <p:tag name="KSO_WM_UNIT_ID" val="diagram20198172_1*i*97"/>
  <p:tag name="KSO_WM_TEMPLATE_CATEGORY" val="diagram"/>
  <p:tag name="KSO_WM_TEMPLATE_INDEX" val="20198172"/>
  <p:tag name="KSO_WM_UNIT_LAYERLEVEL" val="1"/>
  <p:tag name="KSO_WM_TAG_VERSION" val="1.0"/>
  <p:tag name="KSO_WM_BEAUTIFY_FLAG" val="#wm#"/>
</p:tagLst>
</file>

<file path=ppt/tags/tag1098.xml><?xml version="1.0" encoding="utf-8"?>
<p:tagLst xmlns:a="http://schemas.openxmlformats.org/drawingml/2006/main" xmlns:r="http://schemas.openxmlformats.org/officeDocument/2006/relationships" xmlns:p="http://schemas.openxmlformats.org/presentationml/2006/main">
  <p:tag name="KSO_WM_UNIT_ADJUSTLAYOUT_ID" val="534"/>
  <p:tag name="KSO_WM_UNIT_HIGHLIGHT" val="0"/>
  <p:tag name="KSO_WM_UNIT_COMPATIBLE" val="0"/>
  <p:tag name="KSO_WM_UNIT_DIAGRAM_ISNUMVISUAL" val="0"/>
  <p:tag name="KSO_WM_UNIT_DIAGRAM_ISREFERUNIT" val="0"/>
  <p:tag name="KSO_WM_UNIT_TYPE" val="i"/>
  <p:tag name="KSO_WM_UNIT_INDEX" val="98"/>
  <p:tag name="KSO_WM_UNIT_ID" val="diagram20198172_1*i*98"/>
  <p:tag name="KSO_WM_TEMPLATE_CATEGORY" val="diagram"/>
  <p:tag name="KSO_WM_TEMPLATE_INDEX" val="20198172"/>
  <p:tag name="KSO_WM_UNIT_LAYERLEVEL" val="1"/>
  <p:tag name="KSO_WM_TAG_VERSION" val="1.0"/>
  <p:tag name="KSO_WM_BEAUTIFY_FLAG" val="#wm#"/>
</p:tagLst>
</file>

<file path=ppt/tags/tag1099.xml><?xml version="1.0" encoding="utf-8"?>
<p:tagLst xmlns:a="http://schemas.openxmlformats.org/drawingml/2006/main" xmlns:r="http://schemas.openxmlformats.org/officeDocument/2006/relationships" xmlns:p="http://schemas.openxmlformats.org/presentationml/2006/main">
  <p:tag name="KSO_WM_UNIT_ADJUSTLAYOUT_ID" val="535"/>
  <p:tag name="KSO_WM_UNIT_HIGHLIGHT" val="0"/>
  <p:tag name="KSO_WM_UNIT_COMPATIBLE" val="0"/>
  <p:tag name="KSO_WM_UNIT_DIAGRAM_ISNUMVISUAL" val="0"/>
  <p:tag name="KSO_WM_UNIT_DIAGRAM_ISREFERUNIT" val="0"/>
  <p:tag name="KSO_WM_UNIT_TYPE" val="i"/>
  <p:tag name="KSO_WM_UNIT_INDEX" val="99"/>
  <p:tag name="KSO_WM_UNIT_ID" val="diagram20198172_1*i*99"/>
  <p:tag name="KSO_WM_TEMPLATE_CATEGORY" val="diagram"/>
  <p:tag name="KSO_WM_TEMPLATE_INDEX" val="20198172"/>
  <p:tag name="KSO_WM_UNIT_LAYERLEVEL" val="1"/>
  <p:tag name="KSO_WM_TAG_VERSION" val="1.0"/>
  <p:tag name="KSO_WM_BEAUTIFY_FLAG" val="#wm#"/>
</p:tagLst>
</file>

<file path=ppt/tags/tag1100.xml><?xml version="1.0" encoding="utf-8"?>
<p:tagLst xmlns:a="http://schemas.openxmlformats.org/drawingml/2006/main" xmlns:r="http://schemas.openxmlformats.org/officeDocument/2006/relationships" xmlns:p="http://schemas.openxmlformats.org/presentationml/2006/main">
  <p:tag name="KSO_WM_UNIT_ADJUSTLAYOUT_ID" val="536"/>
  <p:tag name="KSO_WM_UNIT_HIGHLIGHT" val="0"/>
  <p:tag name="KSO_WM_UNIT_COMPATIBLE" val="0"/>
  <p:tag name="KSO_WM_UNIT_DIAGRAM_ISNUMVISUAL" val="0"/>
  <p:tag name="KSO_WM_UNIT_DIAGRAM_ISREFERUNIT" val="0"/>
  <p:tag name="KSO_WM_UNIT_TYPE" val="i"/>
  <p:tag name="KSO_WM_UNIT_INDEX" val="101"/>
  <p:tag name="KSO_WM_UNIT_ID" val="diagram20198172_1*i*101"/>
  <p:tag name="KSO_WM_TEMPLATE_CATEGORY" val="diagram"/>
  <p:tag name="KSO_WM_TEMPLATE_INDEX" val="20198172"/>
  <p:tag name="KSO_WM_UNIT_LAYERLEVEL" val="1"/>
  <p:tag name="KSO_WM_TAG_VERSION" val="1.0"/>
  <p:tag name="KSO_WM_BEAUTIFY_FLAG" val="#wm#"/>
</p:tagLst>
</file>

<file path=ppt/tags/tag1101.xml><?xml version="1.0" encoding="utf-8"?>
<p:tagLst xmlns:a="http://schemas.openxmlformats.org/drawingml/2006/main" xmlns:r="http://schemas.openxmlformats.org/officeDocument/2006/relationships" xmlns:p="http://schemas.openxmlformats.org/presentationml/2006/main">
  <p:tag name="KSO_WM_UNIT_ADJUSTLAYOUT_ID" val="537"/>
  <p:tag name="KSO_WM_UNIT_HIGHLIGHT" val="0"/>
  <p:tag name="KSO_WM_UNIT_COMPATIBLE" val="0"/>
  <p:tag name="KSO_WM_UNIT_DIAGRAM_ISNUMVISUAL" val="0"/>
  <p:tag name="KSO_WM_UNIT_DIAGRAM_ISREFERUNIT" val="0"/>
  <p:tag name="KSO_WM_UNIT_TYPE" val="i"/>
  <p:tag name="KSO_WM_UNIT_INDEX" val="102"/>
  <p:tag name="KSO_WM_UNIT_ID" val="diagram20198172_1*i*102"/>
  <p:tag name="KSO_WM_TEMPLATE_CATEGORY" val="diagram"/>
  <p:tag name="KSO_WM_TEMPLATE_INDEX" val="20198172"/>
  <p:tag name="KSO_WM_UNIT_LAYERLEVEL" val="1"/>
  <p:tag name="KSO_WM_TAG_VERSION" val="1.0"/>
  <p:tag name="KSO_WM_BEAUTIFY_FLAG" val="#wm#"/>
</p:tagLst>
</file>

<file path=ppt/tags/tag1102.xml><?xml version="1.0" encoding="utf-8"?>
<p:tagLst xmlns:a="http://schemas.openxmlformats.org/drawingml/2006/main" xmlns:r="http://schemas.openxmlformats.org/officeDocument/2006/relationships" xmlns:p="http://schemas.openxmlformats.org/presentationml/2006/main">
  <p:tag name="KSO_WM_UNIT_ADJUSTLAYOUT_ID" val="538"/>
  <p:tag name="KSO_WM_UNIT_HIGHLIGHT" val="0"/>
  <p:tag name="KSO_WM_UNIT_COMPATIBLE" val="0"/>
  <p:tag name="KSO_WM_UNIT_DIAGRAM_ISNUMVISUAL" val="0"/>
  <p:tag name="KSO_WM_UNIT_DIAGRAM_ISREFERUNIT" val="0"/>
  <p:tag name="KSO_WM_UNIT_TYPE" val="i"/>
  <p:tag name="KSO_WM_UNIT_INDEX" val="103"/>
  <p:tag name="KSO_WM_UNIT_ID" val="diagram20198172_1*i*103"/>
  <p:tag name="KSO_WM_TEMPLATE_CATEGORY" val="diagram"/>
  <p:tag name="KSO_WM_TEMPLATE_INDEX" val="20198172"/>
  <p:tag name="KSO_WM_UNIT_LAYERLEVEL" val="1"/>
  <p:tag name="KSO_WM_TAG_VERSION" val="1.0"/>
  <p:tag name="KSO_WM_BEAUTIFY_FLAG" val="#wm#"/>
</p:tagLst>
</file>

<file path=ppt/tags/tag1103.xml><?xml version="1.0" encoding="utf-8"?>
<p:tagLst xmlns:a="http://schemas.openxmlformats.org/drawingml/2006/main" xmlns:r="http://schemas.openxmlformats.org/officeDocument/2006/relationships" xmlns:p="http://schemas.openxmlformats.org/presentationml/2006/main">
  <p:tag name="KSO_WM_UNIT_ADJUSTLAYOUT_ID" val="539"/>
  <p:tag name="KSO_WM_UNIT_HIGHLIGHT" val="0"/>
  <p:tag name="KSO_WM_UNIT_COMPATIBLE" val="0"/>
  <p:tag name="KSO_WM_UNIT_DIAGRAM_ISNUMVISUAL" val="0"/>
  <p:tag name="KSO_WM_UNIT_DIAGRAM_ISREFERUNIT" val="0"/>
  <p:tag name="KSO_WM_UNIT_TYPE" val="i"/>
  <p:tag name="KSO_WM_UNIT_INDEX" val="104"/>
  <p:tag name="KSO_WM_UNIT_ID" val="diagram20198172_1*i*104"/>
  <p:tag name="KSO_WM_TEMPLATE_CATEGORY" val="diagram"/>
  <p:tag name="KSO_WM_TEMPLATE_INDEX" val="20198172"/>
  <p:tag name="KSO_WM_UNIT_LAYERLEVEL" val="1"/>
  <p:tag name="KSO_WM_TAG_VERSION" val="1.0"/>
  <p:tag name="KSO_WM_BEAUTIFY_FLAG" val="#wm#"/>
</p:tagLst>
</file>

<file path=ppt/tags/tag1104.xml><?xml version="1.0" encoding="utf-8"?>
<p:tagLst xmlns:a="http://schemas.openxmlformats.org/drawingml/2006/main" xmlns:r="http://schemas.openxmlformats.org/officeDocument/2006/relationships" xmlns:p="http://schemas.openxmlformats.org/presentationml/2006/main">
  <p:tag name="KSO_WM_UNIT_ADJUSTLAYOUT_ID" val="540"/>
  <p:tag name="KSO_WM_UNIT_HIGHLIGHT" val="0"/>
  <p:tag name="KSO_WM_UNIT_COMPATIBLE" val="0"/>
  <p:tag name="KSO_WM_UNIT_DIAGRAM_ISNUMVISUAL" val="0"/>
  <p:tag name="KSO_WM_UNIT_DIAGRAM_ISREFERUNIT" val="0"/>
  <p:tag name="KSO_WM_UNIT_TYPE" val="i"/>
  <p:tag name="KSO_WM_UNIT_INDEX" val="105"/>
  <p:tag name="KSO_WM_UNIT_ID" val="diagram20198172_1*i*105"/>
  <p:tag name="KSO_WM_TEMPLATE_CATEGORY" val="diagram"/>
  <p:tag name="KSO_WM_TEMPLATE_INDEX" val="20198172"/>
  <p:tag name="KSO_WM_UNIT_LAYERLEVEL" val="1"/>
  <p:tag name="KSO_WM_TAG_VERSION" val="1.0"/>
  <p:tag name="KSO_WM_BEAUTIFY_FLAG" val="#wm#"/>
</p:tagLst>
</file>

<file path=ppt/tags/tag1105.xml><?xml version="1.0" encoding="utf-8"?>
<p:tagLst xmlns:a="http://schemas.openxmlformats.org/drawingml/2006/main" xmlns:r="http://schemas.openxmlformats.org/officeDocument/2006/relationships" xmlns:p="http://schemas.openxmlformats.org/presentationml/2006/main">
  <p:tag name="KSO_WM_UNIT_ADJUSTLAYOUT_ID" val="541"/>
  <p:tag name="KSO_WM_UNIT_HIGHLIGHT" val="0"/>
  <p:tag name="KSO_WM_UNIT_COMPATIBLE" val="0"/>
  <p:tag name="KSO_WM_UNIT_DIAGRAM_ISNUMVISUAL" val="0"/>
  <p:tag name="KSO_WM_UNIT_DIAGRAM_ISREFERUNIT" val="0"/>
  <p:tag name="KSO_WM_UNIT_TYPE" val="i"/>
  <p:tag name="KSO_WM_UNIT_INDEX" val="106"/>
  <p:tag name="KSO_WM_UNIT_ID" val="diagram20198172_1*i*106"/>
  <p:tag name="KSO_WM_TEMPLATE_CATEGORY" val="diagram"/>
  <p:tag name="KSO_WM_TEMPLATE_INDEX" val="20198172"/>
  <p:tag name="KSO_WM_UNIT_LAYERLEVEL" val="1"/>
  <p:tag name="KSO_WM_TAG_VERSION" val="1.0"/>
  <p:tag name="KSO_WM_BEAUTIFY_FLAG" val="#wm#"/>
</p:tagLst>
</file>

<file path=ppt/tags/tag1106.xml><?xml version="1.0" encoding="utf-8"?>
<p:tagLst xmlns:a="http://schemas.openxmlformats.org/drawingml/2006/main" xmlns:r="http://schemas.openxmlformats.org/officeDocument/2006/relationships" xmlns:p="http://schemas.openxmlformats.org/presentationml/2006/main">
  <p:tag name="KSO_WM_UNIT_ADJUSTLAYOUT_ID" val="522"/>
  <p:tag name="KSO_WM_UNIT_HIGHLIGHT" val="0"/>
  <p:tag name="KSO_WM_UNIT_COMPATIBLE" val="0"/>
  <p:tag name="KSO_WM_UNIT_DIAGRAM_ISNUMVISUAL" val="0"/>
  <p:tag name="KSO_WM_UNIT_DIAGRAM_ISREFERUNIT" val="0"/>
  <p:tag name="KSO_WM_UNIT_TYPE" val="i"/>
  <p:tag name="KSO_WM_UNIT_INDEX" val="107"/>
  <p:tag name="KSO_WM_UNIT_ID" val="diagram20198172_1*i*107"/>
  <p:tag name="KSO_WM_TEMPLATE_CATEGORY" val="diagram"/>
  <p:tag name="KSO_WM_TEMPLATE_INDEX" val="20198172"/>
  <p:tag name="KSO_WM_UNIT_LAYERLEVEL" val="1"/>
  <p:tag name="KSO_WM_TAG_VERSION" val="1.0"/>
  <p:tag name="KSO_WM_BEAUTIFY_FLAG" val="#wm#"/>
</p:tagLst>
</file>

<file path=ppt/tags/tag1107.xml><?xml version="1.0" encoding="utf-8"?>
<p:tagLst xmlns:a="http://schemas.openxmlformats.org/drawingml/2006/main" xmlns:r="http://schemas.openxmlformats.org/officeDocument/2006/relationships" xmlns:p="http://schemas.openxmlformats.org/presentationml/2006/main">
  <p:tag name="KSO_WM_UNIT_ADJUSTLAYOUT_ID" val="523"/>
  <p:tag name="KSO_WM_UNIT_HIGHLIGHT" val="0"/>
  <p:tag name="KSO_WM_UNIT_COMPATIBLE" val="0"/>
  <p:tag name="KSO_WM_UNIT_DIAGRAM_ISNUMVISUAL" val="0"/>
  <p:tag name="KSO_WM_UNIT_DIAGRAM_ISREFERUNIT" val="0"/>
  <p:tag name="KSO_WM_UNIT_TYPE" val="i"/>
  <p:tag name="KSO_WM_UNIT_INDEX" val="108"/>
  <p:tag name="KSO_WM_UNIT_ID" val="diagram20198172_1*i*108"/>
  <p:tag name="KSO_WM_TEMPLATE_CATEGORY" val="diagram"/>
  <p:tag name="KSO_WM_TEMPLATE_INDEX" val="20198172"/>
  <p:tag name="KSO_WM_UNIT_LAYERLEVEL" val="1"/>
  <p:tag name="KSO_WM_TAG_VERSION" val="1.0"/>
  <p:tag name="KSO_WM_BEAUTIFY_FLAG" val="#wm#"/>
</p:tagLst>
</file>

<file path=ppt/tags/tag1108.xml><?xml version="1.0" encoding="utf-8"?>
<p:tagLst xmlns:a="http://schemas.openxmlformats.org/drawingml/2006/main" xmlns:r="http://schemas.openxmlformats.org/officeDocument/2006/relationships" xmlns:p="http://schemas.openxmlformats.org/presentationml/2006/main">
  <p:tag name="KSO_WM_UNIT_ADJUSTLAYOUT_ID" val="524"/>
  <p:tag name="KSO_WM_UNIT_HIGHLIGHT" val="0"/>
  <p:tag name="KSO_WM_UNIT_COMPATIBLE" val="0"/>
  <p:tag name="KSO_WM_UNIT_DIAGRAM_ISNUMVISUAL" val="0"/>
  <p:tag name="KSO_WM_UNIT_DIAGRAM_ISREFERUNIT" val="0"/>
  <p:tag name="KSO_WM_UNIT_TYPE" val="i"/>
  <p:tag name="KSO_WM_UNIT_INDEX" val="109"/>
  <p:tag name="KSO_WM_UNIT_ID" val="diagram20198172_1*i*109"/>
  <p:tag name="KSO_WM_TEMPLATE_CATEGORY" val="diagram"/>
  <p:tag name="KSO_WM_TEMPLATE_INDEX" val="20198172"/>
  <p:tag name="KSO_WM_UNIT_LAYERLEVEL" val="1"/>
  <p:tag name="KSO_WM_TAG_VERSION" val="1.0"/>
  <p:tag name="KSO_WM_BEAUTIFY_FLAG" val="#wm#"/>
</p:tagLst>
</file>

<file path=ppt/tags/tag1109.xml><?xml version="1.0" encoding="utf-8"?>
<p:tagLst xmlns:a="http://schemas.openxmlformats.org/drawingml/2006/main" xmlns:r="http://schemas.openxmlformats.org/officeDocument/2006/relationships" xmlns:p="http://schemas.openxmlformats.org/presentationml/2006/main">
  <p:tag name="KSO_WM_UNIT_ADJUSTLAYOUT_ID" val="525"/>
  <p:tag name="KSO_WM_UNIT_HIGHLIGHT" val="0"/>
  <p:tag name="KSO_WM_UNIT_COMPATIBLE" val="0"/>
  <p:tag name="KSO_WM_UNIT_DIAGRAM_ISNUMVISUAL" val="0"/>
  <p:tag name="KSO_WM_UNIT_DIAGRAM_ISREFERUNIT" val="0"/>
  <p:tag name="KSO_WM_UNIT_TYPE" val="i"/>
  <p:tag name="KSO_WM_UNIT_INDEX" val="110"/>
  <p:tag name="KSO_WM_UNIT_ID" val="diagram20198172_1*i*110"/>
  <p:tag name="KSO_WM_TEMPLATE_CATEGORY" val="diagram"/>
  <p:tag name="KSO_WM_TEMPLATE_INDEX" val="20198172"/>
  <p:tag name="KSO_WM_UNIT_LAYERLEVEL" val="1"/>
  <p:tag name="KSO_WM_TAG_VERSION" val="1.0"/>
  <p:tag name="KSO_WM_BEAUTIFY_FLAG" val="#wm#"/>
</p:tagLst>
</file>

<file path=ppt/tags/tag1110.xml><?xml version="1.0" encoding="utf-8"?>
<p:tagLst xmlns:a="http://schemas.openxmlformats.org/drawingml/2006/main" xmlns:r="http://schemas.openxmlformats.org/officeDocument/2006/relationships" xmlns:p="http://schemas.openxmlformats.org/presentationml/2006/main">
  <p:tag name="KSO_WM_UNIT_ADJUSTLAYOUT_ID" val="526"/>
  <p:tag name="KSO_WM_UNIT_HIGHLIGHT" val="0"/>
  <p:tag name="KSO_WM_UNIT_COMPATIBLE" val="0"/>
  <p:tag name="KSO_WM_UNIT_DIAGRAM_ISNUMVISUAL" val="0"/>
  <p:tag name="KSO_WM_UNIT_DIAGRAM_ISREFERUNIT" val="0"/>
  <p:tag name="KSO_WM_UNIT_TYPE" val="i"/>
  <p:tag name="KSO_WM_UNIT_INDEX" val="3"/>
  <p:tag name="KSO_WM_UNIT_ID" val="diagram20198172_1*i*3"/>
  <p:tag name="KSO_WM_TEMPLATE_CATEGORY" val="diagram"/>
  <p:tag name="KSO_WM_TEMPLATE_INDEX" val="20198172"/>
  <p:tag name="KSO_WM_UNIT_LAYERLEVEL" val="1"/>
  <p:tag name="KSO_WM_TAG_VERSION" val="1.0"/>
  <p:tag name="KSO_WM_BEAUTIFY_FLAG" val="#wm#"/>
</p:tagLst>
</file>

<file path=ppt/tags/tag1111.xml><?xml version="1.0" encoding="utf-8"?>
<p:tagLst xmlns:a="http://schemas.openxmlformats.org/drawingml/2006/main" xmlns:r="http://schemas.openxmlformats.org/officeDocument/2006/relationships" xmlns:p="http://schemas.openxmlformats.org/presentationml/2006/main">
  <p:tag name="KSO_WM_UNIT_ADJUSTLAYOUT_ID" val="527"/>
  <p:tag name="KSO_WM_UNIT_HIGHLIGHT" val="0"/>
  <p:tag name="KSO_WM_UNIT_COMPATIBLE" val="0"/>
  <p:tag name="KSO_WM_UNIT_DIAGRAM_ISNUMVISUAL" val="0"/>
  <p:tag name="KSO_WM_UNIT_DIAGRAM_ISREFERUNIT" val="0"/>
  <p:tag name="KSO_WM_UNIT_TYPE" val="i"/>
  <p:tag name="KSO_WM_UNIT_INDEX" val="4"/>
  <p:tag name="KSO_WM_UNIT_ID" val="diagram20198172_1*i*4"/>
  <p:tag name="KSO_WM_TEMPLATE_CATEGORY" val="diagram"/>
  <p:tag name="KSO_WM_TEMPLATE_INDEX" val="20198172"/>
  <p:tag name="KSO_WM_UNIT_LAYERLEVEL" val="1"/>
  <p:tag name="KSO_WM_TAG_VERSION" val="1.0"/>
  <p:tag name="KSO_WM_BEAUTIFY_FLAG" val="#wm#"/>
</p:tagLst>
</file>

<file path=ppt/tags/tag1112.xml><?xml version="1.0" encoding="utf-8"?>
<p:tagLst xmlns:a="http://schemas.openxmlformats.org/drawingml/2006/main" xmlns:r="http://schemas.openxmlformats.org/officeDocument/2006/relationships" xmlns:p="http://schemas.openxmlformats.org/presentationml/2006/main">
  <p:tag name="KSO_WM_UNIT_ADJUSTLAYOUT_ID" val="528"/>
  <p:tag name="KSO_WM_UNIT_HIGHLIGHT" val="0"/>
  <p:tag name="KSO_WM_UNIT_COMPATIBLE" val="0"/>
  <p:tag name="KSO_WM_UNIT_DIAGRAM_ISNUMVISUAL" val="0"/>
  <p:tag name="KSO_WM_UNIT_DIAGRAM_ISREFERUNIT" val="0"/>
  <p:tag name="KSO_WM_UNIT_TYPE" val="i"/>
  <p:tag name="KSO_WM_UNIT_INDEX" val="5"/>
  <p:tag name="KSO_WM_UNIT_ID" val="diagram20198172_1*i*5"/>
  <p:tag name="KSO_WM_TEMPLATE_CATEGORY" val="diagram"/>
  <p:tag name="KSO_WM_TEMPLATE_INDEX" val="20198172"/>
  <p:tag name="KSO_WM_UNIT_LAYERLEVEL" val="1"/>
  <p:tag name="KSO_WM_TAG_VERSION" val="1.0"/>
  <p:tag name="KSO_WM_BEAUTIFY_FLAG" val="#wm#"/>
</p:tagLst>
</file>

<file path=ppt/tags/tag1113.xml><?xml version="1.0" encoding="utf-8"?>
<p:tagLst xmlns:a="http://schemas.openxmlformats.org/drawingml/2006/main" xmlns:r="http://schemas.openxmlformats.org/officeDocument/2006/relationships" xmlns:p="http://schemas.openxmlformats.org/presentationml/2006/main">
  <p:tag name="KSO_WM_UNIT_ADJUSTLAYOUT_ID" val="529"/>
  <p:tag name="KSO_WM_UNIT_HIGHLIGHT" val="0"/>
  <p:tag name="KSO_WM_UNIT_COMPATIBLE" val="0"/>
  <p:tag name="KSO_WM_UNIT_DIAGRAM_ISNUMVISUAL" val="0"/>
  <p:tag name="KSO_WM_UNIT_DIAGRAM_ISREFERUNIT" val="0"/>
  <p:tag name="KSO_WM_UNIT_TYPE" val="i"/>
  <p:tag name="KSO_WM_UNIT_INDEX" val="6"/>
  <p:tag name="KSO_WM_UNIT_ID" val="diagram20198172_1*i*6"/>
  <p:tag name="KSO_WM_TEMPLATE_CATEGORY" val="diagram"/>
  <p:tag name="KSO_WM_TEMPLATE_INDEX" val="20198172"/>
  <p:tag name="KSO_WM_UNIT_LAYERLEVEL" val="1"/>
  <p:tag name="KSO_WM_TAG_VERSION" val="1.0"/>
  <p:tag name="KSO_WM_BEAUTIFY_FLAG" val="#wm#"/>
</p:tagLst>
</file>

<file path=ppt/tags/tag1114.xml><?xml version="1.0" encoding="utf-8"?>
<p:tagLst xmlns:a="http://schemas.openxmlformats.org/drawingml/2006/main" xmlns:r="http://schemas.openxmlformats.org/officeDocument/2006/relationships" xmlns:p="http://schemas.openxmlformats.org/presentationml/2006/main">
  <p:tag name="KSO_WM_UNIT_ADJUSTLAYOUT_ID" val="530"/>
  <p:tag name="KSO_WM_UNIT_HIGHLIGHT" val="0"/>
  <p:tag name="KSO_WM_UNIT_COMPATIBLE" val="0"/>
  <p:tag name="KSO_WM_UNIT_DIAGRAM_ISNUMVISUAL" val="0"/>
  <p:tag name="KSO_WM_UNIT_DIAGRAM_ISREFERUNIT" val="0"/>
  <p:tag name="KSO_WM_UNIT_TYPE" val="i"/>
  <p:tag name="KSO_WM_UNIT_INDEX" val="7"/>
  <p:tag name="KSO_WM_UNIT_ID" val="diagram20198172_1*i*7"/>
  <p:tag name="KSO_WM_TEMPLATE_CATEGORY" val="diagram"/>
  <p:tag name="KSO_WM_TEMPLATE_INDEX" val="20198172"/>
  <p:tag name="KSO_WM_UNIT_LAYERLEVEL" val="1"/>
  <p:tag name="KSO_WM_TAG_VERSION" val="1.0"/>
  <p:tag name="KSO_WM_BEAUTIFY_FLAG" val="#wm#"/>
</p:tagLst>
</file>

<file path=ppt/tags/tag1115.xml><?xml version="1.0" encoding="utf-8"?>
<p:tagLst xmlns:a="http://schemas.openxmlformats.org/drawingml/2006/main" xmlns:r="http://schemas.openxmlformats.org/officeDocument/2006/relationships" xmlns:p="http://schemas.openxmlformats.org/presentationml/2006/main">
  <p:tag name="KSO_WM_UNIT_ADJUSTLAYOUT_ID" val="531"/>
  <p:tag name="KSO_WM_UNIT_HIGHLIGHT" val="0"/>
  <p:tag name="KSO_WM_UNIT_COMPATIBLE" val="0"/>
  <p:tag name="KSO_WM_UNIT_DIAGRAM_ISNUMVISUAL" val="0"/>
  <p:tag name="KSO_WM_UNIT_DIAGRAM_ISREFERUNIT" val="0"/>
  <p:tag name="KSO_WM_UNIT_TYPE" val="i"/>
  <p:tag name="KSO_WM_UNIT_INDEX" val="8"/>
  <p:tag name="KSO_WM_UNIT_ID" val="diagram20198172_1*i*8"/>
  <p:tag name="KSO_WM_TEMPLATE_CATEGORY" val="diagram"/>
  <p:tag name="KSO_WM_TEMPLATE_INDEX" val="20198172"/>
  <p:tag name="KSO_WM_UNIT_LAYERLEVEL" val="1"/>
  <p:tag name="KSO_WM_TAG_VERSION" val="1.0"/>
  <p:tag name="KSO_WM_BEAUTIFY_FLAG" val="#wm#"/>
</p:tagLst>
</file>

<file path=ppt/tags/tag1116.xml><?xml version="1.0" encoding="utf-8"?>
<p:tagLst xmlns:a="http://schemas.openxmlformats.org/drawingml/2006/main" xmlns:r="http://schemas.openxmlformats.org/officeDocument/2006/relationships" xmlns:p="http://schemas.openxmlformats.org/presentationml/2006/main">
  <p:tag name="KSO_WM_UNIT_ADJUSTLAYOUT_ID" val="513"/>
  <p:tag name="KSO_WM_UNIT_HIGHLIGHT" val="0"/>
  <p:tag name="KSO_WM_UNIT_COMPATIBLE" val="0"/>
  <p:tag name="KSO_WM_UNIT_DIAGRAM_ISNUMVISUAL" val="0"/>
  <p:tag name="KSO_WM_UNIT_DIAGRAM_ISREFERUNIT" val="0"/>
  <p:tag name="KSO_WM_UNIT_TYPE" val="i"/>
  <p:tag name="KSO_WM_UNIT_INDEX" val="11"/>
  <p:tag name="KSO_WM_UNIT_ID" val="diagram20198172_1*i*11"/>
  <p:tag name="KSO_WM_TEMPLATE_CATEGORY" val="diagram"/>
  <p:tag name="KSO_WM_TEMPLATE_INDEX" val="20198172"/>
  <p:tag name="KSO_WM_UNIT_LAYERLEVEL" val="1"/>
  <p:tag name="KSO_WM_TAG_VERSION" val="1.0"/>
  <p:tag name="KSO_WM_BEAUTIFY_FLAG" val="#wm#"/>
</p:tagLst>
</file>

<file path=ppt/tags/tag1117.xml><?xml version="1.0" encoding="utf-8"?>
<p:tagLst xmlns:a="http://schemas.openxmlformats.org/drawingml/2006/main" xmlns:r="http://schemas.openxmlformats.org/officeDocument/2006/relationships" xmlns:p="http://schemas.openxmlformats.org/presentationml/2006/main">
  <p:tag name="KSO_WM_UNIT_TEXT_PART_ID_V2" val="b-3-1"/>
  <p:tag name="KSO_WM_UNIT_ADJUSTLAYOUT_ID" val="7"/>
  <p:tag name="KSO_WM_UNIT_ISCONTENTS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172_1*a*1"/>
  <p:tag name="KSO_WM_TEMPLATE_CATEGORY" val="diagram"/>
  <p:tag name="KSO_WM_TEMPLATE_INDEX" val="20198172"/>
  <p:tag name="KSO_WM_UNIT_LAYERLEVEL" val="1"/>
  <p:tag name="KSO_WM_TAG_VERSION" val="1.0"/>
  <p:tag name="KSO_WM_BEAUTIFY_FLAG" val="#wm#"/>
  <p:tag name="KSO_WM_UNIT_PRESET_TEXT" val="单击此处添加您的大标题"/>
</p:tagLst>
</file>

<file path=ppt/tags/tag1118.xml><?xml version="1.0" encoding="utf-8"?>
<p:tagLst xmlns:a="http://schemas.openxmlformats.org/drawingml/2006/main" xmlns:r="http://schemas.openxmlformats.org/officeDocument/2006/relationships" xmlns:p="http://schemas.openxmlformats.org/presentationml/2006/main">
  <p:tag name="KSO_WM_UNIT_ADJUSTLAYOUT_ID" val="13"/>
  <p:tag name="KSO_WM_UNIT_HIGHLIGHT" val="0"/>
  <p:tag name="KSO_WM_UNIT_COMPATIBLE" val="0"/>
  <p:tag name="KSO_WM_UNIT_DIAGRAM_ISNUMVISUAL" val="0"/>
  <p:tag name="KSO_WM_UNIT_DIAGRAM_ISREFERUNIT" val="0"/>
  <p:tag name="KSO_WM_UNIT_TYPE" val="i"/>
  <p:tag name="KSO_WM_UNIT_INDEX" val="9"/>
  <p:tag name="KSO_WM_UNIT_ID" val="diagram20198172_1*i*9"/>
  <p:tag name="KSO_WM_TEMPLATE_CATEGORY" val="diagram"/>
  <p:tag name="KSO_WM_TEMPLATE_INDEX" val="20198172"/>
  <p:tag name="KSO_WM_UNIT_LAYERLEVEL" val="1"/>
  <p:tag name="KSO_WM_TAG_VERSION" val="1.0"/>
  <p:tag name="KSO_WM_BEAUTIFY_FLAG" val="#wm#"/>
</p:tagLst>
</file>

<file path=ppt/tags/tag1119.xml><?xml version="1.0" encoding="utf-8"?>
<p:tagLst xmlns:a="http://schemas.openxmlformats.org/drawingml/2006/main" xmlns:r="http://schemas.openxmlformats.org/officeDocument/2006/relationships" xmlns:p="http://schemas.openxmlformats.org/presentationml/2006/main">
  <p:tag name="KSO_WM_UNIT_ADJUSTLAYOUT_ID" val="13"/>
  <p:tag name="KSO_WM_UNIT_HIGHLIGHT" val="0"/>
  <p:tag name="KSO_WM_UNIT_COMPATIBLE" val="0"/>
  <p:tag name="KSO_WM_UNIT_DIAGRAM_ISNUMVISUAL" val="0"/>
  <p:tag name="KSO_WM_UNIT_DIAGRAM_ISREFERUNIT" val="0"/>
  <p:tag name="KSO_WM_UNIT_TYPE" val="i"/>
  <p:tag name="KSO_WM_UNIT_INDEX" val="10"/>
  <p:tag name="KSO_WM_UNIT_ID" val="diagram20198172_1*i*10"/>
  <p:tag name="KSO_WM_TEMPLATE_CATEGORY" val="diagram"/>
  <p:tag name="KSO_WM_TEMPLATE_INDEX" val="20198172"/>
  <p:tag name="KSO_WM_UNIT_LAYERLEVEL" val="1"/>
  <p:tag name="KSO_WM_TAG_VERSION" val="1.0"/>
  <p:tag name="KSO_WM_BEAUTIFY_FLAG" val="#wm#"/>
</p:tagLst>
</file>

<file path=ppt/tags/tag1120.xml><?xml version="1.0" encoding="utf-8"?>
<p:tagLst xmlns:a="http://schemas.openxmlformats.org/drawingml/2006/main" xmlns:r="http://schemas.openxmlformats.org/officeDocument/2006/relationships" xmlns:p="http://schemas.openxmlformats.org/presentationml/2006/main">
  <p:tag name="KSO_WM_UNIT_ADJUSTLAYOUT_ID" val="15"/>
  <p:tag name="KSO_WM_UNIT_PICTURE_CLIP_FLAG" val="1"/>
  <p:tag name="KSO_WM_UNIT_VALUE" val="594*1782"/>
  <p:tag name="KSO_WM_UNIT_HIGHLIGHT" val="0"/>
  <p:tag name="KSO_WM_UNIT_COMPATIBLE" val="0"/>
  <p:tag name="KSO_WM_UNIT_DIAGRAM_ISNUMVISUAL" val="0"/>
  <p:tag name="KSO_WM_UNIT_DIAGRAM_ISREFERUNIT" val="0"/>
  <p:tag name="KSO_WM_UNIT_TYPE" val="d"/>
  <p:tag name="KSO_WM_UNIT_INDEX" val="1"/>
  <p:tag name="KSO_WM_UNIT_ID" val="diagram20198172_1*d*1"/>
  <p:tag name="KSO_WM_TEMPLATE_CATEGORY" val="diagram"/>
  <p:tag name="KSO_WM_TEMPLATE_INDEX" val="20198172"/>
  <p:tag name="KSO_WM_UNIT_SUPPORT_UNIT_TYPE" val="[]"/>
  <p:tag name="KSO_WM_UNIT_LAYERLEVEL" val="1"/>
  <p:tag name="KSO_WM_TAG_VERSION" val="1.0"/>
  <p:tag name="KSO_WM_BEAUTIFY_FLAG" val="#wm#"/>
</p:tagLst>
</file>

<file path=ppt/tags/tag1121.xml><?xml version="1.0" encoding="utf-8"?>
<p:tagLst xmlns:a="http://schemas.openxmlformats.org/drawingml/2006/main" xmlns:r="http://schemas.openxmlformats.org/officeDocument/2006/relationships" xmlns:p="http://schemas.openxmlformats.org/presentationml/2006/main">
  <p:tag name="KSO_WM_UNIT_TEXT_PART_ID_V2" val="c-1-1"/>
  <p:tag name="KSO_WM_UNIT_ADJUSTLAYOUT_ID" val="8"/>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diagram20198172_1*f*1"/>
  <p:tag name="KSO_WM_TEMPLATE_CATEGORY" val="diagram"/>
  <p:tag name="KSO_WM_TEMPLATE_INDEX" val="20198172"/>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Lst>
</file>

<file path=ppt/tags/tag1122.xml><?xml version="1.0" encoding="utf-8"?>
<p:tagLst xmlns:a="http://schemas.openxmlformats.org/drawingml/2006/main" xmlns:r="http://schemas.openxmlformats.org/officeDocument/2006/relationships" xmlns:p="http://schemas.openxmlformats.org/presentationml/2006/main">
  <p:tag name="KSO_WM_SLIDE_ID" val="diagram20203763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59*540"/>
  <p:tag name="KSO_WM_SLIDE_POSITION" val="0*0"/>
  <p:tag name="KSO_WM_TAG_VERSION" val="1.0"/>
  <p:tag name="KSO_WM_BEAUTIFY_FLAG" val="#wm#"/>
  <p:tag name="KSO_WM_TEMPLATE_CATEGORY" val="diagram"/>
  <p:tag name="KSO_WM_TEMPLATE_INDEX" val="20203763"/>
  <p:tag name="KSO_WM_SLIDE_LAYOUT" val="a_d_f"/>
  <p:tag name="KSO_WM_SLIDE_LAYOUT_CNT" val="1_1_1"/>
</p:tagLst>
</file>

<file path=ppt/tags/tag1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763_1*i*1"/>
  <p:tag name="KSO_WM_TEMPLATE_CATEGORY" val="diagram"/>
  <p:tag name="KSO_WM_TEMPLATE_INDEX" val="20203763"/>
  <p:tag name="KSO_WM_UNIT_LAYERLEVEL" val="1"/>
  <p:tag name="KSO_WM_TAG_VERSION" val="1.0"/>
  <p:tag name="KSO_WM_BEAUTIFY_FLAG" val="#wm#"/>
</p:tagLst>
</file>

<file path=ppt/tags/tag1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763_1*i*3"/>
  <p:tag name="KSO_WM_TEMPLATE_CATEGORY" val="diagram"/>
  <p:tag name="KSO_WM_TEMPLATE_INDEX" val="20203763"/>
  <p:tag name="KSO_WM_UNIT_LAYERLEVEL" val="1"/>
  <p:tag name="KSO_WM_TAG_VERSION" val="1.0"/>
  <p:tag name="KSO_WM_BEAUTIFY_FLAG" val="#wm#"/>
</p:tagLst>
</file>

<file path=ppt/tags/tag1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763_1*i*4"/>
  <p:tag name="KSO_WM_TEMPLATE_CATEGORY" val="diagram"/>
  <p:tag name="KSO_WM_TEMPLATE_INDEX" val="20203763"/>
  <p:tag name="KSO_WM_UNIT_LAYERLEVEL" val="1"/>
  <p:tag name="KSO_WM_TAG_VERSION" val="1.0"/>
  <p:tag name="KSO_WM_BEAUTIFY_FLAG" val="#wm#"/>
</p:tagLst>
</file>

<file path=ppt/tags/tag1126.xml><?xml version="1.0" encoding="utf-8"?>
<p:tagLst xmlns:a="http://schemas.openxmlformats.org/drawingml/2006/main" xmlns:r="http://schemas.openxmlformats.org/officeDocument/2006/relationships" xmlns:p="http://schemas.openxmlformats.org/presentationml/2006/main">
  <p:tag name="KSO_WM_UNIT_TEXT_PART_ID_V2" val="d-1-1"/>
  <p:tag name="KSO_WM_UNIT_PRESET_TEXT" val="点击此处添加正文，文字是您思想的提炼。&#10;请尽量言简意赅的阐述您的观点。&#10;恰如其分的表达观点，往往事半功倍。"/>
  <p:tag name="KSO_WM_UNIT_NOCLEAR" val="0"/>
  <p:tag name="KSO_WM_UNIT_VALUE" val="90"/>
  <p:tag name="KSO_WM_UNIT_HIGHLIGHT" val="0"/>
  <p:tag name="KSO_WM_UNIT_COMPATIBLE" val="0"/>
  <p:tag name="KSO_WM_UNIT_DIAGRAM_ISNUMVISUAL" val="0"/>
  <p:tag name="KSO_WM_UNIT_DIAGRAM_ISREFERUNIT" val="0"/>
  <p:tag name="KSO_WM_UNIT_TYPE" val="f"/>
  <p:tag name="KSO_WM_UNIT_INDEX" val="1"/>
  <p:tag name="KSO_WM_UNIT_ID" val="diagram20203763_1*f*1"/>
  <p:tag name="KSO_WM_TEMPLATE_CATEGORY" val="diagram"/>
  <p:tag name="KSO_WM_TEMPLATE_INDEX" val="20203763"/>
  <p:tag name="KSO_WM_UNIT_LAYERLEVEL" val="1"/>
  <p:tag name="KSO_WM_TAG_VERSION" val="1.0"/>
  <p:tag name="KSO_WM_BEAUTIFY_FLAG" val="#wm#"/>
</p:tagLst>
</file>

<file path=ppt/tags/tag1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3763_1*i*6"/>
  <p:tag name="KSO_WM_TEMPLATE_CATEGORY" val="diagram"/>
  <p:tag name="KSO_WM_TEMPLATE_INDEX" val="20203763"/>
  <p:tag name="KSO_WM_UNIT_LAYERLEVEL" val="1"/>
  <p:tag name="KSO_WM_TAG_VERSION" val="1.0"/>
  <p:tag name="KSO_WM_BEAUTIFY_FLAG" val="#wm#"/>
</p:tagLst>
</file>

<file path=ppt/tags/tag1128.xml><?xml version="1.0" encoding="utf-8"?>
<p:tagLst xmlns:a="http://schemas.openxmlformats.org/drawingml/2006/main" xmlns:r="http://schemas.openxmlformats.org/officeDocument/2006/relationships" xmlns:p="http://schemas.openxmlformats.org/presentationml/2006/main">
  <p:tag name="KSO_WM_UNIT_TEXT_PART_ID_V2" val="a-2-1"/>
  <p:tag name="KSO_WM_UNIT_ISCONTENTSTITLE" val="0"/>
  <p:tag name="KSO_WM_UNIT_PRESET_TEXT" val="单击此处添加标题内容"/>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03763_1*a*1"/>
  <p:tag name="KSO_WM_TEMPLATE_CATEGORY" val="diagram"/>
  <p:tag name="KSO_WM_TEMPLATE_INDEX" val="20203763"/>
  <p:tag name="KSO_WM_UNIT_LAYERLEVEL" val="1"/>
  <p:tag name="KSO_WM_TAG_VERSION" val="1.0"/>
  <p:tag name="KSO_WM_BEAUTIFY_FLAG" val="#wm#"/>
</p:tagLst>
</file>

<file path=ppt/tags/tag1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3763_1*i*7"/>
  <p:tag name="KSO_WM_TEMPLATE_CATEGORY" val="diagram"/>
  <p:tag name="KSO_WM_TEMPLATE_INDEX" val="20203763"/>
  <p:tag name="KSO_WM_UNIT_LAYERLEVEL" val="1"/>
  <p:tag name="KSO_WM_TAG_VERSION" val="1.0"/>
  <p:tag name="KSO_WM_BEAUTIFY_FLAG" val="#wm#"/>
</p:tagLst>
</file>

<file path=ppt/tags/tag1130.xml><?xml version="1.0" encoding="utf-8"?>
<p:tagLst xmlns:a="http://schemas.openxmlformats.org/drawingml/2006/main" xmlns:r="http://schemas.openxmlformats.org/officeDocument/2006/relationships" xmlns:p="http://schemas.openxmlformats.org/presentationml/2006/main">
  <p:tag name="KSO_WM_UNIT_VALUE" val="1904*1410"/>
  <p:tag name="KSO_WM_UNIT_HIGHLIGHT" val="0"/>
  <p:tag name="KSO_WM_UNIT_COMPATIBLE" val="0"/>
  <p:tag name="KSO_WM_UNIT_DIAGRAM_ISNUMVISUAL" val="0"/>
  <p:tag name="KSO_WM_UNIT_DIAGRAM_ISREFERUNIT" val="0"/>
  <p:tag name="KSO_WM_UNIT_TYPE" val="d"/>
  <p:tag name="KSO_WM_UNIT_INDEX" val="1"/>
  <p:tag name="KSO_WM_UNIT_ID" val="diagram20203763_1*d*1"/>
  <p:tag name="KSO_WM_TEMPLATE_CATEGORY" val="diagram"/>
  <p:tag name="KSO_WM_TEMPLATE_INDEX" val="20203763"/>
  <p:tag name="KSO_WM_UNIT_SUPPORT_UNIT_TYPE" val="[]"/>
  <p:tag name="KSO_WM_UNIT_LAYERLEVEL" val="1"/>
  <p:tag name="KSO_WM_TAG_VERSION" val="1.0"/>
  <p:tag name="KSO_WM_BEAUTIFY_FLAG" val="#wm#"/>
</p:tagLst>
</file>

<file path=ppt/tags/tag1131.xml><?xml version="1.0" encoding="utf-8"?>
<p:tagLst xmlns:a="http://schemas.openxmlformats.org/drawingml/2006/main" xmlns:r="http://schemas.openxmlformats.org/officeDocument/2006/relationships" xmlns:p="http://schemas.openxmlformats.org/presentationml/2006/main">
  <p:tag name="KSO_WM_SLIDE_MODEL_TYPE" val="cover"/>
  <p:tag name="KSO_WM_SLIDE_ID" val="diagram20191339_1"/>
  <p:tag name="KSO_WM_SLIDE_ITEM_CNT" val="0"/>
  <p:tag name="KSO_WM_SLIDE_INDEX" val="1"/>
  <p:tag name="KSO_WM_TAG_VERSION" val="1.0"/>
  <p:tag name="KSO_WM_BEAUTIFY_FLAG" val="#wm#"/>
  <p:tag name="KSO_WM_TEMPLATE_CATEGORY" val="diagram"/>
  <p:tag name="KSO_WM_TEMPLATE_INDEX" val="20191339"/>
  <p:tag name="KSO_WM_SLIDE_LAYOUT" val="a_d_f"/>
  <p:tag name="KSO_WM_SLIDE_LAYOUT_CNT" val="1_1_1"/>
  <p:tag name="KSO_WM_SLIDE_TYPE" val="text"/>
  <p:tag name="KSO_WM_SLIDE_SUBTYPE" val="picTxt"/>
  <p:tag name="KSO_WM_SLIDE_SIZE" val="930*539"/>
  <p:tag name="KSO_WM_SLIDE_POSITION" val="0*0"/>
  <p:tag name="KSO_WM_SLIDE_CONSTRAINT" val="%7b%22slideConstraint%22%3a%7b%22seriesAreas%22%3a%5b%5d%2c%22singleAreas%22%3a%5b%7b%22shapes%22%3a%5b11%5d%2c%22serialConstraintIndex%22%3a-1%2c%22areatextmark%22%3a0%2c%22pictureprocessmark%22%3a0%7d%5d%7d%7d"/>
  <p:tag name="KSO_WM_SLIDE_COLORSCHEME_VERSION" val="3.2"/>
</p:tagLst>
</file>

<file path=ppt/tags/tag1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1339_1*i*2"/>
  <p:tag name="KSO_WM_TEMPLATE_CATEGORY" val="diagram"/>
  <p:tag name="KSO_WM_TEMPLATE_INDEX" val="20191339"/>
  <p:tag name="KSO_WM_UNIT_LAYERLEVEL" val="1"/>
  <p:tag name="KSO_WM_TAG_VERSION" val="1.0"/>
  <p:tag name="KSO_WM_BEAUTIFY_FLAG" val="#wm#"/>
  <p:tag name="KSO_WM_UNIT_ADJUSTLAYOUT_ID" val="31"/>
  <p:tag name="KSO_WM_UNIT_COLOR_SCHEME_SHAPE_ID" val="31"/>
  <p:tag name="KSO_WM_UNIT_COLOR_SCHEME_PARENT_PAGE" val="0_1"/>
  <p:tag name="KSO_WM_UNIT_FOIL_COLOR" val="1"/>
</p:tagLst>
</file>

<file path=ppt/tags/tag1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1339_1*i*3"/>
  <p:tag name="KSO_WM_TEMPLATE_CATEGORY" val="diagram"/>
  <p:tag name="KSO_WM_TEMPLATE_INDEX" val="20191339"/>
  <p:tag name="KSO_WM_UNIT_LAYERLEVEL" val="1"/>
  <p:tag name="KSO_WM_TAG_VERSION" val="1.0"/>
  <p:tag name="KSO_WM_BEAUTIFY_FLAG" val="#wm#"/>
  <p:tag name="KSO_WM_UNIT_ADJUSTLAYOUT_ID" val="30"/>
  <p:tag name="KSO_WM_UNIT_COLOR_SCHEME_SHAPE_ID" val="30"/>
  <p:tag name="KSO_WM_UNIT_COLOR_SCHEME_PARENT_PAGE" val="0_1"/>
  <p:tag name="KSO_WM_UNIT_FOIL_COLOR" val="1"/>
</p:tagLst>
</file>

<file path=ppt/tags/tag1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1339_1*i*4"/>
  <p:tag name="KSO_WM_TEMPLATE_CATEGORY" val="diagram"/>
  <p:tag name="KSO_WM_TEMPLATE_INDEX" val="20191339"/>
  <p:tag name="KSO_WM_UNIT_LAYERLEVEL" val="1"/>
  <p:tag name="KSO_WM_TAG_VERSION" val="1.0"/>
  <p:tag name="KSO_WM_BEAUTIFY_FLAG" val="#wm#"/>
  <p:tag name="KSO_WM_UNIT_ADJUSTLAYOUT_ID" val="26"/>
  <p:tag name="KSO_WM_UNIT_COLOR_SCHEME_SHAPE_ID" val="26"/>
  <p:tag name="KSO_WM_UNIT_COLOR_SCHEME_PARENT_PAGE" val="0_1"/>
  <p:tag name="KSO_WM_UNIT_DECOLORIZATION" val="1"/>
</p:tagLst>
</file>

<file path=ppt/tags/tag1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1339_1*i*5"/>
  <p:tag name="KSO_WM_TEMPLATE_CATEGORY" val="diagram"/>
  <p:tag name="KSO_WM_TEMPLATE_INDEX" val="20191339"/>
  <p:tag name="KSO_WM_UNIT_LAYERLEVEL" val="1"/>
  <p:tag name="KSO_WM_TAG_VERSION" val="1.0"/>
  <p:tag name="KSO_WM_BEAUTIFY_FLAG" val="#wm#"/>
  <p:tag name="KSO_WM_UNIT_ADJUSTLAYOUT_ID" val="35"/>
  <p:tag name="KSO_WM_UNIT_COLOR_SCHEME_SHAPE_ID" val="35"/>
  <p:tag name="KSO_WM_UNIT_COLOR_SCHEME_PARENT_PAGE" val="0_1"/>
  <p:tag name="KSO_WM_UNIT_FOIL_COLOR" val="1"/>
</p:tagLst>
</file>

<file path=ppt/tags/tag1136.xml><?xml version="1.0" encoding="utf-8"?>
<p:tagLst xmlns:a="http://schemas.openxmlformats.org/drawingml/2006/main" xmlns:r="http://schemas.openxmlformats.org/officeDocument/2006/relationships"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1339_1*f*1"/>
  <p:tag name="KSO_WM_TEMPLATE_CATEGORY" val="diagram"/>
  <p:tag name="KSO_WM_TEMPLATE_INDEX" val="20191339"/>
  <p:tag name="KSO_WM_UNIT_LAYERLEVEL" val="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f"/>
  <p:tag name="KSO_WM_UNIT_INDEX" val="1"/>
  <p:tag name="KSO_WM_UNIT_ADJUSTLAYOUT_ID" val="21"/>
  <p:tag name="KSO_WM_UNIT_COLOR_SCHEME_SHAPE_ID" val="21"/>
  <p:tag name="KSO_WM_UNIT_COLOR_SCHEME_PARENT_PAGE" val="0_1"/>
  <p:tag name="KSO_WM_UNIT_TEXT_PART_ID_V2" val="d-4-1"/>
</p:tagLst>
</file>

<file path=ppt/tags/tag1137.xml><?xml version="1.0" encoding="utf-8"?>
<p:tagLst xmlns:a="http://schemas.openxmlformats.org/drawingml/2006/main" xmlns:r="http://schemas.openxmlformats.org/officeDocument/2006/relationships" xmlns:p="http://schemas.openxmlformats.org/presentationml/2006/main">
  <p:tag name="KSO_WM_UNIT_VALUE" val="933*1867"/>
  <p:tag name="KSO_WM_UNIT_HIGHLIGHT" val="0"/>
  <p:tag name="KSO_WM_UNIT_COMPATIBLE" val="0"/>
  <p:tag name="KSO_WM_UNIT_DIAGRAM_ISNUMVISUAL" val="0"/>
  <p:tag name="KSO_WM_UNIT_DIAGRAM_ISREFERUNIT" val="0"/>
  <p:tag name="KSO_WM_UNIT_TYPE" val="d"/>
  <p:tag name="KSO_WM_UNIT_INDEX" val="1"/>
  <p:tag name="KSO_WM_UNIT_ID" val="diagram20191339_1*d*1"/>
  <p:tag name="KSO_WM_TEMPLATE_CATEGORY" val="diagram"/>
  <p:tag name="KSO_WM_TEMPLATE_INDEX" val="20191339"/>
  <p:tag name="KSO_WM_UNIT_LAYERLEVEL" val="1"/>
  <p:tag name="KSO_WM_TAG_VERSION" val="1.0"/>
  <p:tag name="KSO_WM_BEAUTIFY_FLAG" val="#wm#"/>
  <p:tag name="KSO_WM_UNIT_ADJUSTLAYOUT_ID" val="11"/>
  <p:tag name="KSO_WM_UNIT_PICTURE_CLIP_FLAG" val="1"/>
  <p:tag name="KSO_WM_UNIT_COLOR_SCHEME_SHAPE_ID" val="11"/>
  <p:tag name="KSO_WM_UNIT_COLOR_SCHEME_PARENT_PAGE" val="0_1"/>
</p:tagLst>
</file>

<file path=ppt/tags/tag113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添加大标题"/>
  <p:tag name="KSO_WM_UNIT_TEXT_PART_ID" val="1-X"/>
  <p:tag name="KSO_WM_UNIT_TEXT_PART_SIZE" val="49.2*286"/>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1339_1*a*1"/>
  <p:tag name="KSO_WM_TEMPLATE_CATEGORY" val="diagram"/>
  <p:tag name="KSO_WM_TEMPLATE_INDEX" val="20191339"/>
  <p:tag name="KSO_WM_UNIT_LAYERLEVEL" val="1"/>
  <p:tag name="KSO_WM_TAG_VERSION" val="1.0"/>
  <p:tag name="KSO_WM_BEAUTIFY_FLAG" val="#wm#"/>
  <p:tag name="KSO_WM_UNIT_ADJUSTLAYOUT_ID" val="12"/>
  <p:tag name="KSO_WM_UNIT_COLOR_SCHEME_SHAPE_ID" val="12"/>
  <p:tag name="KSO_WM_UNIT_COLOR_SCHEME_PARENT_PAGE" val="0_1"/>
</p:tagLst>
</file>

<file path=ppt/tags/tag1139.xml><?xml version="1.0" encoding="utf-8"?>
<p:tagLst xmlns:a="http://schemas.openxmlformats.org/drawingml/2006/main" xmlns:r="http://schemas.openxmlformats.org/officeDocument/2006/relationships" xmlns:p="http://schemas.openxmlformats.org/presentationml/2006/main">
  <p:tag name="KSO_WM_SLIDE_ID" val="diagram20194720_1"/>
  <p:tag name="KSO_WM_SLIDE_ITEM_CNT" val="0"/>
  <p:tag name="KSO_WM_SLIDE_INDEX" val="1"/>
  <p:tag name="KSO_WM_TAG_VERSION" val="1.0"/>
  <p:tag name="KSO_WM_BEAUTIFY_FLAG" val="#wm#"/>
  <p:tag name="KSO_WM_TEMPLATE_CATEGORY" val="diagram"/>
  <p:tag name="KSO_WM_TEMPLATE_INDEX" val="20194720"/>
  <p:tag name="KSO_WM_SLIDE_LAYOUT" val="a_f"/>
  <p:tag name="KSO_WM_SLIDE_LAYOUT_CNT" val="1_1"/>
  <p:tag name="KSO_WM_SLIDE_TYPE" val="text"/>
  <p:tag name="KSO_WM_SLIDE_SUBTYPE" val="pureTxt"/>
  <p:tag name="KSO_WM_SLIDE_SIZE" val="914*485"/>
  <p:tag name="KSO_WM_SLIDE_POSITION" val="45*0"/>
  <p:tag name="KSO_WM_SLIDE_COLORSCHEME_VERSION" val="3.2"/>
  <p:tag name="KSO_WM_TEMPLATE_SUBCATEGORY" val="0"/>
  <p:tag name="KSO_WM_TEMPLATE_MASTER_TYPE" val="0"/>
  <p:tag name="KSO_WM_TEMPLATE_COLOR_TYPE" val="1"/>
</p:tagLst>
</file>

<file path=ppt/tags/tag1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720_1*i*1"/>
  <p:tag name="KSO_WM_TEMPLATE_CATEGORY" val="diagram"/>
  <p:tag name="KSO_WM_TEMPLATE_INDEX" val="20194720"/>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720_1*i*2"/>
  <p:tag name="KSO_WM_TEMPLATE_CATEGORY" val="diagram"/>
  <p:tag name="KSO_WM_TEMPLATE_INDEX" val="20194720"/>
  <p:tag name="KSO_WM_UNIT_LAYERLEVEL" val="1"/>
  <p:tag name="KSO_WM_TAG_VERSION" val="1.0"/>
  <p:tag name="KSO_WM_BEAUTIFY_FLAG" val="#wm#"/>
  <p:tag name="KSO_WM_UNIT_COLOR_SCHEME_SHAPE_ID" val="6"/>
  <p:tag name="KSO_WM_UNIT_COLOR_SCHEME_PARENT_PAGE" val="0_1"/>
</p:tagLst>
</file>

<file path=ppt/tags/tag1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720_1*i*3"/>
  <p:tag name="KSO_WM_TEMPLATE_CATEGORY" val="diagram"/>
  <p:tag name="KSO_WM_TEMPLATE_INDEX" val="20194720"/>
  <p:tag name="KSO_WM_UNIT_LAYERLEVEL" val="1"/>
  <p:tag name="KSO_WM_TAG_VERSION" val="1.0"/>
  <p:tag name="KSO_WM_BEAUTIFY_FLAG" val="#wm#"/>
  <p:tag name="KSO_WM_UNIT_COLOR_SCHEME_SHAPE_ID" val="7"/>
  <p:tag name="KSO_WM_UNIT_COLOR_SCHEME_PARENT_PAGE" val="0_1"/>
  <p:tag name="KSO_WM_UNIT_FOIL_COLOR" val="1"/>
</p:tagLst>
</file>

<file path=ppt/tags/tag1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4720_1*i*4"/>
  <p:tag name="KSO_WM_TEMPLATE_CATEGORY" val="diagram"/>
  <p:tag name="KSO_WM_TEMPLATE_INDEX" val="20194720"/>
  <p:tag name="KSO_WM_UNIT_LAYERLEVEL" val="1"/>
  <p:tag name="KSO_WM_TAG_VERSION" val="1.0"/>
  <p:tag name="KSO_WM_BEAUTIFY_FLAG" val="#wm#"/>
  <p:tag name="KSO_WM_UNIT_COLOR_SCHEME_SHAPE_ID" val="8"/>
  <p:tag name="KSO_WM_UNIT_COLOR_SCHEME_PARENT_PAGE" val="0_1"/>
</p:tagLst>
</file>

<file path=ppt/tags/tag1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4720_1*i*5"/>
  <p:tag name="KSO_WM_TEMPLATE_CATEGORY" val="diagram"/>
  <p:tag name="KSO_WM_TEMPLATE_INDEX" val="20194720"/>
  <p:tag name="KSO_WM_UNIT_LAYERLEVEL" val="1"/>
  <p:tag name="KSO_WM_TAG_VERSION" val="1.0"/>
  <p:tag name="KSO_WM_BEAUTIFY_FLAG" val="#wm#"/>
  <p:tag name="KSO_WM_UNIT_TYPE" val="i"/>
  <p:tag name="KSO_WM_UNIT_INDEX" val="5"/>
</p:tagLst>
</file>

<file path=ppt/tags/tag1145.xml><?xml version="1.0" encoding="utf-8"?>
<p:tagLst xmlns:a="http://schemas.openxmlformats.org/drawingml/2006/main" xmlns:r="http://schemas.openxmlformats.org/officeDocument/2006/relationships" xmlns:p="http://schemas.openxmlformats.org/presentationml/2006/main">
  <p:tag name="KSO_WM_UNIT_TEXT_PART_ID_V2" val="d-2-2"/>
  <p:tag name="KSO_WM_UNIT_PRESET_TEXT" val="单击此处添加小标题:&#10;点击此处添加正文文字是您思想的提炼。&#10;为了最终呈现发布的良好效果，请言简意赅的阐述您的观点，并根据需要酌情增减文字即便信息复杂，需要用更多的文字来表。&#10;述请您尽可能提炼思想的精髓。&#10;恰如其分的表达观点，往往事半功倍。"/>
  <p:tag name="KSO_WM_UNIT_NOCLEAR" val="1"/>
  <p:tag name="KSO_WM_UNIT_VALUE" val="182"/>
  <p:tag name="KSO_WM_UNIT_HIGHLIGHT" val="0"/>
  <p:tag name="KSO_WM_UNIT_COMPATIBLE" val="0"/>
  <p:tag name="KSO_WM_UNIT_DIAGRAM_ISNUMVISUAL" val="0"/>
  <p:tag name="KSO_WM_UNIT_DIAGRAM_ISREFERUNIT" val="0"/>
  <p:tag name="KSO_WM_UNIT_TYPE" val="f"/>
  <p:tag name="KSO_WM_UNIT_INDEX" val="1"/>
  <p:tag name="KSO_WM_UNIT_ID" val="diagram20194720_1*f*1"/>
  <p:tag name="KSO_WM_TEMPLATE_CATEGORY" val="diagram"/>
  <p:tag name="KSO_WM_TEMPLATE_INDEX" val="20194720"/>
  <p:tag name="KSO_WM_UNIT_LAYERLEVEL" val="1"/>
  <p:tag name="KSO_WM_TAG_VERSION" val="1.0"/>
  <p:tag name="KSO_WM_BEAUTIFY_FLAG" val="#wm#"/>
  <p:tag name="KSO_WM_UNIT_COLOR_SCHEME_SHAPE_ID" val="3"/>
  <p:tag name="KSO_WM_UNIT_COLOR_SCHEME_PARENT_PAGE" val="0_1"/>
</p:tagLst>
</file>

<file path=ppt/tags/tag1146.xml><?xml version="1.0" encoding="utf-8"?>
<p:tagLst xmlns:a="http://schemas.openxmlformats.org/drawingml/2006/main" xmlns:r="http://schemas.openxmlformats.org/officeDocument/2006/relationships" xmlns:p="http://schemas.openxmlformats.org/presentationml/2006/main">
  <p:tag name="KSO_WM_UNIT_TEXT_PART_ID_V2" val="a-3-2"/>
  <p:tag name="KSO_WM_UNIT_ISCONTENTSTITLE" val="0"/>
  <p:tag name="KSO_WM_UNIT_PRESET_TEXT" val="单击此处添加标题"/>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4720_1*a*1"/>
  <p:tag name="KSO_WM_TEMPLATE_CATEGORY" val="diagram"/>
  <p:tag name="KSO_WM_TEMPLATE_INDEX" val="20194720"/>
  <p:tag name="KSO_WM_UNIT_LAYERLEVEL" val="1"/>
  <p:tag name="KSO_WM_TAG_VERSION" val="1.0"/>
  <p:tag name="KSO_WM_BEAUTIFY_FLAG" val="#wm#"/>
  <p:tag name="KSO_WM_UNIT_COLOR_SCHEME_SHAPE_ID" val="10"/>
  <p:tag name="KSO_WM_UNIT_COLOR_SCHEME_PARENT_PAGE" val="0_1"/>
</p:tagLst>
</file>

<file path=ppt/tags/tag1147.xml><?xml version="1.0" encoding="utf-8"?>
<p:tagLst xmlns:a="http://schemas.openxmlformats.org/drawingml/2006/main" xmlns:r="http://schemas.openxmlformats.org/officeDocument/2006/relationships" xmlns:p="http://schemas.openxmlformats.org/presentationml/2006/main">
  <p:tag name="KSO_WM_SLIDE_ID" val="diagram2018537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85375"/>
  <p:tag name="KSO_WM_SLIDE_LAYOUT" val="a_f"/>
  <p:tag name="KSO_WM_SLIDE_LAYOUT_CNT" val="1_1"/>
</p:tagLst>
</file>

<file path=ppt/tags/tag114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185375_1*a*1"/>
  <p:tag name="KSO_WM_TEMPLATE_CATEGORY" val="diagram"/>
  <p:tag name="KSO_WM_TEMPLATE_INDEX" val="20185375"/>
  <p:tag name="KSO_WM_UNIT_LAYERLEVEL" val="1"/>
  <p:tag name="KSO_WM_TAG_VERSION" val="1.0"/>
  <p:tag name="KSO_WM_BEAUTIFY_FLAG" val="#wm#"/>
  <p:tag name="KSO_WM_UNIT_PRESET_TEXT" val="点击此处添加标题"/>
</p:tagLst>
</file>

<file path=ppt/tags/tag1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85375_1*i*4"/>
  <p:tag name="KSO_WM_TEMPLATE_CATEGORY" val="diagram"/>
  <p:tag name="KSO_WM_TEMPLATE_INDEX" val="20185375"/>
  <p:tag name="KSO_WM_UNIT_LAYERLEVEL" val="1"/>
  <p:tag name="KSO_WM_TAG_VERSION" val="1.0"/>
  <p:tag name="KSO_WM_BEAUTIFY_FLAG" val="#wm#"/>
</p:tagLst>
</file>

<file path=ppt/tags/tag1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85375_1*i*1"/>
  <p:tag name="KSO_WM_TEMPLATE_CATEGORY" val="diagram"/>
  <p:tag name="KSO_WM_TEMPLATE_INDEX" val="20185375"/>
  <p:tag name="KSO_WM_UNIT_LAYERLEVEL" val="1"/>
  <p:tag name="KSO_WM_TAG_VERSION" val="1.0"/>
  <p:tag name="KSO_WM_BEAUTIFY_FLAG" val="#wm#"/>
</p:tagLst>
</file>

<file path=ppt/tags/tag1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85375_1*i*2"/>
  <p:tag name="KSO_WM_TEMPLATE_CATEGORY" val="diagram"/>
  <p:tag name="KSO_WM_TEMPLATE_INDEX" val="20185375"/>
  <p:tag name="KSO_WM_UNIT_LAYERLEVEL" val="1"/>
  <p:tag name="KSO_WM_TAG_VERSION" val="1.0"/>
  <p:tag name="KSO_WM_BEAUTIFY_FLAG" val="#wm#"/>
</p:tagLst>
</file>

<file path=ppt/tags/tag1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85375_1*i*3"/>
  <p:tag name="KSO_WM_TEMPLATE_CATEGORY" val="diagram"/>
  <p:tag name="KSO_WM_TEMPLATE_INDEX" val="20185375"/>
  <p:tag name="KSO_WM_UNIT_LAYERLEVEL" val="1"/>
  <p:tag name="KSO_WM_TAG_VERSION" val="1.0"/>
  <p:tag name="KSO_WM_BEAUTIFY_FLAG" val="#wm#"/>
</p:tagLst>
</file>

<file path=ppt/tags/tag1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85375_1*i*5"/>
  <p:tag name="KSO_WM_TEMPLATE_CATEGORY" val="diagram"/>
  <p:tag name="KSO_WM_TEMPLATE_INDEX" val="20185375"/>
  <p:tag name="KSO_WM_UNIT_LAYERLEVEL" val="1"/>
  <p:tag name="KSO_WM_TAG_VERSION" val="1.0"/>
  <p:tag name="KSO_WM_BEAUTIFY_FLAG" val="#wm#"/>
  <p:tag name="KSO_WM_UNIT_SUPPORT_UNIT_TYPE" val="[]"/>
</p:tagLst>
</file>

<file path=ppt/tags/tag1154.xml><?xml version="1.0" encoding="utf-8"?>
<p:tagLst xmlns:a="http://schemas.openxmlformats.org/drawingml/2006/main" xmlns:r="http://schemas.openxmlformats.org/officeDocument/2006/relationships"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Lst>
</file>

<file path=ppt/tags/tag1155.xml><?xml version="1.0" encoding="utf-8"?>
<p:tagLst xmlns:a="http://schemas.openxmlformats.org/drawingml/2006/main" xmlns:r="http://schemas.openxmlformats.org/officeDocument/2006/relationships" xmlns:p="http://schemas.openxmlformats.org/presentationml/2006/main">
  <p:tag name="KSO_WM_SLIDE_ID" val="diagram20200746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EMPLATE_MASTER_THUMB_INDEX" val="0"/>
  <p:tag name="KSO_WM_UNIT_SHOW_EDIT_AREA_INDICATION" val="0"/>
  <p:tag name="KSO_WM_SLIDE_SIZE" val="959*540"/>
  <p:tag name="KSO_WM_SLIDE_POSITION" val="0*0"/>
  <p:tag name="KSO_WM_TAG_VERSION" val="1.0"/>
  <p:tag name="KSO_WM_BEAUTIFY_FLAG" val="#wm#"/>
  <p:tag name="KSO_WM_TEMPLATE_CATEGORY" val="diagram"/>
  <p:tag name="KSO_WM_TEMPLATE_INDEX" val="20200746"/>
  <p:tag name="KSO_WM_SLIDE_LAYOUT" val="a_d_f"/>
  <p:tag name="KSO_WM_SLIDE_LAYOUT_CNT" val="1_1_1"/>
</p:tagLst>
</file>

<file path=ppt/tags/tag1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3"/>
  <p:tag name="KSO_WM_UNIT_ID" val="diagram20200746_1*i*3"/>
  <p:tag name="KSO_WM_TEMPLATE_CATEGORY" val="diagram"/>
  <p:tag name="KSO_WM_TEMPLATE_INDEX" val="20200746"/>
  <p:tag name="KSO_WM_UNIT_LAYERLEVEL" val="1"/>
  <p:tag name="KSO_WM_TAG_VERSION" val="1.0"/>
  <p:tag name="KSO_WM_BEAUTIFY_FLAG" val="#wm#"/>
</p:tagLst>
</file>

<file path=ppt/tags/tag1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4"/>
  <p:tag name="KSO_WM_UNIT_ID" val="diagram20200746_1*i*4"/>
  <p:tag name="KSO_WM_TEMPLATE_CATEGORY" val="diagram"/>
  <p:tag name="KSO_WM_TEMPLATE_INDEX" val="20200746"/>
  <p:tag name="KSO_WM_UNIT_LAYERLEVEL" val="1"/>
  <p:tag name="KSO_WM_TAG_VERSION" val="1.0"/>
  <p:tag name="KSO_WM_BEAUTIFY_FLAG" val="#wm#"/>
</p:tagLst>
</file>

<file path=ppt/tags/tag1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6"/>
  <p:tag name="KSO_WM_UNIT_ID" val="diagram20200746_1*i*6"/>
  <p:tag name="KSO_WM_TEMPLATE_CATEGORY" val="diagram"/>
  <p:tag name="KSO_WM_TEMPLATE_INDEX" val="20200746"/>
  <p:tag name="KSO_WM_UNIT_LAYERLEVEL" val="1"/>
  <p:tag name="KSO_WM_TAG_VERSION" val="1.0"/>
  <p:tag name="KSO_WM_BEAUTIFY_FLAG" val="#wm#"/>
</p:tagLst>
</file>

<file path=ppt/tags/tag1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7"/>
  <p:tag name="KSO_WM_UNIT_ID" val="diagram20200746_1*i*7"/>
  <p:tag name="KSO_WM_TEMPLATE_CATEGORY" val="diagram"/>
  <p:tag name="KSO_WM_TEMPLATE_INDEX" val="20200746"/>
  <p:tag name="KSO_WM_UNIT_LAYERLEVEL" val="1"/>
  <p:tag name="KSO_WM_TAG_VERSION" val="1.0"/>
  <p:tag name="KSO_WM_BEAUTIFY_FLAG" val="#wm#"/>
</p:tagLst>
</file>

<file path=ppt/tags/tag1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5"/>
  <p:tag name="KSO_WM_UNIT_ID" val="diagram20200746_1*i*5"/>
  <p:tag name="KSO_WM_TEMPLATE_CATEGORY" val="diagram"/>
  <p:tag name="KSO_WM_TEMPLATE_INDEX" val="20200746"/>
  <p:tag name="KSO_WM_UNIT_LAYERLEVEL" val="1"/>
  <p:tag name="KSO_WM_TAG_VERSION" val="1.0"/>
  <p:tag name="KSO_WM_BEAUTIFY_FLAG" val="#wm#"/>
</p:tagLst>
</file>

<file path=ppt/tags/tag1161.xml><?xml version="1.0" encoding="utf-8"?>
<p:tagLst xmlns:a="http://schemas.openxmlformats.org/drawingml/2006/main" xmlns:r="http://schemas.openxmlformats.org/officeDocument/2006/relationships" xmlns:p="http://schemas.openxmlformats.org/presentationml/2006/main">
  <p:tag name="KSO_WM_UNIT_VALUE" val="867*1387"/>
  <p:tag name="KSO_WM_UNIT_HIGHLIGHT" val="0"/>
  <p:tag name="KSO_WM_UNIT_COMPATIBLE" val="0"/>
  <p:tag name="KSO_WM_UNIT_DIAGRAM_ISNUMVISUAL" val="0"/>
  <p:tag name="KSO_WM_UNIT_DIAGRAM_IS_NEED_ADD_PATH_ANIM" val="0"/>
  <p:tag name="KSO_WM_UNIT_DIAGRAM_ISREFERUNIT" val="0"/>
  <p:tag name="KSO_WM_UNIT_TYPE" val="d"/>
  <p:tag name="KSO_WM_UNIT_INDEX" val="1"/>
  <p:tag name="KSO_WM_UNIT_ID" val="diagram20200746_1*d*1"/>
  <p:tag name="KSO_WM_TEMPLATE_CATEGORY" val="diagram"/>
  <p:tag name="KSO_WM_TEMPLATE_INDEX" val="20200746"/>
  <p:tag name="KSO_WM_UNIT_SUPPORT_UNIT_TYPE" val="[&quot;all&quot;]"/>
  <p:tag name="KSO_WM_UNIT_LAYERLEVEL" val="1"/>
  <p:tag name="KSO_WM_TAG_VERSION" val="1.0"/>
  <p:tag name="KSO_WM_BEAUTIFY_FLAG" val="#wm#"/>
</p:tagLst>
</file>

<file path=ppt/tags/tag1162.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SHOW_EDIT_AREA_INDICATION" val="0"/>
  <p:tag name="KSO_WM_UNIT_VALUE" val="11"/>
  <p:tag name="KSO_WM_UNIT_HIGHLIGHT" val="0"/>
  <p:tag name="KSO_WM_UNIT_COMPATIBLE" val="0"/>
  <p:tag name="KSO_WM_UNIT_DIAGRAM_ISNUMVISUAL" val="0"/>
  <p:tag name="KSO_WM_UNIT_DIAGRAM_IS_NEED_ADD_PATH_ANIM" val="0"/>
  <p:tag name="KSO_WM_UNIT_DIAGRAM_ISREFERUNIT" val="0"/>
  <p:tag name="KSO_WM_UNIT_TYPE" val="a"/>
  <p:tag name="KSO_WM_UNIT_INDEX" val="1"/>
  <p:tag name="KSO_WM_UNIT_ID" val="diagram20200746_1*a*1"/>
  <p:tag name="KSO_WM_TEMPLATE_CATEGORY" val="diagram"/>
  <p:tag name="KSO_WM_TEMPLATE_INDEX" val="20200746"/>
  <p:tag name="KSO_WM_UNIT_LAYERLEVEL" val="1"/>
  <p:tag name="KSO_WM_TAG_VERSION" val="1.0"/>
  <p:tag name="KSO_WM_BEAUTIFY_FLAG" val="#wm#"/>
  <p:tag name="KSO_WM_UNIT_PRESET_TEXT" val="特殊快捷键"/>
</p:tagLst>
</file>

<file path=ppt/tags/tag1163.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VALUE" val="80"/>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diagram20200746_1*f*1"/>
  <p:tag name="KSO_WM_TEMPLATE_CATEGORY" val="diagram"/>
  <p:tag name="KSO_WM_TEMPLATE_INDEX" val="20200746"/>
  <p:tag name="KSO_WM_UNIT_LAYERLEVEL" val="1"/>
  <p:tag name="KSO_WM_TAG_VERSION" val="1.0"/>
  <p:tag name="KSO_WM_BEAUTIFY_FLAG" val="#wm#"/>
  <p:tag name="KSO_WM_UNIT_PRESET_TEXT" val="更换被标注图片&#10;调节标注的数量为3&#10;点击进入调整状态后，可以拖动起始位置进行调整&#10;还可以更改成其他放大镜的版式"/>
</p:tagLst>
</file>

<file path=ppt/tags/tag1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9"/>
  <p:tag name="KSO_WM_UNIT_ID" val="diagram20200746_1*i*9"/>
  <p:tag name="KSO_WM_TEMPLATE_CATEGORY" val="diagram"/>
  <p:tag name="KSO_WM_TEMPLATE_INDEX" val="20200746"/>
  <p:tag name="KSO_WM_UNIT_LAYERLEVEL" val="1"/>
  <p:tag name="KSO_WM_TAG_VERSION" val="1.0"/>
  <p:tag name="KSO_WM_BEAUTIFY_FLAG" val="#wm#"/>
</p:tagLst>
</file>

<file path=ppt/tags/tag1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0"/>
  <p:tag name="KSO_WM_UNIT_ID" val="diagram20200746_1*i*10"/>
  <p:tag name="KSO_WM_TEMPLATE_CATEGORY" val="diagram"/>
  <p:tag name="KSO_WM_TEMPLATE_INDEX" val="20200746"/>
  <p:tag name="KSO_WM_UNIT_LAYERLEVEL" val="1"/>
  <p:tag name="KSO_WM_TAG_VERSION" val="1.0"/>
  <p:tag name="KSO_WM_BEAUTIFY_FLAG" val="#wm#"/>
</p:tagLst>
</file>

<file path=ppt/tags/tag1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2"/>
  <p:tag name="KSO_WM_UNIT_ID" val="diagram20200746_1*i*2"/>
  <p:tag name="KSO_WM_TEMPLATE_CATEGORY" val="diagram"/>
  <p:tag name="KSO_WM_TEMPLATE_INDEX" val="20200746"/>
  <p:tag name="KSO_WM_UNIT_LAYERLEVEL" val="1"/>
  <p:tag name="KSO_WM_TAG_VERSION" val="1.0"/>
  <p:tag name="KSO_WM_BEAUTIFY_FLAG" val="#wm#"/>
</p:tagLst>
</file>

<file path=ppt/tags/tag1167.xml><?xml version="1.0" encoding="utf-8"?>
<p:tagLst xmlns:a="http://schemas.openxmlformats.org/drawingml/2006/main" xmlns:r="http://schemas.openxmlformats.org/officeDocument/2006/relationships" xmlns:p="http://schemas.openxmlformats.org/presentationml/2006/main">
  <p:tag name="KSO_WM_SLIDE_ID" val="diagram20198140_1"/>
  <p:tag name="KSO_WM_TEMPLATE_SUBCATEGORY" val="8"/>
  <p:tag name="KSO_WM_SLIDE_ITEM_CNT" val="0"/>
  <p:tag name="KSO_WM_SLIDE_INDEX" val="1"/>
  <p:tag name="KSO_WM_TAG_VERSION" val="1.0"/>
  <p:tag name="KSO_WM_BEAUTIFY_FLAG" val="#wm#"/>
  <p:tag name="KSO_WM_TEMPLATE_CATEGORY" val="diagram"/>
  <p:tag name="KSO_WM_TEMPLATE_INDEX" val="20198140"/>
  <p:tag name="KSO_WM_SLIDE_LAYOUT" val="a_d_f"/>
  <p:tag name="KSO_WM_SLIDE_LAYOUT_CNT" val="1_1_1"/>
  <p:tag name="KSO_WM_SLIDE_TYPE" val="text"/>
  <p:tag name="KSO_WM_SLIDE_SUBTYPE" val="picTxt"/>
  <p:tag name="KSO_WM_SLIDE_SIZE" val="978*542"/>
  <p:tag name="KSO_WM_SLIDE_POSITION" val="-19*-1"/>
  <p:tag name="KSO_WM_SLIDE_CONSTRAINT" val="%7b%22slideConstraint%22%3a%7b%22seriesAreas%22%3a%5b%5d%2c%22singleAreas%22%3a%5b%7b%22shapes%22%3a%5b11%5d%2c%22serialConstraintIndex%22%3a-1%2c%22areatextmark%22%3a0%2c%22pictureprocessmark%22%3a0%7d%5d%7d%7d"/>
</p:tagLst>
</file>

<file path=ppt/tags/tag1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140_1*i*1"/>
  <p:tag name="KSO_WM_TEMPLATE_CATEGORY" val="diagram"/>
  <p:tag name="KSO_WM_TEMPLATE_INDEX" val="20198140"/>
  <p:tag name="KSO_WM_UNIT_LAYERLEVEL" val="1"/>
  <p:tag name="KSO_WM_TAG_VERSION" val="1.0"/>
  <p:tag name="KSO_WM_BEAUTIFY_FLAG" val="#wm#"/>
  <p:tag name="KSO_WM_UNIT_ADJUSTLAYOUT_ID" val="258"/>
</p:tagLst>
</file>

<file path=ppt/tags/tag1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diagram20198140_1*i*25"/>
  <p:tag name="KSO_WM_TEMPLATE_CATEGORY" val="diagram"/>
  <p:tag name="KSO_WM_TEMPLATE_INDEX" val="20198140"/>
  <p:tag name="KSO_WM_UNIT_LAYERLEVEL" val="1"/>
  <p:tag name="KSO_WM_TAG_VERSION" val="1.0"/>
  <p:tag name="KSO_WM_BEAUTIFY_FLAG" val="#wm#"/>
  <p:tag name="KSO_WM_UNIT_ADJUSTLAYOUT_ID" val="259"/>
</p:tagLst>
</file>

<file path=ppt/tags/tag1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diagram20198140_1*i*37"/>
  <p:tag name="KSO_WM_TEMPLATE_CATEGORY" val="diagram"/>
  <p:tag name="KSO_WM_TEMPLATE_INDEX" val="20198140"/>
  <p:tag name="KSO_WM_UNIT_LAYERLEVEL" val="1"/>
  <p:tag name="KSO_WM_TAG_VERSION" val="1.0"/>
  <p:tag name="KSO_WM_BEAUTIFY_FLAG" val="#wm#"/>
  <p:tag name="KSO_WM_UNIT_ADJUSTLAYOUT_ID" val="372"/>
</p:tagLst>
</file>

<file path=ppt/tags/tag1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9"/>
  <p:tag name="KSO_WM_UNIT_ID" val="diagram20198140_1*i*49"/>
  <p:tag name="KSO_WM_TEMPLATE_CATEGORY" val="diagram"/>
  <p:tag name="KSO_WM_TEMPLATE_INDEX" val="20198140"/>
  <p:tag name="KSO_WM_UNIT_LAYERLEVEL" val="1"/>
  <p:tag name="KSO_WM_TAG_VERSION" val="1.0"/>
  <p:tag name="KSO_WM_BEAUTIFY_FLAG" val="#wm#"/>
  <p:tag name="KSO_WM_UNIT_ADJUSTLAYOUT_ID" val="373"/>
</p:tagLst>
</file>

<file path=ppt/tags/tag1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1"/>
  <p:tag name="KSO_WM_UNIT_ID" val="diagram20198140_1*i*61"/>
  <p:tag name="KSO_WM_TEMPLATE_CATEGORY" val="diagram"/>
  <p:tag name="KSO_WM_TEMPLATE_INDEX" val="20198140"/>
  <p:tag name="KSO_WM_UNIT_LAYERLEVEL" val="1"/>
  <p:tag name="KSO_WM_TAG_VERSION" val="1.0"/>
  <p:tag name="KSO_WM_BEAUTIFY_FLAG" val="#wm#"/>
  <p:tag name="KSO_WM_UNIT_ADJUSTLAYOUT_ID" val="374"/>
</p:tagLst>
</file>

<file path=ppt/tags/tag1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3"/>
  <p:tag name="KSO_WM_UNIT_ID" val="diagram20198140_1*i*73"/>
  <p:tag name="KSO_WM_TEMPLATE_CATEGORY" val="diagram"/>
  <p:tag name="KSO_WM_TEMPLATE_INDEX" val="20198140"/>
  <p:tag name="KSO_WM_UNIT_LAYERLEVEL" val="1"/>
  <p:tag name="KSO_WM_TAG_VERSION" val="1.0"/>
  <p:tag name="KSO_WM_BEAUTIFY_FLAG" val="#wm#"/>
  <p:tag name="KSO_WM_UNIT_ADJUSTLAYOUT_ID" val="362"/>
</p:tagLst>
</file>

<file path=ppt/tags/tag1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5"/>
  <p:tag name="KSO_WM_UNIT_ID" val="diagram20198140_1*i*85"/>
  <p:tag name="KSO_WM_TEMPLATE_CATEGORY" val="diagram"/>
  <p:tag name="KSO_WM_TEMPLATE_INDEX" val="20198140"/>
  <p:tag name="KSO_WM_UNIT_LAYERLEVEL" val="1"/>
  <p:tag name="KSO_WM_TAG_VERSION" val="1.0"/>
  <p:tag name="KSO_WM_BEAUTIFY_FLAG" val="#wm#"/>
  <p:tag name="KSO_WM_UNIT_ADJUSTLAYOUT_ID" val="363"/>
</p:tagLst>
</file>

<file path=ppt/tags/tag1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7"/>
  <p:tag name="KSO_WM_UNIT_ID" val="diagram20198140_1*i*97"/>
  <p:tag name="KSO_WM_TEMPLATE_CATEGORY" val="diagram"/>
  <p:tag name="KSO_WM_TEMPLATE_INDEX" val="20198140"/>
  <p:tag name="KSO_WM_UNIT_LAYERLEVEL" val="1"/>
  <p:tag name="KSO_WM_TAG_VERSION" val="1.0"/>
  <p:tag name="KSO_WM_BEAUTIFY_FLAG" val="#wm#"/>
  <p:tag name="KSO_WM_UNIT_ADJUSTLAYOUT_ID" val="364"/>
</p:tagLst>
</file>

<file path=ppt/tags/tag1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9"/>
  <p:tag name="KSO_WM_UNIT_ID" val="diagram20198140_1*i*109"/>
  <p:tag name="KSO_WM_TEMPLATE_CATEGORY" val="diagram"/>
  <p:tag name="KSO_WM_TEMPLATE_INDEX" val="20198140"/>
  <p:tag name="KSO_WM_UNIT_LAYERLEVEL" val="1"/>
  <p:tag name="KSO_WM_TAG_VERSION" val="1.0"/>
  <p:tag name="KSO_WM_BEAUTIFY_FLAG" val="#wm#"/>
  <p:tag name="KSO_WM_UNIT_ADJUSTLAYOUT_ID" val="365"/>
</p:tagLst>
</file>

<file path=ppt/tags/tag1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diagram20198140_1*i*22"/>
  <p:tag name="KSO_WM_TEMPLATE_CATEGORY" val="diagram"/>
  <p:tag name="KSO_WM_TEMPLATE_INDEX" val="20198140"/>
  <p:tag name="KSO_WM_UNIT_LAYERLEVEL" val="1"/>
  <p:tag name="KSO_WM_TAG_VERSION" val="1.0"/>
  <p:tag name="KSO_WM_BEAUTIFY_FLAG" val="#wm#"/>
  <p:tag name="KSO_WM_UNIT_ADJUSTLAYOUT_ID" val="366"/>
</p:tagLst>
</file>

<file path=ppt/tags/tag1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diagram20198140_1*i*14"/>
  <p:tag name="KSO_WM_TEMPLATE_CATEGORY" val="diagram"/>
  <p:tag name="KSO_WM_TEMPLATE_INDEX" val="20198140"/>
  <p:tag name="KSO_WM_UNIT_LAYERLEVEL" val="1"/>
  <p:tag name="KSO_WM_TAG_VERSION" val="1.0"/>
  <p:tag name="KSO_WM_BEAUTIFY_FLAG" val="#wm#"/>
  <p:tag name="KSO_WM_UNIT_ADJUSTLAYOUT_ID" val="367"/>
</p:tagLst>
</file>

<file path=ppt/tags/tag1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198140_1*i*16"/>
  <p:tag name="KSO_WM_TEMPLATE_CATEGORY" val="diagram"/>
  <p:tag name="KSO_WM_TEMPLATE_INDEX" val="20198140"/>
  <p:tag name="KSO_WM_UNIT_LAYERLEVEL" val="1"/>
  <p:tag name="KSO_WM_TAG_VERSION" val="1.0"/>
  <p:tag name="KSO_WM_BEAUTIFY_FLAG" val="#wm#"/>
  <p:tag name="KSO_WM_UNIT_ADJUSTLAYOUT_ID" val="368"/>
</p:tagLst>
</file>

<file path=ppt/tags/tag1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198140_1*i*17"/>
  <p:tag name="KSO_WM_TEMPLATE_CATEGORY" val="diagram"/>
  <p:tag name="KSO_WM_TEMPLATE_INDEX" val="20198140"/>
  <p:tag name="KSO_WM_UNIT_LAYERLEVEL" val="1"/>
  <p:tag name="KSO_WM_TAG_VERSION" val="1.0"/>
  <p:tag name="KSO_WM_BEAUTIFY_FLAG" val="#wm#"/>
  <p:tag name="KSO_WM_UNIT_ADJUSTLAYOUT_ID" val="369"/>
</p:tagLst>
</file>

<file path=ppt/tags/tag1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diagram20198140_1*i*18"/>
  <p:tag name="KSO_WM_TEMPLATE_CATEGORY" val="diagram"/>
  <p:tag name="KSO_WM_TEMPLATE_INDEX" val="20198140"/>
  <p:tag name="KSO_WM_UNIT_LAYERLEVEL" val="1"/>
  <p:tag name="KSO_WM_TAG_VERSION" val="1.0"/>
  <p:tag name="KSO_WM_BEAUTIFY_FLAG" val="#wm#"/>
  <p:tag name="KSO_WM_UNIT_ADJUSTLAYOUT_ID" val="370"/>
</p:tagLst>
</file>

<file path=ppt/tags/tag1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diagram20198140_1*i*19"/>
  <p:tag name="KSO_WM_TEMPLATE_CATEGORY" val="diagram"/>
  <p:tag name="KSO_WM_TEMPLATE_INDEX" val="20198140"/>
  <p:tag name="KSO_WM_UNIT_LAYERLEVEL" val="1"/>
  <p:tag name="KSO_WM_TAG_VERSION" val="1.0"/>
  <p:tag name="KSO_WM_BEAUTIFY_FLAG" val="#wm#"/>
  <p:tag name="KSO_WM_UNIT_ADJUSTLAYOUT_ID" val="371"/>
</p:tagLst>
</file>

<file path=ppt/tags/tag1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diagram20198140_1*i*20"/>
  <p:tag name="KSO_WM_TEMPLATE_CATEGORY" val="diagram"/>
  <p:tag name="KSO_WM_TEMPLATE_INDEX" val="20198140"/>
  <p:tag name="KSO_WM_UNIT_LAYERLEVEL" val="1"/>
  <p:tag name="KSO_WM_TAG_VERSION" val="1.0"/>
  <p:tag name="KSO_WM_BEAUTIFY_FLAG" val="#wm#"/>
  <p:tag name="KSO_WM_UNIT_ADJUSTLAYOUT_ID" val="352"/>
</p:tagLst>
</file>

<file path=ppt/tags/tag1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diagram20198140_1*i*21"/>
  <p:tag name="KSO_WM_TEMPLATE_CATEGORY" val="diagram"/>
  <p:tag name="KSO_WM_TEMPLATE_INDEX" val="20198140"/>
  <p:tag name="KSO_WM_UNIT_LAYERLEVEL" val="1"/>
  <p:tag name="KSO_WM_TAG_VERSION" val="1.0"/>
  <p:tag name="KSO_WM_BEAUTIFY_FLAG" val="#wm#"/>
  <p:tag name="KSO_WM_UNIT_ADJUSTLAYOUT_ID" val="353"/>
</p:tagLst>
</file>

<file path=ppt/tags/tag1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diagram20198140_1*i*23"/>
  <p:tag name="KSO_WM_TEMPLATE_CATEGORY" val="diagram"/>
  <p:tag name="KSO_WM_TEMPLATE_INDEX" val="20198140"/>
  <p:tag name="KSO_WM_UNIT_LAYERLEVEL" val="1"/>
  <p:tag name="KSO_WM_TAG_VERSION" val="1.0"/>
  <p:tag name="KSO_WM_BEAUTIFY_FLAG" val="#wm#"/>
  <p:tag name="KSO_WM_UNIT_ADJUSTLAYOUT_ID" val="354"/>
</p:tagLst>
</file>

<file path=ppt/tags/tag1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diagram20198140_1*i*24"/>
  <p:tag name="KSO_WM_TEMPLATE_CATEGORY" val="diagram"/>
  <p:tag name="KSO_WM_TEMPLATE_INDEX" val="20198140"/>
  <p:tag name="KSO_WM_UNIT_LAYERLEVEL" val="1"/>
  <p:tag name="KSO_WM_TAG_VERSION" val="1.0"/>
  <p:tag name="KSO_WM_BEAUTIFY_FLAG" val="#wm#"/>
  <p:tag name="KSO_WM_UNIT_ADJUSTLAYOUT_ID" val="355"/>
</p:tagLst>
</file>

<file path=ppt/tags/tag1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diagram20198140_1*i*26"/>
  <p:tag name="KSO_WM_TEMPLATE_CATEGORY" val="diagram"/>
  <p:tag name="KSO_WM_TEMPLATE_INDEX" val="20198140"/>
  <p:tag name="KSO_WM_UNIT_LAYERLEVEL" val="1"/>
  <p:tag name="KSO_WM_TAG_VERSION" val="1.0"/>
  <p:tag name="KSO_WM_BEAUTIFY_FLAG" val="#wm#"/>
  <p:tag name="KSO_WM_UNIT_ADJUSTLAYOUT_ID" val="356"/>
</p:tagLst>
</file>

<file path=ppt/tags/tag1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diagram20198140_1*i*27"/>
  <p:tag name="KSO_WM_TEMPLATE_CATEGORY" val="diagram"/>
  <p:tag name="KSO_WM_TEMPLATE_INDEX" val="20198140"/>
  <p:tag name="KSO_WM_UNIT_LAYERLEVEL" val="1"/>
  <p:tag name="KSO_WM_TAG_VERSION" val="1.0"/>
  <p:tag name="KSO_WM_BEAUTIFY_FLAG" val="#wm#"/>
  <p:tag name="KSO_WM_UNIT_ADJUSTLAYOUT_ID" val="357"/>
</p:tagLst>
</file>

<file path=ppt/tags/tag1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diagram20198140_1*i*28"/>
  <p:tag name="KSO_WM_TEMPLATE_CATEGORY" val="diagram"/>
  <p:tag name="KSO_WM_TEMPLATE_INDEX" val="20198140"/>
  <p:tag name="KSO_WM_UNIT_LAYERLEVEL" val="1"/>
  <p:tag name="KSO_WM_TAG_VERSION" val="1.0"/>
  <p:tag name="KSO_WM_BEAUTIFY_FLAG" val="#wm#"/>
  <p:tag name="KSO_WM_UNIT_ADJUSTLAYOUT_ID" val="358"/>
</p:tagLst>
</file>

<file path=ppt/tags/tag1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diagram20198140_1*i*29"/>
  <p:tag name="KSO_WM_TEMPLATE_CATEGORY" val="diagram"/>
  <p:tag name="KSO_WM_TEMPLATE_INDEX" val="20198140"/>
  <p:tag name="KSO_WM_UNIT_LAYERLEVEL" val="1"/>
  <p:tag name="KSO_WM_TAG_VERSION" val="1.0"/>
  <p:tag name="KSO_WM_BEAUTIFY_FLAG" val="#wm#"/>
  <p:tag name="KSO_WM_UNIT_ADJUSTLAYOUT_ID" val="359"/>
</p:tagLst>
</file>

<file path=ppt/tags/tag1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diagram20198140_1*i*30"/>
  <p:tag name="KSO_WM_TEMPLATE_CATEGORY" val="diagram"/>
  <p:tag name="KSO_WM_TEMPLATE_INDEX" val="20198140"/>
  <p:tag name="KSO_WM_UNIT_LAYERLEVEL" val="1"/>
  <p:tag name="KSO_WM_TAG_VERSION" val="1.0"/>
  <p:tag name="KSO_WM_BEAUTIFY_FLAG" val="#wm#"/>
  <p:tag name="KSO_WM_UNIT_ADJUSTLAYOUT_ID" val="360"/>
</p:tagLst>
</file>

<file path=ppt/tags/tag1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diagram20198140_1*i*31"/>
  <p:tag name="KSO_WM_TEMPLATE_CATEGORY" val="diagram"/>
  <p:tag name="KSO_WM_TEMPLATE_INDEX" val="20198140"/>
  <p:tag name="KSO_WM_UNIT_LAYERLEVEL" val="1"/>
  <p:tag name="KSO_WM_TAG_VERSION" val="1.0"/>
  <p:tag name="KSO_WM_BEAUTIFY_FLAG" val="#wm#"/>
  <p:tag name="KSO_WM_UNIT_ADJUSTLAYOUT_ID" val="361"/>
</p:tagLst>
</file>

<file path=ppt/tags/tag1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diagram20198140_1*i*32"/>
  <p:tag name="KSO_WM_TEMPLATE_CATEGORY" val="diagram"/>
  <p:tag name="KSO_WM_TEMPLATE_INDEX" val="20198140"/>
  <p:tag name="KSO_WM_UNIT_LAYERLEVEL" val="1"/>
  <p:tag name="KSO_WM_TAG_VERSION" val="1.0"/>
  <p:tag name="KSO_WM_BEAUTIFY_FLAG" val="#wm#"/>
  <p:tag name="KSO_WM_UNIT_ADJUSTLAYOUT_ID" val="342"/>
</p:tagLst>
</file>

<file path=ppt/tags/tag1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diagram20198140_1*i*34"/>
  <p:tag name="KSO_WM_TEMPLATE_CATEGORY" val="diagram"/>
  <p:tag name="KSO_WM_TEMPLATE_INDEX" val="20198140"/>
  <p:tag name="KSO_WM_UNIT_LAYERLEVEL" val="1"/>
  <p:tag name="KSO_WM_TAG_VERSION" val="1.0"/>
  <p:tag name="KSO_WM_BEAUTIFY_FLAG" val="#wm#"/>
  <p:tag name="KSO_WM_UNIT_ADJUSTLAYOUT_ID" val="343"/>
</p:tagLst>
</file>

<file path=ppt/tags/tag1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diagram20198140_1*i*35"/>
  <p:tag name="KSO_WM_TEMPLATE_CATEGORY" val="diagram"/>
  <p:tag name="KSO_WM_TEMPLATE_INDEX" val="20198140"/>
  <p:tag name="KSO_WM_UNIT_LAYERLEVEL" val="1"/>
  <p:tag name="KSO_WM_TAG_VERSION" val="1.0"/>
  <p:tag name="KSO_WM_BEAUTIFY_FLAG" val="#wm#"/>
  <p:tag name="KSO_WM_UNIT_ADJUSTLAYOUT_ID" val="344"/>
</p:tagLst>
</file>

<file path=ppt/tags/tag1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diagram20198140_1*i*36"/>
  <p:tag name="KSO_WM_TEMPLATE_CATEGORY" val="diagram"/>
  <p:tag name="KSO_WM_TEMPLATE_INDEX" val="20198140"/>
  <p:tag name="KSO_WM_UNIT_LAYERLEVEL" val="1"/>
  <p:tag name="KSO_WM_TAG_VERSION" val="1.0"/>
  <p:tag name="KSO_WM_BEAUTIFY_FLAG" val="#wm#"/>
  <p:tag name="KSO_WM_UNIT_ADJUSTLAYOUT_ID" val="345"/>
</p:tagLst>
</file>

<file path=ppt/tags/tag1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diagram20198140_1*i*38"/>
  <p:tag name="KSO_WM_TEMPLATE_CATEGORY" val="diagram"/>
  <p:tag name="KSO_WM_TEMPLATE_INDEX" val="20198140"/>
  <p:tag name="KSO_WM_UNIT_LAYERLEVEL" val="1"/>
  <p:tag name="KSO_WM_TAG_VERSION" val="1.0"/>
  <p:tag name="KSO_WM_BEAUTIFY_FLAG" val="#wm#"/>
  <p:tag name="KSO_WM_UNIT_ADJUSTLAYOUT_ID" val="346"/>
</p:tagLst>
</file>

<file path=ppt/tags/tag1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diagram20198140_1*i*39"/>
  <p:tag name="KSO_WM_TEMPLATE_CATEGORY" val="diagram"/>
  <p:tag name="KSO_WM_TEMPLATE_INDEX" val="20198140"/>
  <p:tag name="KSO_WM_UNIT_LAYERLEVEL" val="1"/>
  <p:tag name="KSO_WM_TAG_VERSION" val="1.0"/>
  <p:tag name="KSO_WM_BEAUTIFY_FLAG" val="#wm#"/>
  <p:tag name="KSO_WM_UNIT_ADJUSTLAYOUT_ID" val="347"/>
</p:tagLst>
</file>

<file path=ppt/tags/tag1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diagram20198140_1*i*40"/>
  <p:tag name="KSO_WM_TEMPLATE_CATEGORY" val="diagram"/>
  <p:tag name="KSO_WM_TEMPLATE_INDEX" val="20198140"/>
  <p:tag name="KSO_WM_UNIT_LAYERLEVEL" val="1"/>
  <p:tag name="KSO_WM_TAG_VERSION" val="1.0"/>
  <p:tag name="KSO_WM_BEAUTIFY_FLAG" val="#wm#"/>
  <p:tag name="KSO_WM_UNIT_ADJUSTLAYOUT_ID" val="348"/>
</p:tagLst>
</file>

<file path=ppt/tags/tag1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diagram20198140_1*i*41"/>
  <p:tag name="KSO_WM_TEMPLATE_CATEGORY" val="diagram"/>
  <p:tag name="KSO_WM_TEMPLATE_INDEX" val="20198140"/>
  <p:tag name="KSO_WM_UNIT_LAYERLEVEL" val="1"/>
  <p:tag name="KSO_WM_TAG_VERSION" val="1.0"/>
  <p:tag name="KSO_WM_BEAUTIFY_FLAG" val="#wm#"/>
  <p:tag name="KSO_WM_UNIT_ADJUSTLAYOUT_ID" val="349"/>
</p:tagLst>
</file>

<file path=ppt/tags/tag1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diagram20198140_1*i*42"/>
  <p:tag name="KSO_WM_TEMPLATE_CATEGORY" val="diagram"/>
  <p:tag name="KSO_WM_TEMPLATE_INDEX" val="20198140"/>
  <p:tag name="KSO_WM_UNIT_LAYERLEVEL" val="1"/>
  <p:tag name="KSO_WM_TAG_VERSION" val="1.0"/>
  <p:tag name="KSO_WM_BEAUTIFY_FLAG" val="#wm#"/>
  <p:tag name="KSO_WM_UNIT_ADJUSTLAYOUT_ID" val="350"/>
</p:tagLst>
</file>

<file path=ppt/tags/tag1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3"/>
  <p:tag name="KSO_WM_UNIT_ID" val="diagram20198140_1*i*43"/>
  <p:tag name="KSO_WM_TEMPLATE_CATEGORY" val="diagram"/>
  <p:tag name="KSO_WM_TEMPLATE_INDEX" val="20198140"/>
  <p:tag name="KSO_WM_UNIT_LAYERLEVEL" val="1"/>
  <p:tag name="KSO_WM_TAG_VERSION" val="1.0"/>
  <p:tag name="KSO_WM_BEAUTIFY_FLAG" val="#wm#"/>
  <p:tag name="KSO_WM_UNIT_ADJUSTLAYOUT_ID" val="351"/>
</p:tagLst>
</file>

<file path=ppt/tags/tag1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5"/>
  <p:tag name="KSO_WM_UNIT_ID" val="diagram20198140_1*i*45"/>
  <p:tag name="KSO_WM_TEMPLATE_CATEGORY" val="diagram"/>
  <p:tag name="KSO_WM_TEMPLATE_INDEX" val="20198140"/>
  <p:tag name="KSO_WM_UNIT_LAYERLEVEL" val="1"/>
  <p:tag name="KSO_WM_TAG_VERSION" val="1.0"/>
  <p:tag name="KSO_WM_BEAUTIFY_FLAG" val="#wm#"/>
  <p:tag name="KSO_WM_UNIT_ADJUSTLAYOUT_ID" val="332"/>
</p:tagLst>
</file>

<file path=ppt/tags/tag1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6"/>
  <p:tag name="KSO_WM_UNIT_ID" val="diagram20198140_1*i*46"/>
  <p:tag name="KSO_WM_TEMPLATE_CATEGORY" val="diagram"/>
  <p:tag name="KSO_WM_TEMPLATE_INDEX" val="20198140"/>
  <p:tag name="KSO_WM_UNIT_LAYERLEVEL" val="1"/>
  <p:tag name="KSO_WM_TAG_VERSION" val="1.0"/>
  <p:tag name="KSO_WM_BEAUTIFY_FLAG" val="#wm#"/>
  <p:tag name="KSO_WM_UNIT_ADJUSTLAYOUT_ID" val="333"/>
</p:tagLst>
</file>

<file path=ppt/tags/tag1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7"/>
  <p:tag name="KSO_WM_UNIT_ID" val="diagram20198140_1*i*47"/>
  <p:tag name="KSO_WM_TEMPLATE_CATEGORY" val="diagram"/>
  <p:tag name="KSO_WM_TEMPLATE_INDEX" val="20198140"/>
  <p:tag name="KSO_WM_UNIT_LAYERLEVEL" val="1"/>
  <p:tag name="KSO_WM_TAG_VERSION" val="1.0"/>
  <p:tag name="KSO_WM_BEAUTIFY_FLAG" val="#wm#"/>
  <p:tag name="KSO_WM_UNIT_ADJUSTLAYOUT_ID" val="334"/>
</p:tagLst>
</file>

<file path=ppt/tags/tag1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8"/>
  <p:tag name="KSO_WM_UNIT_ID" val="diagram20198140_1*i*48"/>
  <p:tag name="KSO_WM_TEMPLATE_CATEGORY" val="diagram"/>
  <p:tag name="KSO_WM_TEMPLATE_INDEX" val="20198140"/>
  <p:tag name="KSO_WM_UNIT_LAYERLEVEL" val="1"/>
  <p:tag name="KSO_WM_TAG_VERSION" val="1.0"/>
  <p:tag name="KSO_WM_BEAUTIFY_FLAG" val="#wm#"/>
  <p:tag name="KSO_WM_UNIT_ADJUSTLAYOUT_ID" val="335"/>
</p:tagLst>
</file>

<file path=ppt/tags/tag1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0"/>
  <p:tag name="KSO_WM_UNIT_ID" val="diagram20198140_1*i*50"/>
  <p:tag name="KSO_WM_TEMPLATE_CATEGORY" val="diagram"/>
  <p:tag name="KSO_WM_TEMPLATE_INDEX" val="20198140"/>
  <p:tag name="KSO_WM_UNIT_LAYERLEVEL" val="1"/>
  <p:tag name="KSO_WM_TAG_VERSION" val="1.0"/>
  <p:tag name="KSO_WM_BEAUTIFY_FLAG" val="#wm#"/>
  <p:tag name="KSO_WM_UNIT_ADJUSTLAYOUT_ID" val="336"/>
</p:tagLst>
</file>

<file path=ppt/tags/tag1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1"/>
  <p:tag name="KSO_WM_UNIT_ID" val="diagram20198140_1*i*51"/>
  <p:tag name="KSO_WM_TEMPLATE_CATEGORY" val="diagram"/>
  <p:tag name="KSO_WM_TEMPLATE_INDEX" val="20198140"/>
  <p:tag name="KSO_WM_UNIT_LAYERLEVEL" val="1"/>
  <p:tag name="KSO_WM_TAG_VERSION" val="1.0"/>
  <p:tag name="KSO_WM_BEAUTIFY_FLAG" val="#wm#"/>
  <p:tag name="KSO_WM_UNIT_ADJUSTLAYOUT_ID" val="337"/>
</p:tagLst>
</file>

<file path=ppt/tags/tag1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2"/>
  <p:tag name="KSO_WM_UNIT_ID" val="diagram20198140_1*i*52"/>
  <p:tag name="KSO_WM_TEMPLATE_CATEGORY" val="diagram"/>
  <p:tag name="KSO_WM_TEMPLATE_INDEX" val="20198140"/>
  <p:tag name="KSO_WM_UNIT_LAYERLEVEL" val="1"/>
  <p:tag name="KSO_WM_TAG_VERSION" val="1.0"/>
  <p:tag name="KSO_WM_BEAUTIFY_FLAG" val="#wm#"/>
  <p:tag name="KSO_WM_UNIT_ADJUSTLAYOUT_ID" val="338"/>
</p:tagLst>
</file>

<file path=ppt/tags/tag1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3"/>
  <p:tag name="KSO_WM_UNIT_ID" val="diagram20198140_1*i*53"/>
  <p:tag name="KSO_WM_TEMPLATE_CATEGORY" val="diagram"/>
  <p:tag name="KSO_WM_TEMPLATE_INDEX" val="20198140"/>
  <p:tag name="KSO_WM_UNIT_LAYERLEVEL" val="1"/>
  <p:tag name="KSO_WM_TAG_VERSION" val="1.0"/>
  <p:tag name="KSO_WM_BEAUTIFY_FLAG" val="#wm#"/>
  <p:tag name="KSO_WM_UNIT_ADJUSTLAYOUT_ID" val="339"/>
</p:tagLst>
</file>

<file path=ppt/tags/tag1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4"/>
  <p:tag name="KSO_WM_UNIT_ID" val="diagram20198140_1*i*54"/>
  <p:tag name="KSO_WM_TEMPLATE_CATEGORY" val="diagram"/>
  <p:tag name="KSO_WM_TEMPLATE_INDEX" val="20198140"/>
  <p:tag name="KSO_WM_UNIT_LAYERLEVEL" val="1"/>
  <p:tag name="KSO_WM_TAG_VERSION" val="1.0"/>
  <p:tag name="KSO_WM_BEAUTIFY_FLAG" val="#wm#"/>
  <p:tag name="KSO_WM_UNIT_ADJUSTLAYOUT_ID" val="340"/>
</p:tagLst>
</file>

<file path=ppt/tags/tag1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6"/>
  <p:tag name="KSO_WM_UNIT_ID" val="diagram20198140_1*i*56"/>
  <p:tag name="KSO_WM_TEMPLATE_CATEGORY" val="diagram"/>
  <p:tag name="KSO_WM_TEMPLATE_INDEX" val="20198140"/>
  <p:tag name="KSO_WM_UNIT_LAYERLEVEL" val="1"/>
  <p:tag name="KSO_WM_TAG_VERSION" val="1.0"/>
  <p:tag name="KSO_WM_BEAUTIFY_FLAG" val="#wm#"/>
  <p:tag name="KSO_WM_UNIT_ADJUSTLAYOUT_ID" val="341"/>
</p:tagLst>
</file>

<file path=ppt/tags/tag1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7"/>
  <p:tag name="KSO_WM_UNIT_ID" val="diagram20198140_1*i*57"/>
  <p:tag name="KSO_WM_TEMPLATE_CATEGORY" val="diagram"/>
  <p:tag name="KSO_WM_TEMPLATE_INDEX" val="20198140"/>
  <p:tag name="KSO_WM_UNIT_LAYERLEVEL" val="1"/>
  <p:tag name="KSO_WM_TAG_VERSION" val="1.0"/>
  <p:tag name="KSO_WM_BEAUTIFY_FLAG" val="#wm#"/>
  <p:tag name="KSO_WM_UNIT_ADJUSTLAYOUT_ID" val="322"/>
</p:tagLst>
</file>

<file path=ppt/tags/tag1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8"/>
  <p:tag name="KSO_WM_UNIT_ID" val="diagram20198140_1*i*58"/>
  <p:tag name="KSO_WM_TEMPLATE_CATEGORY" val="diagram"/>
  <p:tag name="KSO_WM_TEMPLATE_INDEX" val="20198140"/>
  <p:tag name="KSO_WM_UNIT_LAYERLEVEL" val="1"/>
  <p:tag name="KSO_WM_TAG_VERSION" val="1.0"/>
  <p:tag name="KSO_WM_BEAUTIFY_FLAG" val="#wm#"/>
  <p:tag name="KSO_WM_UNIT_ADJUSTLAYOUT_ID" val="323"/>
</p:tagLst>
</file>

<file path=ppt/tags/tag1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9"/>
  <p:tag name="KSO_WM_UNIT_ID" val="diagram20198140_1*i*59"/>
  <p:tag name="KSO_WM_TEMPLATE_CATEGORY" val="diagram"/>
  <p:tag name="KSO_WM_TEMPLATE_INDEX" val="20198140"/>
  <p:tag name="KSO_WM_UNIT_LAYERLEVEL" val="1"/>
  <p:tag name="KSO_WM_TAG_VERSION" val="1.0"/>
  <p:tag name="KSO_WM_BEAUTIFY_FLAG" val="#wm#"/>
  <p:tag name="KSO_WM_UNIT_ADJUSTLAYOUT_ID" val="324"/>
</p:tagLst>
</file>

<file path=ppt/tags/tag1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0"/>
  <p:tag name="KSO_WM_UNIT_ID" val="diagram20198140_1*i*60"/>
  <p:tag name="KSO_WM_TEMPLATE_CATEGORY" val="diagram"/>
  <p:tag name="KSO_WM_TEMPLATE_INDEX" val="20198140"/>
  <p:tag name="KSO_WM_UNIT_LAYERLEVEL" val="1"/>
  <p:tag name="KSO_WM_TAG_VERSION" val="1.0"/>
  <p:tag name="KSO_WM_BEAUTIFY_FLAG" val="#wm#"/>
  <p:tag name="KSO_WM_UNIT_ADJUSTLAYOUT_ID" val="325"/>
</p:tagLst>
</file>

<file path=ppt/tags/tag1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2"/>
  <p:tag name="KSO_WM_UNIT_ID" val="diagram20198140_1*i*62"/>
  <p:tag name="KSO_WM_TEMPLATE_CATEGORY" val="diagram"/>
  <p:tag name="KSO_WM_TEMPLATE_INDEX" val="20198140"/>
  <p:tag name="KSO_WM_UNIT_LAYERLEVEL" val="1"/>
  <p:tag name="KSO_WM_TAG_VERSION" val="1.0"/>
  <p:tag name="KSO_WM_BEAUTIFY_FLAG" val="#wm#"/>
  <p:tag name="KSO_WM_UNIT_ADJUSTLAYOUT_ID" val="326"/>
</p:tagLst>
</file>

<file path=ppt/tags/tag1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3"/>
  <p:tag name="KSO_WM_UNIT_ID" val="diagram20198140_1*i*63"/>
  <p:tag name="KSO_WM_TEMPLATE_CATEGORY" val="diagram"/>
  <p:tag name="KSO_WM_TEMPLATE_INDEX" val="20198140"/>
  <p:tag name="KSO_WM_UNIT_LAYERLEVEL" val="1"/>
  <p:tag name="KSO_WM_TAG_VERSION" val="1.0"/>
  <p:tag name="KSO_WM_BEAUTIFY_FLAG" val="#wm#"/>
  <p:tag name="KSO_WM_UNIT_ADJUSTLAYOUT_ID" val="327"/>
</p:tagLst>
</file>

<file path=ppt/tags/tag1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4"/>
  <p:tag name="KSO_WM_UNIT_ID" val="diagram20198140_1*i*64"/>
  <p:tag name="KSO_WM_TEMPLATE_CATEGORY" val="diagram"/>
  <p:tag name="KSO_WM_TEMPLATE_INDEX" val="20198140"/>
  <p:tag name="KSO_WM_UNIT_LAYERLEVEL" val="1"/>
  <p:tag name="KSO_WM_TAG_VERSION" val="1.0"/>
  <p:tag name="KSO_WM_BEAUTIFY_FLAG" val="#wm#"/>
  <p:tag name="KSO_WM_UNIT_ADJUSTLAYOUT_ID" val="328"/>
</p:tagLst>
</file>

<file path=ppt/tags/tag1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5"/>
  <p:tag name="KSO_WM_UNIT_ID" val="diagram20198140_1*i*65"/>
  <p:tag name="KSO_WM_TEMPLATE_CATEGORY" val="diagram"/>
  <p:tag name="KSO_WM_TEMPLATE_INDEX" val="20198140"/>
  <p:tag name="KSO_WM_UNIT_LAYERLEVEL" val="1"/>
  <p:tag name="KSO_WM_TAG_VERSION" val="1.0"/>
  <p:tag name="KSO_WM_BEAUTIFY_FLAG" val="#wm#"/>
  <p:tag name="KSO_WM_UNIT_ADJUSTLAYOUT_ID" val="329"/>
</p:tagLst>
</file>

<file path=ppt/tags/tag1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7"/>
  <p:tag name="KSO_WM_UNIT_ID" val="diagram20198140_1*i*67"/>
  <p:tag name="KSO_WM_TEMPLATE_CATEGORY" val="diagram"/>
  <p:tag name="KSO_WM_TEMPLATE_INDEX" val="20198140"/>
  <p:tag name="KSO_WM_UNIT_LAYERLEVEL" val="1"/>
  <p:tag name="KSO_WM_TAG_VERSION" val="1.0"/>
  <p:tag name="KSO_WM_BEAUTIFY_FLAG" val="#wm#"/>
  <p:tag name="KSO_WM_UNIT_ADJUSTLAYOUT_ID" val="330"/>
</p:tagLst>
</file>

<file path=ppt/tags/tag1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8"/>
  <p:tag name="KSO_WM_UNIT_ID" val="diagram20198140_1*i*68"/>
  <p:tag name="KSO_WM_TEMPLATE_CATEGORY" val="diagram"/>
  <p:tag name="KSO_WM_TEMPLATE_INDEX" val="20198140"/>
  <p:tag name="KSO_WM_UNIT_LAYERLEVEL" val="1"/>
  <p:tag name="KSO_WM_TAG_VERSION" val="1.0"/>
  <p:tag name="KSO_WM_BEAUTIFY_FLAG" val="#wm#"/>
  <p:tag name="KSO_WM_UNIT_ADJUSTLAYOUT_ID" val="331"/>
</p:tagLst>
</file>

<file path=ppt/tags/tag1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9"/>
  <p:tag name="KSO_WM_UNIT_ID" val="diagram20198140_1*i*69"/>
  <p:tag name="KSO_WM_TEMPLATE_CATEGORY" val="diagram"/>
  <p:tag name="KSO_WM_TEMPLATE_INDEX" val="20198140"/>
  <p:tag name="KSO_WM_UNIT_LAYERLEVEL" val="1"/>
  <p:tag name="KSO_WM_TAG_VERSION" val="1.0"/>
  <p:tag name="KSO_WM_BEAUTIFY_FLAG" val="#wm#"/>
  <p:tag name="KSO_WM_UNIT_ADJUSTLAYOUT_ID" val="312"/>
</p:tagLst>
</file>

<file path=ppt/tags/tag1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0"/>
  <p:tag name="KSO_WM_UNIT_ID" val="diagram20198140_1*i*70"/>
  <p:tag name="KSO_WM_TEMPLATE_CATEGORY" val="diagram"/>
  <p:tag name="KSO_WM_TEMPLATE_INDEX" val="20198140"/>
  <p:tag name="KSO_WM_UNIT_LAYERLEVEL" val="1"/>
  <p:tag name="KSO_WM_TAG_VERSION" val="1.0"/>
  <p:tag name="KSO_WM_BEAUTIFY_FLAG" val="#wm#"/>
  <p:tag name="KSO_WM_UNIT_ADJUSTLAYOUT_ID" val="313"/>
</p:tagLst>
</file>

<file path=ppt/tags/tag1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1"/>
  <p:tag name="KSO_WM_UNIT_ID" val="diagram20198140_1*i*71"/>
  <p:tag name="KSO_WM_TEMPLATE_CATEGORY" val="diagram"/>
  <p:tag name="KSO_WM_TEMPLATE_INDEX" val="20198140"/>
  <p:tag name="KSO_WM_UNIT_LAYERLEVEL" val="1"/>
  <p:tag name="KSO_WM_TAG_VERSION" val="1.0"/>
  <p:tag name="KSO_WM_BEAUTIFY_FLAG" val="#wm#"/>
  <p:tag name="KSO_WM_UNIT_ADJUSTLAYOUT_ID" val="314"/>
</p:tagLst>
</file>

<file path=ppt/tags/tag1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2"/>
  <p:tag name="KSO_WM_UNIT_ID" val="diagram20198140_1*i*72"/>
  <p:tag name="KSO_WM_TEMPLATE_CATEGORY" val="diagram"/>
  <p:tag name="KSO_WM_TEMPLATE_INDEX" val="20198140"/>
  <p:tag name="KSO_WM_UNIT_LAYERLEVEL" val="1"/>
  <p:tag name="KSO_WM_TAG_VERSION" val="1.0"/>
  <p:tag name="KSO_WM_BEAUTIFY_FLAG" val="#wm#"/>
  <p:tag name="KSO_WM_UNIT_ADJUSTLAYOUT_ID" val="315"/>
</p:tagLst>
</file>

<file path=ppt/tags/tag1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4"/>
  <p:tag name="KSO_WM_UNIT_ID" val="diagram20198140_1*i*74"/>
  <p:tag name="KSO_WM_TEMPLATE_CATEGORY" val="diagram"/>
  <p:tag name="KSO_WM_TEMPLATE_INDEX" val="20198140"/>
  <p:tag name="KSO_WM_UNIT_LAYERLEVEL" val="1"/>
  <p:tag name="KSO_WM_TAG_VERSION" val="1.0"/>
  <p:tag name="KSO_WM_BEAUTIFY_FLAG" val="#wm#"/>
  <p:tag name="KSO_WM_UNIT_ADJUSTLAYOUT_ID" val="316"/>
</p:tagLst>
</file>

<file path=ppt/tags/tag1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5"/>
  <p:tag name="KSO_WM_UNIT_ID" val="diagram20198140_1*i*75"/>
  <p:tag name="KSO_WM_TEMPLATE_CATEGORY" val="diagram"/>
  <p:tag name="KSO_WM_TEMPLATE_INDEX" val="20198140"/>
  <p:tag name="KSO_WM_UNIT_LAYERLEVEL" val="1"/>
  <p:tag name="KSO_WM_TAG_VERSION" val="1.0"/>
  <p:tag name="KSO_WM_BEAUTIFY_FLAG" val="#wm#"/>
  <p:tag name="KSO_WM_UNIT_ADJUSTLAYOUT_ID" val="317"/>
</p:tagLst>
</file>

<file path=ppt/tags/tag1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6"/>
  <p:tag name="KSO_WM_UNIT_ID" val="diagram20198140_1*i*76"/>
  <p:tag name="KSO_WM_TEMPLATE_CATEGORY" val="diagram"/>
  <p:tag name="KSO_WM_TEMPLATE_INDEX" val="20198140"/>
  <p:tag name="KSO_WM_UNIT_LAYERLEVEL" val="1"/>
  <p:tag name="KSO_WM_TAG_VERSION" val="1.0"/>
  <p:tag name="KSO_WM_BEAUTIFY_FLAG" val="#wm#"/>
  <p:tag name="KSO_WM_UNIT_ADJUSTLAYOUT_ID" val="318"/>
</p:tagLst>
</file>

<file path=ppt/tags/tag1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8"/>
  <p:tag name="KSO_WM_UNIT_ID" val="diagram20198140_1*i*78"/>
  <p:tag name="KSO_WM_TEMPLATE_CATEGORY" val="diagram"/>
  <p:tag name="KSO_WM_TEMPLATE_INDEX" val="20198140"/>
  <p:tag name="KSO_WM_UNIT_LAYERLEVEL" val="1"/>
  <p:tag name="KSO_WM_TAG_VERSION" val="1.0"/>
  <p:tag name="KSO_WM_BEAUTIFY_FLAG" val="#wm#"/>
  <p:tag name="KSO_WM_UNIT_ADJUSTLAYOUT_ID" val="319"/>
</p:tagLst>
</file>

<file path=ppt/tags/tag1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9"/>
  <p:tag name="KSO_WM_UNIT_ID" val="diagram20198140_1*i*79"/>
  <p:tag name="KSO_WM_TEMPLATE_CATEGORY" val="diagram"/>
  <p:tag name="KSO_WM_TEMPLATE_INDEX" val="20198140"/>
  <p:tag name="KSO_WM_UNIT_LAYERLEVEL" val="1"/>
  <p:tag name="KSO_WM_TAG_VERSION" val="1.0"/>
  <p:tag name="KSO_WM_BEAUTIFY_FLAG" val="#wm#"/>
  <p:tag name="KSO_WM_UNIT_ADJUSTLAYOUT_ID" val="320"/>
</p:tagLst>
</file>

<file path=ppt/tags/tag1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0"/>
  <p:tag name="KSO_WM_UNIT_ID" val="diagram20198140_1*i*80"/>
  <p:tag name="KSO_WM_TEMPLATE_CATEGORY" val="diagram"/>
  <p:tag name="KSO_WM_TEMPLATE_INDEX" val="20198140"/>
  <p:tag name="KSO_WM_UNIT_LAYERLEVEL" val="1"/>
  <p:tag name="KSO_WM_TAG_VERSION" val="1.0"/>
  <p:tag name="KSO_WM_BEAUTIFY_FLAG" val="#wm#"/>
  <p:tag name="KSO_WM_UNIT_ADJUSTLAYOUT_ID" val="321"/>
</p:tagLst>
</file>

<file path=ppt/tags/tag1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1"/>
  <p:tag name="KSO_WM_UNIT_ID" val="diagram20198140_1*i*81"/>
  <p:tag name="KSO_WM_TEMPLATE_CATEGORY" val="diagram"/>
  <p:tag name="KSO_WM_TEMPLATE_INDEX" val="20198140"/>
  <p:tag name="KSO_WM_UNIT_LAYERLEVEL" val="1"/>
  <p:tag name="KSO_WM_TAG_VERSION" val="1.0"/>
  <p:tag name="KSO_WM_BEAUTIFY_FLAG" val="#wm#"/>
  <p:tag name="KSO_WM_UNIT_ADJUSTLAYOUT_ID" val="302"/>
</p:tagLst>
</file>

<file path=ppt/tags/tag1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2"/>
  <p:tag name="KSO_WM_UNIT_ID" val="diagram20198140_1*i*82"/>
  <p:tag name="KSO_WM_TEMPLATE_CATEGORY" val="diagram"/>
  <p:tag name="KSO_WM_TEMPLATE_INDEX" val="20198140"/>
  <p:tag name="KSO_WM_UNIT_LAYERLEVEL" val="1"/>
  <p:tag name="KSO_WM_TAG_VERSION" val="1.0"/>
  <p:tag name="KSO_WM_BEAUTIFY_FLAG" val="#wm#"/>
  <p:tag name="KSO_WM_UNIT_ADJUSTLAYOUT_ID" val="303"/>
</p:tagLst>
</file>

<file path=ppt/tags/tag1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3"/>
  <p:tag name="KSO_WM_UNIT_ID" val="diagram20198140_1*i*83"/>
  <p:tag name="KSO_WM_TEMPLATE_CATEGORY" val="diagram"/>
  <p:tag name="KSO_WM_TEMPLATE_INDEX" val="20198140"/>
  <p:tag name="KSO_WM_UNIT_LAYERLEVEL" val="1"/>
  <p:tag name="KSO_WM_TAG_VERSION" val="1.0"/>
  <p:tag name="KSO_WM_BEAUTIFY_FLAG" val="#wm#"/>
  <p:tag name="KSO_WM_UNIT_ADJUSTLAYOUT_ID" val="304"/>
</p:tagLst>
</file>

<file path=ppt/tags/tag1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4"/>
  <p:tag name="KSO_WM_UNIT_ID" val="diagram20198140_1*i*84"/>
  <p:tag name="KSO_WM_TEMPLATE_CATEGORY" val="diagram"/>
  <p:tag name="KSO_WM_TEMPLATE_INDEX" val="20198140"/>
  <p:tag name="KSO_WM_UNIT_LAYERLEVEL" val="1"/>
  <p:tag name="KSO_WM_TAG_VERSION" val="1.0"/>
  <p:tag name="KSO_WM_BEAUTIFY_FLAG" val="#wm#"/>
  <p:tag name="KSO_WM_UNIT_ADJUSTLAYOUT_ID" val="305"/>
</p:tagLst>
</file>

<file path=ppt/tags/tag1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6"/>
  <p:tag name="KSO_WM_UNIT_ID" val="diagram20198140_1*i*86"/>
  <p:tag name="KSO_WM_TEMPLATE_CATEGORY" val="diagram"/>
  <p:tag name="KSO_WM_TEMPLATE_INDEX" val="20198140"/>
  <p:tag name="KSO_WM_UNIT_LAYERLEVEL" val="1"/>
  <p:tag name="KSO_WM_TAG_VERSION" val="1.0"/>
  <p:tag name="KSO_WM_BEAUTIFY_FLAG" val="#wm#"/>
  <p:tag name="KSO_WM_UNIT_ADJUSTLAYOUT_ID" val="306"/>
</p:tagLst>
</file>

<file path=ppt/tags/tag1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7"/>
  <p:tag name="KSO_WM_UNIT_ID" val="diagram20198140_1*i*87"/>
  <p:tag name="KSO_WM_TEMPLATE_CATEGORY" val="diagram"/>
  <p:tag name="KSO_WM_TEMPLATE_INDEX" val="20198140"/>
  <p:tag name="KSO_WM_UNIT_LAYERLEVEL" val="1"/>
  <p:tag name="KSO_WM_TAG_VERSION" val="1.0"/>
  <p:tag name="KSO_WM_BEAUTIFY_FLAG" val="#wm#"/>
  <p:tag name="KSO_WM_UNIT_ADJUSTLAYOUT_ID" val="307"/>
</p:tagLst>
</file>

<file path=ppt/tags/tag1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9"/>
  <p:tag name="KSO_WM_UNIT_ID" val="diagram20198140_1*i*89"/>
  <p:tag name="KSO_WM_TEMPLATE_CATEGORY" val="diagram"/>
  <p:tag name="KSO_WM_TEMPLATE_INDEX" val="20198140"/>
  <p:tag name="KSO_WM_UNIT_LAYERLEVEL" val="1"/>
  <p:tag name="KSO_WM_TAG_VERSION" val="1.0"/>
  <p:tag name="KSO_WM_BEAUTIFY_FLAG" val="#wm#"/>
  <p:tag name="KSO_WM_UNIT_ADJUSTLAYOUT_ID" val="308"/>
</p:tagLst>
</file>

<file path=ppt/tags/tag1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0"/>
  <p:tag name="KSO_WM_UNIT_ID" val="diagram20198140_1*i*90"/>
  <p:tag name="KSO_WM_TEMPLATE_CATEGORY" val="diagram"/>
  <p:tag name="KSO_WM_TEMPLATE_INDEX" val="20198140"/>
  <p:tag name="KSO_WM_UNIT_LAYERLEVEL" val="1"/>
  <p:tag name="KSO_WM_TAG_VERSION" val="1.0"/>
  <p:tag name="KSO_WM_BEAUTIFY_FLAG" val="#wm#"/>
  <p:tag name="KSO_WM_UNIT_ADJUSTLAYOUT_ID" val="309"/>
</p:tagLst>
</file>

<file path=ppt/tags/tag1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1"/>
  <p:tag name="KSO_WM_UNIT_ID" val="diagram20198140_1*i*91"/>
  <p:tag name="KSO_WM_TEMPLATE_CATEGORY" val="diagram"/>
  <p:tag name="KSO_WM_TEMPLATE_INDEX" val="20198140"/>
  <p:tag name="KSO_WM_UNIT_LAYERLEVEL" val="1"/>
  <p:tag name="KSO_WM_TAG_VERSION" val="1.0"/>
  <p:tag name="KSO_WM_BEAUTIFY_FLAG" val="#wm#"/>
  <p:tag name="KSO_WM_UNIT_ADJUSTLAYOUT_ID" val="310"/>
</p:tagLst>
</file>

<file path=ppt/tags/tag1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2"/>
  <p:tag name="KSO_WM_UNIT_ID" val="diagram20198140_1*i*92"/>
  <p:tag name="KSO_WM_TEMPLATE_CATEGORY" val="diagram"/>
  <p:tag name="KSO_WM_TEMPLATE_INDEX" val="20198140"/>
  <p:tag name="KSO_WM_UNIT_LAYERLEVEL" val="1"/>
  <p:tag name="KSO_WM_TAG_VERSION" val="1.0"/>
  <p:tag name="KSO_WM_BEAUTIFY_FLAG" val="#wm#"/>
  <p:tag name="KSO_WM_UNIT_ADJUSTLAYOUT_ID" val="311"/>
</p:tagLst>
</file>

<file path=ppt/tags/tag1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3"/>
  <p:tag name="KSO_WM_UNIT_ID" val="diagram20198140_1*i*93"/>
  <p:tag name="KSO_WM_TEMPLATE_CATEGORY" val="diagram"/>
  <p:tag name="KSO_WM_TEMPLATE_INDEX" val="20198140"/>
  <p:tag name="KSO_WM_UNIT_LAYERLEVEL" val="1"/>
  <p:tag name="KSO_WM_TAG_VERSION" val="1.0"/>
  <p:tag name="KSO_WM_BEAUTIFY_FLAG" val="#wm#"/>
  <p:tag name="KSO_WM_UNIT_ADJUSTLAYOUT_ID" val="292"/>
</p:tagLst>
</file>

<file path=ppt/tags/tag1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4"/>
  <p:tag name="KSO_WM_UNIT_ID" val="diagram20198140_1*i*94"/>
  <p:tag name="KSO_WM_TEMPLATE_CATEGORY" val="diagram"/>
  <p:tag name="KSO_WM_TEMPLATE_INDEX" val="20198140"/>
  <p:tag name="KSO_WM_UNIT_LAYERLEVEL" val="1"/>
  <p:tag name="KSO_WM_TAG_VERSION" val="1.0"/>
  <p:tag name="KSO_WM_BEAUTIFY_FLAG" val="#wm#"/>
  <p:tag name="KSO_WM_UNIT_ADJUSTLAYOUT_ID" val="293"/>
</p:tagLst>
</file>

<file path=ppt/tags/tag1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5"/>
  <p:tag name="KSO_WM_UNIT_ID" val="diagram20198140_1*i*95"/>
  <p:tag name="KSO_WM_TEMPLATE_CATEGORY" val="diagram"/>
  <p:tag name="KSO_WM_TEMPLATE_INDEX" val="20198140"/>
  <p:tag name="KSO_WM_UNIT_LAYERLEVEL" val="1"/>
  <p:tag name="KSO_WM_TAG_VERSION" val="1.0"/>
  <p:tag name="KSO_WM_BEAUTIFY_FLAG" val="#wm#"/>
  <p:tag name="KSO_WM_UNIT_ADJUSTLAYOUT_ID" val="294"/>
</p:tagLst>
</file>

<file path=ppt/tags/tag1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6"/>
  <p:tag name="KSO_WM_UNIT_ID" val="diagram20198140_1*i*96"/>
  <p:tag name="KSO_WM_TEMPLATE_CATEGORY" val="diagram"/>
  <p:tag name="KSO_WM_TEMPLATE_INDEX" val="20198140"/>
  <p:tag name="KSO_WM_UNIT_LAYERLEVEL" val="1"/>
  <p:tag name="KSO_WM_TAG_VERSION" val="1.0"/>
  <p:tag name="KSO_WM_BEAUTIFY_FLAG" val="#wm#"/>
  <p:tag name="KSO_WM_UNIT_ADJUSTLAYOUT_ID" val="295"/>
</p:tagLst>
</file>

<file path=ppt/tags/tag1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8"/>
  <p:tag name="KSO_WM_UNIT_ID" val="diagram20198140_1*i*98"/>
  <p:tag name="KSO_WM_TEMPLATE_CATEGORY" val="diagram"/>
  <p:tag name="KSO_WM_TEMPLATE_INDEX" val="20198140"/>
  <p:tag name="KSO_WM_UNIT_LAYERLEVEL" val="1"/>
  <p:tag name="KSO_WM_TAG_VERSION" val="1.0"/>
  <p:tag name="KSO_WM_BEAUTIFY_FLAG" val="#wm#"/>
  <p:tag name="KSO_WM_UNIT_ADJUSTLAYOUT_ID" val="296"/>
</p:tagLst>
</file>

<file path=ppt/tags/tag1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0"/>
  <p:tag name="KSO_WM_UNIT_ID" val="diagram20198140_1*i*100"/>
  <p:tag name="KSO_WM_TEMPLATE_CATEGORY" val="diagram"/>
  <p:tag name="KSO_WM_TEMPLATE_INDEX" val="20198140"/>
  <p:tag name="KSO_WM_UNIT_LAYERLEVEL" val="1"/>
  <p:tag name="KSO_WM_TAG_VERSION" val="1.0"/>
  <p:tag name="KSO_WM_BEAUTIFY_FLAG" val="#wm#"/>
  <p:tag name="KSO_WM_UNIT_ADJUSTLAYOUT_ID" val="297"/>
</p:tagLst>
</file>

<file path=ppt/tags/tag1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1"/>
  <p:tag name="KSO_WM_UNIT_ID" val="diagram20198140_1*i*101"/>
  <p:tag name="KSO_WM_TEMPLATE_CATEGORY" val="diagram"/>
  <p:tag name="KSO_WM_TEMPLATE_INDEX" val="20198140"/>
  <p:tag name="KSO_WM_UNIT_LAYERLEVEL" val="1"/>
  <p:tag name="KSO_WM_TAG_VERSION" val="1.0"/>
  <p:tag name="KSO_WM_BEAUTIFY_FLAG" val="#wm#"/>
  <p:tag name="KSO_WM_UNIT_ADJUSTLAYOUT_ID" val="298"/>
</p:tagLst>
</file>

<file path=ppt/tags/tag1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2"/>
  <p:tag name="KSO_WM_UNIT_ID" val="diagram20198140_1*i*102"/>
  <p:tag name="KSO_WM_TEMPLATE_CATEGORY" val="diagram"/>
  <p:tag name="KSO_WM_TEMPLATE_INDEX" val="20198140"/>
  <p:tag name="KSO_WM_UNIT_LAYERLEVEL" val="1"/>
  <p:tag name="KSO_WM_TAG_VERSION" val="1.0"/>
  <p:tag name="KSO_WM_BEAUTIFY_FLAG" val="#wm#"/>
  <p:tag name="KSO_WM_UNIT_ADJUSTLAYOUT_ID" val="299"/>
</p:tagLst>
</file>

<file path=ppt/tags/tag1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3"/>
  <p:tag name="KSO_WM_UNIT_ID" val="diagram20198140_1*i*103"/>
  <p:tag name="KSO_WM_TEMPLATE_CATEGORY" val="diagram"/>
  <p:tag name="KSO_WM_TEMPLATE_INDEX" val="20198140"/>
  <p:tag name="KSO_WM_UNIT_LAYERLEVEL" val="1"/>
  <p:tag name="KSO_WM_TAG_VERSION" val="1.0"/>
  <p:tag name="KSO_WM_BEAUTIFY_FLAG" val="#wm#"/>
  <p:tag name="KSO_WM_UNIT_ADJUSTLAYOUT_ID" val="300"/>
</p:tagLst>
</file>

<file path=ppt/tags/tag1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4"/>
  <p:tag name="KSO_WM_UNIT_ID" val="diagram20198140_1*i*104"/>
  <p:tag name="KSO_WM_TEMPLATE_CATEGORY" val="diagram"/>
  <p:tag name="KSO_WM_TEMPLATE_INDEX" val="20198140"/>
  <p:tag name="KSO_WM_UNIT_LAYERLEVEL" val="1"/>
  <p:tag name="KSO_WM_TAG_VERSION" val="1.0"/>
  <p:tag name="KSO_WM_BEAUTIFY_FLAG" val="#wm#"/>
  <p:tag name="KSO_WM_UNIT_ADJUSTLAYOUT_ID" val="301"/>
</p:tagLst>
</file>

<file path=ppt/tags/tag1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5"/>
  <p:tag name="KSO_WM_UNIT_ID" val="diagram20198140_1*i*105"/>
  <p:tag name="KSO_WM_TEMPLATE_CATEGORY" val="diagram"/>
  <p:tag name="KSO_WM_TEMPLATE_INDEX" val="20198140"/>
  <p:tag name="KSO_WM_UNIT_LAYERLEVEL" val="1"/>
  <p:tag name="KSO_WM_TAG_VERSION" val="1.0"/>
  <p:tag name="KSO_WM_BEAUTIFY_FLAG" val="#wm#"/>
  <p:tag name="KSO_WM_UNIT_ADJUSTLAYOUT_ID" val="282"/>
</p:tagLst>
</file>

<file path=ppt/tags/tag1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6"/>
  <p:tag name="KSO_WM_UNIT_ID" val="diagram20198140_1*i*106"/>
  <p:tag name="KSO_WM_TEMPLATE_CATEGORY" val="diagram"/>
  <p:tag name="KSO_WM_TEMPLATE_INDEX" val="20198140"/>
  <p:tag name="KSO_WM_UNIT_LAYERLEVEL" val="1"/>
  <p:tag name="KSO_WM_TAG_VERSION" val="1.0"/>
  <p:tag name="KSO_WM_BEAUTIFY_FLAG" val="#wm#"/>
  <p:tag name="KSO_WM_UNIT_ADJUSTLAYOUT_ID" val="283"/>
</p:tagLst>
</file>

<file path=ppt/tags/tag1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7"/>
  <p:tag name="KSO_WM_UNIT_ID" val="diagram20198140_1*i*107"/>
  <p:tag name="KSO_WM_TEMPLATE_CATEGORY" val="diagram"/>
  <p:tag name="KSO_WM_TEMPLATE_INDEX" val="20198140"/>
  <p:tag name="KSO_WM_UNIT_LAYERLEVEL" val="1"/>
  <p:tag name="KSO_WM_TAG_VERSION" val="1.0"/>
  <p:tag name="KSO_WM_BEAUTIFY_FLAG" val="#wm#"/>
  <p:tag name="KSO_WM_UNIT_ADJUSTLAYOUT_ID" val="284"/>
</p:tagLst>
</file>

<file path=ppt/tags/tag1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8"/>
  <p:tag name="KSO_WM_UNIT_ID" val="diagram20198140_1*i*108"/>
  <p:tag name="KSO_WM_TEMPLATE_CATEGORY" val="diagram"/>
  <p:tag name="KSO_WM_TEMPLATE_INDEX" val="20198140"/>
  <p:tag name="KSO_WM_UNIT_LAYERLEVEL" val="1"/>
  <p:tag name="KSO_WM_TAG_VERSION" val="1.0"/>
  <p:tag name="KSO_WM_BEAUTIFY_FLAG" val="#wm#"/>
  <p:tag name="KSO_WM_UNIT_ADJUSTLAYOUT_ID" val="285"/>
</p:tagLst>
</file>

<file path=ppt/tags/tag1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140_1*i*3"/>
  <p:tag name="KSO_WM_TEMPLATE_CATEGORY" val="diagram"/>
  <p:tag name="KSO_WM_TEMPLATE_INDEX" val="20198140"/>
  <p:tag name="KSO_WM_UNIT_LAYERLEVEL" val="1"/>
  <p:tag name="KSO_WM_TAG_VERSION" val="1.0"/>
  <p:tag name="KSO_WM_BEAUTIFY_FLAG" val="#wm#"/>
  <p:tag name="KSO_WM_UNIT_ADJUSTLAYOUT_ID" val="286"/>
</p:tagLst>
</file>

<file path=ppt/tags/tag1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8140_1*i*4"/>
  <p:tag name="KSO_WM_TEMPLATE_CATEGORY" val="diagram"/>
  <p:tag name="KSO_WM_TEMPLATE_INDEX" val="20198140"/>
  <p:tag name="KSO_WM_UNIT_LAYERLEVEL" val="1"/>
  <p:tag name="KSO_WM_TAG_VERSION" val="1.0"/>
  <p:tag name="KSO_WM_BEAUTIFY_FLAG" val="#wm#"/>
  <p:tag name="KSO_WM_UNIT_ADJUSTLAYOUT_ID" val="287"/>
</p:tagLst>
</file>

<file path=ppt/tags/tag1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8140_1*i*5"/>
  <p:tag name="KSO_WM_TEMPLATE_CATEGORY" val="diagram"/>
  <p:tag name="KSO_WM_TEMPLATE_INDEX" val="20198140"/>
  <p:tag name="KSO_WM_UNIT_LAYERLEVEL" val="1"/>
  <p:tag name="KSO_WM_TAG_VERSION" val="1.0"/>
  <p:tag name="KSO_WM_BEAUTIFY_FLAG" val="#wm#"/>
  <p:tag name="KSO_WM_UNIT_ADJUSTLAYOUT_ID" val="288"/>
</p:tagLst>
</file>

<file path=ppt/tags/tag1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8140_1*i*6"/>
  <p:tag name="KSO_WM_TEMPLATE_CATEGORY" val="diagram"/>
  <p:tag name="KSO_WM_TEMPLATE_INDEX" val="20198140"/>
  <p:tag name="KSO_WM_UNIT_LAYERLEVEL" val="1"/>
  <p:tag name="KSO_WM_TAG_VERSION" val="1.0"/>
  <p:tag name="KSO_WM_BEAUTIFY_FLAG" val="#wm#"/>
  <p:tag name="KSO_WM_UNIT_ADJUSTLAYOUT_ID" val="289"/>
</p:tagLst>
</file>

<file path=ppt/tags/tag1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8140_1*i*7"/>
  <p:tag name="KSO_WM_TEMPLATE_CATEGORY" val="diagram"/>
  <p:tag name="KSO_WM_TEMPLATE_INDEX" val="20198140"/>
  <p:tag name="KSO_WM_UNIT_LAYERLEVEL" val="1"/>
  <p:tag name="KSO_WM_TAG_VERSION" val="1.0"/>
  <p:tag name="KSO_WM_BEAUTIFY_FLAG" val="#wm#"/>
  <p:tag name="KSO_WM_UNIT_ADJUSTLAYOUT_ID" val="290"/>
</p:tagLst>
</file>

<file path=ppt/tags/tag1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8140_1*i*8"/>
  <p:tag name="KSO_WM_TEMPLATE_CATEGORY" val="diagram"/>
  <p:tag name="KSO_WM_TEMPLATE_INDEX" val="20198140"/>
  <p:tag name="KSO_WM_UNIT_LAYERLEVEL" val="1"/>
  <p:tag name="KSO_WM_TAG_VERSION" val="1.0"/>
  <p:tag name="KSO_WM_BEAUTIFY_FLAG" val="#wm#"/>
  <p:tag name="KSO_WM_UNIT_ADJUSTLAYOUT_ID" val="291"/>
</p:tagLst>
</file>

<file path=ppt/tags/tag12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140_1*i*9"/>
  <p:tag name="KSO_WM_TEMPLATE_CATEGORY" val="diagram"/>
  <p:tag name="KSO_WM_TEMPLATE_INDEX" val="20198140"/>
  <p:tag name="KSO_WM_UNIT_LAYERLEVEL" val="1"/>
  <p:tag name="KSO_WM_TAG_VERSION" val="1.0"/>
  <p:tag name="KSO_WM_BEAUTIFY_FLAG" val="#wm#"/>
  <p:tag name="KSO_WM_UNIT_ADJUSTLAYOUT_ID" val="272"/>
</p:tagLst>
</file>

<file path=ppt/tags/tag1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8140_1*i*10"/>
  <p:tag name="KSO_WM_TEMPLATE_CATEGORY" val="diagram"/>
  <p:tag name="KSO_WM_TEMPLATE_INDEX" val="20198140"/>
  <p:tag name="KSO_WM_UNIT_LAYERLEVEL" val="1"/>
  <p:tag name="KSO_WM_TAG_VERSION" val="1.0"/>
  <p:tag name="KSO_WM_BEAUTIFY_FLAG" val="#wm#"/>
  <p:tag name="KSO_WM_UNIT_ADJUSTLAYOUT_ID" val="273"/>
</p:tagLst>
</file>

<file path=ppt/tags/tag1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140_1*i*11"/>
  <p:tag name="KSO_WM_TEMPLATE_CATEGORY" val="diagram"/>
  <p:tag name="KSO_WM_TEMPLATE_INDEX" val="20198140"/>
  <p:tag name="KSO_WM_UNIT_LAYERLEVEL" val="1"/>
  <p:tag name="KSO_WM_TAG_VERSION" val="1.0"/>
  <p:tag name="KSO_WM_BEAUTIFY_FLAG" val="#wm#"/>
  <p:tag name="KSO_WM_UNIT_ADJUSTLAYOUT_ID" val="274"/>
</p:tagLst>
</file>

<file path=ppt/tags/tag1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8140_1*i*12"/>
  <p:tag name="KSO_WM_TEMPLATE_CATEGORY" val="diagram"/>
  <p:tag name="KSO_WM_TEMPLATE_INDEX" val="20198140"/>
  <p:tag name="KSO_WM_UNIT_LAYERLEVEL" val="1"/>
  <p:tag name="KSO_WM_TAG_VERSION" val="1.0"/>
  <p:tag name="KSO_WM_BEAUTIFY_FLAG" val="#wm#"/>
  <p:tag name="KSO_WM_UNIT_ADJUSTLAYOUT_ID" val="275"/>
</p:tagLst>
</file>

<file path=ppt/tags/tag1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diagram20198140_1*i*33"/>
  <p:tag name="KSO_WM_TEMPLATE_CATEGORY" val="diagram"/>
  <p:tag name="KSO_WM_TEMPLATE_INDEX" val="20198140"/>
  <p:tag name="KSO_WM_UNIT_LAYERLEVEL" val="1"/>
  <p:tag name="KSO_WM_TAG_VERSION" val="1.0"/>
  <p:tag name="KSO_WM_BEAUTIFY_FLAG" val="#wm#"/>
  <p:tag name="KSO_WM_UNIT_ADJUSTLAYOUT_ID" val="276"/>
</p:tagLst>
</file>

<file path=ppt/tags/tag1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4"/>
  <p:tag name="KSO_WM_UNIT_ID" val="diagram20198140_1*i*44"/>
  <p:tag name="KSO_WM_TEMPLATE_CATEGORY" val="diagram"/>
  <p:tag name="KSO_WM_TEMPLATE_INDEX" val="20198140"/>
  <p:tag name="KSO_WM_UNIT_LAYERLEVEL" val="1"/>
  <p:tag name="KSO_WM_TAG_VERSION" val="1.0"/>
  <p:tag name="KSO_WM_BEAUTIFY_FLAG" val="#wm#"/>
  <p:tag name="KSO_WM_UNIT_ADJUSTLAYOUT_ID" val="277"/>
</p:tagLst>
</file>

<file path=ppt/tags/tag1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5"/>
  <p:tag name="KSO_WM_UNIT_ID" val="diagram20198140_1*i*55"/>
  <p:tag name="KSO_WM_TEMPLATE_CATEGORY" val="diagram"/>
  <p:tag name="KSO_WM_TEMPLATE_INDEX" val="20198140"/>
  <p:tag name="KSO_WM_UNIT_LAYERLEVEL" val="1"/>
  <p:tag name="KSO_WM_TAG_VERSION" val="1.0"/>
  <p:tag name="KSO_WM_BEAUTIFY_FLAG" val="#wm#"/>
  <p:tag name="KSO_WM_UNIT_ADJUSTLAYOUT_ID" val="278"/>
</p:tagLst>
</file>

<file path=ppt/tags/tag1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6"/>
  <p:tag name="KSO_WM_UNIT_ID" val="diagram20198140_1*i*66"/>
  <p:tag name="KSO_WM_TEMPLATE_CATEGORY" val="diagram"/>
  <p:tag name="KSO_WM_TEMPLATE_INDEX" val="20198140"/>
  <p:tag name="KSO_WM_UNIT_LAYERLEVEL" val="1"/>
  <p:tag name="KSO_WM_TAG_VERSION" val="1.0"/>
  <p:tag name="KSO_WM_BEAUTIFY_FLAG" val="#wm#"/>
  <p:tag name="KSO_WM_UNIT_ADJUSTLAYOUT_ID" val="279"/>
</p:tagLst>
</file>

<file path=ppt/tags/tag1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7"/>
  <p:tag name="KSO_WM_UNIT_ID" val="diagram20198140_1*i*77"/>
  <p:tag name="KSO_WM_TEMPLATE_CATEGORY" val="diagram"/>
  <p:tag name="KSO_WM_TEMPLATE_INDEX" val="20198140"/>
  <p:tag name="KSO_WM_UNIT_LAYERLEVEL" val="1"/>
  <p:tag name="KSO_WM_TAG_VERSION" val="1.0"/>
  <p:tag name="KSO_WM_BEAUTIFY_FLAG" val="#wm#"/>
  <p:tag name="KSO_WM_UNIT_ADJUSTLAYOUT_ID" val="280"/>
</p:tagLst>
</file>

<file path=ppt/tags/tag1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8"/>
  <p:tag name="KSO_WM_UNIT_ID" val="diagram20198140_1*i*88"/>
  <p:tag name="KSO_WM_TEMPLATE_CATEGORY" val="diagram"/>
  <p:tag name="KSO_WM_TEMPLATE_INDEX" val="20198140"/>
  <p:tag name="KSO_WM_UNIT_LAYERLEVEL" val="1"/>
  <p:tag name="KSO_WM_TAG_VERSION" val="1.0"/>
  <p:tag name="KSO_WM_BEAUTIFY_FLAG" val="#wm#"/>
  <p:tag name="KSO_WM_UNIT_ADJUSTLAYOUT_ID" val="281"/>
</p:tagLst>
</file>

<file path=ppt/tags/tag1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9"/>
  <p:tag name="KSO_WM_UNIT_ID" val="diagram20198140_1*i*99"/>
  <p:tag name="KSO_WM_TEMPLATE_CATEGORY" val="diagram"/>
  <p:tag name="KSO_WM_TEMPLATE_INDEX" val="20198140"/>
  <p:tag name="KSO_WM_UNIT_LAYERLEVEL" val="1"/>
  <p:tag name="KSO_WM_TAG_VERSION" val="1.0"/>
  <p:tag name="KSO_WM_BEAUTIFY_FLAG" val="#wm#"/>
  <p:tag name="KSO_WM_UNIT_ADJUSTLAYOUT_ID" val="253"/>
</p:tagLst>
</file>

<file path=ppt/tags/tag1274.xml><?xml version="1.0" encoding="utf-8"?>
<p:tagLst xmlns:a="http://schemas.openxmlformats.org/drawingml/2006/main" xmlns:r="http://schemas.openxmlformats.org/officeDocument/2006/relationships" xmlns:p="http://schemas.openxmlformats.org/presentationml/2006/main">
  <p:tag name="KSO_WM_UNIT_TEXT_PART_ID_V2" val="b-3-1"/>
  <p:tag name="KSO_WM_UNIT_ISCONTENTS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140_1*a*1"/>
  <p:tag name="KSO_WM_TEMPLATE_CATEGORY" val="diagram"/>
  <p:tag name="KSO_WM_TEMPLATE_INDEX" val="20198140"/>
  <p:tag name="KSO_WM_UNIT_LAYERLEVEL" val="1"/>
  <p:tag name="KSO_WM_TAG_VERSION" val="1.0"/>
  <p:tag name="KSO_WM_BEAUTIFY_FLAG" val="#wm#"/>
  <p:tag name="KSO_WM_UNIT_PRESET_TEXT" val="单击此处添加您的大标题"/>
  <p:tag name="KSO_WM_UNIT_ADJUSTLAYOUT_ID" val="254"/>
</p:tagLst>
</file>

<file path=ppt/tags/tag1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0"/>
  <p:tag name="KSO_WM_UNIT_ID" val="diagram20198140_1*i*110"/>
  <p:tag name="KSO_WM_TEMPLATE_CATEGORY" val="diagram"/>
  <p:tag name="KSO_WM_TEMPLATE_INDEX" val="20198140"/>
  <p:tag name="KSO_WM_UNIT_LAYERLEVEL" val="1"/>
  <p:tag name="KSO_WM_TAG_VERSION" val="1.0"/>
  <p:tag name="KSO_WM_BEAUTIFY_FLAG" val="#wm#"/>
  <p:tag name="KSO_WM_UNIT_ADJUSTLAYOUT_ID" val="510"/>
</p:tagLst>
</file>

<file path=ppt/tags/tag1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8140_1*i*2"/>
  <p:tag name="KSO_WM_TEMPLATE_CATEGORY" val="diagram"/>
  <p:tag name="KSO_WM_TEMPLATE_INDEX" val="20198140"/>
  <p:tag name="KSO_WM_UNIT_LAYERLEVEL" val="1"/>
  <p:tag name="KSO_WM_TAG_VERSION" val="1.0"/>
  <p:tag name="KSO_WM_BEAUTIFY_FLAG" val="#wm#"/>
  <p:tag name="KSO_WM_UNIT_ADJUSTLAYOUT_ID" val="511"/>
</p:tagLst>
</file>

<file path=ppt/tags/tag1277.xml><?xml version="1.0" encoding="utf-8"?>
<p:tagLst xmlns:a="http://schemas.openxmlformats.org/drawingml/2006/main" xmlns:r="http://schemas.openxmlformats.org/officeDocument/2006/relationships" xmlns:p="http://schemas.openxmlformats.org/presentationml/2006/main">
  <p:tag name="KSO_WM_UNIT_VALUE" val="1051*788"/>
  <p:tag name="KSO_WM_UNIT_HIGHLIGHT" val="0"/>
  <p:tag name="KSO_WM_UNIT_COMPATIBLE" val="0"/>
  <p:tag name="KSO_WM_UNIT_DIAGRAM_ISNUMVISUAL" val="0"/>
  <p:tag name="KSO_WM_UNIT_DIAGRAM_ISREFERUNIT" val="0"/>
  <p:tag name="KSO_WM_UNIT_TYPE" val="d"/>
  <p:tag name="KSO_WM_UNIT_INDEX" val="1"/>
  <p:tag name="KSO_WM_UNIT_ID" val="diagram20198140_1*d*1"/>
  <p:tag name="KSO_WM_TEMPLATE_CATEGORY" val="diagram"/>
  <p:tag name="KSO_WM_TEMPLATE_INDEX" val="20198140"/>
  <p:tag name="KSO_WM_UNIT_LAYERLEVEL" val="1"/>
  <p:tag name="KSO_WM_TAG_VERSION" val="1.0"/>
  <p:tag name="KSO_WM_BEAUTIFY_FLAG" val="#wm#"/>
  <p:tag name="KSO_WM_UNIT_ADJUSTLAYOUT_ID" val="11"/>
  <p:tag name="KSO_WM_UNIT_PICTURE_CLIP_FLAG" val="1"/>
</p:tagLst>
</file>

<file path=ppt/tags/tag1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140_1*i*13"/>
  <p:tag name="KSO_WM_TEMPLATE_CATEGORY" val="diagram"/>
  <p:tag name="KSO_WM_TEMPLATE_INDEX" val="20198140"/>
  <p:tag name="KSO_WM_UNIT_LAYERLEVEL" val="1"/>
  <p:tag name="KSO_WM_TAG_VERSION" val="1.0"/>
  <p:tag name="KSO_WM_BEAUTIFY_FLAG" val="#wm#"/>
  <p:tag name="KSO_WM_UNIT_ADJUSTLAYOUT_ID" val="8"/>
</p:tagLst>
</file>

<file path=ppt/tags/tag1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diagram20198140_1*i*15"/>
  <p:tag name="KSO_WM_TEMPLATE_CATEGORY" val="diagram"/>
  <p:tag name="KSO_WM_TEMPLATE_INDEX" val="20198140"/>
  <p:tag name="KSO_WM_UNIT_LAYERLEVEL" val="1"/>
  <p:tag name="KSO_WM_TAG_VERSION" val="1.0"/>
  <p:tag name="KSO_WM_BEAUTIFY_FLAG" val="#wm#"/>
  <p:tag name="KSO_WM_UNIT_ADJUSTLAYOUT_ID" val="515"/>
</p:tagLst>
</file>

<file path=ppt/tags/tag1280.xml><?xml version="1.0" encoding="utf-8"?>
<p:tagLst xmlns:a="http://schemas.openxmlformats.org/drawingml/2006/main" xmlns:r="http://schemas.openxmlformats.org/officeDocument/2006/relationships" xmlns:p="http://schemas.openxmlformats.org/presentationml/2006/main">
  <p:tag name="KSO_WM_UNIT_TEXT_PART_ID_V2" val="d-1-1"/>
  <p:tag name="KSO_WM_UNIT_NOCLEAR" val="0"/>
  <p:tag name="KSO_WM_UNIT_VALUE" val="34"/>
  <p:tag name="KSO_WM_UNIT_HIGHLIGHT" val="0"/>
  <p:tag name="KSO_WM_UNIT_COMPATIBLE" val="0"/>
  <p:tag name="KSO_WM_UNIT_DIAGRAM_ISNUMVISUAL" val="0"/>
  <p:tag name="KSO_WM_UNIT_DIAGRAM_ISREFERUNIT" val="0"/>
  <p:tag name="KSO_WM_UNIT_TYPE" val="f"/>
  <p:tag name="KSO_WM_UNIT_INDEX" val="1"/>
  <p:tag name="KSO_WM_UNIT_ID" val="diagram20198140_1*f*1"/>
  <p:tag name="KSO_WM_TEMPLATE_CATEGORY" val="diagram"/>
  <p:tag name="KSO_WM_TEMPLATE_INDEX" val="20198140"/>
  <p:tag name="KSO_WM_UNIT_LAYERLEVEL" val="1"/>
  <p:tag name="KSO_WM_TAG_VERSION" val="1.0"/>
  <p:tag name="KSO_WM_BEAUTIFY_FLAG" val="#wm#"/>
  <p:tag name="KSO_WM_UNIT_PRESET_TEXT" val="点击此处添加正文，文字是您思想的提炼，请言简意赅的阐述观点。"/>
  <p:tag name="KSO_WM_UNIT_ADJUSTLAYOUT_ID" val="12"/>
</p:tagLst>
</file>

<file path=ppt/tags/tag1281.xml><?xml version="1.0" encoding="utf-8"?>
<p:tagLst xmlns:a="http://schemas.openxmlformats.org/drawingml/2006/main" xmlns:r="http://schemas.openxmlformats.org/officeDocument/2006/relationships" xmlns:p="http://schemas.openxmlformats.org/presentationml/2006/main">
  <p:tag name="KSO_WM_SLIDE_ID" val="diagram20198165_1"/>
  <p:tag name="KSO_WM_TEMPLATE_SUBCATEGORY" val="8"/>
  <p:tag name="KSO_WM_SLIDE_TYPE" val="text"/>
  <p:tag name="KSO_WM_SLIDE_SUBTYPE" val="picTxt"/>
  <p:tag name="KSO_WM_SLIDE_ITEM_CNT" val="0"/>
  <p:tag name="KSO_WM_SLIDE_INDEX" val="1"/>
  <p:tag name="KSO_WM_SLIDE_SIZE" val="979*507"/>
  <p:tag name="KSO_WM_SLIDE_POSITION" val="-19*0"/>
  <p:tag name="KSO_WM_TAG_VERSION" val="1.0"/>
  <p:tag name="KSO_WM_BEAUTIFY_FLAG" val="#wm#"/>
  <p:tag name="KSO_WM_TEMPLATE_CATEGORY" val="diagram"/>
  <p:tag name="KSO_WM_TEMPLATE_INDEX" val="20198165"/>
  <p:tag name="KSO_WM_SLIDE_LAYOUT" val="a_d_f_y"/>
  <p:tag name="KSO_WM_SLIDE_LAYOUT_CNT" val="1_1_1_1"/>
</p:tagLst>
</file>

<file path=ppt/tags/tag1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165_1*i*13"/>
  <p:tag name="KSO_WM_TEMPLATE_CATEGORY" val="diagram"/>
  <p:tag name="KSO_WM_TEMPLATE_INDEX" val="20198165"/>
  <p:tag name="KSO_WM_UNIT_LAYERLEVEL" val="1"/>
  <p:tag name="KSO_WM_TAG_VERSION" val="1.0"/>
  <p:tag name="KSO_WM_BEAUTIFY_FLAG" val="#wm#"/>
  <p:tag name="KSO_WM_UNIT_ADJUSTLAYOUT_ID" val="263"/>
</p:tagLst>
</file>

<file path=ppt/tags/tag1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8165_1*i*2"/>
  <p:tag name="KSO_WM_TEMPLATE_CATEGORY" val="diagram"/>
  <p:tag name="KSO_WM_TEMPLATE_INDEX" val="20198165"/>
  <p:tag name="KSO_WM_UNIT_LAYERLEVEL" val="1"/>
  <p:tag name="KSO_WM_TAG_VERSION" val="1.0"/>
  <p:tag name="KSO_WM_BEAUTIFY_FLAG" val="#wm#"/>
  <p:tag name="KSO_WM_UNIT_ADJUSTLAYOUT_ID" val="264"/>
</p:tagLst>
</file>

<file path=ppt/tags/tag1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165_1*i*1"/>
  <p:tag name="KSO_WM_TEMPLATE_CATEGORY" val="diagram"/>
  <p:tag name="KSO_WM_TEMPLATE_INDEX" val="20198165"/>
  <p:tag name="KSO_WM_UNIT_LAYERLEVEL" val="1"/>
  <p:tag name="KSO_WM_TAG_VERSION" val="1.0"/>
  <p:tag name="KSO_WM_BEAUTIFY_FLAG" val="#wm#"/>
  <p:tag name="KSO_WM_UNIT_ADJUSTLAYOUT_ID" val="266"/>
</p:tagLst>
</file>

<file path=ppt/tags/tag1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8165_1*i*6"/>
  <p:tag name="KSO_WM_TEMPLATE_CATEGORY" val="diagram"/>
  <p:tag name="KSO_WM_TEMPLATE_INDEX" val="20198165"/>
  <p:tag name="KSO_WM_UNIT_LAYERLEVEL" val="1"/>
  <p:tag name="KSO_WM_TAG_VERSION" val="1.0"/>
  <p:tag name="KSO_WM_BEAUTIFY_FLAG" val="#wm#"/>
  <p:tag name="KSO_WM_UNIT_ADJUSTLAYOUT_ID" val="275"/>
</p:tagLst>
</file>

<file path=ppt/tags/tag1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8165_1*i*7"/>
  <p:tag name="KSO_WM_TEMPLATE_CATEGORY" val="diagram"/>
  <p:tag name="KSO_WM_TEMPLATE_INDEX" val="20198165"/>
  <p:tag name="KSO_WM_UNIT_LAYERLEVEL" val="1"/>
  <p:tag name="KSO_WM_TAG_VERSION" val="1.0"/>
  <p:tag name="KSO_WM_BEAUTIFY_FLAG" val="#wm#"/>
  <p:tag name="KSO_WM_UNIT_ADJUSTLAYOUT_ID" val="276"/>
</p:tagLst>
</file>

<file path=ppt/tags/tag1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8165_1*i*8"/>
  <p:tag name="KSO_WM_TEMPLATE_CATEGORY" val="diagram"/>
  <p:tag name="KSO_WM_TEMPLATE_INDEX" val="20198165"/>
  <p:tag name="KSO_WM_UNIT_LAYERLEVEL" val="1"/>
  <p:tag name="KSO_WM_TAG_VERSION" val="1.0"/>
  <p:tag name="KSO_WM_BEAUTIFY_FLAG" val="#wm#"/>
  <p:tag name="KSO_WM_UNIT_ADJUSTLAYOUT_ID" val="273"/>
</p:tagLst>
</file>

<file path=ppt/tags/tag12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165_1*i*9"/>
  <p:tag name="KSO_WM_TEMPLATE_CATEGORY" val="diagram"/>
  <p:tag name="KSO_WM_TEMPLATE_INDEX" val="20198165"/>
  <p:tag name="KSO_WM_UNIT_LAYERLEVEL" val="1"/>
  <p:tag name="KSO_WM_TAG_VERSION" val="1.0"/>
  <p:tag name="KSO_WM_BEAUTIFY_FLAG" val="#wm#"/>
  <p:tag name="KSO_WM_UNIT_ADJUSTLAYOUT_ID" val="274"/>
</p:tagLst>
</file>

<file path=ppt/tags/tag12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8165_1*i*10"/>
  <p:tag name="KSO_WM_TEMPLATE_CATEGORY" val="diagram"/>
  <p:tag name="KSO_WM_TEMPLATE_INDEX" val="20198165"/>
  <p:tag name="KSO_WM_UNIT_LAYERLEVEL" val="1"/>
  <p:tag name="KSO_WM_TAG_VERSION" val="1.0"/>
  <p:tag name="KSO_WM_BEAUTIFY_FLAG" val="#wm#"/>
  <p:tag name="KSO_WM_UNIT_ADJUSTLAYOUT_ID" val="271"/>
</p:tagLst>
</file>

<file path=ppt/tags/tag1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165_1*i*11"/>
  <p:tag name="KSO_WM_TEMPLATE_CATEGORY" val="diagram"/>
  <p:tag name="KSO_WM_TEMPLATE_INDEX" val="20198165"/>
  <p:tag name="KSO_WM_UNIT_LAYERLEVEL" val="1"/>
  <p:tag name="KSO_WM_TAG_VERSION" val="1.0"/>
  <p:tag name="KSO_WM_BEAUTIFY_FLAG" val="#wm#"/>
  <p:tag name="KSO_WM_UNIT_ADJUSTLAYOUT_ID" val="272"/>
</p:tagLst>
</file>

<file path=ppt/tags/tag1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198165_1*y*1"/>
  <p:tag name="KSO_WM_TEMPLATE_CATEGORY" val="diagram"/>
  <p:tag name="KSO_WM_TEMPLATE_INDEX" val="20198165"/>
  <p:tag name="KSO_WM_UNIT_LAYERLEVEL" val="1"/>
  <p:tag name="KSO_WM_TAG_VERSION" val="1.0"/>
  <p:tag name="KSO_WM_BEAUTIFY_FLAG" val="#wm#"/>
  <p:tag name="KSO_WM_UNIT_ADJUSTLAYOUT_ID" val="260"/>
</p:tagLst>
</file>

<file path=ppt/tags/tag1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165_1*i*3"/>
  <p:tag name="KSO_WM_TEMPLATE_CATEGORY" val="diagram"/>
  <p:tag name="KSO_WM_TEMPLATE_INDEX" val="20198165"/>
  <p:tag name="KSO_WM_UNIT_LAYERLEVEL" val="1"/>
  <p:tag name="KSO_WM_TAG_VERSION" val="1.0"/>
  <p:tag name="KSO_WM_BEAUTIFY_FLAG" val="#wm#"/>
  <p:tag name="KSO_WM_UNIT_ADJUSTLAYOUT_ID" val="261"/>
</p:tagLst>
</file>

<file path=ppt/tags/tag12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8165_1*i*4"/>
  <p:tag name="KSO_WM_TEMPLATE_CATEGORY" val="diagram"/>
  <p:tag name="KSO_WM_TEMPLATE_INDEX" val="20198165"/>
  <p:tag name="KSO_WM_UNIT_LAYERLEVEL" val="1"/>
  <p:tag name="KSO_WM_TAG_VERSION" val="1.0"/>
  <p:tag name="KSO_WM_BEAUTIFY_FLAG" val="#wm#"/>
  <p:tag name="KSO_WM_UNIT_ADJUSTLAYOUT_ID" val="262"/>
</p:tagLst>
</file>

<file path=ppt/tags/tag12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8165_1*i*5"/>
  <p:tag name="KSO_WM_TEMPLATE_CATEGORY" val="diagram"/>
  <p:tag name="KSO_WM_TEMPLATE_INDEX" val="20198165"/>
  <p:tag name="KSO_WM_UNIT_LAYERLEVEL" val="1"/>
  <p:tag name="KSO_WM_TAG_VERSION" val="1.0"/>
  <p:tag name="KSO_WM_BEAUTIFY_FLAG" val="#wm#"/>
  <p:tag name="KSO_WM_UNIT_ADJUSTLAYOUT_ID" val="510"/>
</p:tagLst>
</file>

<file path=ppt/tags/tag1295.xml><?xml version="1.0" encoding="utf-8"?>
<p:tagLst xmlns:a="http://schemas.openxmlformats.org/drawingml/2006/main" xmlns:r="http://schemas.openxmlformats.org/officeDocument/2006/relationships" xmlns:p="http://schemas.openxmlformats.org/presentationml/2006/main">
  <p:tag name="KSO_WM_UNIT_TEXT_PART_ID_V2" val="b-3-1"/>
  <p:tag name="KSO_WM_UNIT_ISCONTENTSTITLE" val="0"/>
  <p:tag name="KSO_WM_UNIT_PRESET_TEXT" val="单击此处添加您的大标题"/>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165_1*a*1"/>
  <p:tag name="KSO_WM_TEMPLATE_CATEGORY" val="diagram"/>
  <p:tag name="KSO_WM_TEMPLATE_INDEX" val="20198165"/>
  <p:tag name="KSO_WM_UNIT_LAYERLEVEL" val="1"/>
  <p:tag name="KSO_WM_TAG_VERSION" val="1.0"/>
  <p:tag name="KSO_WM_BEAUTIFY_FLAG" val="#wm#"/>
  <p:tag name="KSO_WM_UNIT_ADJUSTLAYOUT_ID" val="511"/>
</p:tagLst>
</file>

<file path=ppt/tags/tag1296.xml><?xml version="1.0" encoding="utf-8"?>
<p:tagLst xmlns:a="http://schemas.openxmlformats.org/drawingml/2006/main" xmlns:r="http://schemas.openxmlformats.org/officeDocument/2006/relationships" xmlns:p="http://schemas.openxmlformats.org/presentationml/2006/main">
  <p:tag name="KSO_WM_UNIT_VALUE" val="868*1735"/>
  <p:tag name="KSO_WM_UNIT_HIGHLIGHT" val="0"/>
  <p:tag name="KSO_WM_UNIT_COMPATIBLE" val="0"/>
  <p:tag name="KSO_WM_UNIT_DIAGRAM_ISNUMVISUAL" val="0"/>
  <p:tag name="KSO_WM_UNIT_DIAGRAM_ISREFERUNIT" val="0"/>
  <p:tag name="KSO_WM_UNIT_TYPE" val="d"/>
  <p:tag name="KSO_WM_UNIT_INDEX" val="1"/>
  <p:tag name="KSO_WM_UNIT_ID" val="diagram20198165_1*d*1"/>
  <p:tag name="KSO_WM_TEMPLATE_CATEGORY" val="diagram"/>
  <p:tag name="KSO_WM_TEMPLATE_INDEX" val="20198165"/>
  <p:tag name="KSO_WM_UNIT_LAYERLEVEL" val="1"/>
  <p:tag name="KSO_WM_TAG_VERSION" val="1.0"/>
  <p:tag name="KSO_WM_BEAUTIFY_FLAG" val="#wm#"/>
  <p:tag name="KSO_WM_UNIT_ADJUSTLAYOUT_ID" val="10"/>
  <p:tag name="KSO_WM_UNIT_PICTURE_CLIP_FLAG" val="1"/>
</p:tagLst>
</file>

<file path=ppt/tags/tag1297.xml><?xml version="1.0" encoding="utf-8"?>
<p:tagLst xmlns:a="http://schemas.openxmlformats.org/drawingml/2006/main" xmlns:r="http://schemas.openxmlformats.org/officeDocument/2006/relationships" xmlns:p="http://schemas.openxmlformats.org/presentationml/2006/main">
  <p:tag name="KSO_WM_UNIT_TEXT_PART_ID_V2" val="d-1-1"/>
  <p:tag name="KSO_WM_UNIT_PRESET_TEXT" val="点击此处添加正文，文字是您思想的提炼，请言简意赅的阐述观点。请言简意赅的阐述您的观点。"/>
  <p:tag name="KSO_WM_UNIT_NOCLEAR" val="0"/>
  <p:tag name="KSO_WM_UNIT_VALUE" val="52"/>
  <p:tag name="KSO_WM_UNIT_HIGHLIGHT" val="0"/>
  <p:tag name="KSO_WM_UNIT_COMPATIBLE" val="0"/>
  <p:tag name="KSO_WM_UNIT_DIAGRAM_ISNUMVISUAL" val="0"/>
  <p:tag name="KSO_WM_UNIT_DIAGRAM_ISREFERUNIT" val="0"/>
  <p:tag name="KSO_WM_UNIT_TYPE" val="f"/>
  <p:tag name="KSO_WM_UNIT_INDEX" val="1"/>
  <p:tag name="KSO_WM_UNIT_ID" val="diagram20198165_1*f*1"/>
  <p:tag name="KSO_WM_TEMPLATE_CATEGORY" val="diagram"/>
  <p:tag name="KSO_WM_TEMPLATE_INDEX" val="20198165"/>
  <p:tag name="KSO_WM_UNIT_LAYERLEVEL" val="1"/>
  <p:tag name="KSO_WM_TAG_VERSION" val="1.0"/>
  <p:tag name="KSO_WM_BEAUTIFY_FLAG" val="#wm#"/>
  <p:tag name="KSO_WM_UNIT_ADJUSTLAYOUT_ID" val="12"/>
</p:tagLst>
</file>

<file path=ppt/tags/tag1298.xml><?xml version="1.0" encoding="utf-8"?>
<p:tagLst xmlns:a="http://schemas.openxmlformats.org/drawingml/2006/main" xmlns:r="http://schemas.openxmlformats.org/officeDocument/2006/relationships" xmlns:p="http://schemas.openxmlformats.org/presentationml/2006/main">
  <p:tag name="KSO_WM_SLIDE_ID" val="diagram20198658_1"/>
  <p:tag name="KSO_WM_TEMPLATE_SUBCATEGORY" val="8"/>
  <p:tag name="KSO_WM_TEMPLATE_MASTER_TYPE" val="0"/>
  <p:tag name="KSO_WM_TEMPLATE_COLOR_TYPE" val="1"/>
  <p:tag name="KSO_WM_SLIDE_TYPE" val="text"/>
  <p:tag name="KSO_WM_SLIDE_SUBTYPE" val="pureTxt"/>
  <p:tag name="KSO_WM_SLIDE_ITEM_CNT" val="0"/>
  <p:tag name="KSO_WM_SLIDE_INDEX" val="1"/>
  <p:tag name="KSO_WM_SLIDE_SIZE" val="979*508"/>
  <p:tag name="KSO_WM_SLIDE_POSITION" val="-19*0"/>
  <p:tag name="KSO_WM_TAG_VERSION" val="1.0"/>
  <p:tag name="KSO_WM_BEAUTIFY_FLAG" val="#wm#"/>
  <p:tag name="KSO_WM_TEMPLATE_CATEGORY" val="diagram"/>
  <p:tag name="KSO_WM_TEMPLATE_INDEX" val="20198658"/>
  <p:tag name="KSO_WM_SLIDE_LAYOUT" val="a_f"/>
  <p:tag name="KSO_WM_SLIDE_LAYOUT_CNT" val="1_1"/>
</p:tagLst>
</file>

<file path=ppt/tags/tag12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8658_1*i*4"/>
  <p:tag name="KSO_WM_TEMPLATE_CATEGORY" val="diagram"/>
  <p:tag name="KSO_WM_TEMPLATE_INDEX" val="20198658"/>
  <p:tag name="KSO_WM_UNIT_LAYERLEVEL" val="1"/>
  <p:tag name="KSO_WM_TAG_VERSION" val="1.0"/>
  <p:tag name="KSO_WM_BEAUTIFY_FLAG" val="#wm#"/>
</p:tagLst>
</file>

<file path=ppt/tags/tag1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8658_1*i*5"/>
  <p:tag name="KSO_WM_TEMPLATE_CATEGORY" val="diagram"/>
  <p:tag name="KSO_WM_TEMPLATE_INDEX" val="20198658"/>
  <p:tag name="KSO_WM_UNIT_LAYERLEVEL" val="1"/>
  <p:tag name="KSO_WM_TAG_VERSION" val="1.0"/>
  <p:tag name="KSO_WM_BEAUTIFY_FLAG" val="#wm#"/>
</p:tagLst>
</file>

<file path=ppt/tags/tag1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658_1*i*1"/>
  <p:tag name="KSO_WM_TEMPLATE_CATEGORY" val="diagram"/>
  <p:tag name="KSO_WM_TEMPLATE_INDEX" val="20198658"/>
  <p:tag name="KSO_WM_UNIT_LAYERLEVEL" val="1"/>
  <p:tag name="KSO_WM_TAG_VERSION" val="1.0"/>
  <p:tag name="KSO_WM_BEAUTIFY_FLAG" val="#wm#"/>
</p:tagLst>
</file>

<file path=ppt/tags/tag1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658_1*i*9"/>
  <p:tag name="KSO_WM_TEMPLATE_CATEGORY" val="diagram"/>
  <p:tag name="KSO_WM_TEMPLATE_INDEX" val="20198658"/>
  <p:tag name="KSO_WM_UNIT_LAYERLEVEL" val="1"/>
  <p:tag name="KSO_WM_TAG_VERSION" val="1.0"/>
  <p:tag name="KSO_WM_BEAUTIFY_FLAG" val="#wm#"/>
</p:tagLst>
</file>

<file path=ppt/tags/tag1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8658_1*i*10"/>
  <p:tag name="KSO_WM_TEMPLATE_CATEGORY" val="diagram"/>
  <p:tag name="KSO_WM_TEMPLATE_INDEX" val="20198658"/>
  <p:tag name="KSO_WM_UNIT_LAYERLEVEL" val="1"/>
  <p:tag name="KSO_WM_TAG_VERSION" val="1.0"/>
  <p:tag name="KSO_WM_BEAUTIFY_FLAG" val="#wm#"/>
</p:tagLst>
</file>

<file path=ppt/tags/tag1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658_1*i*11"/>
  <p:tag name="KSO_WM_TEMPLATE_CATEGORY" val="diagram"/>
  <p:tag name="KSO_WM_TEMPLATE_INDEX" val="20198658"/>
  <p:tag name="KSO_WM_UNIT_LAYERLEVEL" val="1"/>
  <p:tag name="KSO_WM_TAG_VERSION" val="1.0"/>
  <p:tag name="KSO_WM_BEAUTIFY_FLAG" val="#wm#"/>
</p:tagLst>
</file>

<file path=ppt/tags/tag13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8658_1*i*12"/>
  <p:tag name="KSO_WM_TEMPLATE_CATEGORY" val="diagram"/>
  <p:tag name="KSO_WM_TEMPLATE_INDEX" val="20198658"/>
  <p:tag name="KSO_WM_UNIT_LAYERLEVEL" val="1"/>
  <p:tag name="KSO_WM_TAG_VERSION" val="1.0"/>
  <p:tag name="KSO_WM_BEAUTIFY_FLAG" val="#wm#"/>
</p:tagLst>
</file>

<file path=ppt/tags/tag1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8658_1*i*2"/>
  <p:tag name="KSO_WM_TEMPLATE_CATEGORY" val="diagram"/>
  <p:tag name="KSO_WM_TEMPLATE_INDEX" val="20198658"/>
  <p:tag name="KSO_WM_UNIT_LAYERLEVEL" val="1"/>
  <p:tag name="KSO_WM_TAG_VERSION" val="1.0"/>
  <p:tag name="KSO_WM_BEAUTIFY_FLAG" val="#wm#"/>
</p:tagLst>
</file>

<file path=ppt/tags/tag1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658_1*i*3"/>
  <p:tag name="KSO_WM_TEMPLATE_CATEGORY" val="diagram"/>
  <p:tag name="KSO_WM_TEMPLATE_INDEX" val="20198658"/>
  <p:tag name="KSO_WM_UNIT_LAYERLEVEL" val="1"/>
  <p:tag name="KSO_WM_TAG_VERSION" val="1.0"/>
  <p:tag name="KSO_WM_BEAUTIFY_FLAG" val="#wm#"/>
</p:tagLst>
</file>

<file path=ppt/tags/tag1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658_1*i*13"/>
  <p:tag name="KSO_WM_TEMPLATE_CATEGORY" val="diagram"/>
  <p:tag name="KSO_WM_TEMPLATE_INDEX" val="20198658"/>
  <p:tag name="KSO_WM_UNIT_LAYERLEVEL" val="1"/>
  <p:tag name="KSO_WM_TAG_VERSION" val="1.0"/>
  <p:tag name="KSO_WM_BEAUTIFY_FLAG" val="#wm#"/>
</p:tagLst>
</file>

<file path=ppt/tags/tag1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8658_1*i*6"/>
  <p:tag name="KSO_WM_TEMPLATE_CATEGORY" val="diagram"/>
  <p:tag name="KSO_WM_TEMPLATE_INDEX" val="20198658"/>
  <p:tag name="KSO_WM_UNIT_LAYERLEVEL" val="1"/>
  <p:tag name="KSO_WM_TAG_VERSION" val="1.0"/>
  <p:tag name="KSO_WM_BEAUTIFY_FLAG" val="#wm#"/>
</p:tagLst>
</file>

<file path=ppt/tags/tag1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8658_1*i*7"/>
  <p:tag name="KSO_WM_TEMPLATE_CATEGORY" val="diagram"/>
  <p:tag name="KSO_WM_TEMPLATE_INDEX" val="20198658"/>
  <p:tag name="KSO_WM_UNIT_LAYERLEVEL" val="1"/>
  <p:tag name="KSO_WM_TAG_VERSION" val="1.0"/>
  <p:tag name="KSO_WM_BEAUTIFY_FLAG" val="#wm#"/>
</p:tagLst>
</file>

<file path=ppt/tags/tag1311.xml><?xml version="1.0" encoding="utf-8"?>
<p:tagLst xmlns:a="http://schemas.openxmlformats.org/drawingml/2006/main" xmlns:r="http://schemas.openxmlformats.org/officeDocument/2006/relationships" xmlns:p="http://schemas.openxmlformats.org/presentationml/2006/main">
  <p:tag name="KSO_WM_UNIT_TEXT_PART_ID_V2" val="b-3-1"/>
  <p:tag name="KSO_WM_UNIT_ISCONTENTSTITLE" val="0"/>
  <p:tag name="KSO_WM_UNIT_PRESET_TEXT" val="户外拓展训练目的"/>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658_1*a*1"/>
  <p:tag name="KSO_WM_TEMPLATE_CATEGORY" val="diagram"/>
  <p:tag name="KSO_WM_TEMPLATE_INDEX" val="20198658"/>
  <p:tag name="KSO_WM_UNIT_LAYERLEVEL" val="1"/>
  <p:tag name="KSO_WM_TAG_VERSION" val="1.0"/>
  <p:tag name="KSO_WM_BEAUTIFY_FLAG" val="#wm#"/>
</p:tagLst>
</file>

<file path=ppt/tags/tag1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8658_1*i*8"/>
  <p:tag name="KSO_WM_TEMPLATE_CATEGORY" val="diagram"/>
  <p:tag name="KSO_WM_TEMPLATE_INDEX" val="20198658"/>
  <p:tag name="KSO_WM_UNIT_LAYERLEVEL" val="1"/>
  <p:tag name="KSO_WM_TAG_VERSION" val="1.0"/>
  <p:tag name="KSO_WM_BEAUTIFY_FLAG" val="#wm#"/>
</p:tagLst>
</file>

<file path=ppt/tags/tag1313.xml><?xml version="1.0" encoding="utf-8"?>
<p:tagLst xmlns:a="http://schemas.openxmlformats.org/drawingml/2006/main" xmlns:r="http://schemas.openxmlformats.org/officeDocument/2006/relationships" xmlns:p="http://schemas.openxmlformats.org/presentationml/2006/main">
  <p:tag name="KSO_WM_UNIT_PRESET_TEXT" val="户外拓展训练通常利用崇山峻岭、翰海大川等自然环境，通过精心设计的活动达到&quot;磨练意志、陶冶情操、完善人格、熔炼团队&quot;的拓展培训目的。"/>
  <p:tag name="KSO_WM_UNIT_NOCLEAR" val="0"/>
  <p:tag name="KSO_WM_UNIT_VALUE" val="217"/>
  <p:tag name="KSO_WM_UNIT_HIGHLIGHT" val="0"/>
  <p:tag name="KSO_WM_UNIT_COMPATIBLE" val="0"/>
  <p:tag name="KSO_WM_UNIT_DIAGRAM_ISNUMVISUAL" val="0"/>
  <p:tag name="KSO_WM_UNIT_DIAGRAM_ISREFERUNIT" val="0"/>
  <p:tag name="KSO_WM_UNIT_TYPE" val="f"/>
  <p:tag name="KSO_WM_UNIT_INDEX" val="1"/>
  <p:tag name="KSO_WM_UNIT_ID" val="diagram20198658_1*f*1"/>
  <p:tag name="KSO_WM_TEMPLATE_CATEGORY" val="diagram"/>
  <p:tag name="KSO_WM_TEMPLATE_INDEX" val="20198658"/>
  <p:tag name="KSO_WM_UNIT_LAYERLEVEL" val="1"/>
  <p:tag name="KSO_WM_TAG_VERSION" val="1.0"/>
  <p:tag name="KSO_WM_BEAUTIFY_FLAG" val="#wm#"/>
</p:tagLst>
</file>

<file path=ppt/tags/tag1314.xml><?xml version="1.0" encoding="utf-8"?>
<p:tagLst xmlns:a="http://schemas.openxmlformats.org/drawingml/2006/main" xmlns:r="http://schemas.openxmlformats.org/officeDocument/2006/relationships" xmlns:p="http://schemas.openxmlformats.org/presentationml/2006/main">
  <p:tag name="KSO_WM_SLIDE_ID" val="diagram20185479_1"/>
  <p:tag name="KSO_WM_TEMPLATE_SUBCATEGORY" val="8"/>
  <p:tag name="KSO_WM_SLIDE_ITEM_CNT" val="2"/>
  <p:tag name="KSO_WM_SLIDE_INDEX" val="1"/>
  <p:tag name="KSO_WM_TAG_VERSION" val="1.0"/>
  <p:tag name="KSO_WM_BEAUTIFY_FLAG" val="#wm#"/>
  <p:tag name="KSO_WM_TEMPLATE_CATEGORY" val="diagram"/>
  <p:tag name="KSO_WM_TEMPLATE_INDEX" val="20185479"/>
  <p:tag name="KSO_WM_SLIDE_LAYOUT" val="a_d_b_f"/>
  <p:tag name="KSO_WM_SLIDE_LAYOUT_CNT" val="1_1_1_1"/>
  <p:tag name="KSO_WM_SLIDE_TYPE" val="text"/>
  <p:tag name="KSO_WM_SLIDE_SUBTYPE" val="picTxt"/>
  <p:tag name="KSO_WM_SLIDE_SIZE" val="706*297"/>
  <p:tag name="KSO_WM_SLIDE_POSITION" val="138*121"/>
  <p:tag name="KSO_WM_SLIDE_CONSTRAINT" val="%7b%22slideConstraint%22%3a%7b%22seriesAreas%22%3a%5b%7b%22constraintLayoutType%22%3a1%2c%22paramRelativePosType%22%3a16%2c%22areagroup%22%3a%5b%7b%22shapes%22%3a%5b9%5d%7d%2c%7b%22shapes%22%3a%5b7%2c2%5d%7d%5d%7d%5d%2c%22singleAreas%22%3a%5b%7b%22shapes%22%3a%5b9%5d%2c%22serialConstraintIndex%22%3a-1%2c%22constraintX%22%3a%7b%22minValue%22%3a0.0%2c%22maxValue%22%3a0.0%2c%22paramRelativePosType%22%3a16.0%2c%22paramRelativeValueType%22%3a0%2c%22shapes%22%3a%5b%5d%7d%2c%22constraintW%22%3a%7b%22minValue%22%3a5269.33057%2c%22maxValue%22%3a6237.0%7d%2c%22constraintH%22%3a%7b%22minValue%22%3a5945.73242%2c%22maxValue%22%3a7371.0%7d%7d%2c%7b%22shapes%22%3a%5b7%2c2%5d%2c%22serialConstraintIndex%22%3a-1%2c%22constraintL%22%3a%7b%22minValue%22%3a2778.3%2c%22maxValue%22%3a2778.3%2c%22paramRelativePosType%22%3a2.0%2c%22paramRelativeValueType%22%3a0%2c%22shapes%22%3a%5b9%5d%7d%2c%22constraintT%22%3a%7b%22minValue%22%3a0.0%2c%22maxValue%22%3a1037.61%2c%22paramRelativePosType%22%3a4.0%2c%22paramRelativeValueType%22%3a0%2c%22shapes%22%3a%5b9%5d%7d%2c%22constraintB%22%3a%7b%22minValue%22%3a0.0%2c%22maxValue%22%3a918.54%2c%22paramRelativePosType%22%3a8.0%2c%22paramRelativeValueType%22%3a0%2c%22shapes%22%3a%5b9%5d%7d%2c%22constraintX%22%3a%7b%22minValue%22%3a0.0%2c%22maxValue%22%3a0.0%2c%22paramRelativePosType%22%3a16.0%2c%22paramRelativeValueType%22%3a0%2c%22shapes%22%3a%5b9%5d%7d%2c%22constraintW%22%3a%7b%22minValue%22%3a6219.99%2c%22maxValue%22%3a6667.92%7d%2c%22constraintH%22%3a%7b%22minValue%22%3a5103.0%2c%22maxValue%22%3a5103.0%7d%7d%2c%7b%22shapes%22%3a%5b5%2c6%5d%2c%22serialConstraintIndex%22%3a-1%2c%22constraintT%22%3a%7b%22minValue%22%3a0.0%2c%22maxValue%22%3a0.0%2c%22paramRelativePosType%22%3a4.0%2c%22paramRelativeValueType%22%3a0%2c%22shapes%22%3a%5b9%5d%7d%7d%5d%7d%7d"/>
</p:tagLst>
</file>

<file path=ppt/tags/tag13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79_1*i*0"/>
  <p:tag name="KSO_WM_TEMPLATE_CATEGORY" val="diagram"/>
  <p:tag name="KSO_WM_TEMPLATE_INDEX" val="20185479"/>
  <p:tag name="KSO_WM_UNIT_INDEX" val="0"/>
  <p:tag name="KSO_WM_UNIT_ADJUSTLAYOUT_ID" val="4"/>
</p:tagLst>
</file>

<file path=ppt/tags/tag131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479"/>
  <p:tag name="KSO_WM_TAG_VERSION" val="1.0"/>
  <p:tag name="KSO_WM_UNIT_TYPE" val="b"/>
  <p:tag name="KSO_WM_UNIT_INDEX" val="1"/>
  <p:tag name="KSO_WM_UNIT_ID" val="diagram20185479_1*b*1"/>
  <p:tag name="KSO_WM_UNIT_LAYERLEVEL" val="1"/>
  <p:tag name="KSO_WM_UNIT_VALUE" val="6"/>
  <p:tag name="KSO_WM_UNIT_ISCONTENTSTITLE" val="0"/>
  <p:tag name="KSO_WM_UNIT_HIGHLIGHT" val="0"/>
  <p:tag name="KSO_WM_UNIT_COMPATIBLE" val="0"/>
  <p:tag name="KSO_WM_UNIT_CLEAR" val="0"/>
  <p:tag name="KSO_WM_BEAUTIFY_FLAG" val="#wm#"/>
  <p:tag name="KSO_WM_UNIT_PRESET_TEXT" val="Gallery / gallries"/>
  <p:tag name="KSO_WM_UNIT_ADJUSTLAYOUT_ID" val="5"/>
</p:tagLst>
</file>

<file path=ppt/tags/tag13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79_1*i*2"/>
  <p:tag name="KSO_WM_TEMPLATE_CATEGORY" val="diagram"/>
  <p:tag name="KSO_WM_TEMPLATE_INDEX" val="20185479"/>
  <p:tag name="KSO_WM_UNIT_INDEX" val="2"/>
  <p:tag name="KSO_WM_UNIT_ADJUSTLAYOUT_ID" val="6"/>
</p:tagLst>
</file>

<file path=ppt/tags/tag131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479"/>
  <p:tag name="KSO_WM_UNIT_TYPE" val="d"/>
  <p:tag name="KSO_WM_UNIT_INDEX" val="1"/>
  <p:tag name="KSO_WM_UNIT_ID" val="diagram20185479_1*d*1"/>
  <p:tag name="KSO_WM_UNIT_LAYERLEVEL" val="1"/>
  <p:tag name="KSO_WM_UNIT_VALUE" val="1048*929"/>
  <p:tag name="KSO_WM_UNIT_HIGHLIGHT" val="0"/>
  <p:tag name="KSO_WM_UNIT_COMPATIBLE" val="0"/>
  <p:tag name="KSO_WM_UNIT_CLEAR" val="0"/>
  <p:tag name="KSO_WM_BEAUTIFY_FLAG" val="#wm#"/>
  <p:tag name="KSO_WM_TAG_VERSION" val="1.0"/>
  <p:tag name="KSO_WM_UNIT_ADJUSTLAYOUT_ID" val="9"/>
</p:tagLst>
</file>

<file path=ppt/tags/tag13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79_1*i*9"/>
  <p:tag name="KSO_WM_TEMPLATE_CATEGORY" val="diagram"/>
  <p:tag name="KSO_WM_TEMPLATE_INDEX" val="20185479"/>
  <p:tag name="KSO_WM_UNIT_INDEX" val="9"/>
  <p:tag name="KSO_WM_UNIT_ADJUSTLAYOUT_ID" val="12"/>
</p:tagLst>
</file>

<file path=ppt/tags/tag13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79_1*i*10"/>
  <p:tag name="KSO_WM_TEMPLATE_CATEGORY" val="diagram"/>
  <p:tag name="KSO_WM_TEMPLATE_INDEX" val="20185479"/>
  <p:tag name="KSO_WM_UNIT_INDEX" val="10"/>
  <p:tag name="KSO_WM_UNIT_ADJUSTLAYOUT_ID" val="13"/>
</p:tagLst>
</file>

<file path=ppt/tags/tag13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79_1*i*11"/>
  <p:tag name="KSO_WM_TEMPLATE_CATEGORY" val="diagram"/>
  <p:tag name="KSO_WM_TEMPLATE_INDEX" val="20185479"/>
  <p:tag name="KSO_WM_UNIT_INDEX" val="11"/>
  <p:tag name="KSO_WM_UNIT_ADJUSTLAYOUT_ID" val="14"/>
</p:tagLst>
</file>

<file path=ppt/tags/tag13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79_1*i*16"/>
  <p:tag name="KSO_WM_TEMPLATE_CATEGORY" val="diagram"/>
  <p:tag name="KSO_WM_TEMPLATE_INDEX" val="20185479"/>
  <p:tag name="KSO_WM_UNIT_INDEX" val="16"/>
  <p:tag name="KSO_WM_UNIT_ADJUSTLAYOUT_ID" val="16"/>
</p:tagLst>
</file>

<file path=ppt/tags/tag13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79_1*i*17"/>
  <p:tag name="KSO_WM_TEMPLATE_CATEGORY" val="diagram"/>
  <p:tag name="KSO_WM_TEMPLATE_INDEX" val="20185479"/>
  <p:tag name="KSO_WM_UNIT_INDEX" val="17"/>
  <p:tag name="KSO_WM_UNIT_ADJUSTLAYOUT_ID" val="17"/>
</p:tagLst>
</file>

<file path=ppt/tags/tag13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79_1*i*18"/>
  <p:tag name="KSO_WM_TEMPLATE_CATEGORY" val="diagram"/>
  <p:tag name="KSO_WM_TEMPLATE_INDEX" val="20185479"/>
  <p:tag name="KSO_WM_UNIT_INDEX" val="18"/>
  <p:tag name="KSO_WM_UNIT_ADJUSTLAYOUT_ID" val="18"/>
</p:tagLst>
</file>

<file path=ppt/tags/tag132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479"/>
  <p:tag name="KSO_WM_UNIT_TYPE" val="a"/>
  <p:tag name="KSO_WM_UNIT_INDEX" val="1"/>
  <p:tag name="KSO_WM_UNIT_ID" val="diagram20185479_1*a*1"/>
  <p:tag name="KSO_WM_UNIT_LAYERLEVEL" val="1"/>
  <p:tag name="KSO_WM_UNIT_VALUE" val="14"/>
  <p:tag name="KSO_WM_UNIT_ISCONTENTSTITLE" val="0"/>
  <p:tag name="KSO_WM_UNIT_HIGHLIGHT" val="0"/>
  <p:tag name="KSO_WM_UNIT_COMPATIBLE" val="0"/>
  <p:tag name="KSO_WM_UNIT_CLEAR" val="0"/>
  <p:tag name="KSO_WM_BEAUTIFY_FLAG" val="#wm#"/>
  <p:tag name="KSO_WM_TAG_VERSION" val="1.0"/>
  <p:tag name="KSO_WM_UNIT_PRESET_TEXT" val="ABOUT OUR-&#10;WORK"/>
  <p:tag name="KSO_WM_UNIT_ADJUSTLAYOUT_ID" val="7"/>
  <p:tag name="KSO_WM_UNIT_PRESET_TEXT_FONT_MINSIZE" val="29"/>
</p:tagLst>
</file>

<file path=ppt/tags/tag132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479"/>
  <p:tag name="KSO_WM_TAG_VERSION" val="1.0"/>
  <p:tag name="KSO_WM_UNIT_TYPE" val="f"/>
  <p:tag name="KSO_WM_UNIT_INDEX" val="1"/>
  <p:tag name="KSO_WM_UNIT_ID" val="diagram20185479_1*f*1"/>
  <p:tag name="KSO_WM_UNIT_LAYERLEVEL" val="1"/>
  <p:tag name="KSO_WM_UNIT_VALUE" val="32"/>
  <p:tag name="KSO_WM_UNIT_HIGHLIGHT" val="0"/>
  <p:tag name="KSO_WM_UNIT_COMPATIBLE" val="0"/>
  <p:tag name="KSO_WM_UNIT_CLEAR" val="0"/>
  <p:tag name="KSO_WM_BEAUTIFY_FLAG" val="#wm#"/>
  <p:tag name="KSO_WM_UNIT_PRESET_TEXT" val="A company is an association or collection of individuals, whether"/>
  <p:tag name="KSO_WM_UNIT_ADJUSTLAYOUT_ID" val="2"/>
  <p:tag name="KSO_WM_UNIT_PRESET_TEXT_FONT_MINSIZE" val="11"/>
</p:tagLst>
</file>

<file path=ppt/tags/tag1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7"/>
  <p:tag name="KSO_WM_UNIT_ID" val="diagram20200761_1*i*7"/>
  <p:tag name="KSO_WM_TEMPLATE_CATEGORY" val="diagram"/>
  <p:tag name="KSO_WM_TEMPLATE_INDEX" val="20200761"/>
  <p:tag name="KSO_WM_UNIT_LAYERLEVEL" val="1"/>
  <p:tag name="KSO_WM_TAG_VERSION" val="1.0"/>
  <p:tag name="KSO_WM_BEAUTIFY_FLAG" val="#wm#"/>
</p:tagLst>
</file>

<file path=ppt/tags/tag1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7"/>
  <p:tag name="KSO_WM_UNIT_ID" val="diagram20200761_1*i*7"/>
  <p:tag name="KSO_WM_TEMPLATE_CATEGORY" val="diagram"/>
  <p:tag name="KSO_WM_TEMPLATE_INDEX" val="20200761"/>
  <p:tag name="KSO_WM_UNIT_LAYERLEVEL" val="1"/>
  <p:tag name="KSO_WM_TAG_VERSION" val="1.0"/>
  <p:tag name="KSO_WM_BEAUTIFY_FLAG" val="#wm#"/>
</p:tagLst>
</file>

<file path=ppt/tags/tag1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331.xml><?xml version="1.0" encoding="utf-8"?>
<p:tagLst xmlns:a="http://schemas.openxmlformats.org/drawingml/2006/main" xmlns:r="http://schemas.openxmlformats.org/officeDocument/2006/relationships" xmlns:p="http://schemas.openxmlformats.org/presentationml/2006/main">
  <p:tag name="PA" val="v4.0.0"/>
</p:tagLst>
</file>

<file path=ppt/tags/tag1332.xml><?xml version="1.0" encoding="utf-8"?>
<p:tagLst xmlns:a="http://schemas.openxmlformats.org/drawingml/2006/main" xmlns:r="http://schemas.openxmlformats.org/officeDocument/2006/relationships" xmlns:p="http://schemas.openxmlformats.org/presentationml/2006/main">
  <p:tag name="PA" val="v4.0.0"/>
</p:tagLst>
</file>

<file path=ppt/tags/tag1333.xml><?xml version="1.0" encoding="utf-8"?>
<p:tagLst xmlns:a="http://schemas.openxmlformats.org/drawingml/2006/main" xmlns:r="http://schemas.openxmlformats.org/officeDocument/2006/relationships" xmlns:p="http://schemas.openxmlformats.org/presentationml/2006/main">
  <p:tag name="PA" val="v4.0.0"/>
</p:tagLst>
</file>

<file path=ppt/tags/tag1334.xml><?xml version="1.0" encoding="utf-8"?>
<p:tagLst xmlns:a="http://schemas.openxmlformats.org/drawingml/2006/main" xmlns:r="http://schemas.openxmlformats.org/officeDocument/2006/relationships" xmlns:p="http://schemas.openxmlformats.org/presentationml/2006/main">
  <p:tag name="PA" val="v4.0.0"/>
</p:tagLst>
</file>

<file path=ppt/tags/tag1335.xml><?xml version="1.0" encoding="utf-8"?>
<p:tagLst xmlns:a="http://schemas.openxmlformats.org/drawingml/2006/main" xmlns:r="http://schemas.openxmlformats.org/officeDocument/2006/relationships" xmlns:p="http://schemas.openxmlformats.org/presentationml/2006/main">
  <p:tag name="PA" val="v4.0.0"/>
</p:tagLst>
</file>

<file path=ppt/tags/tag1336.xml><?xml version="1.0" encoding="utf-8"?>
<p:tagLst xmlns:a="http://schemas.openxmlformats.org/drawingml/2006/main" xmlns:r="http://schemas.openxmlformats.org/officeDocument/2006/relationships" xmlns:p="http://schemas.openxmlformats.org/presentationml/2006/main">
  <p:tag name="PA" val="v4.0.0"/>
</p:tagLst>
</file>

<file path=ppt/tags/tag1337.xml><?xml version="1.0" encoding="utf-8"?>
<p:tagLst xmlns:a="http://schemas.openxmlformats.org/drawingml/2006/main" xmlns:r="http://schemas.openxmlformats.org/officeDocument/2006/relationships" xmlns:p="http://schemas.openxmlformats.org/presentationml/2006/main">
  <p:tag name="PA" val="v4.0.0"/>
</p:tagLst>
</file>

<file path=ppt/tags/tag1338.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6658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6658"/>
  <p:tag name="KSO_WM_SLIDE_LAYOUT" val="a_f"/>
  <p:tag name="KSO_WM_SLIDE_LAYOUT_CNT" val="1_2"/>
</p:tagLst>
</file>

<file path=ppt/tags/tag1339.xml><?xml version="1.0" encoding="utf-8"?>
<p:tagLst xmlns:a="http://schemas.openxmlformats.org/drawingml/2006/main" xmlns:r="http://schemas.openxmlformats.org/officeDocument/2006/relationships" xmlns:p="http://schemas.openxmlformats.org/presentationml/2006/main">
  <p:tag name="KSO_WM_UNIT_LARGE_SHAPE" val="1"/>
  <p:tag name="KSO_WM_UNIT_COLOR_SCHEME_SHAPE_ID" val="9"/>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6658_1*i*1"/>
  <p:tag name="KSO_WM_TEMPLATE_CATEGORY" val="diagram"/>
  <p:tag name="KSO_WM_TEMPLATE_INDEX" val="20196658"/>
  <p:tag name="KSO_WM_UNIT_LAYERLEVEL" val="1"/>
  <p:tag name="KSO_WM_TAG_VERSION" val="1.0"/>
  <p:tag name="KSO_WM_BEAUTIFY_FLAG" val="#wm#"/>
</p:tagLst>
</file>

<file path=ppt/tags/tag1340.xml><?xml version="1.0" encoding="utf-8"?>
<p:tagLst xmlns:a="http://schemas.openxmlformats.org/drawingml/2006/main" xmlns:r="http://schemas.openxmlformats.org/officeDocument/2006/relationships" xmlns:p="http://schemas.openxmlformats.org/presentationml/2006/main">
  <p:tag name="KSO_WM_UNIT_COLOR_SCHEME_SHAPE_ID" val="10"/>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5"/>
  <p:tag name="KSO_WM_UNIT_ID" val="diagram20196658_1*i*5"/>
  <p:tag name="KSO_WM_TEMPLATE_CATEGORY" val="diagram"/>
  <p:tag name="KSO_WM_TEMPLATE_INDEX" val="20196658"/>
  <p:tag name="KSO_WM_UNIT_LAYERLEVEL" val="1"/>
  <p:tag name="KSO_WM_TAG_VERSION" val="1.0"/>
  <p:tag name="KSO_WM_BEAUTIFY_FLAG" val="#wm#"/>
</p:tagLst>
</file>

<file path=ppt/tags/tag1341.xml><?xml version="1.0" encoding="utf-8"?>
<p:tagLst xmlns:a="http://schemas.openxmlformats.org/drawingml/2006/main" xmlns:r="http://schemas.openxmlformats.org/officeDocument/2006/relationships" xmlns:p="http://schemas.openxmlformats.org/presentationml/2006/main">
  <p:tag name="KSO_WM_UNIT_COLOR_SCHEME_SHAPE_ID" val="1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6"/>
  <p:tag name="KSO_WM_UNIT_ID" val="diagram20196658_1*i*6"/>
  <p:tag name="KSO_WM_TEMPLATE_CATEGORY" val="diagram"/>
  <p:tag name="KSO_WM_TEMPLATE_INDEX" val="20196658"/>
  <p:tag name="KSO_WM_UNIT_LAYERLEVEL" val="1"/>
  <p:tag name="KSO_WM_TAG_VERSION" val="1.0"/>
  <p:tag name="KSO_WM_BEAUTIFY_FLAG" val="#wm#"/>
</p:tagLst>
</file>

<file path=ppt/tags/tag1342.xml><?xml version="1.0" encoding="utf-8"?>
<p:tagLst xmlns:a="http://schemas.openxmlformats.org/drawingml/2006/main" xmlns:r="http://schemas.openxmlformats.org/officeDocument/2006/relationships"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7"/>
  <p:tag name="KSO_WM_UNIT_ID" val="diagram20196658_1*i*7"/>
  <p:tag name="KSO_WM_TEMPLATE_CATEGORY" val="diagram"/>
  <p:tag name="KSO_WM_TEMPLATE_INDEX" val="20196658"/>
  <p:tag name="KSO_WM_UNIT_LAYERLEVEL" val="1"/>
  <p:tag name="KSO_WM_TAG_VERSION" val="1.0"/>
  <p:tag name="KSO_WM_BEAUTIFY_FLAG" val="#wm#"/>
</p:tagLst>
</file>

<file path=ppt/tags/tag1343.xml><?xml version="1.0" encoding="utf-8"?>
<p:tagLst xmlns:a="http://schemas.openxmlformats.org/drawingml/2006/main" xmlns:r="http://schemas.openxmlformats.org/officeDocument/2006/relationships" xmlns:p="http://schemas.openxmlformats.org/presentationml/2006/main">
  <p:tag name="KSO_WM_UNIT_COLOR_SCHEME_SHAPE_ID" val="18"/>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8"/>
  <p:tag name="KSO_WM_UNIT_ID" val="diagram20196658_1*i*8"/>
  <p:tag name="KSO_WM_TEMPLATE_CATEGORY" val="diagram"/>
  <p:tag name="KSO_WM_TEMPLATE_INDEX" val="20196658"/>
  <p:tag name="KSO_WM_UNIT_LAYERLEVEL" val="1"/>
  <p:tag name="KSO_WM_TAG_VERSION" val="1.0"/>
  <p:tag name="KSO_WM_BEAUTIFY_FLAG" val="#wm#"/>
</p:tagLst>
</file>

<file path=ppt/tags/tag1344.xml><?xml version="1.0" encoding="utf-8"?>
<p:tagLst xmlns:a="http://schemas.openxmlformats.org/drawingml/2006/main" xmlns:r="http://schemas.openxmlformats.org/officeDocument/2006/relationships"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9"/>
  <p:tag name="KSO_WM_UNIT_ID" val="diagram20196658_1*i*9"/>
  <p:tag name="KSO_WM_TEMPLATE_CATEGORY" val="diagram"/>
  <p:tag name="KSO_WM_TEMPLATE_INDEX" val="20196658"/>
  <p:tag name="KSO_WM_UNIT_LAYERLEVEL" val="1"/>
  <p:tag name="KSO_WM_TAG_VERSION" val="1.0"/>
  <p:tag name="KSO_WM_BEAUTIFY_FLAG" val="#wm#"/>
</p:tagLst>
</file>

<file path=ppt/tags/tag1345.xml><?xml version="1.0" encoding="utf-8"?>
<p:tagLst xmlns:a="http://schemas.openxmlformats.org/drawingml/2006/main" xmlns:r="http://schemas.openxmlformats.org/officeDocument/2006/relationships"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0"/>
  <p:tag name="KSO_WM_UNIT_ID" val="diagram20196658_1*i*10"/>
  <p:tag name="KSO_WM_TEMPLATE_CATEGORY" val="diagram"/>
  <p:tag name="KSO_WM_TEMPLATE_INDEX" val="20196658"/>
  <p:tag name="KSO_WM_UNIT_LAYERLEVEL" val="1"/>
  <p:tag name="KSO_WM_TAG_VERSION" val="1.0"/>
  <p:tag name="KSO_WM_BEAUTIFY_FLAG" val="#wm#"/>
</p:tagLst>
</file>

<file path=ppt/tags/tag1346.xml><?xml version="1.0" encoding="utf-8"?>
<p:tagLst xmlns:a="http://schemas.openxmlformats.org/drawingml/2006/main" xmlns:r="http://schemas.openxmlformats.org/officeDocument/2006/relationships" xmlns:p="http://schemas.openxmlformats.org/presentationml/2006/main">
  <p:tag name="KSO_WM_UNIT_COLOR_SCHEME_SHAPE_ID" val="3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6658_1*i*4"/>
  <p:tag name="KSO_WM_TEMPLATE_CATEGORY" val="diagram"/>
  <p:tag name="KSO_WM_TEMPLATE_INDEX" val="20196658"/>
  <p:tag name="KSO_WM_UNIT_LAYERLEVEL" val="1"/>
  <p:tag name="KSO_WM_TAG_VERSION" val="1.0"/>
  <p:tag name="KSO_WM_BEAUTIFY_FLAG" val="#wm#"/>
</p:tagLst>
</file>

<file path=ppt/tags/tag1347.xml><?xml version="1.0" encoding="utf-8"?>
<p:tagLst xmlns:a="http://schemas.openxmlformats.org/drawingml/2006/main" xmlns:r="http://schemas.openxmlformats.org/officeDocument/2006/relationships" xmlns:p="http://schemas.openxmlformats.org/presentationml/2006/main">
  <p:tag name="KSO_WM_UNIT_TEXT_PART_ID_V2" val="a-4-2"/>
  <p:tag name="KSO_WM_UNIT_COLOR_SCHEME_SHAPE_ID" val="22"/>
  <p:tag name="KSO_WM_UNIT_COLOR_SCHEME_PARENT_PAGE" val="0_1"/>
  <p:tag name="KSO_WM_UNIT_ISCONTENTSTITLE" val="0"/>
  <p:tag name="KSO_WM_UNIT_NOCLEAR" val="0"/>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196658_1*a*1"/>
  <p:tag name="KSO_WM_TEMPLATE_CATEGORY" val="diagram"/>
  <p:tag name="KSO_WM_TEMPLATE_INDEX" val="20196658"/>
  <p:tag name="KSO_WM_UNIT_LAYERLEVEL" val="1"/>
  <p:tag name="KSO_WM_TAG_VERSION" val="1.0"/>
  <p:tag name="KSO_WM_BEAUTIFY_FLAG" val="#wm#"/>
  <p:tag name="KSO_WM_UNIT_PRESET_TEXT" val="单击添加大标题"/>
</p:tagLst>
</file>

<file path=ppt/tags/tag1348.xml><?xml version="1.0" encoding="utf-8"?>
<p:tagLst xmlns:a="http://schemas.openxmlformats.org/drawingml/2006/main" xmlns:r="http://schemas.openxmlformats.org/officeDocument/2006/relationships" xmlns:p="http://schemas.openxmlformats.org/presentationml/2006/main">
  <p:tag name="KSO_WM_UNIT_TEXT_PART_ID_V2" val="d-5-2"/>
  <p:tag name="KSO_WM_UNIT_COLOR_SCHEME_SHAPE_ID" val="25"/>
  <p:tag name="KSO_WM_UNIT_COLOR_SCHEME_PARENT_PAGE" val="0_1"/>
  <p:tag name="KSO_WM_UNIT_NOCLEAR" val="0"/>
  <p:tag name="KSO_WM_UNIT_VALUE" val="21"/>
  <p:tag name="KSO_WM_UNIT_HIGHLIGHT" val="0"/>
  <p:tag name="KSO_WM_UNIT_COMPATIBLE" val="0"/>
  <p:tag name="KSO_WM_UNIT_DIAGRAM_ISNUMVISUAL" val="0"/>
  <p:tag name="KSO_WM_UNIT_DIAGRAM_ISREFERUNIT" val="0"/>
  <p:tag name="KSO_WM_UNIT_TYPE" val="f"/>
  <p:tag name="KSO_WM_UNIT_INDEX" val="1"/>
  <p:tag name="KSO_WM_UNIT_ID" val="diagram20196658_1*f*1"/>
  <p:tag name="KSO_WM_TEMPLATE_CATEGORY" val="diagram"/>
  <p:tag name="KSO_WM_TEMPLATE_INDEX" val="20196658"/>
  <p:tag name="KSO_WM_UNIT_LAYERLEVEL" val="1"/>
  <p:tag name="KSO_WM_TAG_VERSION" val="1.0"/>
  <p:tag name="KSO_WM_BEAUTIFY_FLAG" val="#wm#"/>
  <p:tag name="KSO_WM_UNIT_PRESET_TEXT" val="点击此处添加正文，请言简意赅的阐述观点。"/>
</p:tagLst>
</file>

<file path=ppt/tags/tag13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6658_1*i*2"/>
  <p:tag name="KSO_WM_TEMPLATE_CATEGORY" val="diagram"/>
  <p:tag name="KSO_WM_TEMPLATE_INDEX" val="20196658"/>
  <p:tag name="KSO_WM_UNIT_LAYERLEVEL" val="1"/>
  <p:tag name="KSO_WM_TAG_VERSION" val="1.0"/>
  <p:tag name="KSO_WM_BEAUTIFY_FLAG" val="#wm#"/>
</p:tagLst>
</file>

<file path=ppt/tags/tag1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6658_1*i*3"/>
  <p:tag name="KSO_WM_TEMPLATE_CATEGORY" val="diagram"/>
  <p:tag name="KSO_WM_TEMPLATE_INDEX" val="20196658"/>
  <p:tag name="KSO_WM_UNIT_LAYERLEVEL" val="1"/>
  <p:tag name="KSO_WM_TAG_VERSION" val="1.0"/>
  <p:tag name="KSO_WM_BEAUTIFY_FLAG" val="#wm#"/>
</p:tagLst>
</file>

<file path=ppt/tags/tag1351.xml><?xml version="1.0" encoding="utf-8"?>
<p:tagLst xmlns:a="http://schemas.openxmlformats.org/drawingml/2006/main" xmlns:r="http://schemas.openxmlformats.org/officeDocument/2006/relationships" xmlns:p="http://schemas.openxmlformats.org/presentationml/2006/main">
  <p:tag name="KSO_WM_UNIT_NOCLEAR" val="0"/>
  <p:tag name="KSO_WM_UNIT_VALUE" val="115"/>
  <p:tag name="KSO_WM_UNIT_HIGHLIGHT" val="0"/>
  <p:tag name="KSO_WM_UNIT_COMPATIBLE" val="0"/>
  <p:tag name="KSO_WM_UNIT_DIAGRAM_ISNUMVISUAL" val="0"/>
  <p:tag name="KSO_WM_UNIT_DIAGRAM_ISREFERUNIT" val="0"/>
  <p:tag name="KSO_WM_UNIT_TYPE" val="f"/>
  <p:tag name="KSO_WM_UNIT_INDEX" val="2"/>
  <p:tag name="KSO_WM_UNIT_ID" val="diagram20196658_1*f*2"/>
  <p:tag name="KSO_WM_TEMPLATE_CATEGORY" val="diagram"/>
  <p:tag name="KSO_WM_TEMPLATE_INDEX" val="20196658"/>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
</p:tagLst>
</file>

<file path=ppt/tags/tag1352.xml><?xml version="1.0" encoding="utf-8"?>
<p:tagLst xmlns:a="http://schemas.openxmlformats.org/drawingml/2006/main" xmlns:r="http://schemas.openxmlformats.org/officeDocument/2006/relationships" xmlns:p="http://schemas.openxmlformats.org/presentationml/2006/main">
  <p:tag name="KSO_WM_SLIDE_ID" val="diagram20205200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84*450"/>
  <p:tag name="KSO_WM_SLIDE_POSITION" val="29*44"/>
  <p:tag name="KSO_WM_TAG_VERSION" val="1.0"/>
  <p:tag name="KSO_WM_BEAUTIFY_FLAG" val="#wm#"/>
  <p:tag name="KSO_WM_TEMPLATE_CATEGORY" val="diagram"/>
  <p:tag name="KSO_WM_TEMPLATE_INDEX" val="20205200"/>
  <p:tag name="KSO_WM_SLIDE_LAYOUT" val="a_b_f"/>
  <p:tag name="KSO_WM_SLIDE_LAYOUT_CNT" val="1_1_1"/>
</p:tagLst>
</file>

<file path=ppt/tags/tag13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200_1*i*1"/>
  <p:tag name="KSO_WM_TEMPLATE_CATEGORY" val="diagram"/>
  <p:tag name="KSO_WM_TEMPLATE_INDEX" val="20205200"/>
  <p:tag name="KSO_WM_UNIT_LAYERLEVEL" val="1"/>
  <p:tag name="KSO_WM_TAG_VERSION" val="1.0"/>
  <p:tag name="KSO_WM_BEAUTIFY_FLAG" val="#wm#"/>
</p:tagLst>
</file>

<file path=ppt/tags/tag13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200_1*i*2"/>
  <p:tag name="KSO_WM_TEMPLATE_CATEGORY" val="diagram"/>
  <p:tag name="KSO_WM_TEMPLATE_INDEX" val="20205200"/>
  <p:tag name="KSO_WM_UNIT_LAYERLEVEL" val="1"/>
  <p:tag name="KSO_WM_TAG_VERSION" val="1.0"/>
  <p:tag name="KSO_WM_BEAUTIFY_FLAG" val="#wm#"/>
</p:tagLst>
</file>

<file path=ppt/tags/tag13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200_1*i*3"/>
  <p:tag name="KSO_WM_TEMPLATE_CATEGORY" val="diagram"/>
  <p:tag name="KSO_WM_TEMPLATE_INDEX" val="20205200"/>
  <p:tag name="KSO_WM_UNIT_LAYERLEVEL" val="1"/>
  <p:tag name="KSO_WM_TAG_VERSION" val="1.0"/>
  <p:tag name="KSO_WM_BEAUTIFY_FLAG" val="#wm#"/>
</p:tagLst>
</file>

<file path=ppt/tags/tag1356.xml><?xml version="1.0" encoding="utf-8"?>
<p:tagLst xmlns:a="http://schemas.openxmlformats.org/drawingml/2006/main" xmlns:r="http://schemas.openxmlformats.org/officeDocument/2006/relationships" xmlns:p="http://schemas.openxmlformats.org/presentationml/2006/main">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diagram20205200_1*f*1"/>
  <p:tag name="KSO_WM_TEMPLATE_CATEGORY" val="diagram"/>
  <p:tag name="KSO_WM_TEMPLATE_INDEX" val="20205200"/>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
</p:tagLst>
</file>

<file path=ppt/tags/tag1357.xml><?xml version="1.0" encoding="utf-8"?>
<p:tagLst xmlns:a="http://schemas.openxmlformats.org/drawingml/2006/main" xmlns:r="http://schemas.openxmlformats.org/officeDocument/2006/relationships" xmlns:p="http://schemas.openxmlformats.org/presentationml/2006/main">
  <p:tag name="KSO_WM_UNIT_TEXT_PART_ID_V2" val="d-4-2"/>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b"/>
  <p:tag name="KSO_WM_UNIT_INDEX" val="1"/>
  <p:tag name="KSO_WM_UNIT_ID" val="diagram20205200_1*b*1"/>
  <p:tag name="KSO_WM_TEMPLATE_CATEGORY" val="diagram"/>
  <p:tag name="KSO_WM_TEMPLATE_INDEX" val="20205200"/>
  <p:tag name="KSO_WM_UNIT_LAYERLEVEL" val="1"/>
  <p:tag name="KSO_WM_TAG_VERSION" val="1.0"/>
  <p:tag name="KSO_WM_BEAUTIFY_FLAG" val="#wm#"/>
  <p:tag name="KSO_WM_UNIT_PRESET_TEXT" val="单击此处添加您的副标题"/>
</p:tagLst>
</file>

<file path=ppt/tags/tag1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5200_1*i*4"/>
  <p:tag name="KSO_WM_TEMPLATE_CATEGORY" val="diagram"/>
  <p:tag name="KSO_WM_TEMPLATE_INDEX" val="20205200"/>
  <p:tag name="KSO_WM_UNIT_LAYERLEVEL" val="1"/>
  <p:tag name="KSO_WM_TAG_VERSION" val="1.0"/>
  <p:tag name="KSO_WM_BEAUTIFY_FLAG" val="#wm#"/>
</p:tagLst>
</file>

<file path=ppt/tags/tag1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5200_1*i*5"/>
  <p:tag name="KSO_WM_TEMPLATE_CATEGORY" val="diagram"/>
  <p:tag name="KSO_WM_TEMPLATE_INDEX" val="20205200"/>
  <p:tag name="KSO_WM_UNIT_LAYERLEVEL" val="1"/>
  <p:tag name="KSO_WM_TAG_VERSION" val="1.0"/>
  <p:tag name="KSO_WM_BEAUTIFY_FLAG" val="#wm#"/>
</p:tagLst>
</file>

<file path=ppt/tags/tag13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5200_1*a*1"/>
  <p:tag name="KSO_WM_TEMPLATE_CATEGORY" val="diagram"/>
  <p:tag name="KSO_WM_TEMPLATE_INDEX" val="20205200"/>
  <p:tag name="KSO_WM_UNIT_LAYERLEVEL" val="1"/>
  <p:tag name="KSO_WM_TAG_VERSION" val="1.0"/>
  <p:tag name="KSO_WM_BEAUTIFY_FLAG" val="#wm#"/>
  <p:tag name="KSO_WM_UNIT_PRESET_TEXT" val="单击此处&#10;添加大标题"/>
</p:tagLst>
</file>

<file path=ppt/tags/tag1361.xml><?xml version="1.0" encoding="utf-8"?>
<p:tagLst xmlns:a="http://schemas.openxmlformats.org/drawingml/2006/main" xmlns:r="http://schemas.openxmlformats.org/officeDocument/2006/relationships" xmlns:p="http://schemas.openxmlformats.org/presentationml/2006/main">
  <p:tag name="KSO_WM_SLIDE_ID" val="diagram20205200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84*450"/>
  <p:tag name="KSO_WM_SLIDE_POSITION" val="29*44"/>
  <p:tag name="KSO_WM_TAG_VERSION" val="1.0"/>
  <p:tag name="KSO_WM_BEAUTIFY_FLAG" val="#wm#"/>
  <p:tag name="KSO_WM_TEMPLATE_CATEGORY" val="diagram"/>
  <p:tag name="KSO_WM_TEMPLATE_INDEX" val="20205200"/>
  <p:tag name="KSO_WM_SLIDE_LAYOUT" val="a_b_f"/>
  <p:tag name="KSO_WM_SLIDE_LAYOUT_CNT" val="1_1_1"/>
</p:tagLst>
</file>

<file path=ppt/tags/tag13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200_1*i*1"/>
  <p:tag name="KSO_WM_TEMPLATE_CATEGORY" val="diagram"/>
  <p:tag name="KSO_WM_TEMPLATE_INDEX" val="20205200"/>
  <p:tag name="KSO_WM_UNIT_LAYERLEVEL" val="1"/>
  <p:tag name="KSO_WM_TAG_VERSION" val="1.0"/>
  <p:tag name="KSO_WM_BEAUTIFY_FLAG" val="#wm#"/>
</p:tagLst>
</file>

<file path=ppt/tags/tag13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200_1*i*2"/>
  <p:tag name="KSO_WM_TEMPLATE_CATEGORY" val="diagram"/>
  <p:tag name="KSO_WM_TEMPLATE_INDEX" val="20205200"/>
  <p:tag name="KSO_WM_UNIT_LAYERLEVEL" val="1"/>
  <p:tag name="KSO_WM_TAG_VERSION" val="1.0"/>
  <p:tag name="KSO_WM_BEAUTIFY_FLAG" val="#wm#"/>
</p:tagLst>
</file>

<file path=ppt/tags/tag13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200_1*i*3"/>
  <p:tag name="KSO_WM_TEMPLATE_CATEGORY" val="diagram"/>
  <p:tag name="KSO_WM_TEMPLATE_INDEX" val="20205200"/>
  <p:tag name="KSO_WM_UNIT_LAYERLEVEL" val="1"/>
  <p:tag name="KSO_WM_TAG_VERSION" val="1.0"/>
  <p:tag name="KSO_WM_BEAUTIFY_FLAG" val="#wm#"/>
</p:tagLst>
</file>

<file path=ppt/tags/tag1365.xml><?xml version="1.0" encoding="utf-8"?>
<p:tagLst xmlns:a="http://schemas.openxmlformats.org/drawingml/2006/main" xmlns:r="http://schemas.openxmlformats.org/officeDocument/2006/relationships" xmlns:p="http://schemas.openxmlformats.org/presentationml/2006/main">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diagram20205200_1*f*1"/>
  <p:tag name="KSO_WM_TEMPLATE_CATEGORY" val="diagram"/>
  <p:tag name="KSO_WM_TEMPLATE_INDEX" val="20205200"/>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
</p:tagLst>
</file>

<file path=ppt/tags/tag1366.xml><?xml version="1.0" encoding="utf-8"?>
<p:tagLst xmlns:a="http://schemas.openxmlformats.org/drawingml/2006/main" xmlns:r="http://schemas.openxmlformats.org/officeDocument/2006/relationships" xmlns:p="http://schemas.openxmlformats.org/presentationml/2006/main">
  <p:tag name="KSO_WM_UNIT_TEXT_PART_ID_V2" val="d-4-2"/>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b"/>
  <p:tag name="KSO_WM_UNIT_INDEX" val="1"/>
  <p:tag name="KSO_WM_UNIT_ID" val="diagram20205200_1*b*1"/>
  <p:tag name="KSO_WM_TEMPLATE_CATEGORY" val="diagram"/>
  <p:tag name="KSO_WM_TEMPLATE_INDEX" val="20205200"/>
  <p:tag name="KSO_WM_UNIT_LAYERLEVEL" val="1"/>
  <p:tag name="KSO_WM_TAG_VERSION" val="1.0"/>
  <p:tag name="KSO_WM_BEAUTIFY_FLAG" val="#wm#"/>
  <p:tag name="KSO_WM_UNIT_PRESET_TEXT" val="单击此处添加您的副标题"/>
</p:tagLst>
</file>

<file path=ppt/tags/tag13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5200_1*i*4"/>
  <p:tag name="KSO_WM_TEMPLATE_CATEGORY" val="diagram"/>
  <p:tag name="KSO_WM_TEMPLATE_INDEX" val="20205200"/>
  <p:tag name="KSO_WM_UNIT_LAYERLEVEL" val="1"/>
  <p:tag name="KSO_WM_TAG_VERSION" val="1.0"/>
  <p:tag name="KSO_WM_BEAUTIFY_FLAG" val="#wm#"/>
</p:tagLst>
</file>

<file path=ppt/tags/tag13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5200_1*i*5"/>
  <p:tag name="KSO_WM_TEMPLATE_CATEGORY" val="diagram"/>
  <p:tag name="KSO_WM_TEMPLATE_INDEX" val="20205200"/>
  <p:tag name="KSO_WM_UNIT_LAYERLEVEL" val="1"/>
  <p:tag name="KSO_WM_TAG_VERSION" val="1.0"/>
  <p:tag name="KSO_WM_BEAUTIFY_FLAG" val="#wm#"/>
</p:tagLst>
</file>

<file path=ppt/tags/tag13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5200_1*a*1"/>
  <p:tag name="KSO_WM_TEMPLATE_CATEGORY" val="diagram"/>
  <p:tag name="KSO_WM_TEMPLATE_INDEX" val="20205200"/>
  <p:tag name="KSO_WM_UNIT_LAYERLEVEL" val="1"/>
  <p:tag name="KSO_WM_TAG_VERSION" val="1.0"/>
  <p:tag name="KSO_WM_BEAUTIFY_FLAG" val="#wm#"/>
  <p:tag name="KSO_WM_UNIT_PRESET_TEXT" val="单击此处&#10;添加大标题"/>
</p:tagLst>
</file>

<file path=ppt/tags/tag1370.xml><?xml version="1.0" encoding="utf-8"?>
<p:tagLst xmlns:a="http://schemas.openxmlformats.org/drawingml/2006/main" xmlns:r="http://schemas.openxmlformats.org/officeDocument/2006/relationships" xmlns:p="http://schemas.openxmlformats.org/presentationml/2006/main">
  <p:tag name="KSO_WM_SLIDE_ID" val="diagram20205200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84*450"/>
  <p:tag name="KSO_WM_SLIDE_POSITION" val="29*44"/>
  <p:tag name="KSO_WM_TAG_VERSION" val="1.0"/>
  <p:tag name="KSO_WM_BEAUTIFY_FLAG" val="#wm#"/>
  <p:tag name="KSO_WM_TEMPLATE_CATEGORY" val="diagram"/>
  <p:tag name="KSO_WM_TEMPLATE_INDEX" val="20205200"/>
  <p:tag name="KSO_WM_SLIDE_LAYOUT" val="a_b_f"/>
  <p:tag name="KSO_WM_SLIDE_LAYOUT_CNT" val="1_1_1"/>
</p:tagLst>
</file>

<file path=ppt/tags/tag1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200_1*i*1"/>
  <p:tag name="KSO_WM_TEMPLATE_CATEGORY" val="diagram"/>
  <p:tag name="KSO_WM_TEMPLATE_INDEX" val="20205200"/>
  <p:tag name="KSO_WM_UNIT_LAYERLEVEL" val="1"/>
  <p:tag name="KSO_WM_TAG_VERSION" val="1.0"/>
  <p:tag name="KSO_WM_BEAUTIFY_FLAG" val="#wm#"/>
</p:tagLst>
</file>

<file path=ppt/tags/tag1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200_1*i*2"/>
  <p:tag name="KSO_WM_TEMPLATE_CATEGORY" val="diagram"/>
  <p:tag name="KSO_WM_TEMPLATE_INDEX" val="20205200"/>
  <p:tag name="KSO_WM_UNIT_LAYERLEVEL" val="1"/>
  <p:tag name="KSO_WM_TAG_VERSION" val="1.0"/>
  <p:tag name="KSO_WM_BEAUTIFY_FLAG" val="#wm#"/>
</p:tagLst>
</file>

<file path=ppt/tags/tag1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200_1*i*3"/>
  <p:tag name="KSO_WM_TEMPLATE_CATEGORY" val="diagram"/>
  <p:tag name="KSO_WM_TEMPLATE_INDEX" val="20205200"/>
  <p:tag name="KSO_WM_UNIT_LAYERLEVEL" val="1"/>
  <p:tag name="KSO_WM_TAG_VERSION" val="1.0"/>
  <p:tag name="KSO_WM_BEAUTIFY_FLAG" val="#wm#"/>
</p:tagLst>
</file>

<file path=ppt/tags/tag1374.xml><?xml version="1.0" encoding="utf-8"?>
<p:tagLst xmlns:a="http://schemas.openxmlformats.org/drawingml/2006/main" xmlns:r="http://schemas.openxmlformats.org/officeDocument/2006/relationships" xmlns:p="http://schemas.openxmlformats.org/presentationml/2006/main">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diagram20205200_1*f*1"/>
  <p:tag name="KSO_WM_TEMPLATE_CATEGORY" val="diagram"/>
  <p:tag name="KSO_WM_TEMPLATE_INDEX" val="20205200"/>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
</p:tagLst>
</file>

<file path=ppt/tags/tag1375.xml><?xml version="1.0" encoding="utf-8"?>
<p:tagLst xmlns:a="http://schemas.openxmlformats.org/drawingml/2006/main" xmlns:r="http://schemas.openxmlformats.org/officeDocument/2006/relationships" xmlns:p="http://schemas.openxmlformats.org/presentationml/2006/main">
  <p:tag name="KSO_WM_UNIT_TEXT_PART_ID_V2" val="d-4-2"/>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b"/>
  <p:tag name="KSO_WM_UNIT_INDEX" val="1"/>
  <p:tag name="KSO_WM_UNIT_ID" val="diagram20205200_1*b*1"/>
  <p:tag name="KSO_WM_TEMPLATE_CATEGORY" val="diagram"/>
  <p:tag name="KSO_WM_TEMPLATE_INDEX" val="20205200"/>
  <p:tag name="KSO_WM_UNIT_LAYERLEVEL" val="1"/>
  <p:tag name="KSO_WM_TAG_VERSION" val="1.0"/>
  <p:tag name="KSO_WM_BEAUTIFY_FLAG" val="#wm#"/>
  <p:tag name="KSO_WM_UNIT_PRESET_TEXT" val="单击此处添加您的副标题"/>
</p:tagLst>
</file>

<file path=ppt/tags/tag1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5200_1*i*4"/>
  <p:tag name="KSO_WM_TEMPLATE_CATEGORY" val="diagram"/>
  <p:tag name="KSO_WM_TEMPLATE_INDEX" val="20205200"/>
  <p:tag name="KSO_WM_UNIT_LAYERLEVEL" val="1"/>
  <p:tag name="KSO_WM_TAG_VERSION" val="1.0"/>
  <p:tag name="KSO_WM_BEAUTIFY_FLAG" val="#wm#"/>
</p:tagLst>
</file>

<file path=ppt/tags/tag13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5200_1*i*5"/>
  <p:tag name="KSO_WM_TEMPLATE_CATEGORY" val="diagram"/>
  <p:tag name="KSO_WM_TEMPLATE_INDEX" val="20205200"/>
  <p:tag name="KSO_WM_UNIT_LAYERLEVEL" val="1"/>
  <p:tag name="KSO_WM_TAG_VERSION" val="1.0"/>
  <p:tag name="KSO_WM_BEAUTIFY_FLAG" val="#wm#"/>
</p:tagLst>
</file>

<file path=ppt/tags/tag137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5200_1*a*1"/>
  <p:tag name="KSO_WM_TEMPLATE_CATEGORY" val="diagram"/>
  <p:tag name="KSO_WM_TEMPLATE_INDEX" val="20205200"/>
  <p:tag name="KSO_WM_UNIT_LAYERLEVEL" val="1"/>
  <p:tag name="KSO_WM_TAG_VERSION" val="1.0"/>
  <p:tag name="KSO_WM_BEAUTIFY_FLAG" val="#wm#"/>
  <p:tag name="KSO_WM_UNIT_PRESET_TEXT" val="单击此处&#10;添加大标题"/>
</p:tagLst>
</file>

<file path=ppt/tags/tag1379.xml><?xml version="1.0" encoding="utf-8"?>
<p:tagLst xmlns:a="http://schemas.openxmlformats.org/drawingml/2006/main" xmlns:r="http://schemas.openxmlformats.org/officeDocument/2006/relationships" xmlns:p="http://schemas.openxmlformats.org/presentationml/2006/main">
  <p:tag name="KSO_WM_SLIDE_ID" val="diagram2018537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85375"/>
  <p:tag name="KSO_WM_SLIDE_LAYOUT" val="a_f"/>
  <p:tag name="KSO_WM_SLIDE_LAYOUT_CNT" val="1_1"/>
</p:tagLst>
</file>

<file path=ppt/tags/tag138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185375_1*a*1"/>
  <p:tag name="KSO_WM_TEMPLATE_CATEGORY" val="diagram"/>
  <p:tag name="KSO_WM_TEMPLATE_INDEX" val="20185375"/>
  <p:tag name="KSO_WM_UNIT_LAYERLEVEL" val="1"/>
  <p:tag name="KSO_WM_TAG_VERSION" val="1.0"/>
  <p:tag name="KSO_WM_BEAUTIFY_FLAG" val="#wm#"/>
  <p:tag name="KSO_WM_UNIT_PRESET_TEXT" val="点击此处添加标题"/>
</p:tagLst>
</file>

<file path=ppt/tags/tag1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85375_1*i*4"/>
  <p:tag name="KSO_WM_TEMPLATE_CATEGORY" val="diagram"/>
  <p:tag name="KSO_WM_TEMPLATE_INDEX" val="20185375"/>
  <p:tag name="KSO_WM_UNIT_LAYERLEVEL" val="1"/>
  <p:tag name="KSO_WM_TAG_VERSION" val="1.0"/>
  <p:tag name="KSO_WM_BEAUTIFY_FLAG" val="#wm#"/>
</p:tagLst>
</file>

<file path=ppt/tags/tag1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85375_1*i*1"/>
  <p:tag name="KSO_WM_TEMPLATE_CATEGORY" val="diagram"/>
  <p:tag name="KSO_WM_TEMPLATE_INDEX" val="20185375"/>
  <p:tag name="KSO_WM_UNIT_LAYERLEVEL" val="1"/>
  <p:tag name="KSO_WM_TAG_VERSION" val="1.0"/>
  <p:tag name="KSO_WM_BEAUTIFY_FLAG" val="#wm#"/>
</p:tagLst>
</file>

<file path=ppt/tags/tag13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85375_1*i*2"/>
  <p:tag name="KSO_WM_TEMPLATE_CATEGORY" val="diagram"/>
  <p:tag name="KSO_WM_TEMPLATE_INDEX" val="20185375"/>
  <p:tag name="KSO_WM_UNIT_LAYERLEVEL" val="1"/>
  <p:tag name="KSO_WM_TAG_VERSION" val="1.0"/>
  <p:tag name="KSO_WM_BEAUTIFY_FLAG" val="#wm#"/>
</p:tagLst>
</file>

<file path=ppt/tags/tag13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85375_1*i*3"/>
  <p:tag name="KSO_WM_TEMPLATE_CATEGORY" val="diagram"/>
  <p:tag name="KSO_WM_TEMPLATE_INDEX" val="20185375"/>
  <p:tag name="KSO_WM_UNIT_LAYERLEVEL" val="1"/>
  <p:tag name="KSO_WM_TAG_VERSION" val="1.0"/>
  <p:tag name="KSO_WM_BEAUTIFY_FLAG" val="#wm#"/>
</p:tagLst>
</file>

<file path=ppt/tags/tag13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85375_1*i*5"/>
  <p:tag name="KSO_WM_TEMPLATE_CATEGORY" val="diagram"/>
  <p:tag name="KSO_WM_TEMPLATE_INDEX" val="20185375"/>
  <p:tag name="KSO_WM_UNIT_LAYERLEVEL" val="1"/>
  <p:tag name="KSO_WM_TAG_VERSION" val="1.0"/>
  <p:tag name="KSO_WM_BEAUTIFY_FLAG" val="#wm#"/>
  <p:tag name="KSO_WM_UNIT_SUPPORT_UNIT_TYPE" val="[]"/>
</p:tagLst>
</file>

<file path=ppt/tags/tag1386.xml><?xml version="1.0" encoding="utf-8"?>
<p:tagLst xmlns:a="http://schemas.openxmlformats.org/drawingml/2006/main" xmlns:r="http://schemas.openxmlformats.org/officeDocument/2006/relationships"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Lst>
</file>

<file path=ppt/tags/tag13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7"/>
  <p:tag name="KSO_WM_UNIT_ID" val="diagram20200761_1*i*7"/>
  <p:tag name="KSO_WM_TEMPLATE_CATEGORY" val="diagram"/>
  <p:tag name="KSO_WM_TEMPLATE_INDEX" val="20200761"/>
  <p:tag name="KSO_WM_UNIT_LAYERLEVEL" val="1"/>
  <p:tag name="KSO_WM_TAG_VERSION" val="1.0"/>
  <p:tag name="KSO_WM_BEAUTIFY_FLAG" val="#wm#"/>
</p:tagLst>
</file>

<file path=ppt/tags/tag13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389.xml><?xml version="1.0" encoding="utf-8"?>
<p:tagLst xmlns:a="http://schemas.openxmlformats.org/drawingml/2006/main" xmlns:r="http://schemas.openxmlformats.org/officeDocument/2006/relationships" xmlns:p="http://schemas.openxmlformats.org/presentationml/2006/main">
  <p:tag name="KSO_WM_SLIDE_ID" val="diagram20196641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14*469"/>
  <p:tag name="KSO_WM_SLIDE_POSITION" val="0*33"/>
  <p:tag name="KSO_WM_TAG_VERSION" val="1.0"/>
  <p:tag name="KSO_WM_BEAUTIFY_FLAG" val="#wm#"/>
  <p:tag name="KSO_WM_TEMPLATE_CATEGORY" val="diagram"/>
  <p:tag name="KSO_WM_TEMPLATE_INDEX" val="20196641"/>
  <p:tag name="KSO_WM_SLIDE_LAYOUT" val="a_f"/>
  <p:tag name="KSO_WM_SLIDE_LAYOUT_CNT" val="1_2"/>
</p:tagLst>
</file>

<file path=ppt/tags/tag13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6641_1*i*6"/>
  <p:tag name="KSO_WM_TEMPLATE_CATEGORY" val="diagram"/>
  <p:tag name="KSO_WM_TEMPLATE_INDEX" val="20196641"/>
  <p:tag name="KSO_WM_UNIT_LAYERLEVEL" val="1"/>
  <p:tag name="KSO_WM_TAG_VERSION" val="1.0"/>
  <p:tag name="KSO_WM_BEAUTIFY_FLAG" val="#wm#"/>
</p:tagLst>
</file>

<file path=ppt/tags/tag13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6641_1*i*1"/>
  <p:tag name="KSO_WM_TEMPLATE_CATEGORY" val="diagram"/>
  <p:tag name="KSO_WM_TEMPLATE_INDEX" val="20196641"/>
  <p:tag name="KSO_WM_UNIT_LAYERLEVEL" val="1"/>
  <p:tag name="KSO_WM_TAG_VERSION" val="1.0"/>
  <p:tag name="KSO_WM_BEAUTIFY_FLAG" val="#wm#"/>
</p:tagLst>
</file>

<file path=ppt/tags/tag13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6641_1*i*2"/>
  <p:tag name="KSO_WM_TEMPLATE_CATEGORY" val="diagram"/>
  <p:tag name="KSO_WM_TEMPLATE_INDEX" val="20196641"/>
  <p:tag name="KSO_WM_UNIT_LAYERLEVEL" val="1"/>
  <p:tag name="KSO_WM_TAG_VERSION" val="1.0"/>
  <p:tag name="KSO_WM_BEAUTIFY_FLAG" val="#wm#"/>
</p:tagLst>
</file>

<file path=ppt/tags/tag1393.xml><?xml version="1.0" encoding="utf-8"?>
<p:tagLst xmlns:a="http://schemas.openxmlformats.org/drawingml/2006/main" xmlns:r="http://schemas.openxmlformats.org/officeDocument/2006/relationships" xmlns:p="http://schemas.openxmlformats.org/presentationml/2006/main">
  <p:tag name="KSO_WM_UNIT_TEXT_PART_ID_V2" val="a-4-1"/>
  <p:tag name="KSO_WM_UNIT_ISCONTENTSTITLE" val="0"/>
  <p:tag name="KSO_WM_UNIT_TEXT_PART_ID" val="3-X"/>
  <p:tag name="KSO_WM_UNIT_TEXT_PART_SIZE" val="49.2*832"/>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6641_1*a*1"/>
  <p:tag name="KSO_WM_TEMPLATE_CATEGORY" val="diagram"/>
  <p:tag name="KSO_WM_TEMPLATE_INDEX" val="20196641"/>
  <p:tag name="KSO_WM_UNIT_LAYERLEVEL" val="1"/>
  <p:tag name="KSO_WM_TAG_VERSION" val="1.0"/>
  <p:tag name="KSO_WM_BEAUTIFY_FLAG" val="#wm#"/>
  <p:tag name="KSO_WM_UNIT_PRESET_TEXT" val="单击此处可添加您的大标题内容"/>
</p:tagLst>
</file>

<file path=ppt/tags/tag1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6641_1*i*4"/>
  <p:tag name="KSO_WM_TEMPLATE_CATEGORY" val="diagram"/>
  <p:tag name="KSO_WM_TEMPLATE_INDEX" val="20196641"/>
  <p:tag name="KSO_WM_UNIT_LAYERLEVEL" val="1"/>
  <p:tag name="KSO_WM_TAG_VERSION" val="1.0"/>
  <p:tag name="KSO_WM_BEAUTIFY_FLAG" val="#wm#"/>
</p:tagLst>
</file>

<file path=ppt/tags/tag1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6641_1*i*5"/>
  <p:tag name="KSO_WM_TEMPLATE_CATEGORY" val="diagram"/>
  <p:tag name="KSO_WM_TEMPLATE_INDEX" val="20196641"/>
  <p:tag name="KSO_WM_UNIT_LAYERLEVEL" val="1"/>
  <p:tag name="KSO_WM_TAG_VERSION" val="1.0"/>
  <p:tag name="KSO_WM_BEAUTIFY_FLAG" val="#wm#"/>
</p:tagLst>
</file>

<file path=ppt/tags/tag1396.xml><?xml version="1.0" encoding="utf-8"?>
<p:tagLst xmlns:a="http://schemas.openxmlformats.org/drawingml/2006/main" xmlns:r="http://schemas.openxmlformats.org/officeDocument/2006/relationships" xmlns:p="http://schemas.openxmlformats.org/presentationml/2006/main">
  <p:tag name="KSO_WM_UNIT_TEXT_PART_ID_V2" val="d-4-1"/>
  <p:tag name="KSO_WM_UNIT_NOCLEAR" val="0"/>
  <p:tag name="KSO_WM_UNIT_VALUE" val="104"/>
  <p:tag name="KSO_WM_UNIT_HIGHLIGHT" val="0"/>
  <p:tag name="KSO_WM_UNIT_COMPATIBLE" val="0"/>
  <p:tag name="KSO_WM_UNIT_DIAGRAM_ISNUMVISUAL" val="0"/>
  <p:tag name="KSO_WM_UNIT_DIAGRAM_ISREFERUNIT" val="0"/>
  <p:tag name="KSO_WM_UNIT_TYPE" val="f"/>
  <p:tag name="KSO_WM_UNIT_INDEX" val="1"/>
  <p:tag name="KSO_WM_UNIT_ID" val="diagram20196641_1*f*1"/>
  <p:tag name="KSO_WM_TEMPLATE_CATEGORY" val="diagram"/>
  <p:tag name="KSO_WM_TEMPLATE_INDEX" val="20196641"/>
  <p:tag name="KSO_WM_UNIT_LAYERLEVEL" val="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
</p:tagLst>
</file>

<file path=ppt/tags/tag1397.xml><?xml version="1.0" encoding="utf-8"?>
<p:tagLst xmlns:a="http://schemas.openxmlformats.org/drawingml/2006/main" xmlns:r="http://schemas.openxmlformats.org/officeDocument/2006/relationships" xmlns:p="http://schemas.openxmlformats.org/presentationml/2006/main">
  <p:tag name="KSO_WM_UNIT_NOCLEAR" val="0"/>
  <p:tag name="KSO_WM_UNIT_VALUE" val="560"/>
  <p:tag name="KSO_WM_UNIT_HIGHLIGHT" val="0"/>
  <p:tag name="KSO_WM_UNIT_COMPATIBLE" val="0"/>
  <p:tag name="KSO_WM_UNIT_DIAGRAM_ISNUMVISUAL" val="0"/>
  <p:tag name="KSO_WM_UNIT_DIAGRAM_ISREFERUNIT" val="0"/>
  <p:tag name="KSO_WM_UNIT_TYPE" val="f"/>
  <p:tag name="KSO_WM_UNIT_INDEX" val="2"/>
  <p:tag name="KSO_WM_UNIT_ID" val="diagram20196641_1*f*2"/>
  <p:tag name="KSO_WM_TEMPLATE_CATEGORY" val="diagram"/>
  <p:tag name="KSO_WM_TEMPLATE_INDEX" val="20196641"/>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Lst>
</file>

<file path=ppt/tags/tag1398.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4618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420"/>
  <p:tag name="KSO_WM_SLIDE_POSITION" val="0*119"/>
  <p:tag name="KSO_WM_TAG_VERSION" val="1.0"/>
  <p:tag name="KSO_WM_BEAUTIFY_FLAG" val="#wm#"/>
  <p:tag name="KSO_WM_TEMPLATE_CATEGORY" val="diagram"/>
  <p:tag name="KSO_WM_TEMPLATE_INDEX" val="20194618"/>
  <p:tag name="KSO_WM_SLIDE_LAYOUT" val="a_f"/>
  <p:tag name="KSO_WM_SLIDE_LAYOUT_CNT" val="1_1"/>
</p:tagLst>
</file>

<file path=ppt/tags/tag1399.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diagram20194618_1*i*2"/>
  <p:tag name="KSO_WM_TEMPLATE_CATEGORY" val="diagram"/>
  <p:tag name="KSO_WM_TEMPLATE_INDEX" val="20194618"/>
  <p:tag name="KSO_WM_UNIT_LAYERLEVEL" val="1"/>
  <p:tag name="KSO_WM_TAG_VERSION" val="1.0"/>
  <p:tag name="KSO_WM_BEAUTIFY_FLAG" val="#wm#"/>
</p:tagLst>
</file>

<file path=ppt/tags/tag1400.xml><?xml version="1.0" encoding="utf-8"?>
<p:tagLst xmlns:a="http://schemas.openxmlformats.org/drawingml/2006/main" xmlns:r="http://schemas.openxmlformats.org/officeDocument/2006/relationships" xmlns:p="http://schemas.openxmlformats.org/presentationml/2006/main">
  <p:tag name="KSO_WM_UNIT_TEXT_PART_ID_V2" val="d-2-2"/>
  <p:tag name="KSO_WM_UNIT_COLOR_SCHEME_SHAPE_ID" val="3"/>
  <p:tag name="KSO_WM_UNIT_COLOR_SCHEME_PARENT_PAGE" val="0_1"/>
  <p:tag name="KSO_WM_UNIT_PRESET_TEXT" val="户外拓展训练通常利用崇山峻岭、翰海大川等自然环境，通过精心设计的活动达到“磨练意志、陶冶情操、完善人格、熔炼团队”的拓展培训目的。"/>
  <p:tag name="KSO_WM_UNIT_NOCLEAR" val="1"/>
  <p:tag name="KSO_WM_UNIT_VALUE" val="182"/>
  <p:tag name="KSO_WM_UNIT_HIGHLIGHT" val="0"/>
  <p:tag name="KSO_WM_UNIT_COMPATIBLE" val="0"/>
  <p:tag name="KSO_WM_UNIT_DIAGRAM_ISNUMVISUAL" val="0"/>
  <p:tag name="KSO_WM_UNIT_DIAGRAM_ISREFERUNIT" val="0"/>
  <p:tag name="KSO_WM_UNIT_TYPE" val="f"/>
  <p:tag name="KSO_WM_UNIT_INDEX" val="1"/>
  <p:tag name="KSO_WM_UNIT_ID" val="diagram20194618_1*f*1"/>
  <p:tag name="KSO_WM_TEMPLATE_CATEGORY" val="diagram"/>
  <p:tag name="KSO_WM_TEMPLATE_INDEX" val="20194618"/>
  <p:tag name="KSO_WM_UNIT_LAYERLEVEL" val="1"/>
  <p:tag name="KSO_WM_TAG_VERSION" val="1.0"/>
  <p:tag name="KSO_WM_BEAUTIFY_FLAG" val="#wm#"/>
</p:tagLst>
</file>

<file path=ppt/tags/tag1401.xml><?xml version="1.0" encoding="utf-8"?>
<p:tagLst xmlns:a="http://schemas.openxmlformats.org/drawingml/2006/main" xmlns:r="http://schemas.openxmlformats.org/officeDocument/2006/relationships" xmlns:p="http://schemas.openxmlformats.org/presentationml/2006/main">
  <p:tag name="KSO_WM_UNIT_TEXT_PART_ID_V2" val="a-3-2"/>
  <p:tag name="KSO_WM_UNIT_COLOR_SCHEME_SHAPE_ID" val="20"/>
  <p:tag name="KSO_WM_UNIT_COLOR_SCHEME_PARENT_PAGE" val="0_1"/>
  <p:tag name="KSO_WM_UNIT_ISCONTENTSTITLE" val="0"/>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4618_1*a*1"/>
  <p:tag name="KSO_WM_TEMPLATE_CATEGORY" val="diagram"/>
  <p:tag name="KSO_WM_TEMPLATE_INDEX" val="20194618"/>
  <p:tag name="KSO_WM_UNIT_LAYERLEVEL" val="1"/>
  <p:tag name="KSO_WM_TAG_VERSION" val="1.0"/>
  <p:tag name="KSO_WM_BEAUTIFY_FLAG" val="#wm#"/>
  <p:tag name="KSO_WM_UNIT_PRESET_TEXT" val="户外拓展训练目的"/>
</p:tagLst>
</file>

<file path=ppt/tags/tag1402.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diagram20194618_1*i*3"/>
  <p:tag name="KSO_WM_TEMPLATE_CATEGORY" val="diagram"/>
  <p:tag name="KSO_WM_TEMPLATE_INDEX" val="20194618"/>
  <p:tag name="KSO_WM_UNIT_LAYERLEVEL" val="1"/>
  <p:tag name="KSO_WM_TAG_VERSION" val="1.0"/>
  <p:tag name="KSO_WM_BEAUTIFY_FLAG" val="#wm#"/>
</p:tagLst>
</file>

<file path=ppt/tags/tag1403.xml><?xml version="1.0" encoding="utf-8"?>
<p:tagLst xmlns:a="http://schemas.openxmlformats.org/drawingml/2006/main" xmlns:r="http://schemas.openxmlformats.org/officeDocument/2006/relationships" xmlns:p="http://schemas.openxmlformats.org/presentationml/2006/main">
  <p:tag name="KSO_WM_UNIT_COLOR_SCHEME_SHAPE_ID" val="3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18_1*i*4"/>
  <p:tag name="KSO_WM_TEMPLATE_CATEGORY" val="diagram"/>
  <p:tag name="KSO_WM_TEMPLATE_INDEX" val="20194618"/>
  <p:tag name="KSO_WM_UNIT_LAYERLEVEL" val="1"/>
  <p:tag name="KSO_WM_TAG_VERSION" val="1.0"/>
  <p:tag name="KSO_WM_BEAUTIFY_FLAG" val="#wm#"/>
</p:tagLst>
</file>

<file path=ppt/tags/tag1404.xml><?xml version="1.0" encoding="utf-8"?>
<p:tagLst xmlns:a="http://schemas.openxmlformats.org/drawingml/2006/main" xmlns:r="http://schemas.openxmlformats.org/officeDocument/2006/relationships" xmlns:p="http://schemas.openxmlformats.org/presentationml/2006/main">
  <p:tag name="KSO_WM_UNIT_COLOR_SCHEME_SHAPE_ID" val="3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618_1*i*6"/>
  <p:tag name="KSO_WM_TEMPLATE_CATEGORY" val="diagram"/>
  <p:tag name="KSO_WM_TEMPLATE_INDEX" val="20194618"/>
  <p:tag name="KSO_WM_UNIT_LAYERLEVEL" val="1"/>
  <p:tag name="KSO_WM_TAG_VERSION" val="1.0"/>
  <p:tag name="KSO_WM_BEAUTIFY_FLAG" val="#wm#"/>
</p:tagLst>
</file>

<file path=ppt/tags/tag1405.xml><?xml version="1.0" encoding="utf-8"?>
<p:tagLst xmlns:a="http://schemas.openxmlformats.org/drawingml/2006/main" xmlns:r="http://schemas.openxmlformats.org/officeDocument/2006/relationships" xmlns:p="http://schemas.openxmlformats.org/presentationml/2006/main">
  <p:tag name="KSO_WM_UNIT_DECOLORIZATION" val="1"/>
  <p:tag name="KSO_WM_UNIT_COLOR_SCHEME_SHAPE_ID" val="3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4618_1*i*1"/>
  <p:tag name="KSO_WM_TEMPLATE_CATEGORY" val="diagram"/>
  <p:tag name="KSO_WM_TEMPLATE_INDEX" val="20194618"/>
  <p:tag name="KSO_WM_UNIT_LAYERLEVEL" val="1"/>
  <p:tag name="KSO_WM_TAG_VERSION" val="1.0"/>
  <p:tag name="KSO_WM_BEAUTIFY_FLAG" val="#wm#"/>
</p:tagLst>
</file>

<file path=ppt/tags/tag1406.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4618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420"/>
  <p:tag name="KSO_WM_SLIDE_POSITION" val="0*119"/>
  <p:tag name="KSO_WM_TAG_VERSION" val="1.0"/>
  <p:tag name="KSO_WM_BEAUTIFY_FLAG" val="#wm#"/>
  <p:tag name="KSO_WM_TEMPLATE_CATEGORY" val="diagram"/>
  <p:tag name="KSO_WM_TEMPLATE_INDEX" val="20194618"/>
  <p:tag name="KSO_WM_SLIDE_LAYOUT" val="a_f"/>
  <p:tag name="KSO_WM_SLIDE_LAYOUT_CNT" val="1_1"/>
</p:tagLst>
</file>

<file path=ppt/tags/tag1407.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diagram20194618_1*i*2"/>
  <p:tag name="KSO_WM_TEMPLATE_CATEGORY" val="diagram"/>
  <p:tag name="KSO_WM_TEMPLATE_INDEX" val="20194618"/>
  <p:tag name="KSO_WM_UNIT_LAYERLEVEL" val="1"/>
  <p:tag name="KSO_WM_TAG_VERSION" val="1.0"/>
  <p:tag name="KSO_WM_BEAUTIFY_FLAG" val="#wm#"/>
</p:tagLst>
</file>

<file path=ppt/tags/tag1408.xml><?xml version="1.0" encoding="utf-8"?>
<p:tagLst xmlns:a="http://schemas.openxmlformats.org/drawingml/2006/main" xmlns:r="http://schemas.openxmlformats.org/officeDocument/2006/relationships" xmlns:p="http://schemas.openxmlformats.org/presentationml/2006/main">
  <p:tag name="KSO_WM_UNIT_TEXT_PART_ID_V2" val="d-2-2"/>
  <p:tag name="KSO_WM_UNIT_COLOR_SCHEME_SHAPE_ID" val="3"/>
  <p:tag name="KSO_WM_UNIT_COLOR_SCHEME_PARENT_PAGE" val="0_1"/>
  <p:tag name="KSO_WM_UNIT_PRESET_TEXT" val="户外拓展训练通常利用崇山峻岭、翰海大川等自然环境，通过精心设计的活动达到“磨练意志、陶冶情操、完善人格、熔炼团队”的拓展培训目的。"/>
  <p:tag name="KSO_WM_UNIT_NOCLEAR" val="1"/>
  <p:tag name="KSO_WM_UNIT_VALUE" val="182"/>
  <p:tag name="KSO_WM_UNIT_HIGHLIGHT" val="0"/>
  <p:tag name="KSO_WM_UNIT_COMPATIBLE" val="0"/>
  <p:tag name="KSO_WM_UNIT_DIAGRAM_ISNUMVISUAL" val="0"/>
  <p:tag name="KSO_WM_UNIT_DIAGRAM_ISREFERUNIT" val="0"/>
  <p:tag name="KSO_WM_UNIT_TYPE" val="f"/>
  <p:tag name="KSO_WM_UNIT_INDEX" val="1"/>
  <p:tag name="KSO_WM_UNIT_ID" val="diagram20194618_1*f*1"/>
  <p:tag name="KSO_WM_TEMPLATE_CATEGORY" val="diagram"/>
  <p:tag name="KSO_WM_TEMPLATE_INDEX" val="20194618"/>
  <p:tag name="KSO_WM_UNIT_LAYERLEVEL" val="1"/>
  <p:tag name="KSO_WM_TAG_VERSION" val="1.0"/>
  <p:tag name="KSO_WM_BEAUTIFY_FLAG" val="#wm#"/>
</p:tagLst>
</file>

<file path=ppt/tags/tag1409.xml><?xml version="1.0" encoding="utf-8"?>
<p:tagLst xmlns:a="http://schemas.openxmlformats.org/drawingml/2006/main" xmlns:r="http://schemas.openxmlformats.org/officeDocument/2006/relationships" xmlns:p="http://schemas.openxmlformats.org/presentationml/2006/main">
  <p:tag name="KSO_WM_UNIT_TEXT_PART_ID_V2" val="a-3-2"/>
  <p:tag name="KSO_WM_UNIT_COLOR_SCHEME_SHAPE_ID" val="20"/>
  <p:tag name="KSO_WM_UNIT_COLOR_SCHEME_PARENT_PAGE" val="0_1"/>
  <p:tag name="KSO_WM_UNIT_ISCONTENTSTITLE" val="0"/>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4618_1*a*1"/>
  <p:tag name="KSO_WM_TEMPLATE_CATEGORY" val="diagram"/>
  <p:tag name="KSO_WM_TEMPLATE_INDEX" val="20194618"/>
  <p:tag name="KSO_WM_UNIT_LAYERLEVEL" val="1"/>
  <p:tag name="KSO_WM_TAG_VERSION" val="1.0"/>
  <p:tag name="KSO_WM_BEAUTIFY_FLAG" val="#wm#"/>
  <p:tag name="KSO_WM_UNIT_PRESET_TEXT" val="户外拓展训练目的"/>
</p:tagLst>
</file>

<file path=ppt/tags/tag1410.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diagram20194618_1*i*3"/>
  <p:tag name="KSO_WM_TEMPLATE_CATEGORY" val="diagram"/>
  <p:tag name="KSO_WM_TEMPLATE_INDEX" val="20194618"/>
  <p:tag name="KSO_WM_UNIT_LAYERLEVEL" val="1"/>
  <p:tag name="KSO_WM_TAG_VERSION" val="1.0"/>
  <p:tag name="KSO_WM_BEAUTIFY_FLAG" val="#wm#"/>
</p:tagLst>
</file>

<file path=ppt/tags/tag1411.xml><?xml version="1.0" encoding="utf-8"?>
<p:tagLst xmlns:a="http://schemas.openxmlformats.org/drawingml/2006/main" xmlns:r="http://schemas.openxmlformats.org/officeDocument/2006/relationships" xmlns:p="http://schemas.openxmlformats.org/presentationml/2006/main">
  <p:tag name="KSO_WM_UNIT_COLOR_SCHEME_SHAPE_ID" val="3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18_1*i*4"/>
  <p:tag name="KSO_WM_TEMPLATE_CATEGORY" val="diagram"/>
  <p:tag name="KSO_WM_TEMPLATE_INDEX" val="20194618"/>
  <p:tag name="KSO_WM_UNIT_LAYERLEVEL" val="1"/>
  <p:tag name="KSO_WM_TAG_VERSION" val="1.0"/>
  <p:tag name="KSO_WM_BEAUTIFY_FLAG" val="#wm#"/>
</p:tagLst>
</file>

<file path=ppt/tags/tag1412.xml><?xml version="1.0" encoding="utf-8"?>
<p:tagLst xmlns:a="http://schemas.openxmlformats.org/drawingml/2006/main" xmlns:r="http://schemas.openxmlformats.org/officeDocument/2006/relationships" xmlns:p="http://schemas.openxmlformats.org/presentationml/2006/main">
  <p:tag name="KSO_WM_UNIT_COLOR_SCHEME_SHAPE_ID" val="3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618_1*i*6"/>
  <p:tag name="KSO_WM_TEMPLATE_CATEGORY" val="diagram"/>
  <p:tag name="KSO_WM_TEMPLATE_INDEX" val="20194618"/>
  <p:tag name="KSO_WM_UNIT_LAYERLEVEL" val="1"/>
  <p:tag name="KSO_WM_TAG_VERSION" val="1.0"/>
  <p:tag name="KSO_WM_BEAUTIFY_FLAG" val="#wm#"/>
</p:tagLst>
</file>

<file path=ppt/tags/tag1413.xml><?xml version="1.0" encoding="utf-8"?>
<p:tagLst xmlns:a="http://schemas.openxmlformats.org/drawingml/2006/main" xmlns:r="http://schemas.openxmlformats.org/officeDocument/2006/relationships" xmlns:p="http://schemas.openxmlformats.org/presentationml/2006/main">
  <p:tag name="KSO_WM_UNIT_DECOLORIZATION" val="1"/>
  <p:tag name="KSO_WM_UNIT_COLOR_SCHEME_SHAPE_ID" val="3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4618_1*i*1"/>
  <p:tag name="KSO_WM_TEMPLATE_CATEGORY" val="diagram"/>
  <p:tag name="KSO_WM_TEMPLATE_INDEX" val="20194618"/>
  <p:tag name="KSO_WM_UNIT_LAYERLEVEL" val="1"/>
  <p:tag name="KSO_WM_TAG_VERSION" val="1.0"/>
  <p:tag name="KSO_WM_BEAUTIFY_FLAG" val="#wm#"/>
</p:tagLst>
</file>

<file path=ppt/tags/tag1414.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194618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420"/>
  <p:tag name="KSO_WM_SLIDE_POSITION" val="0*119"/>
  <p:tag name="KSO_WM_TAG_VERSION" val="1.0"/>
  <p:tag name="KSO_WM_BEAUTIFY_FLAG" val="#wm#"/>
  <p:tag name="KSO_WM_TEMPLATE_CATEGORY" val="diagram"/>
  <p:tag name="KSO_WM_TEMPLATE_INDEX" val="20194618"/>
  <p:tag name="KSO_WM_SLIDE_LAYOUT" val="a_f"/>
  <p:tag name="KSO_WM_SLIDE_LAYOUT_CNT" val="1_1"/>
</p:tagLst>
</file>

<file path=ppt/tags/tag1415.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diagram20194618_1*i*2"/>
  <p:tag name="KSO_WM_TEMPLATE_CATEGORY" val="diagram"/>
  <p:tag name="KSO_WM_TEMPLATE_INDEX" val="20194618"/>
  <p:tag name="KSO_WM_UNIT_LAYERLEVEL" val="1"/>
  <p:tag name="KSO_WM_TAG_VERSION" val="1.0"/>
  <p:tag name="KSO_WM_BEAUTIFY_FLAG" val="#wm#"/>
</p:tagLst>
</file>

<file path=ppt/tags/tag1416.xml><?xml version="1.0" encoding="utf-8"?>
<p:tagLst xmlns:a="http://schemas.openxmlformats.org/drawingml/2006/main" xmlns:r="http://schemas.openxmlformats.org/officeDocument/2006/relationships" xmlns:p="http://schemas.openxmlformats.org/presentationml/2006/main">
  <p:tag name="KSO_WM_UNIT_TEXT_PART_ID_V2" val="d-2-2"/>
  <p:tag name="KSO_WM_UNIT_COLOR_SCHEME_SHAPE_ID" val="3"/>
  <p:tag name="KSO_WM_UNIT_COLOR_SCHEME_PARENT_PAGE" val="0_1"/>
  <p:tag name="KSO_WM_UNIT_PRESET_TEXT" val="户外拓展训练通常利用崇山峻岭、翰海大川等自然环境，通过精心设计的活动达到“磨练意志、陶冶情操、完善人格、熔炼团队”的拓展培训目的。"/>
  <p:tag name="KSO_WM_UNIT_NOCLEAR" val="1"/>
  <p:tag name="KSO_WM_UNIT_VALUE" val="182"/>
  <p:tag name="KSO_WM_UNIT_HIGHLIGHT" val="0"/>
  <p:tag name="KSO_WM_UNIT_COMPATIBLE" val="0"/>
  <p:tag name="KSO_WM_UNIT_DIAGRAM_ISNUMVISUAL" val="0"/>
  <p:tag name="KSO_WM_UNIT_DIAGRAM_ISREFERUNIT" val="0"/>
  <p:tag name="KSO_WM_UNIT_TYPE" val="f"/>
  <p:tag name="KSO_WM_UNIT_INDEX" val="1"/>
  <p:tag name="KSO_WM_UNIT_ID" val="diagram20194618_1*f*1"/>
  <p:tag name="KSO_WM_TEMPLATE_CATEGORY" val="diagram"/>
  <p:tag name="KSO_WM_TEMPLATE_INDEX" val="20194618"/>
  <p:tag name="KSO_WM_UNIT_LAYERLEVEL" val="1"/>
  <p:tag name="KSO_WM_TAG_VERSION" val="1.0"/>
  <p:tag name="KSO_WM_BEAUTIFY_FLAG" val="#wm#"/>
</p:tagLst>
</file>

<file path=ppt/tags/tag1417.xml><?xml version="1.0" encoding="utf-8"?>
<p:tagLst xmlns:a="http://schemas.openxmlformats.org/drawingml/2006/main" xmlns:r="http://schemas.openxmlformats.org/officeDocument/2006/relationships" xmlns:p="http://schemas.openxmlformats.org/presentationml/2006/main">
  <p:tag name="KSO_WM_UNIT_TEXT_PART_ID_V2" val="a-3-2"/>
  <p:tag name="KSO_WM_UNIT_COLOR_SCHEME_SHAPE_ID" val="20"/>
  <p:tag name="KSO_WM_UNIT_COLOR_SCHEME_PARENT_PAGE" val="0_1"/>
  <p:tag name="KSO_WM_UNIT_ISCONTENTSTITLE" val="0"/>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4618_1*a*1"/>
  <p:tag name="KSO_WM_TEMPLATE_CATEGORY" val="diagram"/>
  <p:tag name="KSO_WM_TEMPLATE_INDEX" val="20194618"/>
  <p:tag name="KSO_WM_UNIT_LAYERLEVEL" val="1"/>
  <p:tag name="KSO_WM_TAG_VERSION" val="1.0"/>
  <p:tag name="KSO_WM_BEAUTIFY_FLAG" val="#wm#"/>
  <p:tag name="KSO_WM_UNIT_PRESET_TEXT" val="户外拓展训练目的"/>
</p:tagLst>
</file>

<file path=ppt/tags/tag1418.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diagram20194618_1*i*3"/>
  <p:tag name="KSO_WM_TEMPLATE_CATEGORY" val="diagram"/>
  <p:tag name="KSO_WM_TEMPLATE_INDEX" val="20194618"/>
  <p:tag name="KSO_WM_UNIT_LAYERLEVEL" val="1"/>
  <p:tag name="KSO_WM_TAG_VERSION" val="1.0"/>
  <p:tag name="KSO_WM_BEAUTIFY_FLAG" val="#wm#"/>
</p:tagLst>
</file>

<file path=ppt/tags/tag1419.xml><?xml version="1.0" encoding="utf-8"?>
<p:tagLst xmlns:a="http://schemas.openxmlformats.org/drawingml/2006/main" xmlns:r="http://schemas.openxmlformats.org/officeDocument/2006/relationships" xmlns:p="http://schemas.openxmlformats.org/presentationml/2006/main">
  <p:tag name="KSO_WM_UNIT_COLOR_SCHEME_SHAPE_ID" val="3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618_1*i*4"/>
  <p:tag name="KSO_WM_TEMPLATE_CATEGORY" val="diagram"/>
  <p:tag name="KSO_WM_TEMPLATE_INDEX" val="20194618"/>
  <p:tag name="KSO_WM_UNIT_LAYERLEVEL" val="1"/>
  <p:tag name="KSO_WM_TAG_VERSION" val="1.0"/>
  <p:tag name="KSO_WM_BEAUTIFY_FLAG" val="#wm#"/>
</p:tagLst>
</file>

<file path=ppt/tags/tag1420.xml><?xml version="1.0" encoding="utf-8"?>
<p:tagLst xmlns:a="http://schemas.openxmlformats.org/drawingml/2006/main" xmlns:r="http://schemas.openxmlformats.org/officeDocument/2006/relationships" xmlns:p="http://schemas.openxmlformats.org/presentationml/2006/main">
  <p:tag name="KSO_WM_UNIT_COLOR_SCHEME_SHAPE_ID" val="3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618_1*i*6"/>
  <p:tag name="KSO_WM_TEMPLATE_CATEGORY" val="diagram"/>
  <p:tag name="KSO_WM_TEMPLATE_INDEX" val="20194618"/>
  <p:tag name="KSO_WM_UNIT_LAYERLEVEL" val="1"/>
  <p:tag name="KSO_WM_TAG_VERSION" val="1.0"/>
  <p:tag name="KSO_WM_BEAUTIFY_FLAG" val="#wm#"/>
</p:tagLst>
</file>

<file path=ppt/tags/tag1421.xml><?xml version="1.0" encoding="utf-8"?>
<p:tagLst xmlns:a="http://schemas.openxmlformats.org/drawingml/2006/main" xmlns:r="http://schemas.openxmlformats.org/officeDocument/2006/relationships" xmlns:p="http://schemas.openxmlformats.org/presentationml/2006/main">
  <p:tag name="KSO_WM_UNIT_DECOLORIZATION" val="1"/>
  <p:tag name="KSO_WM_UNIT_COLOR_SCHEME_SHAPE_ID" val="3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4618_1*i*1"/>
  <p:tag name="KSO_WM_TEMPLATE_CATEGORY" val="diagram"/>
  <p:tag name="KSO_WM_TEMPLATE_INDEX" val="20194618"/>
  <p:tag name="KSO_WM_UNIT_LAYERLEVEL" val="1"/>
  <p:tag name="KSO_WM_TAG_VERSION" val="1.0"/>
  <p:tag name="KSO_WM_BEAUTIFY_FLAG" val="#wm#"/>
</p:tagLst>
</file>

<file path=ppt/tags/tag14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87585"/>
  <p:tag name="KSO_WM_SLIDE_ID" val="diagram20187585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TEMPLATE_MASTER_THUMB_INDEX" val="0"/>
  <p:tag name="KSO_WM_UNIT_SHOW_EDIT_AREA_INDICATION" val="0"/>
  <p:tag name="KSO_WM_SLIDE_SIZE" val="938.581*323.129"/>
  <p:tag name="KSO_WM_SLIDE_POSITION" val="10.3113*101.169"/>
  <p:tag name="KSO_WM_DIAGRAM_GROUP_CODE" val="r1-1"/>
  <p:tag name="KSO_WM_SLIDE_DIAGTYPE" val="r"/>
  <p:tag name="KSO_WM_TAG_VERSION" val="1.0"/>
  <p:tag name="KSO_WM_SLIDE_LAYOUT" val="a_r"/>
  <p:tag name="KSO_WM_SLIDE_LAYOUT_CNT" val="1_1"/>
</p:tagLst>
</file>

<file path=ppt/tags/tag1423.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SHOW_EDIT_AREA_INDICATION" val="0"/>
  <p:tag name="KSO_WM_UNIT_VALUE" val="17"/>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a"/>
  <p:tag name="KSO_WM_UNIT_INDEX" val="1"/>
  <p:tag name="KSO_WM_UNIT_ID" val="diagram20187585_1*a*1"/>
  <p:tag name="KSO_WM_TEMPLATE_CATEGORY" val="diagram"/>
  <p:tag name="KSO_WM_TEMPLATE_INDEX" val="20187585"/>
  <p:tag name="KSO_WM_UNIT_LAYERLEVEL" val="1"/>
  <p:tag name="KSO_WM_TAG_VERSION" val="1.0"/>
  <p:tag name="KSO_WM_BEAUTIFY_FLAG" val="#wm#"/>
  <p:tag name="KSO_WM_UNIT_DIAGRAM_CONTRAST_TITLE_CNT" val="2"/>
  <p:tag name="KSO_WM_UNIT_DIAGRAM_DIMENSION_TITLE_CNT" val="1"/>
  <p:tag name="KSO_WM_UNIT_PRESET_TEXT" val="单击此处添加标题"/>
  <p:tag name="KSO_WM_UNIT_TEXT_FILL_FORE_SCHEMECOLOR_INDEX" val="13"/>
  <p:tag name="KSO_WM_UNIT_TEXT_FILL_TYPE" val="1"/>
  <p:tag name="KSO_WM_UNIT_USESOURCEFORMAT_APPLY" val="1"/>
</p:tagLst>
</file>

<file path=ppt/tags/tag14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i"/>
  <p:tag name="KSO_WM_UNIT_INDEX" val="1_5"/>
  <p:tag name="KSO_WM_UNIT_ID" val="diagram20187585_1*r_i*1_5"/>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FILL_FORE_SCHEMECOLOR_INDEX" val="9"/>
  <p:tag name="KSO_WM_UNIT_FILL_TYPE" val="1"/>
  <p:tag name="KSO_WM_UNIT_TEXT_FILL_FORE_SCHEMECOLOR_INDEX" val="14"/>
  <p:tag name="KSO_WM_UNIT_TEXT_FILL_TYPE" val="1"/>
  <p:tag name="KSO_WM_UNIT_USESOURCEFORMAT_APPLY" val="1"/>
</p:tagLst>
</file>

<file path=ppt/tags/tag14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i"/>
  <p:tag name="KSO_WM_UNIT_INDEX" val="1_6"/>
  <p:tag name="KSO_WM_UNIT_ID" val="diagram20187585_1*r_i*1_6"/>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FILL_FORE_SCHEMECOLOR_INDEX" val="5"/>
  <p:tag name="KSO_WM_UNIT_FILL_TYPE" val="1"/>
  <p:tag name="KSO_WM_UNIT_TEXT_FILL_FORE_SCHEMECOLOR_INDEX" val="14"/>
  <p:tag name="KSO_WM_UNIT_TEXT_FILL_TYPE" val="1"/>
  <p:tag name="KSO_WM_UNIT_USESOURCEFORMAT_APPLY" val="1"/>
</p:tagLst>
</file>

<file path=ppt/tags/tag1426.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i"/>
  <p:tag name="KSO_WM_UNIT_INDEX" val="1_7"/>
  <p:tag name="KSO_WM_UNIT_ID" val="diagram20187585_1*r_i*1_7"/>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TEXT_FILL_FORE_SCHEMECOLOR_INDEX" val="14"/>
  <p:tag name="KSO_WM_UNIT_TEXT_FILL_TYPE" val="1"/>
  <p:tag name="KSO_WM_UNIT_USESOURCEFORMAT_APPLY" val="1"/>
</p:tagLst>
</file>

<file path=ppt/tags/tag14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i"/>
  <p:tag name="KSO_WM_UNIT_INDEX" val="1_8"/>
  <p:tag name="KSO_WM_UNIT_ID" val="diagram20187585_1*r_i*1_8"/>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LINE_FORE_SCHEMECOLOR_INDEX" val="5"/>
  <p:tag name="KSO_WM_UNIT_LINE_FILL_TYPE" val="2"/>
  <p:tag name="KSO_WM_UNIT_USESOURCEFORMAT_APPLY" val="1"/>
</p:tagLst>
</file>

<file path=ppt/tags/tag14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i"/>
  <p:tag name="KSO_WM_UNIT_INDEX" val="1_9"/>
  <p:tag name="KSO_WM_UNIT_ID" val="diagram20187585_1*r_i*1_9"/>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USESOURCEFORMAT_APPLY" val="1"/>
</p:tagLst>
</file>

<file path=ppt/tags/tag1429.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i"/>
  <p:tag name="KSO_WM_UNIT_INDEX" val="1_10"/>
  <p:tag name="KSO_WM_UNIT_ID" val="diagram20187585_1*r_i*1_10"/>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TEXT_FILL_FORE_SCHEMECOLOR_INDEX" val="14"/>
  <p:tag name="KSO_WM_UNIT_TEXT_FILL_TYPE" val="1"/>
  <p:tag name="KSO_WM_UNIT_USESOURCEFORMAT_APPLY" val="1"/>
</p:tagLst>
</file>

<file path=ppt/tags/tag1430.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VALUE" val="9"/>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t"/>
  <p:tag name="KSO_WM_UNIT_INDEX" val="1_2"/>
  <p:tag name="KSO_WM_UNIT_ID" val="diagram20187585_1*r_t*1_2"/>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PRESET_TEXT" val="添加标题"/>
  <p:tag name="KSO_WM_UNIT_TEXT_FILL_FORE_SCHEMECOLOR_INDEX" val="13"/>
  <p:tag name="KSO_WM_UNIT_TEXT_FILL_TYPE" val="1"/>
  <p:tag name="KSO_WM_UNIT_USESOURCEFORMAT_APPLY" val="1"/>
</p:tagLst>
</file>

<file path=ppt/tags/tag1431.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VALUE" val="9"/>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t"/>
  <p:tag name="KSO_WM_UNIT_INDEX" val="1_1"/>
  <p:tag name="KSO_WM_UNIT_ID" val="diagram20187585_1*r_t*1_1"/>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PRESET_TEXT" val="添加标题"/>
  <p:tag name="KSO_WM_UNIT_TEXT_FILL_FORE_SCHEMECOLOR_INDEX" val="13"/>
  <p:tag name="KSO_WM_UNIT_TEXT_FILL_TYPE" val="1"/>
  <p:tag name="KSO_WM_UNIT_USESOURCEFORMAT_APPLY" val="1"/>
</p:tagLst>
</file>

<file path=ppt/tags/tag1432.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VALUE" val="36"/>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v"/>
  <p:tag name="KSO_WM_UNIT_INDEX" val="1_1"/>
  <p:tag name="KSO_WM_UNIT_ID" val="diagram20187585_1*r_v*1_1"/>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PRESET_TEXT" val="单击此处添加文本具体内容，简明扼要地阐述你的观点"/>
  <p:tag name="KSO_WM_UNIT_TEXT_FILL_FORE_SCHEMECOLOR_INDEX" val="13"/>
  <p:tag name="KSO_WM_UNIT_TEXT_FILL_TYPE" val="1"/>
  <p:tag name="KSO_WM_UNIT_USESOURCEFORMAT_APPLY" val="1"/>
</p:tagLst>
</file>

<file path=ppt/tags/tag1433.xml><?xml version="1.0" encoding="utf-8"?>
<p:tagLst xmlns:a="http://schemas.openxmlformats.org/drawingml/2006/main" xmlns:r="http://schemas.openxmlformats.org/officeDocument/2006/relationships" xmlns:p="http://schemas.openxmlformats.org/presentationml/2006/main">
  <p:tag name="KSO_WM_UNIT_NOCLEAR" val="0"/>
  <p:tag name="KSO_WM_UNIT_SHOW_EDIT_AREA_INDICATION" val="0"/>
  <p:tag name="KSO_WM_UNIT_VALUE" val="36"/>
  <p:tag name="KSO_WM_UNIT_HIGHLIGHT" val="0"/>
  <p:tag name="KSO_WM_UNIT_COMPATIBLE" val="0"/>
  <p:tag name="KSO_WM_UNIT_DIAGRAM_ISNUMVISUAL" val="0"/>
  <p:tag name="KSO_WM_UNIT_DIAGRAM_IS_NEED_ADD_PATH_ANIM" val="0"/>
  <p:tag name="KSO_WM_UNIT_DIAGRAM_ISREFERUNIT" val="0"/>
  <p:tag name="KSO_WM_DIAGRAM_GROUP_CODE" val="r1-1"/>
  <p:tag name="KSO_WM_UNIT_TYPE" val="r_v"/>
  <p:tag name="KSO_WM_UNIT_INDEX" val="1_2"/>
  <p:tag name="KSO_WM_UNIT_ID" val="diagram20187585_1*r_v*1_2"/>
  <p:tag name="KSO_WM_TEMPLATE_CATEGORY" val="diagram"/>
  <p:tag name="KSO_WM_TEMPLATE_INDEX" val="20187585"/>
  <p:tag name="KSO_WM_UNIT_LAYERLEVEL" val="1_1"/>
  <p:tag name="KSO_WM_TAG_VERSION" val="1.0"/>
  <p:tag name="KSO_WM_BEAUTIFY_FLAG" val="#wm#"/>
  <p:tag name="KSO_WM_UNIT_DIAGRAM_CONTRAST_TITLE_CNT" val="2"/>
  <p:tag name="KSO_WM_UNIT_DIAGRAM_DIMENSION_TITLE_CNT" val="1"/>
  <p:tag name="KSO_WM_UNIT_PRESET_TEXT" val="单击此处添加文本具体内容，简明扼要地阐述你的观点"/>
  <p:tag name="KSO_WM_UNIT_TEXT_FILL_FORE_SCHEMECOLOR_INDEX" val="13"/>
  <p:tag name="KSO_WM_UNIT_TEXT_FILL_TYPE" val="1"/>
  <p:tag name="KSO_WM_UNIT_USESOURCEFORMAT_APPLY" val="1"/>
</p:tagLst>
</file>

<file path=ppt/theme/theme1.xml><?xml version="1.0" encoding="utf-8"?>
<a:theme xmlns:a="http://schemas.openxmlformats.org/drawingml/2006/main" name="Office 主题">
  <a:themeElements>
    <a:clrScheme name="自定义 21">
      <a:dk1>
        <a:srgbClr val="000000"/>
      </a:dk1>
      <a:lt1>
        <a:srgbClr val="FFFFFF"/>
      </a:lt1>
      <a:dk2>
        <a:srgbClr val="000000"/>
      </a:dk2>
      <a:lt2>
        <a:srgbClr val="FFFFFF"/>
      </a:lt2>
      <a:accent1>
        <a:srgbClr val="415163"/>
      </a:accent1>
      <a:accent2>
        <a:srgbClr val="F46346"/>
      </a:accent2>
      <a:accent3>
        <a:srgbClr val="415163"/>
      </a:accent3>
      <a:accent4>
        <a:srgbClr val="F46346"/>
      </a:accent4>
      <a:accent5>
        <a:srgbClr val="415163"/>
      </a:accent5>
      <a:accent6>
        <a:srgbClr val="F46346"/>
      </a:accent6>
      <a:hlink>
        <a:srgbClr val="415163"/>
      </a:hlink>
      <a:folHlink>
        <a:srgbClr val="F46346"/>
      </a:folHlink>
    </a:clrScheme>
    <a:fontScheme name="Montserrat">
      <a:majorFont>
        <a:latin typeface="Montserrat"/>
        <a:ea typeface="微软雅黑"/>
        <a:cs typeface=""/>
      </a:majorFont>
      <a:minorFont>
        <a:latin typeface="Montserra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8696</Words>
  <Application>Microsoft Office PowerPoint</Application>
  <PresentationFormat>全屏显示(16:9)</PresentationFormat>
  <Paragraphs>511</Paragraphs>
  <Slides>89</Slides>
  <Notes>81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89</vt:i4>
      </vt:variant>
    </vt:vector>
  </HeadingPairs>
  <TitlesOfParts>
    <vt:vector size="98" baseType="lpstr">
      <vt:lpstr>WPS-Bullets</vt:lpstr>
      <vt:lpstr>WPS-Numbers</vt:lpstr>
      <vt:lpstr>等线</vt:lpstr>
      <vt:lpstr>微软雅黑</vt:lpstr>
      <vt:lpstr>微软雅黑 Light</vt:lpstr>
      <vt:lpstr>Arial</vt:lpstr>
      <vt:lpstr>Montserrat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cp:revision>
  <dcterms:created xsi:type="dcterms:W3CDTF">2019-03-14T04:19:00Z</dcterms:created>
  <dcterms:modified xsi:type="dcterms:W3CDTF">2026-09-09T11:42:03Z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2052-12.1.0.15374</vt:lpwstr>
  </property>
  <property fmtid="{D5CDD505-2E9C-101B-9397-08002B2CF9AE}" pid="3" name="ICV">
    <vt:lpwstr>C89CD012B9FC4B118D8040263613EDF1_12</vt:lpwstr>
  </property>
</Properties>
</file>
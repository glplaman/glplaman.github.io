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61" r:id="rId5"/>
    <p:sldId id="300" r:id="rId6"/>
    <p:sldId id="265" r:id="rId7"/>
    <p:sldId id="266" r:id="rId8"/>
    <p:sldId id="269" r:id="rId9"/>
    <p:sldId id="301" r:id="rId10"/>
    <p:sldId id="270" r:id="rId11"/>
    <p:sldId id="271" r:id="rId12"/>
    <p:sldId id="273" r:id="rId13"/>
    <p:sldId id="302" r:id="rId14"/>
    <p:sldId id="274" r:id="rId15"/>
    <p:sldId id="275" r:id="rId16"/>
    <p:sldId id="279" r:id="rId17"/>
    <p:sldId id="280" r:id="rId18"/>
    <p:sldId id="281" r:id="rId19"/>
    <p:sldId id="283" r:id="rId20"/>
    <p:sldId id="284" r:id="rId21"/>
    <p:sldId id="290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1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2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334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9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261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30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90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74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32220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78508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828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304800"/>
            <a:ext cx="2114550" cy="5943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191250" cy="5943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143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4582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4876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362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0100" y="3886200"/>
            <a:ext cx="4152900" cy="2362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307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4582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04800" y="1371600"/>
            <a:ext cx="8458200" cy="48768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407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4800" y="304800"/>
            <a:ext cx="8458200" cy="5943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741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11394FE-592D-4A54-91D8-68EE2D7896F3}" type="datetimeFigureOut">
              <a:rPr lang="zh-CN" altLang="en-US" smtClean="0"/>
              <a:t>2014-5-4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647CD83-E4E4-4300-8815-C757681A53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999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1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6559550"/>
            <a:ext cx="3175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2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6559550"/>
            <a:ext cx="3175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3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6559550"/>
            <a:ext cx="3175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4">
            <a:hlinkClick r:id="" action="ppaction://hlinkshowjump?jump=endshow"/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6559550"/>
            <a:ext cx="3175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5">
            <a:hlinkClick r:id="" action="ppaction://hlinkshowjump?jump=firstslide"/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559550"/>
            <a:ext cx="4953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304800"/>
            <a:ext cx="8458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41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8458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00066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00066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0066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baike.baidu.com/view/931.htm" TargetMode="Externa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 smtClean="0">
                <a:latin typeface="Times New Roman"/>
                <a:ea typeface="黑体"/>
              </a:rPr>
              <a:t>第</a:t>
            </a:r>
            <a:r>
              <a:rPr lang="en-US" altLang="zh-CN" b="0" i="0" u="none" strike="noStrike" kern="2200" baseline="0" smtClean="0">
                <a:latin typeface="Times New Roman"/>
                <a:ea typeface="黑体"/>
              </a:rPr>
              <a:t>11</a:t>
            </a:r>
            <a:r>
              <a:rPr lang="zh-CN" altLang="en-US" b="0" i="0" u="none" strike="noStrike" kern="2200" baseline="0" smtClean="0">
                <a:latin typeface="Times New Roman"/>
                <a:ea typeface="黑体"/>
              </a:rPr>
              <a:t>章  常用工具软件介绍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kern="100" baseline="0" dirty="0" smtClean="0">
                <a:latin typeface="Times New Roman"/>
                <a:ea typeface="黑体"/>
              </a:rPr>
              <a:t>11.1  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</a:rPr>
              <a:t>系统工具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</a:rPr>
              <a:t>软件</a:t>
            </a:r>
            <a:endParaRPr lang="en-US" altLang="zh-CN" b="0" i="0" u="none" strike="noStrike" kern="100" baseline="0" dirty="0" smtClean="0">
              <a:latin typeface="Times New Roman"/>
              <a:ea typeface="黑体"/>
            </a:endParaRPr>
          </a:p>
          <a:p>
            <a:pPr marR="0" lvl="0" rtl="0"/>
            <a:r>
              <a:rPr lang="zh-CN" altLang="en-US" b="0" i="0" u="none" strike="noStrike" kern="100" baseline="0" dirty="0" smtClean="0">
                <a:latin typeface="Times New Roman"/>
                <a:ea typeface="宋体"/>
              </a:rPr>
              <a:t>压缩</a:t>
            </a:r>
            <a:r>
              <a:rPr lang="zh-CN" altLang="en-US" b="0" i="0" u="none" strike="noStrike" kern="100" baseline="0" dirty="0" smtClean="0">
                <a:latin typeface="Times New Roman"/>
                <a:ea typeface="宋体"/>
              </a:rPr>
              <a:t>软件、杀毒软件和系统优化是平时用的较多的工具软件，掌握这些软件的用法是必要的。</a:t>
            </a:r>
          </a:p>
          <a:p>
            <a:pPr marR="0" lvl="1" rtl="0"/>
            <a:r>
              <a:rPr lang="en-US" altLang="zh-CN" b="0" i="0" u="none" strike="noStrike" kern="100" baseline="0" dirty="0" smtClean="0">
                <a:latin typeface="Times New Roman"/>
                <a:ea typeface="黑体"/>
              </a:rPr>
              <a:t>11.1.1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</a:rPr>
              <a:t> 压缩软件</a:t>
            </a:r>
            <a:r>
              <a:rPr lang="en-US" altLang="zh-CN" b="0" i="0" u="none" strike="noStrike" kern="100" baseline="0" dirty="0" smtClean="0">
                <a:latin typeface="Times New Roman"/>
                <a:ea typeface="黑体"/>
              </a:rPr>
              <a:t>WinRAR</a:t>
            </a:r>
            <a:endParaRPr lang="en-US" altLang="zh-CN" b="0" i="0" u="none" strike="noStrike" kern="100" baseline="0" dirty="0" smtClean="0">
              <a:latin typeface="Times New Roman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622939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endParaRPr lang="zh-CN" altLang="en-US" b="0" i="0" u="none" strike="noStrike" kern="100" baseline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28800" marR="0" lvl="4" indent="0" rtl="0">
              <a:buNone/>
            </a:pPr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412776"/>
            <a:ext cx="5904656" cy="41764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946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endParaRPr lang="zh-CN" altLang="en-US" b="0" i="0" u="none" strike="noStrike" kern="100" baseline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28800" marR="0" lvl="4" indent="0" rtl="0">
              <a:buNone/>
            </a:pPr>
            <a:endParaRPr lang="zh-CN" altLang="en-US" b="0" i="0" u="none" strike="noStrike" kern="100" baseline="0" dirty="0" smtClean="0">
              <a:latin typeface="Times New Roman"/>
              <a:ea typeface="宋体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980728"/>
            <a:ext cx="6552728" cy="4680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077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endParaRPr lang="zh-CN" altLang="en-US" b="0" i="0" u="none" strike="noStrike" kern="100" baseline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r>
              <a:rPr lang="en-US" altLang="zh-CN" b="0" i="0" u="none" strike="noStrike" kern="100" baseline="0" dirty="0" smtClean="0">
                <a:latin typeface="Times New Roman"/>
                <a:ea typeface="黑体"/>
              </a:rPr>
              <a:t>11.1.2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</a:rPr>
              <a:t> 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</a:rPr>
              <a:t>瑞星杀毒软件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1.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安装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2.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杀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毒</a:t>
            </a:r>
            <a:endParaRPr lang="en-US" altLang="zh-CN" b="0" i="0" u="none" strike="noStrike" kern="100" baseline="0" dirty="0" smtClean="0">
              <a:latin typeface="Times New Roman"/>
              <a:ea typeface="楷体_GB2312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3. </a:t>
            </a:r>
            <a:r>
              <a:rPr lang="zh-CN" altLang="en-US" kern="100" dirty="0">
                <a:latin typeface="Times New Roman"/>
                <a:ea typeface="楷体_GB2312"/>
              </a:rPr>
              <a:t>监控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4. </a:t>
            </a:r>
            <a:r>
              <a:rPr lang="zh-CN" altLang="en-US" kern="100" dirty="0">
                <a:latin typeface="Times New Roman"/>
                <a:ea typeface="楷体_GB2312"/>
              </a:rPr>
              <a:t>升级</a:t>
            </a:r>
          </a:p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673255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12776"/>
            <a:ext cx="6984776" cy="4176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279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endParaRPr lang="zh-CN" altLang="en-US" b="0" i="0" u="none" strike="noStrike" kern="100" baseline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r>
              <a:rPr lang="en-US" altLang="zh-CN" b="0" i="0" u="none" strike="noStrike" kern="100" baseline="0" dirty="0" smtClean="0">
                <a:latin typeface="Times New Roman"/>
                <a:ea typeface="黑体"/>
              </a:rPr>
              <a:t>11.1.3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</a:rPr>
              <a:t> </a:t>
            </a:r>
            <a:r>
              <a:rPr lang="en-US" altLang="zh-CN" b="0" i="0" u="none" strike="noStrike" kern="100" baseline="0" dirty="0" smtClean="0">
                <a:latin typeface="Times New Roman"/>
                <a:ea typeface="黑体"/>
              </a:rPr>
              <a:t>Windows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</a:rPr>
              <a:t>优化大师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1.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开始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2</a:t>
            </a:r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系统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检测</a:t>
            </a:r>
            <a:endParaRPr lang="en-US" altLang="zh-CN" b="0" i="0" u="none" strike="noStrike" kern="100" baseline="0" dirty="0" smtClean="0">
              <a:latin typeface="Times New Roman"/>
              <a:ea typeface="楷体_GB2312"/>
            </a:endParaRPr>
          </a:p>
          <a:p>
            <a:pPr lvl="2"/>
            <a:r>
              <a:rPr lang="en-US" altLang="zh-CN" kern="100" dirty="0" smtClean="0">
                <a:latin typeface="Times New Roman"/>
                <a:ea typeface="楷体_GB2312"/>
              </a:rPr>
              <a:t>3. </a:t>
            </a:r>
            <a:r>
              <a:rPr lang="zh-CN" altLang="en-US" kern="100" dirty="0" smtClean="0">
                <a:latin typeface="Times New Roman"/>
                <a:ea typeface="楷体_GB2312"/>
              </a:rPr>
              <a:t>系统优化</a:t>
            </a:r>
            <a:endParaRPr lang="en-US" altLang="zh-CN" kern="100" dirty="0" smtClean="0">
              <a:latin typeface="Times New Roman"/>
              <a:ea typeface="楷体_GB2312"/>
            </a:endParaRPr>
          </a:p>
          <a:p>
            <a:pPr lvl="2"/>
            <a:r>
              <a:rPr lang="en-US" altLang="zh-CN" kern="100" dirty="0" smtClean="0">
                <a:latin typeface="Times New Roman"/>
                <a:ea typeface="楷体_GB2312"/>
              </a:rPr>
              <a:t>4. </a:t>
            </a:r>
            <a:r>
              <a:rPr lang="zh-CN" altLang="en-US" kern="100" dirty="0">
                <a:latin typeface="Times New Roman"/>
                <a:ea typeface="楷体_GB2312"/>
              </a:rPr>
              <a:t>系统</a:t>
            </a:r>
            <a:r>
              <a:rPr lang="zh-CN" altLang="en-US" kern="100" dirty="0" smtClean="0">
                <a:latin typeface="Times New Roman"/>
                <a:ea typeface="楷体_GB2312"/>
              </a:rPr>
              <a:t>清理</a:t>
            </a:r>
            <a:endParaRPr lang="en-US" altLang="zh-CN" kern="100" dirty="0" smtClean="0">
              <a:latin typeface="Times New Roman"/>
              <a:ea typeface="楷体_GB2312"/>
            </a:endParaRPr>
          </a:p>
          <a:p>
            <a:pPr lvl="2"/>
            <a:r>
              <a:rPr lang="en-US" altLang="zh-CN" kern="100" dirty="0" smtClean="0">
                <a:latin typeface="Times New Roman"/>
                <a:ea typeface="楷体_GB2312"/>
              </a:rPr>
              <a:t>5. </a:t>
            </a:r>
            <a:r>
              <a:rPr lang="zh-CN" altLang="en-US" kern="100" dirty="0">
                <a:latin typeface="Times New Roman"/>
                <a:ea typeface="楷体_GB2312"/>
              </a:rPr>
              <a:t>系统维护</a:t>
            </a:r>
          </a:p>
          <a:p>
            <a:pPr lvl="2"/>
            <a:endParaRPr lang="zh-CN" altLang="en-US" kern="100" dirty="0">
              <a:latin typeface="Times New Roman"/>
              <a:ea typeface="楷体_GB2312"/>
            </a:endParaRPr>
          </a:p>
          <a:p>
            <a:pPr lvl="2"/>
            <a:endParaRPr lang="zh-CN" altLang="en-US" kern="100" dirty="0">
              <a:latin typeface="Times New Roman"/>
              <a:ea typeface="楷体_GB2312"/>
            </a:endParaRPr>
          </a:p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440494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endParaRPr lang="zh-CN" altLang="en-US" b="0" i="0" u="none" strike="noStrike" kern="100" baseline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4" rtl="0"/>
            <a:endParaRPr lang="zh-CN" altLang="en-US" b="0" i="0" u="none" strike="noStrike" kern="100" baseline="0" dirty="0" smtClean="0">
              <a:latin typeface="Times New Roman"/>
              <a:ea typeface="宋体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24744"/>
            <a:ext cx="6480719" cy="4176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5306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CN" kern="100" dirty="0">
                <a:latin typeface="Times New Roman"/>
                <a:ea typeface="黑体"/>
              </a:rPr>
              <a:t>11.1.4</a:t>
            </a:r>
            <a:r>
              <a:rPr lang="zh-CN" altLang="en-US" kern="100" dirty="0">
                <a:latin typeface="Times New Roman"/>
                <a:ea typeface="黑体"/>
              </a:rPr>
              <a:t>虚拟光驱</a:t>
            </a:r>
            <a:r>
              <a:rPr lang="en-US" altLang="zh-CN" kern="100" dirty="0">
                <a:latin typeface="Times New Roman"/>
                <a:ea typeface="黑体"/>
              </a:rPr>
              <a:t>Daemon </a:t>
            </a:r>
            <a:r>
              <a:rPr lang="en-US" altLang="zh-CN" kern="100" dirty="0" smtClean="0">
                <a:latin typeface="Times New Roman"/>
                <a:ea typeface="黑体"/>
              </a:rPr>
              <a:t>Tools</a:t>
            </a:r>
            <a:endParaRPr lang="zh-CN" altLang="en-US" b="0" i="0" u="none" strike="noStrike" kern="100" baseline="0" dirty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1</a:t>
            </a:r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用户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界面</a:t>
            </a:r>
            <a:endParaRPr lang="en-US" altLang="zh-CN" b="0" i="0" u="none" strike="noStrike" kern="100" baseline="0" dirty="0" smtClean="0">
              <a:latin typeface="Times New Roman"/>
              <a:ea typeface="楷体_GB2312"/>
            </a:endParaRPr>
          </a:p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2</a:t>
            </a:r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.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创建虚拟光驱</a:t>
            </a:r>
          </a:p>
          <a:p>
            <a:pPr marR="0" lvl="4" rtl="0"/>
            <a:endParaRPr lang="zh-CN" altLang="en-US" b="0" i="0" u="none" strike="noStrike" kern="100" baseline="0" dirty="0" smtClean="0">
              <a:latin typeface="Times New Roman"/>
              <a:ea typeface="宋体"/>
            </a:endParaRP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3.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添加映像</a:t>
            </a:r>
          </a:p>
          <a:p>
            <a:pPr marR="0" lvl="4" rtl="0"/>
            <a:endParaRPr lang="zh-CN" altLang="en-US" b="0" i="0" u="none" strike="noStrike" kern="100" baseline="0" dirty="0" smtClean="0">
              <a:latin typeface="Times New Roman"/>
              <a:ea typeface="宋体"/>
            </a:endParaRP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4.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虚拟光驱的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卸载</a:t>
            </a:r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207457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692696"/>
            <a:ext cx="7200799" cy="48965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6589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kern="100" dirty="0">
                <a:latin typeface="Times New Roman"/>
                <a:ea typeface="黑体"/>
              </a:rPr>
              <a:t>11.2  </a:t>
            </a:r>
            <a:r>
              <a:rPr lang="zh-CN" altLang="en-US" kern="100" dirty="0">
                <a:latin typeface="Times New Roman"/>
                <a:ea typeface="黑体"/>
              </a:rPr>
              <a:t>网络工具</a:t>
            </a:r>
            <a:r>
              <a:rPr lang="zh-CN" altLang="en-US" kern="100" dirty="0" smtClean="0">
                <a:latin typeface="Times New Roman"/>
                <a:ea typeface="黑体"/>
              </a:rPr>
              <a:t>软件</a:t>
            </a:r>
            <a:endParaRPr lang="zh-CN" altLang="en-US" b="0" i="0" u="none" strike="noStrike" kern="100" baseline="0" dirty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4"/>
            <a:r>
              <a:rPr lang="zh-CN" altLang="en-US" kern="100" dirty="0" smtClean="0">
                <a:latin typeface="Times New Roman"/>
              </a:rPr>
              <a:t>在</a:t>
            </a:r>
            <a:r>
              <a:rPr lang="zh-CN" altLang="en-US" kern="100" dirty="0">
                <a:latin typeface="Times New Roman"/>
              </a:rPr>
              <a:t>上网过程中，经常会下载一些文件，也会遇到一些网络安全方面的问题，掌握下载软件、网络安全软件的使用是必要的。本节介绍迅雷、</a:t>
            </a:r>
            <a:r>
              <a:rPr lang="en-US" altLang="zh-CN" kern="100" dirty="0">
                <a:latin typeface="Times New Roman"/>
              </a:rPr>
              <a:t>360</a:t>
            </a:r>
            <a:r>
              <a:rPr lang="zh-CN" altLang="en-US" kern="100" dirty="0">
                <a:latin typeface="Times New Roman"/>
              </a:rPr>
              <a:t>安全卫士的使用。</a:t>
            </a:r>
          </a:p>
          <a:p>
            <a:pPr lvl="1"/>
            <a:r>
              <a:rPr lang="en-US" altLang="zh-CN" kern="100" dirty="0">
                <a:latin typeface="Times New Roman"/>
                <a:ea typeface="黑体"/>
              </a:rPr>
              <a:t>11.2.1</a:t>
            </a:r>
            <a:r>
              <a:rPr lang="zh-CN" altLang="en-US" kern="100" dirty="0">
                <a:latin typeface="Times New Roman"/>
                <a:ea typeface="黑体"/>
              </a:rPr>
              <a:t> 下载工具迅雷</a:t>
            </a:r>
          </a:p>
          <a:p>
            <a:pPr marR="0" lvl="4" rtl="0"/>
            <a:endParaRPr lang="zh-CN" altLang="en-US" b="0" i="0" u="none" strike="noStrike" kern="100" baseline="0" dirty="0" smtClean="0"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308727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endParaRPr lang="zh-CN" altLang="en-US" b="0" i="0" u="none" strike="noStrike" kern="100" baseline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4" rtl="0"/>
            <a:endParaRPr lang="zh-CN" altLang="en-US" b="0" i="0" u="none" strike="noStrike" kern="100" baseline="0" dirty="0" smtClean="0">
              <a:latin typeface="Times New Roman"/>
              <a:ea typeface="宋体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980728"/>
            <a:ext cx="6768751" cy="432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5577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CN" kern="100" dirty="0">
                <a:latin typeface="Times New Roman"/>
                <a:ea typeface="黑体"/>
              </a:rPr>
              <a:t>11.2.2</a:t>
            </a:r>
            <a:r>
              <a:rPr lang="zh-CN" altLang="en-US" kern="100" dirty="0">
                <a:latin typeface="Times New Roman"/>
                <a:ea typeface="黑体"/>
              </a:rPr>
              <a:t> </a:t>
            </a:r>
            <a:r>
              <a:rPr lang="en-US" altLang="zh-CN" kern="100" dirty="0">
                <a:latin typeface="Times New Roman"/>
                <a:ea typeface="黑体"/>
              </a:rPr>
              <a:t>360</a:t>
            </a:r>
            <a:r>
              <a:rPr lang="zh-CN" altLang="en-US" kern="100" dirty="0">
                <a:latin typeface="Times New Roman"/>
                <a:ea typeface="黑体"/>
              </a:rPr>
              <a:t>安全</a:t>
            </a:r>
            <a:r>
              <a:rPr lang="zh-CN" altLang="en-US" kern="100" dirty="0" smtClean="0">
                <a:latin typeface="Times New Roman"/>
                <a:ea typeface="黑体"/>
              </a:rPr>
              <a:t>卫士</a:t>
            </a:r>
            <a:endParaRPr lang="zh-CN" altLang="en-US" b="0" i="0" u="none" strike="noStrike" kern="100" baseline="0" dirty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1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．电脑体检。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2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．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hlinkClick r:id="rId2"/>
              </a:rPr>
              <a:t>木马查杀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3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．系统修复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4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．电脑清理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5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．优化加速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6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．电脑专家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7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．软件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管家</a:t>
            </a:r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82854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908720"/>
            <a:ext cx="7200799" cy="4824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8290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kern="100" dirty="0">
                <a:latin typeface="Times New Roman"/>
                <a:ea typeface="黑体"/>
              </a:rPr>
              <a:t>11.3  </a:t>
            </a:r>
            <a:r>
              <a:rPr lang="zh-CN" altLang="en-US" kern="100" dirty="0">
                <a:latin typeface="Times New Roman"/>
                <a:ea typeface="黑体"/>
              </a:rPr>
              <a:t>图像处理与多媒体工具</a:t>
            </a:r>
            <a:r>
              <a:rPr lang="zh-CN" altLang="en-US" kern="100" dirty="0" smtClean="0">
                <a:latin typeface="Times New Roman"/>
                <a:ea typeface="黑体"/>
              </a:rPr>
              <a:t>软件</a:t>
            </a:r>
            <a:endParaRPr lang="zh-CN" altLang="en-US" b="0" i="0" u="none" strike="noStrike" kern="100" baseline="0" dirty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4"/>
            <a:r>
              <a:rPr lang="zh-CN" altLang="en-US" kern="100" dirty="0" smtClean="0">
                <a:latin typeface="Times New Roman"/>
              </a:rPr>
              <a:t>这</a:t>
            </a:r>
            <a:r>
              <a:rPr lang="zh-CN" altLang="en-US" kern="100" dirty="0">
                <a:latin typeface="Times New Roman"/>
              </a:rPr>
              <a:t>一节主要介绍数字图像处理软件</a:t>
            </a:r>
            <a:r>
              <a:rPr lang="en-US" altLang="zh-CN" kern="100" dirty="0" err="1">
                <a:latin typeface="Times New Roman"/>
              </a:rPr>
              <a:t>ACDSee</a:t>
            </a:r>
            <a:r>
              <a:rPr lang="zh-CN" altLang="en-US" kern="100" dirty="0">
                <a:latin typeface="Times New Roman"/>
              </a:rPr>
              <a:t>和媒体播放器软件暴风影音的使用。</a:t>
            </a:r>
          </a:p>
          <a:p>
            <a:pPr lvl="1"/>
            <a:r>
              <a:rPr lang="en-US" altLang="zh-CN" kern="100" dirty="0">
                <a:latin typeface="Times New Roman"/>
                <a:ea typeface="黑体"/>
              </a:rPr>
              <a:t>11.3.1</a:t>
            </a:r>
            <a:r>
              <a:rPr lang="zh-CN" altLang="en-US" kern="100" dirty="0">
                <a:latin typeface="Times New Roman"/>
                <a:ea typeface="黑体"/>
              </a:rPr>
              <a:t> 数字图像处理软件</a:t>
            </a:r>
            <a:r>
              <a:rPr lang="en-US" altLang="zh-CN" kern="100" dirty="0" err="1">
                <a:latin typeface="Times New Roman"/>
                <a:ea typeface="黑体"/>
              </a:rPr>
              <a:t>ACDSee</a:t>
            </a:r>
            <a:endParaRPr lang="en-US" altLang="zh-CN" kern="100" dirty="0">
              <a:latin typeface="Times New Roman"/>
              <a:ea typeface="黑体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1. </a:t>
            </a:r>
            <a:r>
              <a:rPr lang="zh-CN" altLang="en-US" kern="100" dirty="0" smtClean="0">
                <a:latin typeface="Times New Roman"/>
                <a:ea typeface="楷体_GB2312"/>
              </a:rPr>
              <a:t>浏览器</a:t>
            </a:r>
            <a:endParaRPr lang="en-US" altLang="zh-CN" kern="100" dirty="0" smtClean="0">
              <a:latin typeface="Times New Roman"/>
              <a:ea typeface="楷体_GB2312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2. </a:t>
            </a:r>
            <a:r>
              <a:rPr lang="zh-CN" altLang="en-US" kern="100" dirty="0">
                <a:latin typeface="Times New Roman"/>
                <a:ea typeface="楷体_GB2312"/>
              </a:rPr>
              <a:t>查看</a:t>
            </a:r>
            <a:r>
              <a:rPr lang="zh-CN" altLang="en-US" kern="100" dirty="0" smtClean="0">
                <a:latin typeface="Times New Roman"/>
                <a:ea typeface="楷体_GB2312"/>
              </a:rPr>
              <a:t>器</a:t>
            </a:r>
            <a:endParaRPr lang="en-US" altLang="zh-CN" kern="100" dirty="0" smtClean="0">
              <a:latin typeface="Times New Roman"/>
              <a:ea typeface="楷体_GB2312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3. </a:t>
            </a:r>
            <a:r>
              <a:rPr lang="zh-CN" altLang="en-US" kern="100" dirty="0">
                <a:latin typeface="Times New Roman"/>
                <a:ea typeface="楷体_GB2312"/>
              </a:rPr>
              <a:t>编辑模式</a:t>
            </a:r>
          </a:p>
          <a:p>
            <a:pPr lvl="2"/>
            <a:endParaRPr lang="zh-CN" altLang="en-US" kern="100" dirty="0">
              <a:latin typeface="Times New Roman"/>
              <a:ea typeface="楷体_GB2312"/>
            </a:endParaRPr>
          </a:p>
          <a:p>
            <a:pPr lvl="2"/>
            <a:endParaRPr lang="zh-CN" altLang="en-US" kern="100" dirty="0">
              <a:latin typeface="Times New Roman"/>
              <a:ea typeface="楷体_GB2312"/>
            </a:endParaRPr>
          </a:p>
          <a:p>
            <a:pPr marR="0" lvl="4" rtl="0"/>
            <a:endParaRPr lang="zh-CN" altLang="en-US" b="0" i="0" u="none" strike="noStrike" kern="100" baseline="0" dirty="0" smtClean="0"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608644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endParaRPr lang="zh-CN" altLang="en-US" b="0" i="0" u="none" strike="noStrike" kern="100" baseline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4" rtl="0"/>
            <a:endParaRPr lang="zh-CN" altLang="en-US" b="0" i="0" u="none" strike="noStrike" kern="100" baseline="0" dirty="0" smtClean="0">
              <a:latin typeface="Times New Roman"/>
              <a:ea typeface="宋体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124744"/>
            <a:ext cx="6624736" cy="46085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4182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CN" kern="100" dirty="0">
                <a:latin typeface="Times New Roman"/>
                <a:ea typeface="黑体"/>
              </a:rPr>
              <a:t>11.3.2</a:t>
            </a:r>
            <a:r>
              <a:rPr lang="zh-CN" altLang="en-US" kern="100" dirty="0">
                <a:latin typeface="Times New Roman"/>
                <a:ea typeface="黑体"/>
              </a:rPr>
              <a:t> 媒体播放器暴风</a:t>
            </a:r>
            <a:r>
              <a:rPr lang="zh-CN" altLang="en-US" kern="100" dirty="0" smtClean="0">
                <a:latin typeface="Times New Roman"/>
                <a:ea typeface="黑体"/>
              </a:rPr>
              <a:t>影音</a:t>
            </a:r>
            <a:endParaRPr lang="zh-CN" altLang="en-US" b="0" i="0" u="none" strike="noStrike" kern="100" baseline="0" dirty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572935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endParaRPr lang="zh-CN" altLang="en-US" b="0" i="0" u="none" strike="noStrike" kern="100" baseline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4" rtl="0"/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764704"/>
            <a:ext cx="7200800" cy="4824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2579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kern="2200" dirty="0">
                <a:latin typeface="Times New Roman"/>
                <a:ea typeface="黑体"/>
              </a:rPr>
              <a:t>11.4  </a:t>
            </a:r>
            <a:r>
              <a:rPr lang="zh-CN" altLang="en-US" kern="2200" dirty="0">
                <a:latin typeface="Times New Roman"/>
                <a:ea typeface="黑体"/>
              </a:rPr>
              <a:t>其他工具</a:t>
            </a:r>
            <a:r>
              <a:rPr lang="zh-CN" altLang="en-US" kern="2200" dirty="0" smtClean="0">
                <a:latin typeface="Times New Roman"/>
                <a:ea typeface="黑体"/>
              </a:rPr>
              <a:t>软件</a:t>
            </a:r>
            <a:endParaRPr lang="zh-CN" altLang="en-US" b="0" i="0" u="none" strike="noStrike" kern="100" baseline="0" dirty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r>
              <a:rPr lang="en-US" altLang="zh-CN" b="0" i="0" u="none" strike="noStrike" kern="100" baseline="0" dirty="0" smtClean="0">
                <a:latin typeface="Times New Roman"/>
                <a:ea typeface="黑体"/>
              </a:rPr>
              <a:t>11.4.1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</a:rPr>
              <a:t> 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</a:rPr>
              <a:t>截图软件</a:t>
            </a:r>
            <a:r>
              <a:rPr lang="en-US" altLang="zh-CN" b="0" i="0" u="none" strike="noStrike" kern="100" baseline="0" dirty="0" err="1" smtClean="0">
                <a:latin typeface="Times New Roman"/>
                <a:ea typeface="黑体"/>
              </a:rPr>
              <a:t>HyperSnap</a:t>
            </a:r>
            <a:endParaRPr lang="en-US" altLang="zh-CN" b="0" i="0" u="none" strike="noStrike" kern="100" baseline="0" dirty="0" smtClean="0">
              <a:latin typeface="Times New Roman"/>
              <a:ea typeface="黑体"/>
            </a:endParaRP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1.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图像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截取</a:t>
            </a:r>
            <a:endParaRPr lang="en-US" altLang="zh-CN" b="0" i="0" u="none" strike="noStrike" kern="100" baseline="0" dirty="0" smtClean="0">
              <a:latin typeface="Times New Roman"/>
              <a:ea typeface="楷体_GB2312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2. </a:t>
            </a:r>
            <a:r>
              <a:rPr lang="zh-CN" altLang="en-US" kern="100" dirty="0">
                <a:latin typeface="Times New Roman"/>
                <a:ea typeface="楷体_GB2312"/>
              </a:rPr>
              <a:t>文字</a:t>
            </a:r>
            <a:r>
              <a:rPr lang="zh-CN" altLang="en-US" kern="100" dirty="0" smtClean="0">
                <a:latin typeface="Times New Roman"/>
                <a:ea typeface="楷体_GB2312"/>
              </a:rPr>
              <a:t>捕捉</a:t>
            </a:r>
            <a:endParaRPr lang="en-US" altLang="zh-CN" kern="100" dirty="0" smtClean="0">
              <a:latin typeface="Times New Roman"/>
              <a:ea typeface="楷体_GB2312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3. </a:t>
            </a:r>
            <a:r>
              <a:rPr lang="zh-CN" altLang="en-US" kern="100" dirty="0" smtClean="0">
                <a:latin typeface="Times New Roman"/>
                <a:ea typeface="楷体_GB2312"/>
              </a:rPr>
              <a:t>图像处理</a:t>
            </a:r>
            <a:endParaRPr lang="en-US" altLang="zh-CN" kern="100" dirty="0" smtClean="0">
              <a:latin typeface="Times New Roman"/>
              <a:ea typeface="楷体_GB2312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4. </a:t>
            </a:r>
            <a:r>
              <a:rPr lang="zh-CN" altLang="en-US" kern="100" dirty="0">
                <a:latin typeface="Times New Roman"/>
                <a:ea typeface="楷体_GB2312"/>
              </a:rPr>
              <a:t>图片文件格式转换</a:t>
            </a:r>
          </a:p>
          <a:p>
            <a:pPr lvl="2"/>
            <a:endParaRPr lang="zh-CN" altLang="en-US" kern="100" dirty="0">
              <a:latin typeface="Times New Roman"/>
              <a:ea typeface="楷体_GB2312"/>
            </a:endParaRPr>
          </a:p>
          <a:p>
            <a:pPr lvl="2"/>
            <a:endParaRPr lang="zh-CN" altLang="en-US" kern="100" dirty="0">
              <a:latin typeface="Times New Roman"/>
              <a:ea typeface="楷体_GB2312"/>
            </a:endParaRPr>
          </a:p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372391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endParaRPr lang="zh-CN" altLang="en-US" b="0" i="0" u="none" strike="noStrike" kern="100" baseline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4" rtl="0"/>
            <a:endParaRPr lang="zh-CN" altLang="en-US" b="0" i="0" u="none" strike="noStrike" kern="100" baseline="0" dirty="0" smtClean="0">
              <a:latin typeface="Times New Roman"/>
              <a:ea typeface="宋体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908720"/>
            <a:ext cx="7056783" cy="4968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1350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CN" kern="100" dirty="0">
                <a:latin typeface="Times New Roman"/>
                <a:ea typeface="黑体"/>
              </a:rPr>
              <a:t>11.4.2</a:t>
            </a:r>
            <a:r>
              <a:rPr lang="zh-CN" altLang="en-US" kern="100" dirty="0">
                <a:latin typeface="Times New Roman"/>
                <a:ea typeface="黑体"/>
              </a:rPr>
              <a:t>  屏幕录像</a:t>
            </a:r>
            <a:r>
              <a:rPr lang="zh-CN" altLang="en-US" kern="100" dirty="0" smtClean="0">
                <a:latin typeface="Times New Roman"/>
                <a:ea typeface="黑体"/>
              </a:rPr>
              <a:t>专家</a:t>
            </a:r>
            <a:r>
              <a:rPr lang="zh-CN" altLang="en-US" b="0" i="0" u="none" strike="noStrike" kern="100" baseline="0" dirty="0" smtClean="0">
                <a:solidFill>
                  <a:srgbClr val="FF0000"/>
                </a:solidFill>
                <a:latin typeface="Times New Roman"/>
                <a:ea typeface="宋体"/>
              </a:rPr>
              <a:t>      </a:t>
            </a:r>
            <a:endParaRPr lang="zh-CN" altLang="en-US" b="0" i="0" u="none" strike="noStrike" kern="100" baseline="0" dirty="0" smtClean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4" rtl="0"/>
            <a:endParaRPr lang="en-US" altLang="zh-CN" b="0" i="0" u="none" strike="noStrike" kern="100" baseline="0" dirty="0" smtClean="0">
              <a:latin typeface="Times New Roman"/>
              <a:ea typeface="宋体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484784"/>
            <a:ext cx="6912768" cy="432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8330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CN" sz="3200" kern="100" dirty="0">
                <a:latin typeface="Times New Roman"/>
                <a:ea typeface="黑体"/>
              </a:rPr>
              <a:t>11.4.3 PDF</a:t>
            </a:r>
            <a:r>
              <a:rPr lang="zh-CN" altLang="en-US" sz="3200" kern="100" dirty="0">
                <a:latin typeface="Times New Roman"/>
                <a:ea typeface="黑体"/>
              </a:rPr>
              <a:t>文档工具</a:t>
            </a:r>
            <a:r>
              <a:rPr lang="en-US" altLang="zh-CN" sz="3200" kern="100" dirty="0">
                <a:latin typeface="Times New Roman"/>
                <a:ea typeface="黑体"/>
              </a:rPr>
              <a:t>Adobe Acrobat Standard</a:t>
            </a:r>
            <a:br>
              <a:rPr lang="en-US" altLang="zh-CN" sz="3200" kern="100" dirty="0">
                <a:latin typeface="Times New Roman"/>
                <a:ea typeface="黑体"/>
              </a:rPr>
            </a:br>
            <a:endParaRPr lang="zh-CN" altLang="en-US" sz="3200" b="0" i="0" u="none" strike="noStrike" kern="100" baseline="0" dirty="0" smtClean="0"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340768"/>
            <a:ext cx="7056784" cy="46085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0085922"/>
      </p:ext>
    </p:extLst>
  </p:cSld>
  <p:clrMapOvr>
    <a:masterClrMapping/>
  </p:clrMapOvr>
</p:sld>
</file>

<file path=ppt/theme/theme1.xml><?xml version="1.0" encoding="utf-8"?>
<a:theme xmlns:a="http://schemas.openxmlformats.org/drawingml/2006/main" name="pptmoban1">
  <a:themeElements>
    <a:clrScheme name="pptmoban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moban1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ptmoban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moban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moban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moban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moban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moban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moban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moban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moban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moban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moban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moban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膜拜</Template>
  <TotalTime>16</TotalTime>
  <Words>277</Words>
  <Application>Microsoft Office PowerPoint</Application>
  <PresentationFormat>全屏显示(4:3)</PresentationFormat>
  <Paragraphs>52</Paragraphs>
  <Slides>21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2" baseType="lpstr">
      <vt:lpstr>pptmoban1</vt:lpstr>
      <vt:lpstr>第11章  常用工具软件介绍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11.1.4虚拟光驱Daemon Tools</vt:lpstr>
      <vt:lpstr>PowerPoint 演示文稿</vt:lpstr>
      <vt:lpstr>11.2  网络工具软件</vt:lpstr>
      <vt:lpstr>PowerPoint 演示文稿</vt:lpstr>
      <vt:lpstr>11.2.2 360安全卫士</vt:lpstr>
      <vt:lpstr>PowerPoint 演示文稿</vt:lpstr>
      <vt:lpstr>11.3  图像处理与多媒体工具软件</vt:lpstr>
      <vt:lpstr>PowerPoint 演示文稿</vt:lpstr>
      <vt:lpstr>11.3.2 媒体播放器暴风影音</vt:lpstr>
      <vt:lpstr>PowerPoint 演示文稿</vt:lpstr>
      <vt:lpstr>11.4  其他工具软件</vt:lpstr>
      <vt:lpstr>PowerPoint 演示文稿</vt:lpstr>
      <vt:lpstr>11.4.2  屏幕录像专家      </vt:lpstr>
      <vt:lpstr>11.4.3 PDF文档工具Adobe Acrobat Standard 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第11章  常用工具软件介绍</dc:title>
  <dc:creator>User</dc:creator>
  <cp:lastModifiedBy>User</cp:lastModifiedBy>
  <cp:revision>3</cp:revision>
  <dcterms:created xsi:type="dcterms:W3CDTF">2014-05-04T12:49:20Z</dcterms:created>
  <dcterms:modified xsi:type="dcterms:W3CDTF">2014-05-04T13:05:30Z</dcterms:modified>
</cp:coreProperties>
</file>